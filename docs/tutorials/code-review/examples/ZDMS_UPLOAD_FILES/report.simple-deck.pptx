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30.png"/><Relationship Id="rId4" Type="http://schemas.openxmlformats.org/officeDocument/2006/relationships/image" Target="../media/image27.png"/><Relationship Id="rId5" Type="http://schemas.openxmlformats.org/officeDocument/2006/relationships/image" Target="../media/image3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png"/><Relationship Id="rId3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5.png"/><Relationship Id="rId3" Type="http://schemas.openxmlformats.org/officeDocument/2006/relationships/image" Target="../media/image36.png"/><Relationship Id="rId4" Type="http://schemas.openxmlformats.org/officeDocument/2006/relationships/image" Target="../media/image29.png"/><Relationship Id="rId5" Type="http://schemas.openxmlformats.org/officeDocument/2006/relationships/image" Target="../media/image3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Security, performance, Clean Core, 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Methodology — how user + AI worked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Target &amp; scope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Security · Performance · Clean Core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Maintainability findings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Summary, priorities &amp; 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 findings across 4 axes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ONE REPORT · ONE AI PASS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2706624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2889504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2889504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956048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5138928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3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5138928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7205472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7388352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17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7388352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sp>
        <p:nvSpPr>
          <p:cNvPr id="17" name="c_1_BlockGrid:4:c_5_Block:container"/>
          <p:cNvSpPr/>
          <p:nvPr/>
        </p:nvSpPr>
        <p:spPr>
          <a:xfrm>
            <a:off x="9454896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_1_BlockGrid:4:c_5_Block:metric"/>
          <p:cNvSpPr txBox="1"/>
          <p:nvPr/>
        </p:nvSpPr>
        <p:spPr>
          <a:xfrm>
            <a:off x="9637776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6 min</a:t>
            </a:r>
          </a:p>
        </p:txBody>
      </p:sp>
      <p:sp>
        <p:nvSpPr>
          <p:cNvPr id="19" name="c_1_BlockGrid:4:c_5_Block:content"/>
          <p:cNvSpPr txBox="1"/>
          <p:nvPr/>
        </p:nvSpPr>
        <p:spPr>
          <a:xfrm>
            <a:off x="9637776" y="2077719"/>
            <a:ext cx="1700784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for full 4-axis review</a:t>
            </a:r>
          </a:p>
        </p:txBody>
      </p:sp>
      <p:graphicFrame>
        <p:nvGraphicFramePr>
          <p:cNvPr id="20" name="c_6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Comparable senior-engineer manual review: 4–8 hours.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How the user and the AI agreed on what to do, designed the process, executed it together, and verified the result.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method — four stages, in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STAGES, IN ORDER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1. Formalize the task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goal + how we'll measure it. Stops us from answering the wrong question.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Structur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2. Design the process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list for THIS task — per-stage artifact, per-stage evaluation. Stages are not pre-baked.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Gear_Process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3. Execute stages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stage produces its artifact. Refine the skill or the process at every checkpoint, never as a separate pass.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Check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4. Verify the goal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Yes → done. No → goal-check names the earlier stage to return to, based on what evidence was missing.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630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Iteration is normal — which earlier stage to return to is decided by the failing goal-check, not by a pre-baked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Pair-work as badminton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USER SERVES, AI RETURNS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serves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task description. The user names the stage; the AI never takes the lead role.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Android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AI returns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Formalizes, drafts, calls tools, proposes. Each return is small enough to review before the next exchange.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User reviews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Keeps what holds, rejects what does not, asks for a correction. Reader judges, AI drafts. Neither side defers.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ran this 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FOUR STAGES, MAPPED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Formalize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User: 'Review ZDMS_UPLOAD_FILES.' Together: scope (the program + every include), severity scale, 4 review axes.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Design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Pipeline: ReadProgram + GetIncludesList + GetInclude → 4 parallel SmartAgent calls → aggregate per ### headings.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Execute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Each stage handed off only after its artifact landed: 01-target.md → 02-security.md / 03-performance.md / 04-cleancore.md / 05-maintainability.md → 06-summary.md.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Verify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30 findings · severity histogram · per-finding location cited · verdict. Goal-check passed; no return to earlier stage.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kept the run honest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THREE DISCIPLINES IN PROMPTS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Source citation rule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source = no finding. Every finding carries Location + Snippet. Stops the agent from inventing issues.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Diagram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Per-category isolation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check stays inside its own rule set. No security findings leaked into maintainability or vice versa.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Read-only parallelism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Four SmartAgent calls in parallel are safe ONLY because tools are read-only. SearchSource would force sequential.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AI agents, two roles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CONTROLLER + EXECUTOR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1353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— judge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Names the goal, names the stage, reviews each artifact. Decides when to stop or go back.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2658618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Brain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6931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279577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Controller — Claude Code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CLI agent on the user's laptop. Drives the conversation, formalizes the task, designs the pipeline with the user, parses outputs. Cannot touch SAP directly.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3854196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Androi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72509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3991356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Executor — SmartAgent on cloud-llm-hub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Called by the controller over /v1/chat/completions. gpt-5.2 + MCP tools (ReadProgram, GetIncludesList, GetInclude). Returns code-cited evidence, not decisions.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457200" y="5049774"/>
            <a:ext cx="11064240" cy="10767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c_1_BlockGrid:3:c_4_Block:Cloud_Arrows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268087"/>
            <a:ext cx="640080" cy="640080"/>
          </a:xfrm>
          <a:prstGeom prst="rect">
            <a:avLst/>
          </a:prstGeom>
        </p:spPr>
      </p:pic>
      <p:sp>
        <p:nvSpPr>
          <p:cNvPr id="16" name="c_1_BlockGrid:3:c_4_Block:content"/>
          <p:cNvSpPr txBox="1"/>
          <p:nvPr/>
        </p:nvSpPr>
        <p:spPr>
          <a:xfrm>
            <a:off x="1600200" y="518693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06C00"/>
                </a:solidFill>
              </a:rPr>
              <a:t>Wiring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Claude Code → /v1/chat/completions on cloud-llm-hub → SmartAgent (gpt-5.2) → MCP → SAP destination DS4_CLH. Artifacts land as .md files.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designed THIS process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DIALOGUE → STAGE LIST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serves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“Review ZDMS_UPLOAD_FILES across security, performance, Clean Core, maintainability.”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AI returns clarifications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What's in scope — main program only or every include?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 severity scale? What counts as evidence?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Parallel or sequential? Read-only tools only?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decides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Whole program + every include in scope.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CRITICAL/HIGH/MEDIUM/LOW/INFO. Every finding cited with Location + Snippet.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parallel SmartAgent calls, read-only ADT tools only.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Stage list emerges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01-target (define scope + severity scale) → 02..05 (four parallel reviews) → 06-summary (aggregate) → RETRO (lessons). Per-stage artifact on disk.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Catching errors during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FIVE STEPS, EVERY ERROR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_1_BlockGrid:0:c_1_Block"/>
          <p:cNvGraphicFramePr>
            <a:graphicFrameLocks noGrp="1"/>
          </p:cNvGraphicFramePr>
          <p:nvPr/>
        </p:nvGraphicFramePr>
        <p:xfrm>
          <a:off x="457200" y="1463040"/>
          <a:ext cx="11064240" cy="227228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2272284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Bash backtick expansion mangled rule text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shell warnings during run-checks.sh. Repro: rule text contained markdown backticks. Root cause: bash command substitution evaluated them. Fix: build prompts in Python end-to-end. Skill written: feedback_no_bash_var_for_prompts.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_1_BlockGrid:1:c_2_Block"/>
          <p:cNvGraphicFramePr>
            <a:graphicFrameLocks noGrp="1"/>
          </p:cNvGraphicFramePr>
          <p:nvPr/>
        </p:nvGraphicFramePr>
        <p:xfrm>
          <a:off x="457200" y="3854196"/>
          <a:ext cx="11064240" cy="227228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2272284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Severity-summary regex missed maintainability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aggregation under-counted LOW findings. Repro: re-run regex on raw SSE. Root cause: maintainability check didn't emit the expected summary block. Fix: count by parsing per-finding ### headings only. Skill: source-of-truth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 are an output of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AT EVERY CHECKPOINT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Knowled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Why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 run that leaves no refined process or skill behind has burned experience that walks out the door.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Clock_24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When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At every stage checkpoint, ask: “what did I change in the process or in a skill?” If nothing — re-read the run.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Document_Layou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What this run produced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Two feedback memos: prompts in Python (no bash vars), severity from headings only. Tutorial pipeline validated as the standard for future ABAP code reviews.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Legacy ABAP report ZDMS_UPLOAD_FILES — SFTP file transfer via OS shell commands. One program, every include in scope.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REPORT · Z001 · DS4_CLH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What it does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Pulls files via SFTP GET → SAP DMS upload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Pushes files via SFTP PUT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Driven by SM69 entries </a:t>
            </a:r>
            <a:r>
              <a:rPr sz="1400" b="1">
                <a:solidFill>
                  <a:srgbClr val="000000"/>
                </a:solidFill>
              </a:rPr>
              <a:t>ZSFTP_DMS_GET</a:t>
            </a:r>
            <a:r>
              <a:rPr sz="1400">
                <a:solidFill>
                  <a:srgbClr val="000000"/>
                </a:solidFill>
              </a:rPr>
              <a:t> / </a:t>
            </a:r>
            <a:r>
              <a:rPr sz="1400" b="1">
                <a:solidFill>
                  <a:srgbClr val="000000"/>
                </a:solidFill>
              </a:rPr>
              <a:t>ZSFTP_DMS_PUT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608076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Hammer_Screwdriv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722376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How it does it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SXPG_COMMAND_EXECUTE</a:t>
            </a:r>
            <a:r>
              <a:rPr sz="1400">
                <a:solidFill>
                  <a:srgbClr val="000000"/>
                </a:solidFill>
              </a:rPr>
              <a:t> → OS shell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OPEN / READ / TRANSFER / DELETE DATASET</a:t>
            </a:r>
            <a:r>
              <a:rPr sz="1400">
                <a:solidFill>
                  <a:srgbClr val="000000"/>
                </a:solidFill>
              </a:rPr>
              <a:t> on app server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Reads config from standard </a:t>
            </a:r>
            <a:r>
              <a:rPr sz="1400" b="1">
                <a:solidFill>
                  <a:srgbClr val="000000"/>
                </a:solidFill>
              </a:rPr>
              <a:t>TVARVC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Authorization, OS-shell injection, information disclosure — 4 findings, 2 HIGH.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TWO HIGH AROUND OS SHELL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GET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explicit auth check before SXPG_COMMAND_EXECUTE (SFTP pull path).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PUT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gap on the push path; relies only on FM no_permission exception.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Shell-injection risk in parameters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gv_param built by unescaped CONCATENATE from zfi_constants-fval.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LOW — Sensitive details leaked via WRITE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OPEN DATASET error messages reveal filesystem paths to the user.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Wide SELECTs and per-row function calls inside loops — 4 findings, 2 HIGH.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LOOP-BOUND FM CALLS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2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FORMAT_MESSAGE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Inside LOOP AT pt_data; same message formatter invoked for every entry.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ZDMS_UPLOAD_DOCUMENTS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Upload FM invoked per row — should use a mass / table-parameter API.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TVARVC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where only sign / opti / low / high are needed.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DMS_DOC_FILES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with FOR ALL ENTRIES; only filename is used downstream.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S/4HANA Cloud readiness — 6 HIGH findings. This object will not run on Cloud as-is.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Core: 6 findings, all HIGH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EVERY FINDING BLOCKS CLOUD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7320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73202">
                <a:tc>
                  <a:txBody>
                    <a:bodyPr wrap="square"/>
                    <a:lstStyle/>
                    <a:p>
                      <a:pPr algn="l"/>
                      <a:r>
                        <a:rPr sz="1800">
                          <a:solidFill>
                            <a:srgbClr val="000000"/>
                          </a:solidFill>
                        </a:rPr>
                        <a:t>Verdict: rewrite, not patch — if S/4HANA Cloud is on the roadmap.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 — all 6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GET)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OS-shell access via SM69 — not allowed in Cloud.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PUT)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shell-access blocker on the push path.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OPEN/READ/TRANSFER DATASET (app-server FS)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Direct AL11-style file I/O — disallowed in Cloud.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(post-process cleanup)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App-server file deletion — disallowed in Cloud.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(error path)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Second AL11 deletion site, same blocker.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608076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Direct SELECT on TVARVC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Standard config table read without released API.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Style, modern-ABAP and dead-code findings — 16 LOW. No blockers, steady tech-debt.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Maintainability: 16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ALL LOW · CLEANUP, NO URGENCY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16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1–8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Obsolete CONCATENATE for path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Use string templates instead of CONCATENATE.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value for log-color param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Raw '6'/'4'/'3' literals passed around.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literals in FORMAT COLOR CASE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Same color codes hard-coded again.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#1)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Obsolete table-with-header declaration.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#2)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Second instance of the same pattern.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code left in place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Stray *lv_doc declaration above active one.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SPLIT for filename parsing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Older style; consider FIND REGEX.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Dead variable lv_userid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Declared, cleared, never sourced.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9–16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Mixed inline vs top DATA in same FORM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Inconsistent declaration style.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'INVALID PATIENT ID'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Should use message class.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message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Replace with string template.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constant 'AU1' (document type)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Extract to named constant.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ENDIF left behind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Control-flow noise.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allowed-characters string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Opaque validation set.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path with '\' separator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Magic separator + obsolete style.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Untyped FORM parameters in f_fill_log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Implicit ANY typing.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Cross-cutting picture, prioritized actions, and what the run itself cost.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 by category × severity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WHERE THE WEIGHT SITS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/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2688336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80202"/>
                </a:solidFill>
              </a:rPr>
              <a:t>CRITICAL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919472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06C00"/>
                </a:solidFill>
              </a:rPr>
              <a:t>HIGH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7150608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07E8D"/>
                </a:solidFill>
              </a:rPr>
              <a:t>MEDIUM</a:t>
            </a:r>
          </a:p>
        </p:txBody>
      </p:sp>
      <p:sp>
        <p:nvSpPr>
          <p:cNvPr id="9" name="c_1_BlockGrid:4:c_5_Block"/>
          <p:cNvSpPr/>
          <p:nvPr/>
        </p:nvSpPr>
        <p:spPr>
          <a:xfrm>
            <a:off x="9381744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98989"/>
                </a:solidFill>
              </a:rPr>
              <a:t>LOW</a:t>
            </a:r>
          </a:p>
        </p:txBody>
      </p:sp>
      <p:sp>
        <p:nvSpPr>
          <p:cNvPr id="10" name="c_1_BlockGrid:5:c_6_Block"/>
          <p:cNvSpPr/>
          <p:nvPr/>
        </p:nvSpPr>
        <p:spPr>
          <a:xfrm>
            <a:off x="457200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Security</a:t>
            </a:r>
          </a:p>
        </p:txBody>
      </p:sp>
      <p:sp>
        <p:nvSpPr>
          <p:cNvPr id="11" name="c_1_BlockGrid:6:c_7_Block"/>
          <p:cNvSpPr/>
          <p:nvPr/>
        </p:nvSpPr>
        <p:spPr>
          <a:xfrm>
            <a:off x="2688336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2" name="c_1_BlockGrid:7:c_8_Block"/>
          <p:cNvSpPr/>
          <p:nvPr/>
        </p:nvSpPr>
        <p:spPr>
          <a:xfrm>
            <a:off x="4919472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3" name="c_1_BlockGrid:8:c_9_Block"/>
          <p:cNvSpPr/>
          <p:nvPr/>
        </p:nvSpPr>
        <p:spPr>
          <a:xfrm>
            <a:off x="7150608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4" name="c_1_BlockGrid:9:c_10_Block"/>
          <p:cNvSpPr/>
          <p:nvPr/>
        </p:nvSpPr>
        <p:spPr>
          <a:xfrm>
            <a:off x="9381744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5" name="c_1_BlockGrid:10:c_11_Block"/>
          <p:cNvSpPr/>
          <p:nvPr/>
        </p:nvSpPr>
        <p:spPr>
          <a:xfrm>
            <a:off x="457200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Performance</a:t>
            </a:r>
          </a:p>
        </p:txBody>
      </p:sp>
      <p:sp>
        <p:nvSpPr>
          <p:cNvPr id="16" name="c_1_BlockGrid:11:c_12_Block"/>
          <p:cNvSpPr/>
          <p:nvPr/>
        </p:nvSpPr>
        <p:spPr>
          <a:xfrm>
            <a:off x="2688336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7" name="c_1_BlockGrid:12:c_13_Block"/>
          <p:cNvSpPr/>
          <p:nvPr/>
        </p:nvSpPr>
        <p:spPr>
          <a:xfrm>
            <a:off x="4919472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13:c_14_Block"/>
          <p:cNvSpPr/>
          <p:nvPr/>
        </p:nvSpPr>
        <p:spPr>
          <a:xfrm>
            <a:off x="7150608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2</a:t>
            </a:r>
          </a:p>
        </p:txBody>
      </p:sp>
      <p:sp>
        <p:nvSpPr>
          <p:cNvPr id="19" name="c_1_BlockGrid:14:c_15_Block"/>
          <p:cNvSpPr/>
          <p:nvPr/>
        </p:nvSpPr>
        <p:spPr>
          <a:xfrm>
            <a:off x="9381744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0" name="c_1_BlockGrid:15:c_16_Block"/>
          <p:cNvSpPr/>
          <p:nvPr/>
        </p:nvSpPr>
        <p:spPr>
          <a:xfrm>
            <a:off x="457200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Clean Core</a:t>
            </a:r>
          </a:p>
        </p:txBody>
      </p:sp>
      <p:sp>
        <p:nvSpPr>
          <p:cNvPr id="21" name="c_1_BlockGrid:16:c_17_Block"/>
          <p:cNvSpPr/>
          <p:nvPr/>
        </p:nvSpPr>
        <p:spPr>
          <a:xfrm>
            <a:off x="2688336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2" name="c_1_BlockGrid:17:c_18_Block"/>
          <p:cNvSpPr/>
          <p:nvPr/>
        </p:nvSpPr>
        <p:spPr>
          <a:xfrm>
            <a:off x="4919472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23" name="c_1_BlockGrid:18:c_19_Block"/>
          <p:cNvSpPr/>
          <p:nvPr/>
        </p:nvSpPr>
        <p:spPr>
          <a:xfrm>
            <a:off x="7150608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4" name="c_1_BlockGrid:19:c_20_Block"/>
          <p:cNvSpPr/>
          <p:nvPr/>
        </p:nvSpPr>
        <p:spPr>
          <a:xfrm>
            <a:off x="9381744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5" name="c_1_BlockGrid:20:c_21_Block"/>
          <p:cNvSpPr/>
          <p:nvPr/>
        </p:nvSpPr>
        <p:spPr>
          <a:xfrm>
            <a:off x="457200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Maintainability</a:t>
            </a:r>
          </a:p>
        </p:txBody>
      </p:sp>
      <p:sp>
        <p:nvSpPr>
          <p:cNvPr id="26" name="c_1_BlockGrid:21:c_22_Block"/>
          <p:cNvSpPr/>
          <p:nvPr/>
        </p:nvSpPr>
        <p:spPr>
          <a:xfrm>
            <a:off x="2688336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7" name="c_1_BlockGrid:22:c_23_Block"/>
          <p:cNvSpPr/>
          <p:nvPr/>
        </p:nvSpPr>
        <p:spPr>
          <a:xfrm>
            <a:off x="4919472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28" name="c_1_BlockGrid:23:c_24_Block"/>
          <p:cNvSpPr/>
          <p:nvPr/>
        </p:nvSpPr>
        <p:spPr>
          <a:xfrm>
            <a:off x="7150608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9" name="c_1_BlockGrid:24:c_25_Block"/>
          <p:cNvSpPr/>
          <p:nvPr/>
        </p:nvSpPr>
        <p:spPr>
          <a:xfrm>
            <a:off x="9381744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16</a:t>
            </a:r>
          </a:p>
        </p:txBody>
      </p:sp>
      <p:graphicFrame>
        <p:nvGraphicFramePr>
          <p:cNvPr id="30" name="c_26_Block"/>
          <p:cNvGraphicFramePr>
            <a:graphicFrameLocks noGrp="1"/>
          </p:cNvGraphicFramePr>
          <p:nvPr/>
        </p:nvGraphicFramePr>
        <p:xfrm>
          <a:off x="457200" y="53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TOTAL: 30 findings — 10 HIGH, 3 MEDIUM, 17 LOW, 0 CRITICAL.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rework needed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ON-PREM OK · CLOUD BLOCKED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E66B00"/>
              </a:gs>
              <a:gs pos="100000">
                <a:srgbClr val="FF841A"/>
              </a:gs>
            </a:gsLst>
            <a:lin ang="16200000" scaled="0"/>
          </a:gradFill>
          <a:ln w="3175">
            <a:solidFill>
              <a:srgbClr val="675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Schedule a focused fix sprint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Address all 10 HIGH issues before next release — security and performance carry the urgency.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26364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00DDE5"/>
              </a:gs>
              <a:gs pos="100000">
                <a:srgbClr val="19F6FF"/>
              </a:gs>
            </a:gsLst>
            <a:lin ang="16200000" scaled="0"/>
          </a:gradFill>
          <a:ln w="3175">
            <a:solidFill>
              <a:srgbClr val="4B6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Migration call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HIGH Clean Core findings = rewrite the SFTP path before any S/4HANA Cloud move.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action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ChevronProcess:chevron0"/>
          <p:cNvSpPr/>
          <p:nvPr/>
        </p:nvSpPr>
        <p:spPr>
          <a:xfrm>
            <a:off x="45720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5" name="c_1_ChevronProcess:chevron1"/>
          <p:cNvSpPr/>
          <p:nvPr/>
        </p:nvSpPr>
        <p:spPr>
          <a:xfrm>
            <a:off x="333756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Next</a:t>
            </a:r>
          </a:p>
        </p:txBody>
      </p:sp>
      <p:sp>
        <p:nvSpPr>
          <p:cNvPr id="6" name="c_1_ChevronProcess:chevron2"/>
          <p:cNvSpPr/>
          <p:nvPr/>
        </p:nvSpPr>
        <p:spPr>
          <a:xfrm>
            <a:off x="621792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Plan</a:t>
            </a:r>
          </a:p>
        </p:txBody>
      </p:sp>
      <p:sp>
        <p:nvSpPr>
          <p:cNvPr id="7" name="c_1_ChevronProcess:chevron3"/>
          <p:cNvSpPr/>
          <p:nvPr/>
        </p:nvSpPr>
        <p:spPr>
          <a:xfrm>
            <a:off x="909828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Ongoing</a:t>
            </a:r>
          </a:p>
        </p:txBody>
      </p:sp>
      <p:sp>
        <p:nvSpPr>
          <p:cNvPr id="8" name="c_1_ChevronProcess:content0"/>
          <p:cNvSpPr/>
          <p:nvPr/>
        </p:nvSpPr>
        <p:spPr>
          <a:xfrm>
            <a:off x="45720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Security — add AUTHORITY-CHECK before SXPG; validate and escape parameters.</a:t>
            </a:r>
          </a:p>
        </p:txBody>
      </p:sp>
      <p:sp>
        <p:nvSpPr>
          <p:cNvPr id="9" name="c_1_ChevronProcess:content1"/>
          <p:cNvSpPr/>
          <p:nvPr/>
        </p:nvSpPr>
        <p:spPr>
          <a:xfrm>
            <a:off x="333756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Performance — pull FM calls out of LOOP; narrow SELECT lists.</a:t>
            </a:r>
          </a:p>
        </p:txBody>
      </p:sp>
      <p:sp>
        <p:nvSpPr>
          <p:cNvPr id="10" name="c_1_ChevronProcess:content2"/>
          <p:cNvSpPr/>
          <p:nvPr/>
        </p:nvSpPr>
        <p:spPr>
          <a:xfrm>
            <a:off x="621792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Clean Core — replace SXPG + AL11 with Integration Suite / released APIs.</a:t>
            </a:r>
          </a:p>
        </p:txBody>
      </p:sp>
      <p:sp>
        <p:nvSpPr>
          <p:cNvPr id="11" name="c_1_ChevronProcess:content3"/>
          <p:cNvSpPr/>
          <p:nvPr/>
        </p:nvSpPr>
        <p:spPr>
          <a:xfrm>
            <a:off x="909828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Maintainability — fix during normal evolution; no dedicated sprint.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AI VS MANUAL REVIEW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~6 min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Total wall-clock (vs 4–8 hours manual)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~45 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Slowest of 4 parallel category checks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381k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Executor-side LLM tokens (gpt-5.2)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~$28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Controller-side share of session cost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30 findings, 4 categories, one parallel run.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learned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A705"/>
                </a:solidFill>
              </a:rPr>
              <a:t>Worked well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Parallel category checks safe with read-only tools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Per-category isolation — no rule leakage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Strict source citation eliminated speculation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Circl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80202"/>
                </a:solidFill>
              </a:rPr>
              <a:t>Went off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Bash backtick expansion mangled rule text in prompts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Severity-summary regex missed maintainability block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06C00"/>
                </a:solidFill>
              </a:rPr>
              <a:t>Fix next time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Build prompts in Python end-to-end, no bash variables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Parse severity from per-finding headings only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Thumbs_U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7486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Don't change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One worked example per pipeline is enough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Keep parallelism only for read-only tool sets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FULL ARTIFACTS IN TUTORIAL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