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media/image14.svg" ContentType="image/svg+xml"/>
  <Override PartName="/ppt/media/image27.svg" ContentType="image/svg+xml"/>
  <Override PartName="/ppt/media/image28.svg" ContentType="image/svg+xml"/>
  <Override PartName="/ppt/media/image29.svg" ContentType="image/svg+xml"/>
  <Override PartName="/ppt/media/image31.svg" ContentType="image/svg+xml"/>
  <Override PartName="/ppt/media/image41.svg" ContentType="image/svg+xml"/>
  <Override PartName="/ppt/media/image42.svg" ContentType="image/svg+xml"/>
  <Override PartName="/ppt/media/image44.svg" ContentType="image/svg+xml"/>
  <Override PartName="/ppt/media/image45.svg" ContentType="image/svg+xml"/>
  <Override PartName="/ppt/media/image4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slideLayouts/slideLayout14.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slideLayouts/slideLayout144.xml" ContentType="application/vnd.openxmlformats-officedocument.presentationml.slideLayout+xml"/>
  <Override PartName="/ppt/slideLayouts/slideLayout145.xml" ContentType="application/vnd.openxmlformats-officedocument.presentationml.slideLayout+xml"/>
  <Override PartName="/ppt/slideLayouts/slideLayout146.xml" ContentType="application/vnd.openxmlformats-officedocument.presentationml.slideLayout+xml"/>
  <Override PartName="/ppt/slideLayouts/slideLayout147.xml" ContentType="application/vnd.openxmlformats-officedocument.presentationml.slideLayout+xml"/>
  <Override PartName="/ppt/slideLayouts/slideLayout148.xml" ContentType="application/vnd.openxmlformats-officedocument.presentationml.slideLayout+xml"/>
  <Override PartName="/ppt/slideLayouts/slideLayout149.xml" ContentType="application/vnd.openxmlformats-officedocument.presentationml.slideLayout+xml"/>
  <Override PartName="/ppt/slideLayouts/slideLayout15.xml" ContentType="application/vnd.openxmlformats-officedocument.presentationml.slideLayout+xml"/>
  <Override PartName="/ppt/slideLayouts/slideLayout150.xml" ContentType="application/vnd.openxmlformats-officedocument.presentationml.slideLayout+xml"/>
  <Override PartName="/ppt/slideLayouts/slideLayout151.xml" ContentType="application/vnd.openxmlformats-officedocument.presentationml.slideLayout+xml"/>
  <Override PartName="/ppt/slideLayouts/slideLayout152.xml" ContentType="application/vnd.openxmlformats-officedocument.presentationml.slideLayout+xml"/>
  <Override PartName="/ppt/slideLayouts/slideLayout153.xml" ContentType="application/vnd.openxmlformats-officedocument.presentationml.slideLayout+xml"/>
  <Override PartName="/ppt/slideLayouts/slideLayout154.xml" ContentType="application/vnd.openxmlformats-officedocument.presentationml.slideLayout+xml"/>
  <Override PartName="/ppt/slideLayouts/slideLayout155.xml" ContentType="application/vnd.openxmlformats-officedocument.presentationml.slideLayout+xml"/>
  <Override PartName="/ppt/slideLayouts/slideLayout156.xml" ContentType="application/vnd.openxmlformats-officedocument.presentationml.slideLayout+xml"/>
  <Override PartName="/ppt/slideLayouts/slideLayout157.xml" ContentType="application/vnd.openxmlformats-officedocument.presentationml.slideLayout+xml"/>
  <Override PartName="/ppt/slideLayouts/slideLayout158.xml" ContentType="application/vnd.openxmlformats-officedocument.presentationml.slideLayout+xml"/>
  <Override PartName="/ppt/slideLayouts/slideLayout159.xml" ContentType="application/vnd.openxmlformats-officedocument.presentationml.slideLayout+xml"/>
  <Override PartName="/ppt/slideLayouts/slideLayout16.xml" ContentType="application/vnd.openxmlformats-officedocument.presentationml.slideLayout+xml"/>
  <Override PartName="/ppt/slideLayouts/slideLayout160.xml" ContentType="application/vnd.openxmlformats-officedocument.presentationml.slideLayout+xml"/>
  <Override PartName="/ppt/slideLayouts/slideLayout161.xml" ContentType="application/vnd.openxmlformats-officedocument.presentationml.slideLayout+xml"/>
  <Override PartName="/ppt/slideLayouts/slideLayout162.xml" ContentType="application/vnd.openxmlformats-officedocument.presentationml.slideLayout+xml"/>
  <Override PartName="/ppt/slideLayouts/slideLayout163.xml" ContentType="application/vnd.openxmlformats-officedocument.presentationml.slideLayout+xml"/>
  <Override PartName="/ppt/slideLayouts/slideLayout164.xml" ContentType="application/vnd.openxmlformats-officedocument.presentationml.slideLayout+xml"/>
  <Override PartName="/ppt/slideLayouts/slideLayout165.xml" ContentType="application/vnd.openxmlformats-officedocument.presentationml.slideLayout+xml"/>
  <Override PartName="/ppt/slideLayouts/slideLayout166.xml" ContentType="application/vnd.openxmlformats-officedocument.presentationml.slideLayout+xml"/>
  <Override PartName="/ppt/slideLayouts/slideLayout167.xml" ContentType="application/vnd.openxmlformats-officedocument.presentationml.slideLayout+xml"/>
  <Override PartName="/ppt/slideLayouts/slideLayout168.xml" ContentType="application/vnd.openxmlformats-officedocument.presentationml.slideLayout+xml"/>
  <Override PartName="/ppt/slideLayouts/slideLayout169.xml" ContentType="application/vnd.openxmlformats-officedocument.presentationml.slideLayout+xml"/>
  <Override PartName="/ppt/slideLayouts/slideLayout17.xml" ContentType="application/vnd.openxmlformats-officedocument.presentationml.slideLayout+xml"/>
  <Override PartName="/ppt/slideLayouts/slideLayout170.xml" ContentType="application/vnd.openxmlformats-officedocument.presentationml.slideLayout+xml"/>
  <Override PartName="/ppt/slideLayouts/slideLayout171.xml" ContentType="application/vnd.openxmlformats-officedocument.presentationml.slideLayout+xml"/>
  <Override PartName="/ppt/slideLayouts/slideLayout172.xml" ContentType="application/vnd.openxmlformats-officedocument.presentationml.slideLayout+xml"/>
  <Override PartName="/ppt/slideLayouts/slideLayout173.xml" ContentType="application/vnd.openxmlformats-officedocument.presentationml.slideLayout+xml"/>
  <Override PartName="/ppt/slideLayouts/slideLayout174.xml" ContentType="application/vnd.openxmlformats-officedocument.presentationml.slideLayout+xml"/>
  <Override PartName="/ppt/slideLayouts/slideLayout175.xml" ContentType="application/vnd.openxmlformats-officedocument.presentationml.slideLayout+xml"/>
  <Override PartName="/ppt/slideLayouts/slideLayout176.xml" ContentType="application/vnd.openxmlformats-officedocument.presentationml.slideLayout+xml"/>
  <Override PartName="/ppt/slideLayouts/slideLayout177.xml" ContentType="application/vnd.openxmlformats-officedocument.presentationml.slideLayout+xml"/>
  <Override PartName="/ppt/slideLayouts/slideLayout178.xml" ContentType="application/vnd.openxmlformats-officedocument.presentationml.slideLayout+xml"/>
  <Override PartName="/ppt/slideLayouts/slideLayout179.xml" ContentType="application/vnd.openxmlformats-officedocument.presentationml.slideLayout+xml"/>
  <Override PartName="/ppt/slideLayouts/slideLayout18.xml" ContentType="application/vnd.openxmlformats-officedocument.presentationml.slideLayout+xml"/>
  <Override PartName="/ppt/slideLayouts/slideLayout180.xml" ContentType="application/vnd.openxmlformats-officedocument.presentationml.slideLayout+xml"/>
  <Override PartName="/ppt/slideLayouts/slideLayout181.xml" ContentType="application/vnd.openxmlformats-officedocument.presentationml.slideLayout+xml"/>
  <Override PartName="/ppt/slideLayouts/slideLayout182.xml" ContentType="application/vnd.openxmlformats-officedocument.presentationml.slideLayout+xml"/>
  <Override PartName="/ppt/slideLayouts/slideLayout183.xml" ContentType="application/vnd.openxmlformats-officedocument.presentationml.slideLayout+xml"/>
  <Override PartName="/ppt/slideLayouts/slideLayout184.xml" ContentType="application/vnd.openxmlformats-officedocument.presentationml.slideLayout+xml"/>
  <Override PartName="/ppt/slideLayouts/slideLayout185.xml" ContentType="application/vnd.openxmlformats-officedocument.presentationml.slideLayout+xml"/>
  <Override PartName="/ppt/slideLayouts/slideLayout186.xml" ContentType="application/vnd.openxmlformats-officedocument.presentationml.slideLayout+xml"/>
  <Override PartName="/ppt/slideLayouts/slideLayout187.xml" ContentType="application/vnd.openxmlformats-officedocument.presentationml.slideLayout+xml"/>
  <Override PartName="/ppt/slideLayouts/slideLayout188.xml" ContentType="application/vnd.openxmlformats-officedocument.presentationml.slideLayout+xml"/>
  <Override PartName="/ppt/slideLayouts/slideLayout189.xml" ContentType="application/vnd.openxmlformats-officedocument.presentationml.slideLayout+xml"/>
  <Override PartName="/ppt/slideLayouts/slideLayout19.xml" ContentType="application/vnd.openxmlformats-officedocument.presentationml.slideLayout+xml"/>
  <Override PartName="/ppt/slideLayouts/slideLayout190.xml" ContentType="application/vnd.openxmlformats-officedocument.presentationml.slideLayout+xml"/>
  <Override PartName="/ppt/slideLayouts/slideLayout191.xml" ContentType="application/vnd.openxmlformats-officedocument.presentationml.slideLayout+xml"/>
  <Override PartName="/ppt/slideLayouts/slideLayout192.xml" ContentType="application/vnd.openxmlformats-officedocument.presentationml.slideLayout+xml"/>
  <Override PartName="/ppt/slideLayouts/slideLayout193.xml" ContentType="application/vnd.openxmlformats-officedocument.presentationml.slideLayout+xml"/>
  <Override PartName="/ppt/slideLayouts/slideLayout194.xml" ContentType="application/vnd.openxmlformats-officedocument.presentationml.slideLayout+xml"/>
  <Override PartName="/ppt/slideLayouts/slideLayout195.xml" ContentType="application/vnd.openxmlformats-officedocument.presentationml.slideLayout+xml"/>
  <Override PartName="/ppt/slideLayouts/slideLayout196.xml" ContentType="application/vnd.openxmlformats-officedocument.presentationml.slideLayout+xml"/>
  <Override PartName="/ppt/slideLayouts/slideLayout197.xml" ContentType="application/vnd.openxmlformats-officedocument.presentationml.slideLayout+xml"/>
  <Override PartName="/ppt/slideLayouts/slideLayout198.xml" ContentType="application/vnd.openxmlformats-officedocument.presentationml.slideLayout+xml"/>
  <Override PartName="/ppt/slideLayouts/slideLayout19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00.xml" ContentType="application/vnd.openxmlformats-officedocument.presentationml.slideLayout+xml"/>
  <Override PartName="/ppt/slideLayouts/slideLayout201.xml" ContentType="application/vnd.openxmlformats-officedocument.presentationml.slideLayout+xml"/>
  <Override PartName="/ppt/slideLayouts/slideLayout202.xml" ContentType="application/vnd.openxmlformats-officedocument.presentationml.slideLayout+xml"/>
  <Override PartName="/ppt/slideLayouts/slideLayout203.xml" ContentType="application/vnd.openxmlformats-officedocument.presentationml.slideLayout+xml"/>
  <Override PartName="/ppt/slideLayouts/slideLayout204.xml" ContentType="application/vnd.openxmlformats-officedocument.presentationml.slideLayout+xml"/>
  <Override PartName="/ppt/slideLayouts/slideLayout205.xml" ContentType="application/vnd.openxmlformats-officedocument.presentationml.slideLayout+xml"/>
  <Override PartName="/ppt/slideLayouts/slideLayout206.xml" ContentType="application/vnd.openxmlformats-officedocument.presentationml.slideLayout+xml"/>
  <Override PartName="/ppt/slideLayouts/slideLayout207.xml" ContentType="application/vnd.openxmlformats-officedocument.presentationml.slideLayout+xml"/>
  <Override PartName="/ppt/slideLayouts/slideLayout208.xml" ContentType="application/vnd.openxmlformats-officedocument.presentationml.slideLayout+xml"/>
  <Override PartName="/ppt/slideLayouts/slideLayout209.xml" ContentType="application/vnd.openxmlformats-officedocument.presentationml.slideLayout+xml"/>
  <Override PartName="/ppt/slideLayouts/slideLayout21.xml" ContentType="application/vnd.openxmlformats-officedocument.presentationml.slideLayout+xml"/>
  <Override PartName="/ppt/slideLayouts/slideLayout210.xml" ContentType="application/vnd.openxmlformats-officedocument.presentationml.slideLayout+xml"/>
  <Override PartName="/ppt/slideLayouts/slideLayout211.xml" ContentType="application/vnd.openxmlformats-officedocument.presentationml.slideLayout+xml"/>
  <Override PartName="/ppt/slideLayouts/slideLayout212.xml" ContentType="application/vnd.openxmlformats-officedocument.presentationml.slideLayout+xml"/>
  <Override PartName="/ppt/slideLayouts/slideLayout213.xml" ContentType="application/vnd.openxmlformats-officedocument.presentationml.slideLayout+xml"/>
  <Override PartName="/ppt/slideLayouts/slideLayout214.xml" ContentType="application/vnd.openxmlformats-officedocument.presentationml.slideLayout+xml"/>
  <Override PartName="/ppt/slideLayouts/slideLayout215.xml" ContentType="application/vnd.openxmlformats-officedocument.presentationml.slideLayout+xml"/>
  <Override PartName="/ppt/slideLayouts/slideLayout216.xml" ContentType="application/vnd.openxmlformats-officedocument.presentationml.slideLayout+xml"/>
  <Override PartName="/ppt/slideLayouts/slideLayout217.xml" ContentType="application/vnd.openxmlformats-officedocument.presentationml.slideLayout+xml"/>
  <Override PartName="/ppt/slideLayouts/slideLayout218.xml" ContentType="application/vnd.openxmlformats-officedocument.presentationml.slideLayout+xml"/>
  <Override PartName="/ppt/slideLayouts/slideLayout219.xml" ContentType="application/vnd.openxmlformats-officedocument.presentationml.slideLayout+xml"/>
  <Override PartName="/ppt/slideLayouts/slideLayout22.xml" ContentType="application/vnd.openxmlformats-officedocument.presentationml.slideLayout+xml"/>
  <Override PartName="/ppt/slideLayouts/slideLayout220.xml" ContentType="application/vnd.openxmlformats-officedocument.presentationml.slideLayout+xml"/>
  <Override PartName="/ppt/slideLayouts/slideLayout221.xml" ContentType="application/vnd.openxmlformats-officedocument.presentationml.slideLayout+xml"/>
  <Override PartName="/ppt/slideLayouts/slideLayout222.xml" ContentType="application/vnd.openxmlformats-officedocument.presentationml.slideLayout+xml"/>
  <Override PartName="/ppt/slideLayouts/slideLayout223.xml" ContentType="application/vnd.openxmlformats-officedocument.presentationml.slideLayout+xml"/>
  <Override PartName="/ppt/slideLayouts/slideLayout224.xml" ContentType="application/vnd.openxmlformats-officedocument.presentationml.slideLayout+xml"/>
  <Override PartName="/ppt/slideLayouts/slideLayout225.xml" ContentType="application/vnd.openxmlformats-officedocument.presentationml.slideLayout+xml"/>
  <Override PartName="/ppt/slideLayouts/slideLayout226.xml" ContentType="application/vnd.openxmlformats-officedocument.presentationml.slideLayout+xml"/>
  <Override PartName="/ppt/slideLayouts/slideLayout227.xml" ContentType="application/vnd.openxmlformats-officedocument.presentationml.slideLayout+xml"/>
  <Override PartName="/ppt/slideLayouts/slideLayout228.xml" ContentType="application/vnd.openxmlformats-officedocument.presentationml.slideLayout+xml"/>
  <Override PartName="/ppt/slideLayouts/slideLayout229.xml" ContentType="application/vnd.openxmlformats-officedocument.presentationml.slideLayout+xml"/>
  <Override PartName="/ppt/slideLayouts/slideLayout23.xml" ContentType="application/vnd.openxmlformats-officedocument.presentationml.slideLayout+xml"/>
  <Override PartName="/ppt/slideLayouts/slideLayout230.xml" ContentType="application/vnd.openxmlformats-officedocument.presentationml.slideLayout+xml"/>
  <Override PartName="/ppt/slideLayouts/slideLayout231.xml" ContentType="application/vnd.openxmlformats-officedocument.presentationml.slideLayout+xml"/>
  <Override PartName="/ppt/slideLayouts/slideLayout232.xml" ContentType="application/vnd.openxmlformats-officedocument.presentationml.slideLayout+xml"/>
  <Override PartName="/ppt/slideLayouts/slideLayout233.xml" ContentType="application/vnd.openxmlformats-officedocument.presentationml.slideLayout+xml"/>
  <Override PartName="/ppt/slideLayouts/slideLayout234.xml" ContentType="application/vnd.openxmlformats-officedocument.presentationml.slideLayout+xml"/>
  <Override PartName="/ppt/slideLayouts/slideLayout235.xml" ContentType="application/vnd.openxmlformats-officedocument.presentationml.slideLayout+xml"/>
  <Override PartName="/ppt/slideLayouts/slideLayout236.xml" ContentType="application/vnd.openxmlformats-officedocument.presentationml.slideLayout+xml"/>
  <Override PartName="/ppt/slideLayouts/slideLayout237.xml" ContentType="application/vnd.openxmlformats-officedocument.presentationml.slideLayout+xml"/>
  <Override PartName="/ppt/slideLayouts/slideLayout238.xml" ContentType="application/vnd.openxmlformats-officedocument.presentationml.slideLayout+xml"/>
  <Override PartName="/ppt/slideLayouts/slideLayout239.xml" ContentType="application/vnd.openxmlformats-officedocument.presentationml.slideLayout+xml"/>
  <Override PartName="/ppt/slideLayouts/slideLayout24.xml" ContentType="application/vnd.openxmlformats-officedocument.presentationml.slideLayout+xml"/>
  <Override PartName="/ppt/slideLayouts/slideLayout240.xml" ContentType="application/vnd.openxmlformats-officedocument.presentationml.slideLayout+xml"/>
  <Override PartName="/ppt/slideLayouts/slideLayout241.xml" ContentType="application/vnd.openxmlformats-officedocument.presentationml.slideLayout+xml"/>
  <Override PartName="/ppt/slideLayouts/slideLayout242.xml" ContentType="application/vnd.openxmlformats-officedocument.presentationml.slideLayout+xml"/>
  <Override PartName="/ppt/slideLayouts/slideLayout243.xml" ContentType="application/vnd.openxmlformats-officedocument.presentationml.slideLayout+xml"/>
  <Override PartName="/ppt/slideLayouts/slideLayout244.xml" ContentType="application/vnd.openxmlformats-officedocument.presentationml.slideLayout+xml"/>
  <Override PartName="/ppt/slideLayouts/slideLayout245.xml" ContentType="application/vnd.openxmlformats-officedocument.presentationml.slideLayout+xml"/>
  <Override PartName="/ppt/slideLayouts/slideLayout246.xml" ContentType="application/vnd.openxmlformats-officedocument.presentationml.slideLayout+xml"/>
  <Override PartName="/ppt/slideLayouts/slideLayout247.xml" ContentType="application/vnd.openxmlformats-officedocument.presentationml.slideLayout+xml"/>
  <Override PartName="/ppt/slideLayouts/slideLayout248.xml" ContentType="application/vnd.openxmlformats-officedocument.presentationml.slideLayout+xml"/>
  <Override PartName="/ppt/slideLayouts/slideLayout249.xml" ContentType="application/vnd.openxmlformats-officedocument.presentationml.slideLayout+xml"/>
  <Override PartName="/ppt/slideLayouts/slideLayout25.xml" ContentType="application/vnd.openxmlformats-officedocument.presentationml.slideLayout+xml"/>
  <Override PartName="/ppt/slideLayouts/slideLayout250.xml" ContentType="application/vnd.openxmlformats-officedocument.presentationml.slideLayout+xml"/>
  <Override PartName="/ppt/slideLayouts/slideLayout251.xml" ContentType="application/vnd.openxmlformats-officedocument.presentationml.slideLayout+xml"/>
  <Override PartName="/ppt/slideLayouts/slideLayout252.xml" ContentType="application/vnd.openxmlformats-officedocument.presentationml.slideLayout+xml"/>
  <Override PartName="/ppt/slideLayouts/slideLayout253.xml" ContentType="application/vnd.openxmlformats-officedocument.presentationml.slideLayout+xml"/>
  <Override PartName="/ppt/slideLayouts/slideLayout254.xml" ContentType="application/vnd.openxmlformats-officedocument.presentationml.slideLayout+xml"/>
  <Override PartName="/ppt/slideLayouts/slideLayout255.xml" ContentType="application/vnd.openxmlformats-officedocument.presentationml.slideLayout+xml"/>
  <Override PartName="/ppt/slideLayouts/slideLayout256.xml" ContentType="application/vnd.openxmlformats-officedocument.presentationml.slideLayout+xml"/>
  <Override PartName="/ppt/slideLayouts/slideLayout257.xml" ContentType="application/vnd.openxmlformats-officedocument.presentationml.slideLayout+xml"/>
  <Override PartName="/ppt/slideLayouts/slideLayout258.xml" ContentType="application/vnd.openxmlformats-officedocument.presentationml.slideLayout+xml"/>
  <Override PartName="/ppt/slideLayouts/slideLayout259.xml" ContentType="application/vnd.openxmlformats-officedocument.presentationml.slideLayout+xml"/>
  <Override PartName="/ppt/slideLayouts/slideLayout26.xml" ContentType="application/vnd.openxmlformats-officedocument.presentationml.slideLayout+xml"/>
  <Override PartName="/ppt/slideLayouts/slideLayout260.xml" ContentType="application/vnd.openxmlformats-officedocument.presentationml.slideLayout+xml"/>
  <Override PartName="/ppt/slideLayouts/slideLayout261.xml" ContentType="application/vnd.openxmlformats-officedocument.presentationml.slideLayout+xml"/>
  <Override PartName="/ppt/slideLayouts/slideLayout262.xml" ContentType="application/vnd.openxmlformats-officedocument.presentationml.slideLayout+xml"/>
  <Override PartName="/ppt/slideLayouts/slideLayout263.xml" ContentType="application/vnd.openxmlformats-officedocument.presentationml.slideLayout+xml"/>
  <Override PartName="/ppt/slideLayouts/slideLayout264.xml" ContentType="application/vnd.openxmlformats-officedocument.presentationml.slideLayout+xml"/>
  <Override PartName="/ppt/slideLayouts/slideLayout265.xml" ContentType="application/vnd.openxmlformats-officedocument.presentationml.slideLayout+xml"/>
  <Override PartName="/ppt/slideLayouts/slideLayout266.xml" ContentType="application/vnd.openxmlformats-officedocument.presentationml.slideLayout+xml"/>
  <Override PartName="/ppt/slideLayouts/slideLayout267.xml" ContentType="application/vnd.openxmlformats-officedocument.presentationml.slideLayout+xml"/>
  <Override PartName="/ppt/slideLayouts/slideLayout268.xml" ContentType="application/vnd.openxmlformats-officedocument.presentationml.slideLayout+xml"/>
  <Override PartName="/ppt/slideLayouts/slideLayout269.xml" ContentType="application/vnd.openxmlformats-officedocument.presentationml.slideLayout+xml"/>
  <Override PartName="/ppt/slideLayouts/slideLayout27.xml" ContentType="application/vnd.openxmlformats-officedocument.presentationml.slideLayout+xml"/>
  <Override PartName="/ppt/slideLayouts/slideLayout270.xml" ContentType="application/vnd.openxmlformats-officedocument.presentationml.slideLayout+xml"/>
  <Override PartName="/ppt/slideLayouts/slideLayout271.xml" ContentType="application/vnd.openxmlformats-officedocument.presentationml.slideLayout+xml"/>
  <Override PartName="/ppt/slideLayouts/slideLayout272.xml" ContentType="application/vnd.openxmlformats-officedocument.presentationml.slideLayout+xml"/>
  <Override PartName="/ppt/slideLayouts/slideLayout273.xml" ContentType="application/vnd.openxmlformats-officedocument.presentationml.slideLayout+xml"/>
  <Override PartName="/ppt/slideLayouts/slideLayout274.xml" ContentType="application/vnd.openxmlformats-officedocument.presentationml.slideLayout+xml"/>
  <Override PartName="/ppt/slideLayouts/slideLayout275.xml" ContentType="application/vnd.openxmlformats-officedocument.presentationml.slideLayout+xml"/>
  <Override PartName="/ppt/slideLayouts/slideLayout276.xml" ContentType="application/vnd.openxmlformats-officedocument.presentationml.slideLayout+xml"/>
  <Override PartName="/ppt/slideLayouts/slideLayout277.xml" ContentType="application/vnd.openxmlformats-officedocument.presentationml.slideLayout+xml"/>
  <Override PartName="/ppt/slideLayouts/slideLayout278.xml" ContentType="application/vnd.openxmlformats-officedocument.presentationml.slideLayout+xml"/>
  <Override PartName="/ppt/slideLayouts/slideLayout279.xml" ContentType="application/vnd.openxmlformats-officedocument.presentationml.slideLayout+xml"/>
  <Override PartName="/ppt/slideLayouts/slideLayout28.xml" ContentType="application/vnd.openxmlformats-officedocument.presentationml.slideLayout+xml"/>
  <Override PartName="/ppt/slideLayouts/slideLayout280.xml" ContentType="application/vnd.openxmlformats-officedocument.presentationml.slideLayout+xml"/>
  <Override PartName="/ppt/slideLayouts/slideLayout281.xml" ContentType="application/vnd.openxmlformats-officedocument.presentationml.slideLayout+xml"/>
  <Override PartName="/ppt/slideLayouts/slideLayout282.xml" ContentType="application/vnd.openxmlformats-officedocument.presentationml.slideLayout+xml"/>
  <Override PartName="/ppt/slideLayouts/slideLayout283.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 id="2147483670" r:id="rId5"/>
    <p:sldMasterId id="2147483745" r:id="rId6"/>
    <p:sldMasterId id="2147483819" r:id="rId7"/>
    <p:sldMasterId id="2147483882" r:id="rId8"/>
    <p:sldMasterId id="2147483940" r:id="rId9"/>
  </p:sldMasterIdLst>
  <p:notesMasterIdLst>
    <p:notesMasterId r:id="rId26"/>
  </p:notesMasterIdLst>
  <p:sldIdLst>
    <p:sldId id="2142533363" r:id="rId10"/>
    <p:sldId id="2147480176" r:id="rId12"/>
    <p:sldId id="2147483625" r:id="rId13"/>
    <p:sldId id="2147483627" r:id="rId14"/>
    <p:sldId id="2147483628" r:id="rId15"/>
    <p:sldId id="413" r:id="rId16"/>
    <p:sldId id="2147483629" r:id="rId17"/>
    <p:sldId id="2147480220" r:id="rId18"/>
    <p:sldId id="2147480211" r:id="rId20"/>
    <p:sldId id="330" r:id="rId25"/>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1198EF8D-0A96-4507-9889-AFA455D17480}">
          <p14:sldIdLst>
            <p14:sldId id="2142533363"/>
            <p14:sldId id="279"/>
            <p14:sldId id="2147480176"/>
            <p14:sldId id="2147483625"/>
            <p14:sldId id="2147483627"/>
            <p14:sldId id="2147483628"/>
            <p14:sldId id="413"/>
            <p14:sldId id="2147483629"/>
            <p14:sldId id="2147480220"/>
            <p14:sldId id="2147480219"/>
            <p14:sldId id="2147480211"/>
            <p14:sldId id="2147480214"/>
            <p14:sldId id="2147480215"/>
            <p14:sldId id="2147483631"/>
            <p14:sldId id="2147480189"/>
            <p14:sldId id="330"/>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0040437-F2D9-70AA-9DC8-B541CFBA6C3E}" name="Iryna Charnahuzava" initials="" userId="S::iryna_charnahuzava@epam.com::31e0280a-97fb-4b1b-a956-3e7f7c39fb17" providerId="AD"/>
  <p188:author id="{6CE5B950-67C1-E0D1-D2B7-F70D2E0E422B}" name="Pavel Belski" initials="" userId="S::Pavel_Belski@epam.com::98eb079c-333b-423f-92e3-8d737b163425" providerId="AD"/>
  <p188:author id="{90CB3178-4CD2-3907-0AE1-76838FB4617C}" name="Ivan Lanin" initials="" userId="S::Ivan_Lanin@epam.com::655ed899-9c88-499e-bda4-8541921c00c1" providerId="AD"/>
  <p188:author id="{6327988B-B2E6-AA63-E85C-42496384688A}" name="Yury Tarhonski" initials="" userId="S::Yury_Tarhonski@epam.com::57b11f2a-245c-4402-bff6-2327a8f18571" providerId="AD"/>
  <p188:author id="{4A868395-1E73-9607-B3EF-2FD0D7C50158}" name="Oleksii Kyslytsia" initials="" userId="S::oleksii_kyslytsia@epam.com::cb7414e4-ca59-42c0-b40d-342040a725c1" providerId="AD"/>
  <p188:author id="{87582A99-3506-136A-6D30-F3CD72787CE1}" name="Kristina Koronevich" initials="KK" userId="S::Kristina_Koronevich@epam.com::aaa07583-8254-49c5-a30e-a202d3584088" providerId="AD"/>
  <p188:author id="{B1B094A1-65B8-B9EB-1BCB-5973FC2512E4}" name="Pavel Belski" initials="PB" userId="S::ext_PBelski@novocure.com::cd10d28a-dd5e-4ae2-b8c4-af62e405ea39" providerId="AD"/>
  <p188:author id="{D10157A4-6D0C-52FB-0EBD-18B465CB339E}" name="Ivan Lanin" initials="IL" userId="S::ivan_lanin@epam.com::655ed899-9c88-499e-bda4-8541921c00c1" providerId="AD"/>
  <p188:author id="{3A3CE8A9-0F21-900F-92BF-5EEBBDE0192E}" name="Kristina Koronevich" initials="KK" userId="S::kristina_koronevich@epam.com::aaa07583-8254-49c5-a30e-a202d3584088" providerId="AD"/>
  <p188:author id="{9BB2B2B3-3140-64DA-6899-BB4A39A951B1}" name="Bilal Salim" initials="" userId="S::Bilal_Salim@epam.com::79d3fd9d-473b-47fc-9837-c2334708636f" providerId="AD"/>
  <p188:author id="{0E8C7AC2-CEE3-2A0C-7B46-BA8DA99DBD6F}" name="Jurijs Tolokoncevs" initials="" userId="S::Jurijs_Tolokoncevs@epam.com::54b62efa-3875-4017-ae27-7c4118d5267f" providerId="AD"/>
  <p188:author id="{CF8C25FE-AF7F-6B69-B140-ACD8D1AB938F}" name="Evgenii Shirokikh" initials="ES" userId="S::evgenii_shirokikh@epam.com::0094ac3f-7e61-4d78-9238-99fb9ab43bdf"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162A3D"/>
    <a:srgbClr val="A50021"/>
    <a:srgbClr val="FFCCCC"/>
    <a:srgbClr val="CC33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49B060E-9E3B-6E46-9305-EA286CAC755F}" v="5" dt="2026-05-19T14:50:39.79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962"/>
    <p:restoredTop sz="77970"/>
  </p:normalViewPr>
  <p:slideViewPr>
    <p:cSldViewPr snapToGrid="0">
      <p:cViewPr varScale="1">
        <p:scale>
          <a:sx n="97" d="100"/>
          <a:sy n="97" d="100"/>
        </p:scale>
        <p:origin x="1200"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Master" Target="slideMasters/slideMaster5.xml"/><Relationship Id="rId9" Type="http://schemas.openxmlformats.org/officeDocument/2006/relationships/slideMaster" Target="slideMasters/slideMaster6.xml"/><Relationship Id="rId10" Type="http://schemas.openxmlformats.org/officeDocument/2006/relationships/slide" Target="slides/slide1.xml"/><Relationship Id="rId11" Type="http://schemas.openxmlformats.org/officeDocument/2006/relationships/slide" Target="slides/slide2.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10.xml"/><Relationship Id="rId20" Type="http://schemas.openxmlformats.org/officeDocument/2006/relationships/slide" Target="slides/slide9.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 Id="rId24" Type="http://schemas.openxmlformats.org/officeDocument/2006/relationships/slide" Target="slides/slide15.xml"/><Relationship Id="rId25" Type="http://schemas.openxmlformats.org/officeDocument/2006/relationships/slide" Target="slides/slide10.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microsoft.com/office/2016/11/relationships/changesInfo" Target="changesInfos/changesInfo1.xml"/><Relationship Id="rId32" Type="http://schemas.microsoft.com/office/2015/10/relationships/revisionInfo" Target="revisionInfo.xml"/><Relationship Id="rId33"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avel Belski" userId="98eb079c-333b-423f-92e3-8d737b163425" providerId="ADAL" clId="{F4E9032E-2D71-5BB2-ABFF-84705B663BB2}"/>
    <pc:docChg chg="delSld modSld delMainMaster modSection">
      <pc:chgData name="Pavel Belski" userId="98eb079c-333b-423f-92e3-8d737b163425" providerId="ADAL" clId="{F4E9032E-2D71-5BB2-ABFF-84705B663BB2}" dt="2026-05-19T14:50:57.511" v="11" actId="2696"/>
      <pc:docMkLst>
        <pc:docMk/>
      </pc:docMkLst>
      <pc:sldChg chg="delSp">
        <pc:chgData name="Pavel Belski" userId="98eb079c-333b-423f-92e3-8d737b163425" providerId="ADAL" clId="{F4E9032E-2D71-5BB2-ABFF-84705B663BB2}" dt="2026-05-19T14:50:15.737" v="1" actId="478"/>
        <pc:sldMkLst>
          <pc:docMk/>
          <pc:sldMk cId="1201297787" sldId="279"/>
        </pc:sldMkLst>
        <pc:picChg chg="del">
          <ac:chgData name="Pavel Belski" userId="98eb079c-333b-423f-92e3-8d737b163425" providerId="ADAL" clId="{F4E9032E-2D71-5BB2-ABFF-84705B663BB2}" dt="2026-05-19T14:50:15.737" v="1" actId="478"/>
          <ac:picMkLst>
            <pc:docMk/>
            <pc:sldMk cId="1201297787" sldId="279"/>
            <ac:picMk id="18" creationId="{39EF988A-D023-8DB7-D563-75E3E55004FC}"/>
          </ac:picMkLst>
        </pc:picChg>
      </pc:sldChg>
      <pc:sldChg chg="delSp">
        <pc:chgData name="Pavel Belski" userId="98eb079c-333b-423f-92e3-8d737b163425" providerId="ADAL" clId="{F4E9032E-2D71-5BB2-ABFF-84705B663BB2}" dt="2026-05-19T14:50:08.279" v="0" actId="478"/>
        <pc:sldMkLst>
          <pc:docMk/>
          <pc:sldMk cId="3228384333" sldId="2142533363"/>
        </pc:sldMkLst>
        <pc:picChg chg="del">
          <ac:chgData name="Pavel Belski" userId="98eb079c-333b-423f-92e3-8d737b163425" providerId="ADAL" clId="{F4E9032E-2D71-5BB2-ABFF-84705B663BB2}" dt="2026-05-19T14:50:08.279" v="0" actId="478"/>
          <ac:picMkLst>
            <pc:docMk/>
            <pc:sldMk cId="3228384333" sldId="2142533363"/>
            <ac:picMk id="15" creationId="{E761A448-4616-832B-5732-F7E7C6CC1BF8}"/>
          </ac:picMkLst>
        </pc:picChg>
      </pc:sldChg>
      <pc:sldChg chg="delSp modSp">
        <pc:chgData name="Pavel Belski" userId="98eb079c-333b-423f-92e3-8d737b163425" providerId="ADAL" clId="{F4E9032E-2D71-5BB2-ABFF-84705B663BB2}" dt="2026-05-19T14:50:19.302" v="3" actId="478"/>
        <pc:sldMkLst>
          <pc:docMk/>
          <pc:sldMk cId="2392935019" sldId="2147480176"/>
        </pc:sldMkLst>
        <pc:picChg chg="del mod">
          <ac:chgData name="Pavel Belski" userId="98eb079c-333b-423f-92e3-8d737b163425" providerId="ADAL" clId="{F4E9032E-2D71-5BB2-ABFF-84705B663BB2}" dt="2026-05-19T14:50:19.302" v="3" actId="478"/>
          <ac:picMkLst>
            <pc:docMk/>
            <pc:sldMk cId="2392935019" sldId="2147480176"/>
            <ac:picMk id="6" creationId="{6D6B30B4-C8D8-2EFE-A80D-D7A328201A3C}"/>
          </ac:picMkLst>
        </pc:picChg>
      </pc:sldChg>
      <pc:sldChg chg="delSp del">
        <pc:chgData name="Pavel Belski" userId="98eb079c-333b-423f-92e3-8d737b163425" providerId="ADAL" clId="{F4E9032E-2D71-5BB2-ABFF-84705B663BB2}" dt="2026-05-19T14:50:57.466" v="5" actId="2696"/>
        <pc:sldMkLst>
          <pc:docMk/>
          <pc:sldMk cId="707308102" sldId="2147480218"/>
        </pc:sldMkLst>
        <pc:picChg chg="del">
          <ac:chgData name="Pavel Belski" userId="98eb079c-333b-423f-92e3-8d737b163425" providerId="ADAL" clId="{F4E9032E-2D71-5BB2-ABFF-84705B663BB2}" dt="2026-05-19T14:50:39.799" v="4" actId="478"/>
          <ac:picMkLst>
            <pc:docMk/>
            <pc:sldMk cId="707308102" sldId="2147480218"/>
            <ac:picMk id="6" creationId="{9123315E-16F8-261E-4725-B524C686CCBF}"/>
          </ac:picMkLst>
        </pc:picChg>
      </pc:sldChg>
      <pc:sldChg chg="del">
        <pc:chgData name="Pavel Belski" userId="98eb079c-333b-423f-92e3-8d737b163425" providerId="ADAL" clId="{F4E9032E-2D71-5BB2-ABFF-84705B663BB2}" dt="2026-05-19T14:50:57.479" v="10" actId="2696"/>
        <pc:sldMkLst>
          <pc:docMk/>
          <pc:sldMk cId="1902589537" sldId="2147480221"/>
        </pc:sldMkLst>
      </pc:sldChg>
      <pc:sldChg chg="del">
        <pc:chgData name="Pavel Belski" userId="98eb079c-333b-423f-92e3-8d737b163425" providerId="ADAL" clId="{F4E9032E-2D71-5BB2-ABFF-84705B663BB2}" dt="2026-05-19T14:50:57.467" v="6" actId="2696"/>
        <pc:sldMkLst>
          <pc:docMk/>
          <pc:sldMk cId="4050703808" sldId="2147480222"/>
        </pc:sldMkLst>
      </pc:sldChg>
      <pc:sldChg chg="del">
        <pc:chgData name="Pavel Belski" userId="98eb079c-333b-423f-92e3-8d737b163425" providerId="ADAL" clId="{F4E9032E-2D71-5BB2-ABFF-84705B663BB2}" dt="2026-05-19T14:50:57.473" v="8" actId="2696"/>
        <pc:sldMkLst>
          <pc:docMk/>
          <pc:sldMk cId="2620996960" sldId="2147483630"/>
        </pc:sldMkLst>
      </pc:sldChg>
      <pc:sldChg chg="del">
        <pc:chgData name="Pavel Belski" userId="98eb079c-333b-423f-92e3-8d737b163425" providerId="ADAL" clId="{F4E9032E-2D71-5BB2-ABFF-84705B663BB2}" dt="2026-05-19T14:50:57.474" v="9" actId="2696"/>
        <pc:sldMkLst>
          <pc:docMk/>
          <pc:sldMk cId="2937601582" sldId="2147483633"/>
        </pc:sldMkLst>
      </pc:sldChg>
      <pc:sldChg chg="del">
        <pc:chgData name="Pavel Belski" userId="98eb079c-333b-423f-92e3-8d737b163425" providerId="ADAL" clId="{F4E9032E-2D71-5BB2-ABFF-84705B663BB2}" dt="2026-05-19T14:50:57.467" v="7" actId="2696"/>
        <pc:sldMkLst>
          <pc:docMk/>
          <pc:sldMk cId="3803872303" sldId="2147483634"/>
        </pc:sldMkLst>
      </pc:sldChg>
      <pc:sldMasterChg chg="del">
        <pc:chgData name="Pavel Belski" userId="98eb079c-333b-423f-92e3-8d737b163425" providerId="ADAL" clId="{F4E9032E-2D71-5BB2-ABFF-84705B663BB2}" dt="2026-05-19T14:50:57.511" v="11" actId="2696"/>
        <pc:sldMasterMkLst>
          <pc:docMk/>
          <pc:sldMasterMk cId="3538708701" sldId="2147483821"/>
        </pc:sldMasterMkLst>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7.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7459CEC-EC65-4688-A059-37518853FEAC}" type="datetimeFigureOut">
              <a:rPr lang="en-US" smtClean="0"/>
              <a:t>5/19/26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D251774-6F79-4766-AEBB-83069B25628F}" type="slidenum">
              <a:rPr lang="en-US" smtClean="0"/>
              <a:t>‹#›</a:t>
            </a:fld>
            <a:endParaRPr lang="en-US"/>
          </a:p>
        </p:txBody>
      </p:sp>
    </p:spTree>
    <p:extLst>
      <p:ext uri="{BB962C8B-B14F-4D97-AF65-F5344CB8AC3E}">
        <p14:creationId xmlns:p14="http://schemas.microsoft.com/office/powerpoint/2010/main" val="30919280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[PITCH NOTES]</a:t>
            </a:r>
          </a:p>
          <a:p>
            <a:r>
              <a:t>Welcome — thank you for making time today. I'm here from EPAM to share how we help SAP customers cut delivery time and lift code quality using our Cloud LLM Hub — a set of AI accelerators built specifically for the ABAP/SAP SDLC. Our goal in the next ~25 minutes is three things: first, show four concrete use cases where AI is already producing measurable results with SAP customers; second, walk you through three deployment options we can stand up inside Medartis' landscape; and third, open up for Q&amp;A and agree next steps. Before I start — please stop me any time with questions; this is meant to be a dialogue, not a monologue.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[PITCH NOTES]</a:t>
            </a:r>
          </a:p>
          <a:p>
            <a:r>
              <a:t>Let's start with the four use cases. Our Cloud LLM Hub is designed for one very specific audience — SAP customers who have been running the platform for years and carry accumulated technical debt. On the next few slides I'll walk through four use cases: understanding legacy code, generating technical specifications, reviewing code for performance, and accelerating mass ABAP development during migrations. Each one stands on its own, but together they form a full SDLC accelerator.</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F68A001-691D-41D9-91DC-B9507CB04C7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91888282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FF27F4-0837-71A2-8A8C-32099C6682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7FF2EC-75F9-3A64-14E3-5B0D81AFFB0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BFDB5C-9EFA-FC90-9024-ED399E9BF741}"/>
              </a:ext>
            </a:extLst>
          </p:cNvPr>
          <p:cNvSpPr>
            <a:spLocks noGrp="1"/>
          </p:cNvSpPr>
          <p:nvPr>
            <p:ph type="body" idx="1"/>
          </p:nvPr>
        </p:nvSpPr>
        <p:spPr/>
        <p:txBody>
          <a:bodyPr/>
          <a:lstStyle/>
          <a:p>
            <a:r>
              <a:t>[PITCH NOTES]</a:t>
            </a:r>
          </a:p>
          <a:p>
            <a:r>
              <a:t>This is the umbrella view. The business problem is familiar to anyone running a long-lived SAP landscape: custom ABAP developed over many years, sparse documentation, inconsistent coding standards, and large migration backlogs — all of which slow maintenance and raise risk. The Cloud LLM Hub brings AI automation into this picture. It powers AI-based analysis, multi-language documentation of custom and standard reports, enhancement analysis, dependency and architecture checks, performance bottleneck detection, and best-practice recommendations. The stakeholders are Business Solution Architects, Solution Architects and Functional Leads; the daily users are developers and functional consultants. Technology-wise, we use LLMs, MCP (Model Context Protocol), CLine, Python and TypeScript — all proven patterns we re-use from project to project. Bottom line: one AI backbone, four use cases, measurable acceleration.</a:t>
            </a:r>
          </a:p>
          <a:p>
            <a:endParaRPr/>
          </a:p>
          <a:p>
            <a:r>
              <a:t>[ORIGINAL NOTES]</a:t>
            </a:r>
          </a:p>
          <a:p>
            <a:r>
              <a:t>The Cloud LLM Hub AI-based automation into complex SAP development landscape analysis and architectural governance,</a:t>
            </a:r>
            <a:br/>
            <a:r>
              <a:t>The accelerator automates a variety of use cases, incl. nd multi-language documentation of custom code and standard reports, enhancements, analysis and resolution of architectural issues (such as dependencies), detection of performance and scalability bottlenecks, and best-practice recommendations for system optimization.</a:t>
            </a:r>
          </a:p>
        </p:txBody>
      </p:sp>
      <p:sp>
        <p:nvSpPr>
          <p:cNvPr id="4" name="Slide Number Placeholder 3">
            <a:extLst>
              <a:ext uri="{FF2B5EF4-FFF2-40B4-BE49-F238E27FC236}">
                <a16:creationId xmlns:a16="http://schemas.microsoft.com/office/drawing/2014/main" id="{2ED19CAE-F826-1A50-F1D0-0AD60B44B9AD}"/>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DCD1BAD-B9AA-41AE-BBE0-6A90D51E482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66835656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D23BF6-F36E-4FA0-AA6F-ADBAFAEC69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97AB96-166F-9DAB-3547-B74E7CE930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8073344-7525-0714-A5D1-7088D26A4D5C}"/>
              </a:ext>
            </a:extLst>
          </p:cNvPr>
          <p:cNvSpPr>
            <a:spLocks noGrp="1"/>
          </p:cNvSpPr>
          <p:nvPr>
            <p:ph type="body" idx="1"/>
          </p:nvPr>
        </p:nvSpPr>
        <p:spPr/>
        <p:txBody>
          <a:bodyPr/>
          <a:lstStyle/>
          <a:p>
            <a:r>
              <a:t>[PITCH NOTES]</a:t>
            </a:r>
          </a:p>
          <a:p>
            <a:r>
              <a:t>Use case one: Undocumented Legacy Code. The pain: consultants spend weeks on reverse engineering every time a change request touches a custom enhancement no one remembers writing. What we do: our Agentic SAP Code Documentation Assistant connects via the standard SAP ADT APIs, reads the ABAP, and generates business-level and technical descriptions using the LLM of your choice — EPAM DIAL, your own DIAL tenant, or any other provider. The impact so far on SAP clients: up to 70% reduction in code analysis time, around two-thirds interpretation accuracy on first pass (consultants still validate), and 20–30% shorter development cycles once it's integrated into the team's workflow. This is the use case that usually pays for the whole program within the first quarter.</a:t>
            </a:r>
          </a:p>
        </p:txBody>
      </p:sp>
      <p:sp>
        <p:nvSpPr>
          <p:cNvPr id="4" name="Slide Number Placeholder 3">
            <a:extLst>
              <a:ext uri="{FF2B5EF4-FFF2-40B4-BE49-F238E27FC236}">
                <a16:creationId xmlns:a16="http://schemas.microsoft.com/office/drawing/2014/main" id="{62DB796C-0F57-EAF9-3BAF-623CF356BA74}"/>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DCD1BAD-B9AA-41AE-BBE0-6A90D51E482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42848474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D9DE73-3FDB-410A-E98F-D3C08CD5ED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A6A500-624C-66E0-1588-E730FB9EE65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56307A-B4C6-2B0F-D3AF-2CA9C19BAC23}"/>
              </a:ext>
            </a:extLst>
          </p:cNvPr>
          <p:cNvSpPr>
            <a:spLocks noGrp="1"/>
          </p:cNvSpPr>
          <p:nvPr>
            <p:ph type="body" idx="1"/>
          </p:nvPr>
        </p:nvSpPr>
        <p:spPr/>
        <p:txBody>
          <a:bodyPr/>
          <a:lstStyle/>
          <a:p>
            <a:r>
              <a:t>[PITCH NOTES]</a:t>
            </a:r>
          </a:p>
          <a:p>
            <a:r>
              <a:t>Use case two: Technical Specifications for standard reports and custom enhancements. This is the flip side of use case one — instead of documenting your legacy, it documents what SAP ships plus your modifications. The scenario: you're planning an S/4HANA upgrade or localizing for a new market and nobody on the team really knows what the original report does or what your enhancement did to it. We analyze the ABAP logic, map dependencies, and produce multilingual technical and business documentation. The net effect: faster onboarding of new consultants, safer modifications, and consistent quality across global delivery teams — with measurable drops in upgrade regression and manual analysis time.</a:t>
            </a:r>
          </a:p>
        </p:txBody>
      </p:sp>
      <p:sp>
        <p:nvSpPr>
          <p:cNvPr id="4" name="Slide Number Placeholder 3">
            <a:extLst>
              <a:ext uri="{FF2B5EF4-FFF2-40B4-BE49-F238E27FC236}">
                <a16:creationId xmlns:a16="http://schemas.microsoft.com/office/drawing/2014/main" id="{D144298D-3468-21AE-8177-4853C9A3C6C0}"/>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DCD1BAD-B9AA-41AE-BBE0-6A90D51E482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43922498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74AB25-C820-09FD-CCCD-82338F6368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5B2F57-5C89-7001-70DB-B6BD92FEE33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C3D70CD-5FDB-2784-3680-AA9763CD2E72}"/>
              </a:ext>
            </a:extLst>
          </p:cNvPr>
          <p:cNvSpPr>
            <a:spLocks noGrp="1"/>
          </p:cNvSpPr>
          <p:nvPr>
            <p:ph type="body" idx="1"/>
          </p:nvPr>
        </p:nvSpPr>
        <p:spPr/>
        <p:txBody>
          <a:bodyPr/>
          <a:lstStyle/>
          <a:p>
            <a:r>
              <a:t>[PITCH NOTES]</a:t>
            </a:r>
          </a:p>
          <a:p>
            <a:r>
              <a:t>Use case three: Code Review — performance and maintainability. This is where the Cloud LLM Hub actively improves your codebase rather than just describing it. The problem: ABAP projects pick up inconsistent patterns, redundant logic, and inefficient data access over years. Traditional performance tuning is manual, expensive, and hard to scale. Our approach: AI-driven static and dynamic analysis that flags inefficiencies, proposes refactoring options, and recommends Clean Core-aligned practices for cloud-ready ABAP. Result: better maintainability scores, shorter execution times for ABAP services, and fewer performance bottlenecks shipping to production.</a:t>
            </a:r>
          </a:p>
          <a:p>
            <a:endParaRPr/>
          </a:p>
          <a:p>
            <a:r>
              <a:t>[ORIGINAL NOTES]</a:t>
            </a:r>
          </a:p>
          <a:p>
            <a:r>
              <a:t>https://kb.epam.com/display/ESAPCC/04.02.03.01+Use+cases#id-04.02.03.01Usecases-Case03:SAPBTPABAPPackageOptimization </a:t>
            </a:r>
          </a:p>
          <a:p>
            <a:endParaRPr/>
          </a:p>
          <a:p>
            <a:r>
              <a:t>Let’s imagine situation when we need to …</a:t>
            </a:r>
          </a:p>
          <a:p>
            <a:endParaRPr/>
          </a:p>
          <a:p>
            <a:r>
              <a:t>The Agentic SAP Code Documentation approach  might help you to …</a:t>
            </a:r>
          </a:p>
          <a:p>
            <a:endParaRPr/>
          </a:p>
          <a:p>
            <a:r>
              <a:t>As usual we aim to reduce time on code and solution analysis to save costs</a:t>
            </a:r>
          </a:p>
          <a:p>
            <a:endParaRPr/>
          </a:p>
          <a:p>
            <a:r>
              <a:t>!!! slide 35 - relevant not only for BTP</a:t>
            </a:r>
          </a:p>
        </p:txBody>
      </p:sp>
      <p:sp>
        <p:nvSpPr>
          <p:cNvPr id="4" name="Slide Number Placeholder 3">
            <a:extLst>
              <a:ext uri="{FF2B5EF4-FFF2-40B4-BE49-F238E27FC236}">
                <a16:creationId xmlns:a16="http://schemas.microsoft.com/office/drawing/2014/main" id="{6C2542C9-561F-0380-409E-975A686F6CD4}"/>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DCD1BAD-B9AA-41AE-BBE0-6A90D51E482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4633193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FA4D06-BBA3-E400-E75E-2C9ADA1645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3697A3-A792-149A-4263-C81058F8600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7C0C895-B782-B3F7-8FD3-C3C6F6C0FE59}"/>
              </a:ext>
            </a:extLst>
          </p:cNvPr>
          <p:cNvSpPr>
            <a:spLocks noGrp="1"/>
          </p:cNvSpPr>
          <p:nvPr>
            <p:ph type="body" idx="1"/>
          </p:nvPr>
        </p:nvSpPr>
        <p:spPr/>
        <p:txBody>
          <a:bodyPr/>
          <a:lstStyle/>
          <a:p>
            <a:r>
              <a:t>[PITCH NOTES]</a:t>
            </a:r>
          </a:p>
          <a:p>
            <a:r>
              <a:t>Use case four: Accelerating mass ABAP development — the classic BTP cloud migration scenario. When you move an on-premise function to BTP Cloud ABAP, you often need to regenerate hundreds of Domains, Data Elements, and RAP services from functional specs. That's repetitive, error-prone work. We automate it using MCP-driven calls over the ABAP Development Tools API. Functional specs go in, ABAP artifacts come out. Numbers: 23–55 times faster object creation, 70–90% less manual effort, repeatable across migration waves. This is the use case where the ROI is easiest to quantify — if you have a migration roadmap, we can put a number against it in a couple of days.</a:t>
            </a:r>
          </a:p>
        </p:txBody>
      </p:sp>
      <p:sp>
        <p:nvSpPr>
          <p:cNvPr id="4" name="Slide Number Placeholder 3">
            <a:extLst>
              <a:ext uri="{FF2B5EF4-FFF2-40B4-BE49-F238E27FC236}">
                <a16:creationId xmlns:a16="http://schemas.microsoft.com/office/drawing/2014/main" id="{C01C593B-FE05-FDEB-CFBF-957268061955}"/>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DCD1BAD-B9AA-41AE-BBE0-6A90D51E482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445454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2423E5-F39D-5BBF-29AB-606607DDB5E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58397E-1C70-6B03-9837-112AD1AA47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1535F94-5E25-586E-26B4-87B97F4367B5}"/>
              </a:ext>
            </a:extLst>
          </p:cNvPr>
          <p:cNvSpPr>
            <a:spLocks noGrp="1"/>
          </p:cNvSpPr>
          <p:nvPr>
            <p:ph type="body" idx="1"/>
          </p:nvPr>
        </p:nvSpPr>
        <p:spPr/>
        <p:txBody>
          <a:bodyPr/>
          <a:lstStyle/>
          <a:p>
            <a:r>
              <a:t>[PITCH NOTES]</a:t>
            </a:r>
          </a:p>
          <a:p>
            <a:r>
              <a:t>That's the value story. Now the practical question — where does this thing live? In the next section I'll walk through three deployment options, ranging from fully EPAM-hosted on one end to fully Medartis-hosted on the other, plus a hybrid option in between. The right answer depends on your data-classification appetite, your BTP capacity, and how much of the operations you want to take on internally.</a:t>
            </a:r>
          </a:p>
        </p:txBody>
      </p:sp>
      <p:sp>
        <p:nvSpPr>
          <p:cNvPr id="4" name="Slide Number Placeholder 3">
            <a:extLst>
              <a:ext uri="{FF2B5EF4-FFF2-40B4-BE49-F238E27FC236}">
                <a16:creationId xmlns:a16="http://schemas.microsoft.com/office/drawing/2014/main" id="{AFF70EBC-F444-CAF7-2CD2-EC589E176661}"/>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F68A001-691D-41D9-91DC-B9507CB04C7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3651937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[PITCH NOTES]</a:t>
            </a:r>
          </a:p>
          <a:p>
            <a:r>
              <a:t>Option 1 in detail. The Cloud LLM Hub is deployed in EPAM's BTP Cloud Foundry tenant. The vector database for RAG is also in EPAM. On-prem ABAP systems reach us through Medartis' Cloud Connector into an EPAM destination. The LLM provider is called from EPAM runtime. Pros: horizontal scaling is on us, your BTP tenant stays lightly loaded, and EPAM runs the environment. Cons: technical data — not business data, but metadata like code fingerprints — crosses into EPAM's perimeter. You'll want a data-processing agreement and clear governance. Typical fit: customers who want the fastest time to value and are comfortable with EPAM as a processor.</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[PITCH NOTES]</a:t>
            </a:r>
          </a:p>
          <a:p>
            <a:r>
              <a:t>Option 2 — everything in Medartis BTP. The Cloud LLM Hub runs inside your tenant, the vector DB is yours, the Cloud Connector is local, and the LLM provider is accessed from your BTP. Pros: full control, everything stays inside your security perimeter, simple compliance story. Cons: you carry the scale — limited by your BTP capacity — and your team carries the ops load. Less flexibility for large workloads. Typical fit: regulated environments or cases where even metadata must not leave Medartis.</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[PITCH NOTES]</a:t>
            </a:r>
          </a:p>
          <a:p>
            <a:r>
              <a:t>Option 3 — the hybrid. Sensitive indexing and metadata processing run in Medartis BTP. Heavy LLM and MCP processing run in EPAM BTP. Two vector databases — sensitive vectors in Medartis, non-sensitive in EPAM. The flow is multi-hop: on-prem → Medartis → EPAM → LLM provider. Pros: sensitive data never leaves your control, general workloads scale on EPAM side, and you get clear separation between sensitive and non-sensitive paths. Cons: it's architecturally the most complex. More components, more coordination, more routing overhead. Typical fit: you want both control and scale, and you have the architectural maturity to run a distributed AI stack. Our recommendation for most Medartis-like enterprises tends to be Option 1 for a pilot, then move to Option 3 once the use cases are proven.</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2117D2-2924-8D77-4F79-E93AD7CEA6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9E2088-EBA8-FEBE-A85F-122E8874B68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799D570-4EB4-1257-8C5F-7900DB5724B9}"/>
              </a:ext>
            </a:extLst>
          </p:cNvPr>
          <p:cNvSpPr>
            <a:spLocks noGrp="1"/>
          </p:cNvSpPr>
          <p:nvPr>
            <p:ph type="body" idx="1"/>
          </p:nvPr>
        </p:nvSpPr>
        <p:spPr/>
        <p:txBody>
          <a:bodyPr/>
          <a:lstStyle/>
          <a:p>
            <a:r>
              <a:t>[PITCH NOTES]</a:t>
            </a:r>
          </a:p>
          <a:p>
            <a:r>
              <a:t>That's the tour. I'll pause here — I'd love to hear your questions. A few things we usually get asked: where does the data go, how long does a pilot take, and what does the cost look like. Happy to dig into any of those now, and to any part of the use cases or architecture.</a:t>
            </a:r>
          </a:p>
        </p:txBody>
      </p:sp>
      <p:sp>
        <p:nvSpPr>
          <p:cNvPr id="4" name="Slide Number Placeholder 3">
            <a:extLst>
              <a:ext uri="{FF2B5EF4-FFF2-40B4-BE49-F238E27FC236}">
                <a16:creationId xmlns:a16="http://schemas.microsoft.com/office/drawing/2014/main" id="{684DC42D-457D-E5A5-D988-5AE4C9904738}"/>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F68A001-691D-41D9-91DC-B9507CB04C7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8496421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[PITCH NOTES]</a:t>
            </a:r>
          </a:p>
          <a:p>
            <a:r>
              <a:t>Thank you. To summarize: the Cloud LLM Hub gives you four proven AI accelerators for the SAP SDLC, three deployment options so you control where data lives, and a compounding support assistant on top. We can stand up a proof of value in about four weeks, focused on the use case that matters most to you. If it helps, I can draft a short scoping document for Medartis this week. Thanks for your time — looking forward to the next step.</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F68A001-691D-41D9-91DC-B9507CB04C7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8106144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emf"/></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emf"/></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emf"/></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emf"/></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emf"/></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emf"/></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emf"/></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emf"/></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emf"/></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emf"/></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emf"/></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emf"/></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emf"/><Relationship Id="rId3" Type="http://schemas.openxmlformats.org/officeDocument/2006/relationships/image" Target="../media/image2.emf"/></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emf"/></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9.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emf"/></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emf"/></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emf"/></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emf"/></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emf"/></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emf"/></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sv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emf"/></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emf"/></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15.emf"/></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emf"/><Relationship Id="rId3" Type="http://schemas.openxmlformats.org/officeDocument/2006/relationships/image" Target="../media/image17.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emf"/></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emf"/></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 Id="rId3" Type="http://schemas.openxmlformats.org/officeDocument/2006/relationships/image" Target="../media/image15.emf"/></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 Id="rId3" Type="http://schemas.openxmlformats.org/officeDocument/2006/relationships/image" Target="../media/image21.png"/></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 Id="rId3" Type="http://schemas.openxmlformats.org/officeDocument/2006/relationships/image" Target="../media/image21.png"/></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15.emf"/></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15.emf"/></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emf"/></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15.emf"/></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emf"/></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15.emf"/></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3.png"/><Relationship Id="rId3" Type="http://schemas.openxmlformats.org/officeDocument/2006/relationships/image" Target="../media/image15.emf"/></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4.png"/><Relationship Id="rId3" Type="http://schemas.openxmlformats.org/officeDocument/2006/relationships/image" Target="../media/image25.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emf"/></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emf"/></Relationships>
</file>

<file path=ppt/slideLayouts/_rels/slideLayout1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emf"/></Relationships>
</file>

<file path=ppt/slideLayouts/_rels/slideLayout15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emf"/></Relationships>
</file>

<file path=ppt/slideLayouts/_rels/slideLayout15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emf"/></Relationships>
</file>

<file path=ppt/slideLayouts/_rels/slideLayout1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emf"/></Relationships>
</file>

<file path=ppt/slideLayouts/_rels/slideLayout15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6.png"/></Relationships>
</file>

<file path=ppt/slideLayouts/_rels/slideLayout15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emf"/></Relationships>
</file>

<file path=ppt/slideLayouts/_rels/slideLayout15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8.svg"/></Relationships>
</file>

<file path=ppt/slideLayouts/_rels/slideLayout16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0.png"/><Relationship Id="rId3" Type="http://schemas.openxmlformats.org/officeDocument/2006/relationships/image" Target="../media/image2.emf"/></Relationships>
</file>

<file path=ppt/slideLayouts/_rels/slideLayout16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emf"/></Relationships>
</file>

<file path=ppt/slideLayouts/_rels/slideLayout16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emf"/></Relationships>
</file>

<file path=ppt/slideLayouts/_rels/slideLayout16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6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svg"/></Relationships>
</file>

<file path=ppt/slideLayouts/_rels/slideLayout16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6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1.svg"/></Relationships>
</file>

<file path=ppt/slideLayouts/_rels/slideLayout16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2.png"/><Relationship Id="rId3" Type="http://schemas.openxmlformats.org/officeDocument/2006/relationships/image" Target="../media/image31.svg"/></Relationships>
</file>

<file path=ppt/slideLayouts/_rels/slideLayout16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3.png"/><Relationship Id="rId3" Type="http://schemas.openxmlformats.org/officeDocument/2006/relationships/image" Target="../media/image31.svg"/></Relationships>
</file>

<file path=ppt/slideLayouts/_rels/slideLayout169.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4.png"/><Relationship Id="rId3" Type="http://schemas.openxmlformats.org/officeDocument/2006/relationships/image" Target="../media/image31.svg"/></Relationships>
</file>

<file path=ppt/slideLayouts/_rels/slideLayout17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5.png"/><Relationship Id="rId3" Type="http://schemas.openxmlformats.org/officeDocument/2006/relationships/image" Target="../media/image31.svg"/></Relationships>
</file>

<file path=ppt/slideLayouts/_rels/slideLayout17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5.png"/><Relationship Id="rId3" Type="http://schemas.openxmlformats.org/officeDocument/2006/relationships/hyperlink" Target="https://epa.ms/stories" TargetMode="External"/><Relationship Id="rId4" Type="http://schemas.openxmlformats.org/officeDocument/2006/relationships/image" Target="../media/image36.emf"/><Relationship Id="rId5" Type="http://schemas.openxmlformats.org/officeDocument/2006/relationships/image" Target="../media/image31.svg"/></Relationships>
</file>

<file path=ppt/slideLayouts/_rels/slideLayout17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7.png"/><Relationship Id="rId3" Type="http://schemas.openxmlformats.org/officeDocument/2006/relationships/image" Target="../media/image29.svg"/></Relationships>
</file>

<file path=ppt/slideLayouts/_rels/slideLayout17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8.png"/><Relationship Id="rId3" Type="http://schemas.openxmlformats.org/officeDocument/2006/relationships/image" Target="../media/image29.svg"/></Relationships>
</file>

<file path=ppt/slideLayouts/_rels/slideLayout17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8.png"/><Relationship Id="rId3" Type="http://schemas.openxmlformats.org/officeDocument/2006/relationships/image" Target="../media/image29.svg"/></Relationships>
</file>

<file path=ppt/slideLayouts/_rels/slideLayout17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9.png"/><Relationship Id="rId3" Type="http://schemas.openxmlformats.org/officeDocument/2006/relationships/image" Target="../media/image29.svg"/></Relationships>
</file>

<file path=ppt/slideLayouts/_rels/slideLayout17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0.png"/><Relationship Id="rId3" Type="http://schemas.openxmlformats.org/officeDocument/2006/relationships/image" Target="../media/image29.svg"/></Relationships>
</file>

<file path=ppt/slideLayouts/_rels/slideLayout17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7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7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8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8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1.svg"/></Relationships>
</file>

<file path=ppt/slideLayouts/_rels/slideLayout18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1.svg"/></Relationships>
</file>

<file path=ppt/slideLayouts/_rels/slideLayout18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1.svg"/></Relationships>
</file>

<file path=ppt/slideLayouts/_rels/slideLayout18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svg"/></Relationships>
</file>

<file path=ppt/slideLayouts/_rels/slideLayout18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8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1.svg"/></Relationships>
</file>

<file path=ppt/slideLayouts/_rels/slideLayout18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8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1.svg"/></Relationships>
</file>

<file path=ppt/slideLayouts/_rels/slideLayout18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9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1.svg"/></Relationships>
</file>

<file path=ppt/slideLayouts/_rels/slideLayout19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9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1.svg"/></Relationships>
</file>

<file path=ppt/slideLayouts/_rels/slideLayout19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9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1.svg"/></Relationships>
</file>

<file path=ppt/slideLayouts/_rels/slideLayout19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1.svg"/></Relationships>
</file>

<file path=ppt/slideLayouts/_rels/slideLayout19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1.svg"/></Relationships>
</file>

<file path=ppt/slideLayouts/_rels/slideLayout19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1.svg"/></Relationships>
</file>

<file path=ppt/slideLayouts/_rels/slideLayout19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1.svg"/></Relationships>
</file>

<file path=ppt/slideLayouts/_rels/slideLayout199.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2.svg"/></Relationships>
</file>

<file path=ppt/slideLayouts/_rels/slideLayout20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svg"/></Relationships>
</file>

<file path=ppt/slideLayouts/_rels/slideLayout20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svg"/></Relationships>
</file>

<file path=ppt/slideLayouts/_rels/slideLayout20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svg"/></Relationships>
</file>

<file path=ppt/slideLayouts/_rels/slideLayout20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0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0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0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0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svg"/></Relationships>
</file>

<file path=ppt/slideLayouts/_rels/slideLayout20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svg"/></Relationships>
</file>

<file path=ppt/slideLayouts/_rels/slideLayout20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1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1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9.svg"/></Relationships>
</file>

<file path=ppt/slideLayouts/_rels/slideLayout21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1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1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1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emf"/></Relationships>
</file>

<file path=ppt/slideLayouts/_rels/slideLayout21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1.svg"/></Relationships>
</file>

<file path=ppt/slideLayouts/_rels/slideLayout217.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0.png"/><Relationship Id="rId3" Type="http://schemas.openxmlformats.org/officeDocument/2006/relationships/image" Target="../media/image2.emf"/></Relationships>
</file>

<file path=ppt/slideLayouts/_rels/slideLayout218.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8.png"/><Relationship Id="rId3" Type="http://schemas.openxmlformats.org/officeDocument/2006/relationships/image" Target="../media/image29.svg"/><Relationship Id="rId4" Type="http://schemas.openxmlformats.org/officeDocument/2006/relationships/image" Target="../media/image43.png"/></Relationships>
</file>

<file path=ppt/slideLayouts/_rels/slideLayout219.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emf"/></Relationships>
</file>

<file path=ppt/slideLayouts/_rels/slideLayout220.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emf"/></Relationships>
</file>

<file path=ppt/slideLayouts/_rels/slideLayout22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22.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4.svg"/></Relationships>
</file>

<file path=ppt/slideLayouts/_rels/slideLayout22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24.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1.svg"/></Relationships>
</file>

<file path=ppt/slideLayouts/_rels/slideLayout225.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2.png"/><Relationship Id="rId3" Type="http://schemas.openxmlformats.org/officeDocument/2006/relationships/image" Target="../media/image44.svg"/></Relationships>
</file>

<file path=ppt/slideLayouts/_rels/slideLayout226.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3.png"/><Relationship Id="rId3" Type="http://schemas.openxmlformats.org/officeDocument/2006/relationships/image" Target="../media/image44.svg"/></Relationships>
</file>

<file path=ppt/slideLayouts/_rels/slideLayout227.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4.png"/><Relationship Id="rId3" Type="http://schemas.openxmlformats.org/officeDocument/2006/relationships/image" Target="../media/image44.svg"/></Relationships>
</file>

<file path=ppt/slideLayouts/_rels/slideLayout228.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5.png"/><Relationship Id="rId3" Type="http://schemas.openxmlformats.org/officeDocument/2006/relationships/image" Target="../media/image44.svg"/></Relationships>
</file>

<file path=ppt/slideLayouts/_rels/slideLayout229.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5.png"/><Relationship Id="rId3" Type="http://schemas.openxmlformats.org/officeDocument/2006/relationships/image" Target="../media/image36.emf"/><Relationship Id="rId4" Type="http://schemas.openxmlformats.org/officeDocument/2006/relationships/image" Target="../media/image44.svg"/></Relationships>
</file>

<file path=ppt/slideLayouts/_rels/slideLayout230.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7.png"/><Relationship Id="rId3" Type="http://schemas.openxmlformats.org/officeDocument/2006/relationships/image" Target="../media/image29.svg"/><Relationship Id="rId4" Type="http://schemas.openxmlformats.org/officeDocument/2006/relationships/image" Target="../media/image43.png"/></Relationships>
</file>

<file path=ppt/slideLayouts/_rels/slideLayout231.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8.png"/><Relationship Id="rId3" Type="http://schemas.openxmlformats.org/officeDocument/2006/relationships/image" Target="../media/image29.svg"/><Relationship Id="rId4" Type="http://schemas.openxmlformats.org/officeDocument/2006/relationships/image" Target="../media/image43.png"/></Relationships>
</file>

<file path=ppt/slideLayouts/_rels/slideLayout232.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8.png"/><Relationship Id="rId3" Type="http://schemas.openxmlformats.org/officeDocument/2006/relationships/image" Target="../media/image29.svg"/></Relationships>
</file>

<file path=ppt/slideLayouts/_rels/slideLayout233.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9.png"/><Relationship Id="rId3" Type="http://schemas.openxmlformats.org/officeDocument/2006/relationships/image" Target="../media/image29.svg"/></Relationships>
</file>

<file path=ppt/slideLayouts/_rels/slideLayout234.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40.png"/><Relationship Id="rId3" Type="http://schemas.openxmlformats.org/officeDocument/2006/relationships/image" Target="../media/image29.svg"/><Relationship Id="rId4" Type="http://schemas.openxmlformats.org/officeDocument/2006/relationships/image" Target="../media/image43.png"/></Relationships>
</file>

<file path=ppt/slideLayouts/_rels/slideLayout23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3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3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3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39.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1.svg"/></Relationships>
</file>

<file path=ppt/slideLayouts/_rels/slideLayout240.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1.svg"/></Relationships>
</file>

<file path=ppt/slideLayouts/_rels/slideLayout241.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1.svg"/></Relationships>
</file>

<file path=ppt/slideLayouts/_rels/slideLayout242.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9.svg"/></Relationships>
</file>

<file path=ppt/slideLayouts/_rels/slideLayout243.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4.svg"/></Relationships>
</file>

<file path=ppt/slideLayouts/_rels/slideLayout24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4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46.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1.svg"/></Relationships>
</file>

<file path=ppt/slideLayouts/_rels/slideLayout24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48.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1.svg"/></Relationships>
</file>

<file path=ppt/slideLayouts/_rels/slideLayout249.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5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51.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1.svg"/></Relationships>
</file>

<file path=ppt/slideLayouts/_rels/slideLayout25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53.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1.svg"/></Relationships>
</file>

<file path=ppt/slideLayouts/_rels/slideLayout25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55.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4.svg"/></Relationships>
</file>

<file path=ppt/slideLayouts/_rels/slideLayout25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57.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1.svg"/></Relationships>
</file>

<file path=ppt/slideLayouts/_rels/slideLayout258.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41.svg"/></Relationships>
</file>

<file path=ppt/slideLayouts/_rels/slideLayout259.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1.svg"/></Relationships>
</file>

<file path=ppt/slideLayouts/_rels/slideLayout260.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41.svg"/><Relationship Id="rId3" Type="http://schemas.openxmlformats.org/officeDocument/2006/relationships/image" Target="../media/image43.png"/></Relationships>
</file>

<file path=ppt/slideLayouts/_rels/slideLayout261.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1.svg"/></Relationships>
</file>

<file path=ppt/slideLayouts/_rels/slideLayout262.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4.svg"/></Relationships>
</file>

<file path=ppt/slideLayouts/_rels/slideLayout263.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4.svg"/></Relationships>
</file>

<file path=ppt/slideLayouts/_rels/slideLayout264.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4.svg"/></Relationships>
</file>

<file path=ppt/slideLayouts/_rels/slideLayout265.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41.svg"/><Relationship Id="rId3" Type="http://schemas.openxmlformats.org/officeDocument/2006/relationships/image" Target="../media/image43.png"/></Relationships>
</file>

<file path=ppt/slideLayouts/_rels/slideLayout26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67.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4.svg"/></Relationships>
</file>

<file path=ppt/slideLayouts/_rels/slideLayout268.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41.svg"/></Relationships>
</file>

<file path=ppt/slideLayouts/_rels/slideLayout269.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4.svg"/></Relationships>
</file>

<file path=ppt/slideLayouts/_rels/slideLayout27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7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7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7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74.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9.svg"/></Relationships>
</file>

<file path=ppt/slideLayouts/_rels/slideLayout27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7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77.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45.svg"/></Relationships>
</file>

<file path=ppt/slideLayouts/_rels/slideLayout278.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46.png"/></Relationships>
</file>

<file path=ppt/slideLayouts/_rels/slideLayout279.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4.svg"/></Relationships>
</file>

<file path=ppt/slideLayouts/_rels/slideLayout280.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emf"/></Relationships>
</file>

<file path=ppt/slideLayouts/_rels/slideLayout281.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6.png"/></Relationships>
</file>

<file path=ppt/slideLayouts/_rels/slideLayout28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83.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41.sv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de-CH"/>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de-CH"/>
          </a:p>
        </p:txBody>
      </p:sp>
      <p:sp>
        <p:nvSpPr>
          <p:cNvPr id="4" name="Date Placeholder 3"/>
          <p:cNvSpPr>
            <a:spLocks noGrp="1"/>
          </p:cNvSpPr>
          <p:nvPr>
            <p:ph type="dt" sz="half" idx="10"/>
          </p:nvPr>
        </p:nvSpPr>
        <p:spPr/>
        <p:txBody>
          <a:bodyPr/>
          <a:lstStyle/>
          <a:p>
            <a:fld id="{C6FEC2A0-B5D4-4D3B-AF65-8A98434EA04A}" type="datetimeFigureOut">
              <a:rPr lang="de-CH" smtClean="0"/>
              <a:t>19.05.26</a:t>
            </a:fld>
            <a:endParaRPr lang="de-CH"/>
          </a:p>
        </p:txBody>
      </p:sp>
      <p:sp>
        <p:nvSpPr>
          <p:cNvPr id="5" name="Footer Placeholder 4"/>
          <p:cNvSpPr>
            <a:spLocks noGrp="1"/>
          </p:cNvSpPr>
          <p:nvPr>
            <p:ph type="ftr" sz="quarter" idx="11"/>
          </p:nvPr>
        </p:nvSpPr>
        <p:spPr/>
        <p:txBody>
          <a:bodyPr/>
          <a:lstStyle/>
          <a:p>
            <a:endParaRPr lang="de-CH"/>
          </a:p>
        </p:txBody>
      </p:sp>
      <p:sp>
        <p:nvSpPr>
          <p:cNvPr id="6" name="Slide Number Placeholder 5"/>
          <p:cNvSpPr>
            <a:spLocks noGrp="1"/>
          </p:cNvSpPr>
          <p:nvPr>
            <p:ph type="sldNum" sz="quarter" idx="12"/>
          </p:nvPr>
        </p:nvSpPr>
        <p:spPr/>
        <p:txBody>
          <a:bodyPr/>
          <a:lstStyle/>
          <a:p>
            <a:fld id="{943981CE-EA90-44DC-A09B-8F784406CB9D}" type="slidenum">
              <a:rPr lang="de-CH" smtClean="0"/>
              <a:t>‹#›</a:t>
            </a:fld>
            <a:endParaRPr lang="de-CH"/>
          </a:p>
        </p:txBody>
      </p:sp>
    </p:spTree>
    <p:extLst>
      <p:ext uri="{BB962C8B-B14F-4D97-AF65-F5344CB8AC3E}">
        <p14:creationId xmlns:p14="http://schemas.microsoft.com/office/powerpoint/2010/main" val="389041433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de-CH"/>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p:cNvSpPr>
            <a:spLocks noGrp="1"/>
          </p:cNvSpPr>
          <p:nvPr>
            <p:ph type="dt" sz="half" idx="10"/>
          </p:nvPr>
        </p:nvSpPr>
        <p:spPr/>
        <p:txBody>
          <a:bodyPr/>
          <a:lstStyle/>
          <a:p>
            <a:fld id="{C6FEC2A0-B5D4-4D3B-AF65-8A98434EA04A}" type="datetimeFigureOut">
              <a:rPr lang="de-CH" smtClean="0"/>
              <a:t>19.05.26</a:t>
            </a:fld>
            <a:endParaRPr lang="de-CH"/>
          </a:p>
        </p:txBody>
      </p:sp>
      <p:sp>
        <p:nvSpPr>
          <p:cNvPr id="5" name="Footer Placeholder 4"/>
          <p:cNvSpPr>
            <a:spLocks noGrp="1"/>
          </p:cNvSpPr>
          <p:nvPr>
            <p:ph type="ftr" sz="quarter" idx="11"/>
          </p:nvPr>
        </p:nvSpPr>
        <p:spPr/>
        <p:txBody>
          <a:bodyPr/>
          <a:lstStyle/>
          <a:p>
            <a:endParaRPr lang="de-CH"/>
          </a:p>
        </p:txBody>
      </p:sp>
      <p:sp>
        <p:nvSpPr>
          <p:cNvPr id="6" name="Slide Number Placeholder 5"/>
          <p:cNvSpPr>
            <a:spLocks noGrp="1"/>
          </p:cNvSpPr>
          <p:nvPr>
            <p:ph type="sldNum" sz="quarter" idx="12"/>
          </p:nvPr>
        </p:nvSpPr>
        <p:spPr/>
        <p:txBody>
          <a:bodyPr/>
          <a:lstStyle/>
          <a:p>
            <a:fld id="{943981CE-EA90-44DC-A09B-8F784406CB9D}" type="slidenum">
              <a:rPr lang="de-CH" smtClean="0"/>
              <a:t>‹#›</a:t>
            </a:fld>
            <a:endParaRPr lang="de-CH"/>
          </a:p>
        </p:txBody>
      </p:sp>
    </p:spTree>
    <p:extLst>
      <p:ext uri="{BB962C8B-B14F-4D97-AF65-F5344CB8AC3E}">
        <p14:creationId xmlns:p14="http://schemas.microsoft.com/office/powerpoint/2010/main" val="139838384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de-CH"/>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6FEC2A0-B5D4-4D3B-AF65-8A98434EA04A}" type="datetimeFigureOut">
              <a:rPr lang="de-CH" smtClean="0"/>
              <a:t>19.05.26</a:t>
            </a:fld>
            <a:endParaRPr lang="de-CH"/>
          </a:p>
        </p:txBody>
      </p:sp>
      <p:sp>
        <p:nvSpPr>
          <p:cNvPr id="5" name="Footer Placeholder 4"/>
          <p:cNvSpPr>
            <a:spLocks noGrp="1"/>
          </p:cNvSpPr>
          <p:nvPr>
            <p:ph type="ftr" sz="quarter" idx="11"/>
          </p:nvPr>
        </p:nvSpPr>
        <p:spPr/>
        <p:txBody>
          <a:bodyPr/>
          <a:lstStyle/>
          <a:p>
            <a:endParaRPr lang="de-CH"/>
          </a:p>
        </p:txBody>
      </p:sp>
      <p:sp>
        <p:nvSpPr>
          <p:cNvPr id="6" name="Slide Number Placeholder 5"/>
          <p:cNvSpPr>
            <a:spLocks noGrp="1"/>
          </p:cNvSpPr>
          <p:nvPr>
            <p:ph type="sldNum" sz="quarter" idx="12"/>
          </p:nvPr>
        </p:nvSpPr>
        <p:spPr/>
        <p:txBody>
          <a:bodyPr/>
          <a:lstStyle/>
          <a:p>
            <a:fld id="{943981CE-EA90-44DC-A09B-8F784406CB9D}" type="slidenum">
              <a:rPr lang="de-CH" smtClean="0"/>
              <a:t>‹#›</a:t>
            </a:fld>
            <a:endParaRPr lang="de-CH"/>
          </a:p>
        </p:txBody>
      </p:sp>
    </p:spTree>
    <p:extLst>
      <p:ext uri="{BB962C8B-B14F-4D97-AF65-F5344CB8AC3E}">
        <p14:creationId xmlns:p14="http://schemas.microsoft.com/office/powerpoint/2010/main" val="344565446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de-CH"/>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5" name="Date Placeholder 4"/>
          <p:cNvSpPr>
            <a:spLocks noGrp="1"/>
          </p:cNvSpPr>
          <p:nvPr>
            <p:ph type="dt" sz="half" idx="10"/>
          </p:nvPr>
        </p:nvSpPr>
        <p:spPr/>
        <p:txBody>
          <a:bodyPr/>
          <a:lstStyle/>
          <a:p>
            <a:fld id="{C6FEC2A0-B5D4-4D3B-AF65-8A98434EA04A}" type="datetimeFigureOut">
              <a:rPr lang="de-CH" smtClean="0"/>
              <a:t>19.05.26</a:t>
            </a:fld>
            <a:endParaRPr lang="de-CH"/>
          </a:p>
        </p:txBody>
      </p:sp>
      <p:sp>
        <p:nvSpPr>
          <p:cNvPr id="6" name="Footer Placeholder 5"/>
          <p:cNvSpPr>
            <a:spLocks noGrp="1"/>
          </p:cNvSpPr>
          <p:nvPr>
            <p:ph type="ftr" sz="quarter" idx="11"/>
          </p:nvPr>
        </p:nvSpPr>
        <p:spPr/>
        <p:txBody>
          <a:bodyPr/>
          <a:lstStyle/>
          <a:p>
            <a:endParaRPr lang="de-CH"/>
          </a:p>
        </p:txBody>
      </p:sp>
      <p:sp>
        <p:nvSpPr>
          <p:cNvPr id="7" name="Slide Number Placeholder 6"/>
          <p:cNvSpPr>
            <a:spLocks noGrp="1"/>
          </p:cNvSpPr>
          <p:nvPr>
            <p:ph type="sldNum" sz="quarter" idx="12"/>
          </p:nvPr>
        </p:nvSpPr>
        <p:spPr/>
        <p:txBody>
          <a:bodyPr/>
          <a:lstStyle/>
          <a:p>
            <a:fld id="{943981CE-EA90-44DC-A09B-8F784406CB9D}" type="slidenum">
              <a:rPr lang="de-CH" smtClean="0"/>
              <a:t>‹#›</a:t>
            </a:fld>
            <a:endParaRPr lang="de-CH"/>
          </a:p>
        </p:txBody>
      </p:sp>
    </p:spTree>
    <p:extLst>
      <p:ext uri="{BB962C8B-B14F-4D97-AF65-F5344CB8AC3E}">
        <p14:creationId xmlns:p14="http://schemas.microsoft.com/office/powerpoint/2010/main" val="36451317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de-CH"/>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7" name="Date Placeholder 6"/>
          <p:cNvSpPr>
            <a:spLocks noGrp="1"/>
          </p:cNvSpPr>
          <p:nvPr>
            <p:ph type="dt" sz="half" idx="10"/>
          </p:nvPr>
        </p:nvSpPr>
        <p:spPr/>
        <p:txBody>
          <a:bodyPr/>
          <a:lstStyle/>
          <a:p>
            <a:fld id="{C6FEC2A0-B5D4-4D3B-AF65-8A98434EA04A}" type="datetimeFigureOut">
              <a:rPr lang="de-CH" smtClean="0"/>
              <a:t>19.05.26</a:t>
            </a:fld>
            <a:endParaRPr lang="de-CH"/>
          </a:p>
        </p:txBody>
      </p:sp>
      <p:sp>
        <p:nvSpPr>
          <p:cNvPr id="8" name="Footer Placeholder 7"/>
          <p:cNvSpPr>
            <a:spLocks noGrp="1"/>
          </p:cNvSpPr>
          <p:nvPr>
            <p:ph type="ftr" sz="quarter" idx="11"/>
          </p:nvPr>
        </p:nvSpPr>
        <p:spPr/>
        <p:txBody>
          <a:bodyPr/>
          <a:lstStyle/>
          <a:p>
            <a:endParaRPr lang="de-CH"/>
          </a:p>
        </p:txBody>
      </p:sp>
      <p:sp>
        <p:nvSpPr>
          <p:cNvPr id="9" name="Slide Number Placeholder 8"/>
          <p:cNvSpPr>
            <a:spLocks noGrp="1"/>
          </p:cNvSpPr>
          <p:nvPr>
            <p:ph type="sldNum" sz="quarter" idx="12"/>
          </p:nvPr>
        </p:nvSpPr>
        <p:spPr/>
        <p:txBody>
          <a:bodyPr/>
          <a:lstStyle/>
          <a:p>
            <a:fld id="{943981CE-EA90-44DC-A09B-8F784406CB9D}" type="slidenum">
              <a:rPr lang="de-CH" smtClean="0"/>
              <a:t>‹#›</a:t>
            </a:fld>
            <a:endParaRPr lang="de-CH"/>
          </a:p>
        </p:txBody>
      </p:sp>
    </p:spTree>
    <p:extLst>
      <p:ext uri="{BB962C8B-B14F-4D97-AF65-F5344CB8AC3E}">
        <p14:creationId xmlns:p14="http://schemas.microsoft.com/office/powerpoint/2010/main" val="291512326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de-CH"/>
          </a:p>
        </p:txBody>
      </p:sp>
      <p:sp>
        <p:nvSpPr>
          <p:cNvPr id="3" name="Date Placeholder 2"/>
          <p:cNvSpPr>
            <a:spLocks noGrp="1"/>
          </p:cNvSpPr>
          <p:nvPr>
            <p:ph type="dt" sz="half" idx="10"/>
          </p:nvPr>
        </p:nvSpPr>
        <p:spPr/>
        <p:txBody>
          <a:bodyPr/>
          <a:lstStyle/>
          <a:p>
            <a:fld id="{C6FEC2A0-B5D4-4D3B-AF65-8A98434EA04A}" type="datetimeFigureOut">
              <a:rPr lang="de-CH" smtClean="0"/>
              <a:t>19.05.26</a:t>
            </a:fld>
            <a:endParaRPr lang="de-CH"/>
          </a:p>
        </p:txBody>
      </p:sp>
      <p:sp>
        <p:nvSpPr>
          <p:cNvPr id="4" name="Footer Placeholder 3"/>
          <p:cNvSpPr>
            <a:spLocks noGrp="1"/>
          </p:cNvSpPr>
          <p:nvPr>
            <p:ph type="ftr" sz="quarter" idx="11"/>
          </p:nvPr>
        </p:nvSpPr>
        <p:spPr/>
        <p:txBody>
          <a:bodyPr/>
          <a:lstStyle/>
          <a:p>
            <a:endParaRPr lang="de-CH"/>
          </a:p>
        </p:txBody>
      </p:sp>
      <p:sp>
        <p:nvSpPr>
          <p:cNvPr id="5" name="Slide Number Placeholder 4"/>
          <p:cNvSpPr>
            <a:spLocks noGrp="1"/>
          </p:cNvSpPr>
          <p:nvPr>
            <p:ph type="sldNum" sz="quarter" idx="12"/>
          </p:nvPr>
        </p:nvSpPr>
        <p:spPr/>
        <p:txBody>
          <a:bodyPr/>
          <a:lstStyle/>
          <a:p>
            <a:fld id="{943981CE-EA90-44DC-A09B-8F784406CB9D}" type="slidenum">
              <a:rPr lang="de-CH" smtClean="0"/>
              <a:t>‹#›</a:t>
            </a:fld>
            <a:endParaRPr lang="de-CH"/>
          </a:p>
        </p:txBody>
      </p:sp>
    </p:spTree>
    <p:extLst>
      <p:ext uri="{BB962C8B-B14F-4D97-AF65-F5344CB8AC3E}">
        <p14:creationId xmlns:p14="http://schemas.microsoft.com/office/powerpoint/2010/main" val="12290137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6FEC2A0-B5D4-4D3B-AF65-8A98434EA04A}" type="datetimeFigureOut">
              <a:rPr lang="de-CH" smtClean="0"/>
              <a:t>19.05.26</a:t>
            </a:fld>
            <a:endParaRPr lang="de-CH"/>
          </a:p>
        </p:txBody>
      </p:sp>
      <p:sp>
        <p:nvSpPr>
          <p:cNvPr id="3" name="Footer Placeholder 2"/>
          <p:cNvSpPr>
            <a:spLocks noGrp="1"/>
          </p:cNvSpPr>
          <p:nvPr>
            <p:ph type="ftr" sz="quarter" idx="11"/>
          </p:nvPr>
        </p:nvSpPr>
        <p:spPr/>
        <p:txBody>
          <a:bodyPr/>
          <a:lstStyle/>
          <a:p>
            <a:endParaRPr lang="de-CH"/>
          </a:p>
        </p:txBody>
      </p:sp>
      <p:sp>
        <p:nvSpPr>
          <p:cNvPr id="4" name="Slide Number Placeholder 3"/>
          <p:cNvSpPr>
            <a:spLocks noGrp="1"/>
          </p:cNvSpPr>
          <p:nvPr>
            <p:ph type="sldNum" sz="quarter" idx="12"/>
          </p:nvPr>
        </p:nvSpPr>
        <p:spPr/>
        <p:txBody>
          <a:bodyPr/>
          <a:lstStyle/>
          <a:p>
            <a:fld id="{943981CE-EA90-44DC-A09B-8F784406CB9D}" type="slidenum">
              <a:rPr lang="de-CH" smtClean="0"/>
              <a:t>‹#›</a:t>
            </a:fld>
            <a:endParaRPr lang="de-CH"/>
          </a:p>
        </p:txBody>
      </p:sp>
    </p:spTree>
    <p:extLst>
      <p:ext uri="{BB962C8B-B14F-4D97-AF65-F5344CB8AC3E}">
        <p14:creationId xmlns:p14="http://schemas.microsoft.com/office/powerpoint/2010/main" val="275201458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de-CH"/>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6FEC2A0-B5D4-4D3B-AF65-8A98434EA04A}" type="datetimeFigureOut">
              <a:rPr lang="de-CH" smtClean="0"/>
              <a:t>19.05.26</a:t>
            </a:fld>
            <a:endParaRPr lang="de-CH"/>
          </a:p>
        </p:txBody>
      </p:sp>
      <p:sp>
        <p:nvSpPr>
          <p:cNvPr id="6" name="Footer Placeholder 5"/>
          <p:cNvSpPr>
            <a:spLocks noGrp="1"/>
          </p:cNvSpPr>
          <p:nvPr>
            <p:ph type="ftr" sz="quarter" idx="11"/>
          </p:nvPr>
        </p:nvSpPr>
        <p:spPr/>
        <p:txBody>
          <a:bodyPr/>
          <a:lstStyle/>
          <a:p>
            <a:endParaRPr lang="de-CH"/>
          </a:p>
        </p:txBody>
      </p:sp>
      <p:sp>
        <p:nvSpPr>
          <p:cNvPr id="7" name="Slide Number Placeholder 6"/>
          <p:cNvSpPr>
            <a:spLocks noGrp="1"/>
          </p:cNvSpPr>
          <p:nvPr>
            <p:ph type="sldNum" sz="quarter" idx="12"/>
          </p:nvPr>
        </p:nvSpPr>
        <p:spPr/>
        <p:txBody>
          <a:bodyPr/>
          <a:lstStyle/>
          <a:p>
            <a:fld id="{943981CE-EA90-44DC-A09B-8F784406CB9D}" type="slidenum">
              <a:rPr lang="de-CH" smtClean="0"/>
              <a:t>‹#›</a:t>
            </a:fld>
            <a:endParaRPr lang="de-CH"/>
          </a:p>
        </p:txBody>
      </p:sp>
    </p:spTree>
    <p:extLst>
      <p:ext uri="{BB962C8B-B14F-4D97-AF65-F5344CB8AC3E}">
        <p14:creationId xmlns:p14="http://schemas.microsoft.com/office/powerpoint/2010/main" val="41799629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de-CH"/>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CH"/>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6FEC2A0-B5D4-4D3B-AF65-8A98434EA04A}" type="datetimeFigureOut">
              <a:rPr lang="de-CH" smtClean="0"/>
              <a:t>19.05.26</a:t>
            </a:fld>
            <a:endParaRPr lang="de-CH"/>
          </a:p>
        </p:txBody>
      </p:sp>
      <p:sp>
        <p:nvSpPr>
          <p:cNvPr id="6" name="Footer Placeholder 5"/>
          <p:cNvSpPr>
            <a:spLocks noGrp="1"/>
          </p:cNvSpPr>
          <p:nvPr>
            <p:ph type="ftr" sz="quarter" idx="11"/>
          </p:nvPr>
        </p:nvSpPr>
        <p:spPr/>
        <p:txBody>
          <a:bodyPr/>
          <a:lstStyle/>
          <a:p>
            <a:endParaRPr lang="de-CH"/>
          </a:p>
        </p:txBody>
      </p:sp>
      <p:sp>
        <p:nvSpPr>
          <p:cNvPr id="7" name="Slide Number Placeholder 6"/>
          <p:cNvSpPr>
            <a:spLocks noGrp="1"/>
          </p:cNvSpPr>
          <p:nvPr>
            <p:ph type="sldNum" sz="quarter" idx="12"/>
          </p:nvPr>
        </p:nvSpPr>
        <p:spPr/>
        <p:txBody>
          <a:bodyPr/>
          <a:lstStyle/>
          <a:p>
            <a:fld id="{943981CE-EA90-44DC-A09B-8F784406CB9D}" type="slidenum">
              <a:rPr lang="de-CH" smtClean="0"/>
              <a:t>‹#›</a:t>
            </a:fld>
            <a:endParaRPr lang="de-CH"/>
          </a:p>
        </p:txBody>
      </p:sp>
    </p:spTree>
    <p:extLst>
      <p:ext uri="{BB962C8B-B14F-4D97-AF65-F5344CB8AC3E}">
        <p14:creationId xmlns:p14="http://schemas.microsoft.com/office/powerpoint/2010/main" val="19040199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de-CH"/>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p:cNvSpPr>
            <a:spLocks noGrp="1"/>
          </p:cNvSpPr>
          <p:nvPr>
            <p:ph type="dt" sz="half" idx="10"/>
          </p:nvPr>
        </p:nvSpPr>
        <p:spPr/>
        <p:txBody>
          <a:bodyPr/>
          <a:lstStyle/>
          <a:p>
            <a:fld id="{C6FEC2A0-B5D4-4D3B-AF65-8A98434EA04A}" type="datetimeFigureOut">
              <a:rPr lang="de-CH" smtClean="0"/>
              <a:t>19.05.26</a:t>
            </a:fld>
            <a:endParaRPr lang="de-CH"/>
          </a:p>
        </p:txBody>
      </p:sp>
      <p:sp>
        <p:nvSpPr>
          <p:cNvPr id="5" name="Footer Placeholder 4"/>
          <p:cNvSpPr>
            <a:spLocks noGrp="1"/>
          </p:cNvSpPr>
          <p:nvPr>
            <p:ph type="ftr" sz="quarter" idx="11"/>
          </p:nvPr>
        </p:nvSpPr>
        <p:spPr/>
        <p:txBody>
          <a:bodyPr/>
          <a:lstStyle/>
          <a:p>
            <a:endParaRPr lang="de-CH"/>
          </a:p>
        </p:txBody>
      </p:sp>
      <p:sp>
        <p:nvSpPr>
          <p:cNvPr id="6" name="Slide Number Placeholder 5"/>
          <p:cNvSpPr>
            <a:spLocks noGrp="1"/>
          </p:cNvSpPr>
          <p:nvPr>
            <p:ph type="sldNum" sz="quarter" idx="12"/>
          </p:nvPr>
        </p:nvSpPr>
        <p:spPr/>
        <p:txBody>
          <a:bodyPr/>
          <a:lstStyle/>
          <a:p>
            <a:fld id="{943981CE-EA90-44DC-A09B-8F784406CB9D}" type="slidenum">
              <a:rPr lang="de-CH" smtClean="0"/>
              <a:t>‹#›</a:t>
            </a:fld>
            <a:endParaRPr lang="de-CH"/>
          </a:p>
        </p:txBody>
      </p:sp>
    </p:spTree>
    <p:extLst>
      <p:ext uri="{BB962C8B-B14F-4D97-AF65-F5344CB8AC3E}">
        <p14:creationId xmlns:p14="http://schemas.microsoft.com/office/powerpoint/2010/main" val="12310635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de-CH"/>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p:cNvSpPr>
            <a:spLocks noGrp="1"/>
          </p:cNvSpPr>
          <p:nvPr>
            <p:ph type="dt" sz="half" idx="10"/>
          </p:nvPr>
        </p:nvSpPr>
        <p:spPr/>
        <p:txBody>
          <a:bodyPr/>
          <a:lstStyle/>
          <a:p>
            <a:fld id="{C6FEC2A0-B5D4-4D3B-AF65-8A98434EA04A}" type="datetimeFigureOut">
              <a:rPr lang="de-CH" smtClean="0"/>
              <a:t>19.05.26</a:t>
            </a:fld>
            <a:endParaRPr lang="de-CH"/>
          </a:p>
        </p:txBody>
      </p:sp>
      <p:sp>
        <p:nvSpPr>
          <p:cNvPr id="5" name="Footer Placeholder 4"/>
          <p:cNvSpPr>
            <a:spLocks noGrp="1"/>
          </p:cNvSpPr>
          <p:nvPr>
            <p:ph type="ftr" sz="quarter" idx="11"/>
          </p:nvPr>
        </p:nvSpPr>
        <p:spPr/>
        <p:txBody>
          <a:bodyPr/>
          <a:lstStyle/>
          <a:p>
            <a:endParaRPr lang="de-CH"/>
          </a:p>
        </p:txBody>
      </p:sp>
      <p:sp>
        <p:nvSpPr>
          <p:cNvPr id="6" name="Slide Number Placeholder 5"/>
          <p:cNvSpPr>
            <a:spLocks noGrp="1"/>
          </p:cNvSpPr>
          <p:nvPr>
            <p:ph type="sldNum" sz="quarter" idx="12"/>
          </p:nvPr>
        </p:nvSpPr>
        <p:spPr/>
        <p:txBody>
          <a:bodyPr/>
          <a:lstStyle/>
          <a:p>
            <a:fld id="{943981CE-EA90-44DC-A09B-8F784406CB9D}" type="slidenum">
              <a:rPr lang="de-CH" smtClean="0"/>
              <a:t>‹#›</a:t>
            </a:fld>
            <a:endParaRPr lang="de-CH"/>
          </a:p>
        </p:txBody>
      </p:sp>
    </p:spTree>
    <p:extLst>
      <p:ext uri="{BB962C8B-B14F-4D97-AF65-F5344CB8AC3E}">
        <p14:creationId xmlns:p14="http://schemas.microsoft.com/office/powerpoint/2010/main" val="165525833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x_Photo_+_Caption_A">
    <p:bg>
      <p:bgPr>
        <a:solidFill>
          <a:schemeClr val="tx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C50EF9F7-1BDD-C412-DA7B-D3D0D1ABA091}"/>
              </a:ext>
            </a:extLst>
          </p:cNvPr>
          <p:cNvSpPr>
            <a:spLocks noGrp="1"/>
          </p:cNvSpPr>
          <p:nvPr>
            <p:ph type="pic" sz="quarter" idx="13"/>
          </p:nvPr>
        </p:nvSpPr>
        <p:spPr>
          <a:xfrm>
            <a:off x="647700" y="670773"/>
            <a:ext cx="10896600" cy="5539527"/>
          </a:xfrm>
          <a:prstGeom prst="rect">
            <a:avLst/>
          </a:prstGeom>
        </p:spPr>
        <p:txBody>
          <a:bodyPr/>
          <a:lstStyle/>
          <a:p>
            <a:r>
              <a:rPr lang="en-US"/>
              <a:t>Click icon to add picture</a:t>
            </a:r>
          </a:p>
        </p:txBody>
      </p:sp>
      <p:sp>
        <p:nvSpPr>
          <p:cNvPr id="2" name="Rectangle 1">
            <a:extLst>
              <a:ext uri="{FF2B5EF4-FFF2-40B4-BE49-F238E27FC236}">
                <a16:creationId xmlns:a16="http://schemas.microsoft.com/office/drawing/2014/main" id="{F7C1B8CB-9FFB-8D0A-F788-18710501B096}"/>
              </a:ext>
            </a:extLst>
          </p:cNvPr>
          <p:cNvSpPr/>
          <p:nvPr/>
        </p:nvSpPr>
        <p:spPr bwMode="auto">
          <a:xfrm>
            <a:off x="0" y="2679405"/>
            <a:ext cx="4924396" cy="4178595"/>
          </a:xfrm>
          <a:prstGeom prst="rect">
            <a:avLst/>
          </a:prstGeom>
          <a:solidFill>
            <a:srgbClr val="161616"/>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8" name="Oval 7">
            <a:extLst>
              <a:ext uri="{FF2B5EF4-FFF2-40B4-BE49-F238E27FC236}">
                <a16:creationId xmlns:a16="http://schemas.microsoft.com/office/drawing/2014/main" id="{08E94620-1500-8D43-BD64-006D83AE4B8E}"/>
              </a:ext>
            </a:extLst>
          </p:cNvPr>
          <p:cNvSpPr/>
          <p:nvPr/>
        </p:nvSpPr>
        <p:spPr bwMode="auto">
          <a:xfrm>
            <a:off x="-2151983" y="5103629"/>
            <a:ext cx="3848986" cy="3848986"/>
          </a:xfrm>
          <a:prstGeom prst="ellipse">
            <a:avLst/>
          </a:prstGeom>
          <a:solidFill>
            <a:srgbClr val="8B97FF">
              <a:alpha val="65000"/>
            </a:srgbClr>
          </a:solidFill>
          <a:ln>
            <a:noFill/>
          </a:ln>
          <a:effectLst>
            <a:softEdge rad="805949"/>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Calibri" panose="020F0502020204030204" pitchFamily="34" charset="0"/>
            </a:endParaRPr>
          </a:p>
        </p:txBody>
      </p:sp>
      <p:sp>
        <p:nvSpPr>
          <p:cNvPr id="5" name="Text Placeholder 4">
            <a:extLst>
              <a:ext uri="{FF2B5EF4-FFF2-40B4-BE49-F238E27FC236}">
                <a16:creationId xmlns:a16="http://schemas.microsoft.com/office/drawing/2014/main" id="{A2159C2A-0FC8-422F-92E4-B92935AAE5A0}"/>
              </a:ext>
            </a:extLst>
          </p:cNvPr>
          <p:cNvSpPr>
            <a:spLocks noGrp="1"/>
          </p:cNvSpPr>
          <p:nvPr>
            <p:ph type="body" sz="quarter" idx="10" hasCustomPrompt="1"/>
          </p:nvPr>
        </p:nvSpPr>
        <p:spPr>
          <a:xfrm>
            <a:off x="647699" y="3809007"/>
            <a:ext cx="3722281" cy="1169551"/>
          </a:xfrm>
          <a:prstGeom prst="rect">
            <a:avLst/>
          </a:prstGeom>
        </p:spPr>
        <p:txBody>
          <a:bodyPr wrap="square">
            <a:spAutoFit/>
          </a:bodyPr>
          <a:lstStyle>
            <a:lvl1pPr>
              <a:lnSpc>
                <a:spcPct val="100000"/>
              </a:lnSpc>
              <a:spcBef>
                <a:spcPts val="0"/>
              </a:spcBef>
              <a:defRPr sz="3800" b="0" i="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t>Caption with two or more lines</a:t>
            </a:r>
          </a:p>
        </p:txBody>
      </p:sp>
      <p:sp>
        <p:nvSpPr>
          <p:cNvPr id="13" name="Text Placeholder 4">
            <a:extLst>
              <a:ext uri="{FF2B5EF4-FFF2-40B4-BE49-F238E27FC236}">
                <a16:creationId xmlns:a16="http://schemas.microsoft.com/office/drawing/2014/main" id="{B8E369A2-FC86-4140-9080-E549260B9180}"/>
              </a:ext>
            </a:extLst>
          </p:cNvPr>
          <p:cNvSpPr>
            <a:spLocks noGrp="1"/>
          </p:cNvSpPr>
          <p:nvPr>
            <p:ph type="body" sz="quarter" idx="11" hasCustomPrompt="1"/>
          </p:nvPr>
        </p:nvSpPr>
        <p:spPr>
          <a:xfrm>
            <a:off x="647700" y="3428999"/>
            <a:ext cx="3732914" cy="184666"/>
          </a:xfrm>
          <a:prstGeom prst="rect">
            <a:avLst/>
          </a:prstGeom>
        </p:spPr>
        <p:txBody>
          <a:bodyPr wrap="square">
            <a:spAutoFit/>
          </a:bodyPr>
          <a:lstStyle>
            <a:lvl1pPr>
              <a:lnSpc>
                <a:spcPct val="100000"/>
              </a:lnSpc>
              <a:spcBef>
                <a:spcPts val="0"/>
              </a:spcBef>
              <a:defRPr sz="1200" b="1" spc="300">
                <a:solidFill>
                  <a:schemeClr val="bg1"/>
                </a:solidFill>
                <a:latin typeface="+mj-lt"/>
                <a:cs typeface="Calibri Light" panose="020F0302020204030204" pitchFamily="34" charset="0"/>
              </a:defRPr>
            </a:lvl1pPr>
            <a:lvl2pPr>
              <a:buNone/>
              <a:defRPr/>
            </a:lvl2pPr>
          </a:lstStyle>
          <a:p>
            <a:pPr lvl="0"/>
            <a:r>
              <a:rPr lang="en-US">
                <a:effectLst/>
              </a:rPr>
              <a:t>PREHEADER</a:t>
            </a:r>
            <a:endParaRPr lang="en-US"/>
          </a:p>
        </p:txBody>
      </p:sp>
      <p:sp>
        <p:nvSpPr>
          <p:cNvPr id="3" name="Text Placeholder 4">
            <a:extLst>
              <a:ext uri="{FF2B5EF4-FFF2-40B4-BE49-F238E27FC236}">
                <a16:creationId xmlns:a16="http://schemas.microsoft.com/office/drawing/2014/main" id="{184CEF6B-33E9-BCE0-3818-CFEBB6352D89}"/>
              </a:ext>
            </a:extLst>
          </p:cNvPr>
          <p:cNvSpPr>
            <a:spLocks noGrp="1"/>
          </p:cNvSpPr>
          <p:nvPr>
            <p:ph type="body" sz="quarter" idx="12" hasCustomPrompt="1"/>
          </p:nvPr>
        </p:nvSpPr>
        <p:spPr>
          <a:xfrm>
            <a:off x="647700" y="5438001"/>
            <a:ext cx="3690384" cy="276999"/>
          </a:xfrm>
          <a:prstGeom prst="rect">
            <a:avLst/>
          </a:prstGeom>
        </p:spPr>
        <p:txBody>
          <a:bodyPr wrap="square">
            <a:spAutoFit/>
          </a:bodyPr>
          <a:lstStyle>
            <a:lvl1pPr>
              <a:lnSpc>
                <a:spcPct val="100000"/>
              </a:lnSpc>
              <a:spcBef>
                <a:spcPts val="0"/>
              </a:spcBef>
              <a:defRPr sz="18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a:t>
            </a:r>
            <a:endParaRPr lang="en-US"/>
          </a:p>
        </p:txBody>
      </p:sp>
      <p:sp>
        <p:nvSpPr>
          <p:cNvPr id="4" name="TextBox 3">
            <a:extLst>
              <a:ext uri="{FF2B5EF4-FFF2-40B4-BE49-F238E27FC236}">
                <a16:creationId xmlns:a16="http://schemas.microsoft.com/office/drawing/2014/main" id="{332FADFE-CDC9-BCE0-575D-8C2B21EF5ECA}"/>
              </a:ext>
            </a:extLst>
          </p:cNvPr>
          <p:cNvSpPr txBox="1"/>
          <p:nvPr/>
        </p:nvSpPr>
        <p:spPr>
          <a:xfrm>
            <a:off x="2271713" y="-857250"/>
            <a:ext cx="0" cy="0"/>
          </a:xfrm>
          <a:prstGeom prst="rect">
            <a:avLst/>
          </a:prstGeom>
          <a:noFill/>
        </p:spPr>
        <p:txBody>
          <a:bodyPr wrap="none" lIns="0" tIns="0" rIns="0" bIns="0" rtlCol="0">
            <a:noAutofit/>
          </a:bodyPr>
          <a:lstStyle/>
          <a:p>
            <a:pPr>
              <a:lnSpc>
                <a:spcPct val="110000"/>
              </a:lnSpc>
              <a:spcBef>
                <a:spcPts val="600"/>
              </a:spcBef>
            </a:pPr>
            <a:endParaRPr lang="en-US" sz="1200" err="1">
              <a:ea typeface="Human Sans" charset="0"/>
              <a:cs typeface="Human Sans" charset="0"/>
            </a:endParaRPr>
          </a:p>
        </p:txBody>
      </p:sp>
      <p:pic>
        <p:nvPicPr>
          <p:cNvPr id="6" name="Picture 5">
            <a:extLst>
              <a:ext uri="{FF2B5EF4-FFF2-40B4-BE49-F238E27FC236}">
                <a16:creationId xmlns:a16="http://schemas.microsoft.com/office/drawing/2014/main" id="{B7FE3F6A-717B-D671-C21C-B99B4FB2316A}"/>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647701" y="237004"/>
            <a:ext cx="495300" cy="182096"/>
          </a:xfrm>
          <a:prstGeom prst="rect">
            <a:avLst/>
          </a:prstGeom>
        </p:spPr>
      </p:pic>
      <p:sp>
        <p:nvSpPr>
          <p:cNvPr id="9" name="TextBox 8">
            <a:extLst>
              <a:ext uri="{FF2B5EF4-FFF2-40B4-BE49-F238E27FC236}">
                <a16:creationId xmlns:a16="http://schemas.microsoft.com/office/drawing/2014/main" id="{E5AA398A-2E47-0C00-F4A0-87498FC7BBC1}"/>
              </a:ext>
            </a:extLst>
          </p:cNvPr>
          <p:cNvSpPr txBox="1"/>
          <p:nvPr/>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10" name="Text Placeholder 3">
            <a:extLst>
              <a:ext uri="{FF2B5EF4-FFF2-40B4-BE49-F238E27FC236}">
                <a16:creationId xmlns:a16="http://schemas.microsoft.com/office/drawing/2014/main" id="{E8E7F306-CD25-215E-BBB0-42720869F90C}"/>
              </a:ext>
            </a:extLst>
          </p:cNvPr>
          <p:cNvSpPr txBox="1">
            <a:spLocks/>
          </p:cNvSpPr>
          <p:nvPr/>
        </p:nvSpPr>
        <p:spPr>
          <a:xfrm>
            <a:off x="11340916"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a:solidFill>
                  <a:schemeClr val="tx1"/>
                </a:solidFill>
              </a:rPr>
              <a:pPr lvl="0"/>
              <a:t>‹#›</a:t>
            </a:fld>
            <a:endParaRPr lang="en-US" sz="1000">
              <a:solidFill>
                <a:schemeClr val="tx1"/>
              </a:solidFill>
            </a:endParaRPr>
          </a:p>
        </p:txBody>
      </p:sp>
    </p:spTree>
    <p:extLst>
      <p:ext uri="{BB962C8B-B14F-4D97-AF65-F5344CB8AC3E}">
        <p14:creationId xmlns:p14="http://schemas.microsoft.com/office/powerpoint/2010/main" val="240354849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Cover_Image">
    <p:bg>
      <p:bgPr>
        <a:solidFill>
          <a:schemeClr val="tx1"/>
        </a:solidFill>
        <a:effectLst/>
      </p:bgPr>
    </p:bg>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A2159C2A-0FC8-422F-92E4-B92935AAE5A0}"/>
              </a:ext>
            </a:extLst>
          </p:cNvPr>
          <p:cNvSpPr>
            <a:spLocks noGrp="1"/>
          </p:cNvSpPr>
          <p:nvPr>
            <p:ph type="body" sz="quarter" idx="10" hasCustomPrompt="1"/>
          </p:nvPr>
        </p:nvSpPr>
        <p:spPr>
          <a:xfrm>
            <a:off x="635825" y="1655821"/>
            <a:ext cx="8060366" cy="2103140"/>
          </a:xfrm>
          <a:prstGeom prst="rect">
            <a:avLst/>
          </a:prstGeom>
        </p:spPr>
        <p:txBody>
          <a:bodyPr wrap="square">
            <a:spAutoFit/>
          </a:bodyPr>
          <a:lstStyle>
            <a:lvl1pPr>
              <a:lnSpc>
                <a:spcPts val="8200"/>
              </a:lnSpc>
              <a:spcBef>
                <a:spcPts val="0"/>
              </a:spcBef>
              <a:defRPr sz="8000" b="0" i="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t>Presentation Cover with Longer Title</a:t>
            </a:r>
          </a:p>
        </p:txBody>
      </p:sp>
      <p:sp>
        <p:nvSpPr>
          <p:cNvPr id="13" name="Text Placeholder 4">
            <a:extLst>
              <a:ext uri="{FF2B5EF4-FFF2-40B4-BE49-F238E27FC236}">
                <a16:creationId xmlns:a16="http://schemas.microsoft.com/office/drawing/2014/main" id="{B8E369A2-FC86-4140-9080-E549260B9180}"/>
              </a:ext>
            </a:extLst>
          </p:cNvPr>
          <p:cNvSpPr>
            <a:spLocks noGrp="1"/>
          </p:cNvSpPr>
          <p:nvPr>
            <p:ph type="body" sz="quarter" idx="11" hasCustomPrompt="1"/>
          </p:nvPr>
        </p:nvSpPr>
        <p:spPr>
          <a:xfrm>
            <a:off x="635825" y="4670399"/>
            <a:ext cx="10515600" cy="455381"/>
          </a:xfrm>
          <a:prstGeom prst="rect">
            <a:avLst/>
          </a:prstGeom>
        </p:spPr>
        <p:txBody>
          <a:bodyPr wrap="square">
            <a:spAutoFit/>
          </a:bodyPr>
          <a:lstStyle>
            <a:lvl1pPr>
              <a:lnSpc>
                <a:spcPct val="150000"/>
              </a:lnSpc>
              <a:spcBef>
                <a:spcPts val="0"/>
              </a:spcBef>
              <a:defRPr sz="22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14" name="Text Placeholder 4">
            <a:extLst>
              <a:ext uri="{FF2B5EF4-FFF2-40B4-BE49-F238E27FC236}">
                <a16:creationId xmlns:a16="http://schemas.microsoft.com/office/drawing/2014/main" id="{2F6A18E7-9305-4C6B-A5A3-4962D30A22A2}"/>
              </a:ext>
            </a:extLst>
          </p:cNvPr>
          <p:cNvSpPr>
            <a:spLocks noGrp="1"/>
          </p:cNvSpPr>
          <p:nvPr>
            <p:ph type="body" sz="quarter" idx="12" hasCustomPrompt="1"/>
          </p:nvPr>
        </p:nvSpPr>
        <p:spPr>
          <a:xfrm>
            <a:off x="635825" y="5393921"/>
            <a:ext cx="6489700" cy="200055"/>
          </a:xfrm>
          <a:prstGeom prst="rect">
            <a:avLst/>
          </a:prstGeom>
        </p:spPr>
        <p:txBody>
          <a:bodyPr>
            <a:spAutoFit/>
          </a:bodyPr>
          <a:lstStyle>
            <a:lvl1pPr>
              <a:lnSpc>
                <a:spcPct val="100000"/>
              </a:lnSpc>
              <a:spcBef>
                <a:spcPts val="0"/>
              </a:spcBef>
              <a:defRPr sz="1300" b="1" i="0" spc="400" baseline="0">
                <a:solidFill>
                  <a:srgbClr val="00F6FF"/>
                </a:solidFill>
                <a:latin typeface="Calibri" panose="020F0502020204030204" pitchFamily="34" charset="0"/>
                <a:cs typeface="Calibri" panose="020F0502020204030204" pitchFamily="34" charset="0"/>
              </a:defRPr>
            </a:lvl1pPr>
            <a:lvl2pPr>
              <a:buNone/>
              <a:defRPr/>
            </a:lvl2pPr>
          </a:lstStyle>
          <a:p>
            <a:pPr lvl="0"/>
            <a:r>
              <a:rPr lang="en-US">
                <a:effectLst/>
              </a:rPr>
              <a:t>DECEMBER 2022</a:t>
            </a:r>
            <a:endParaRPr lang="en-US"/>
          </a:p>
        </p:txBody>
      </p:sp>
      <p:sp>
        <p:nvSpPr>
          <p:cNvPr id="2" name="Footer Placeholder 5">
            <a:extLst>
              <a:ext uri="{FF2B5EF4-FFF2-40B4-BE49-F238E27FC236}">
                <a16:creationId xmlns:a16="http://schemas.microsoft.com/office/drawing/2014/main" id="{88D4788E-EE52-507E-7D71-0F24A4DBD2C0}"/>
              </a:ext>
            </a:extLst>
          </p:cNvPr>
          <p:cNvSpPr>
            <a:spLocks noGrp="1"/>
          </p:cNvSpPr>
          <p:nvPr>
            <p:ph type="ftr" sz="quarter" idx="3"/>
          </p:nvPr>
        </p:nvSpPr>
        <p:spPr>
          <a:xfrm>
            <a:off x="635825" y="6403340"/>
            <a:ext cx="1645920" cy="226060"/>
          </a:xfrm>
          <a:prstGeom prst="rect">
            <a:avLst/>
          </a:prstGeom>
        </p:spPr>
        <p:txBody>
          <a:bodyPr vert="horz" lIns="0" tIns="0" rIns="0" bIns="0" rtlCol="0" anchor="ctr"/>
          <a:lstStyle>
            <a:lvl1pPr algn="l">
              <a:defRPr kumimoji="0" lang="en-US" sz="600" b="0" i="0" u="none" strike="noStrike" cap="none" spc="0" normalizeH="0" baseline="0" dirty="0" smtClean="0">
                <a:ln>
                  <a:noFill/>
                </a:ln>
                <a:solidFill>
                  <a:schemeClr val="bg1"/>
                </a:solidFill>
                <a:effectLst/>
                <a:uLnTx/>
                <a:uFillTx/>
                <a:ea typeface="Calibri" panose="020F0502020204030204" pitchFamily="34" charset="0"/>
                <a:cs typeface="Calibri" panose="020F0502020204030204" pitchFamily="34" charset="0"/>
              </a:defRPr>
            </a:lvl1pPr>
          </a:lstStyle>
          <a:p>
            <a:r>
              <a:rPr lang="en-US"/>
              <a:t>EPAM Proprietary &amp; Confidential.</a:t>
            </a:r>
          </a:p>
        </p:txBody>
      </p:sp>
      <p:pic>
        <p:nvPicPr>
          <p:cNvPr id="3" name="Picture 2">
            <a:extLst>
              <a:ext uri="{FF2B5EF4-FFF2-40B4-BE49-F238E27FC236}">
                <a16:creationId xmlns:a16="http://schemas.microsoft.com/office/drawing/2014/main" id="{8AA3D84A-3A3E-A95D-16B1-DEAB594B0BA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699" y="716555"/>
            <a:ext cx="658001" cy="241912"/>
          </a:xfrm>
          <a:prstGeom prst="rect">
            <a:avLst/>
          </a:prstGeom>
        </p:spPr>
      </p:pic>
      <p:sp>
        <p:nvSpPr>
          <p:cNvPr id="6" name="Picture Placeholder 5">
            <a:extLst>
              <a:ext uri="{FF2B5EF4-FFF2-40B4-BE49-F238E27FC236}">
                <a16:creationId xmlns:a16="http://schemas.microsoft.com/office/drawing/2014/main" id="{0374159C-7297-E470-BBCD-D20C41E7AF68}"/>
              </a:ext>
            </a:extLst>
          </p:cNvPr>
          <p:cNvSpPr>
            <a:spLocks noGrp="1"/>
          </p:cNvSpPr>
          <p:nvPr>
            <p:ph type="pic" sz="quarter" idx="13"/>
          </p:nvPr>
        </p:nvSpPr>
        <p:spPr>
          <a:xfrm>
            <a:off x="0" y="0"/>
            <a:ext cx="12192000" cy="6858000"/>
          </a:xfrm>
          <a:prstGeom prst="rect">
            <a:avLst/>
          </a:prstGeom>
        </p:spPr>
        <p:txBody>
          <a:bodyPr/>
          <a:lstStyle/>
          <a:p>
            <a:endParaRPr lang="en-US"/>
          </a:p>
        </p:txBody>
      </p:sp>
    </p:spTree>
    <p:extLst>
      <p:ext uri="{BB962C8B-B14F-4D97-AF65-F5344CB8AC3E}">
        <p14:creationId xmlns:p14="http://schemas.microsoft.com/office/powerpoint/2010/main" val="409481646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Cover_Dark">
    <p:bg>
      <p:bgPr>
        <a:solidFill>
          <a:srgbClr val="060606"/>
        </a:solidFill>
        <a:effectLst/>
      </p:bgPr>
    </p:bg>
    <p:spTree>
      <p:nvGrpSpPr>
        <p:cNvPr id="1" name=""/>
        <p:cNvGrpSpPr/>
        <p:nvPr/>
      </p:nvGrpSpPr>
      <p:grpSpPr>
        <a:xfrm>
          <a:off x="0" y="0"/>
          <a:ext cx="0" cy="0"/>
          <a:chOff x="0" y="0"/>
          <a:chExt cx="0" cy="0"/>
        </a:xfrm>
      </p:grpSpPr>
      <p:sp>
        <p:nvSpPr>
          <p:cNvPr id="13" name="Text Placeholder 4">
            <a:extLst>
              <a:ext uri="{FF2B5EF4-FFF2-40B4-BE49-F238E27FC236}">
                <a16:creationId xmlns:a16="http://schemas.microsoft.com/office/drawing/2014/main" id="{B8E369A2-FC86-4140-9080-E549260B9180}"/>
              </a:ext>
            </a:extLst>
          </p:cNvPr>
          <p:cNvSpPr>
            <a:spLocks noGrp="1"/>
          </p:cNvSpPr>
          <p:nvPr>
            <p:ph type="body" sz="quarter" idx="11" hasCustomPrompt="1"/>
          </p:nvPr>
        </p:nvSpPr>
        <p:spPr>
          <a:xfrm>
            <a:off x="635825" y="4670399"/>
            <a:ext cx="7068944" cy="455381"/>
          </a:xfrm>
          <a:prstGeom prst="rect">
            <a:avLst/>
          </a:prstGeom>
        </p:spPr>
        <p:txBody>
          <a:bodyPr wrap="square">
            <a:spAutoFit/>
          </a:bodyPr>
          <a:lstStyle>
            <a:lvl1pPr>
              <a:lnSpc>
                <a:spcPct val="150000"/>
              </a:lnSpc>
              <a:spcBef>
                <a:spcPts val="0"/>
              </a:spcBef>
              <a:defRPr sz="22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14" name="Text Placeholder 4">
            <a:extLst>
              <a:ext uri="{FF2B5EF4-FFF2-40B4-BE49-F238E27FC236}">
                <a16:creationId xmlns:a16="http://schemas.microsoft.com/office/drawing/2014/main" id="{2F6A18E7-9305-4C6B-A5A3-4962D30A22A2}"/>
              </a:ext>
            </a:extLst>
          </p:cNvPr>
          <p:cNvSpPr>
            <a:spLocks noGrp="1"/>
          </p:cNvSpPr>
          <p:nvPr>
            <p:ph type="body" sz="quarter" idx="12" hasCustomPrompt="1"/>
          </p:nvPr>
        </p:nvSpPr>
        <p:spPr>
          <a:xfrm>
            <a:off x="635825" y="5393921"/>
            <a:ext cx="6489700" cy="200055"/>
          </a:xfrm>
          <a:prstGeom prst="rect">
            <a:avLst/>
          </a:prstGeom>
        </p:spPr>
        <p:txBody>
          <a:bodyPr>
            <a:spAutoFit/>
          </a:bodyPr>
          <a:lstStyle>
            <a:lvl1pPr>
              <a:lnSpc>
                <a:spcPct val="100000"/>
              </a:lnSpc>
              <a:spcBef>
                <a:spcPts val="0"/>
              </a:spcBef>
              <a:defRPr sz="1300" b="1" i="0" spc="400" baseline="0">
                <a:solidFill>
                  <a:srgbClr val="00F6FF"/>
                </a:solidFill>
                <a:latin typeface="Calibri" panose="020F0502020204030204" pitchFamily="34" charset="0"/>
                <a:cs typeface="Calibri" panose="020F0502020204030204" pitchFamily="34" charset="0"/>
              </a:defRPr>
            </a:lvl1pPr>
            <a:lvl2pPr>
              <a:buNone/>
              <a:defRPr/>
            </a:lvl2pPr>
          </a:lstStyle>
          <a:p>
            <a:pPr lvl="0"/>
            <a:r>
              <a:rPr lang="en-US">
                <a:effectLst/>
              </a:rPr>
              <a:t>DECEMBER 2022</a:t>
            </a:r>
            <a:endParaRPr lang="en-US"/>
          </a:p>
        </p:txBody>
      </p:sp>
      <p:sp>
        <p:nvSpPr>
          <p:cNvPr id="2" name="Footer Placeholder 5">
            <a:extLst>
              <a:ext uri="{FF2B5EF4-FFF2-40B4-BE49-F238E27FC236}">
                <a16:creationId xmlns:a16="http://schemas.microsoft.com/office/drawing/2014/main" id="{88D4788E-EE52-507E-7D71-0F24A4DBD2C0}"/>
              </a:ext>
            </a:extLst>
          </p:cNvPr>
          <p:cNvSpPr>
            <a:spLocks noGrp="1"/>
          </p:cNvSpPr>
          <p:nvPr>
            <p:ph type="ftr" sz="quarter" idx="3"/>
          </p:nvPr>
        </p:nvSpPr>
        <p:spPr>
          <a:xfrm>
            <a:off x="635825" y="6403340"/>
            <a:ext cx="1645920" cy="226060"/>
          </a:xfrm>
          <a:prstGeom prst="rect">
            <a:avLst/>
          </a:prstGeom>
        </p:spPr>
        <p:txBody>
          <a:bodyPr vert="horz" lIns="0" tIns="0" rIns="0" bIns="0" rtlCol="0" anchor="ctr"/>
          <a:lstStyle>
            <a:lvl1pPr algn="l">
              <a:defRPr kumimoji="0" lang="en-US" sz="600" b="0" i="0" u="none" strike="noStrike" cap="none" spc="0" normalizeH="0" baseline="0" dirty="0" smtClean="0">
                <a:ln>
                  <a:noFill/>
                </a:ln>
                <a:solidFill>
                  <a:schemeClr val="bg1"/>
                </a:solidFill>
                <a:effectLst/>
                <a:uLnTx/>
                <a:uFillTx/>
                <a:ea typeface="Calibri" panose="020F0502020204030204" pitchFamily="34" charset="0"/>
                <a:cs typeface="Calibri" panose="020F0502020204030204" pitchFamily="34" charset="0"/>
              </a:defRPr>
            </a:lvl1pPr>
          </a:lstStyle>
          <a:p>
            <a:r>
              <a:rPr lang="en-US"/>
              <a:t>EPAM Proprietary &amp; Confidential.</a:t>
            </a:r>
          </a:p>
        </p:txBody>
      </p:sp>
      <p:sp>
        <p:nvSpPr>
          <p:cNvPr id="8" name="Text Placeholder 4">
            <a:extLst>
              <a:ext uri="{FF2B5EF4-FFF2-40B4-BE49-F238E27FC236}">
                <a16:creationId xmlns:a16="http://schemas.microsoft.com/office/drawing/2014/main" id="{DF86B7FC-77D7-4734-103B-B7BEE343FE4C}"/>
              </a:ext>
            </a:extLst>
          </p:cNvPr>
          <p:cNvSpPr>
            <a:spLocks noGrp="1"/>
          </p:cNvSpPr>
          <p:nvPr>
            <p:ph type="body" sz="quarter" idx="10" hasCustomPrompt="1"/>
          </p:nvPr>
        </p:nvSpPr>
        <p:spPr>
          <a:xfrm>
            <a:off x="635825" y="1653938"/>
            <a:ext cx="8060366" cy="2103140"/>
          </a:xfrm>
          <a:prstGeom prst="rect">
            <a:avLst/>
          </a:prstGeom>
        </p:spPr>
        <p:txBody>
          <a:bodyPr wrap="square">
            <a:spAutoFit/>
          </a:bodyPr>
          <a:lstStyle>
            <a:lvl1pPr>
              <a:lnSpc>
                <a:spcPts val="8200"/>
              </a:lnSpc>
              <a:spcBef>
                <a:spcPts val="0"/>
              </a:spcBef>
              <a:defRPr sz="8000" b="0" i="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t>Presentation Cover with Longer Title</a:t>
            </a:r>
          </a:p>
        </p:txBody>
      </p:sp>
      <p:pic>
        <p:nvPicPr>
          <p:cNvPr id="3" name="Picture 2">
            <a:extLst>
              <a:ext uri="{FF2B5EF4-FFF2-40B4-BE49-F238E27FC236}">
                <a16:creationId xmlns:a16="http://schemas.microsoft.com/office/drawing/2014/main" id="{8525FA4B-8346-1D65-A1A6-BE46B3388E86}"/>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699" y="716555"/>
            <a:ext cx="658001" cy="241912"/>
          </a:xfrm>
          <a:prstGeom prst="rect">
            <a:avLst/>
          </a:prstGeom>
        </p:spPr>
      </p:pic>
    </p:spTree>
    <p:extLst>
      <p:ext uri="{BB962C8B-B14F-4D97-AF65-F5344CB8AC3E}">
        <p14:creationId xmlns:p14="http://schemas.microsoft.com/office/powerpoint/2010/main" val="218518444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over_Shorter_Title_Half_Page">
    <p:spTree>
      <p:nvGrpSpPr>
        <p:cNvPr id="1" name=""/>
        <p:cNvGrpSpPr/>
        <p:nvPr/>
      </p:nvGrpSpPr>
      <p:grpSpPr>
        <a:xfrm>
          <a:off x="0" y="0"/>
          <a:ext cx="0" cy="0"/>
          <a:chOff x="0" y="0"/>
          <a:chExt cx="0" cy="0"/>
        </a:xfrm>
      </p:grpSpPr>
      <p:sp>
        <p:nvSpPr>
          <p:cNvPr id="5" name="Picture Placeholder 2">
            <a:extLst>
              <a:ext uri="{FF2B5EF4-FFF2-40B4-BE49-F238E27FC236}">
                <a16:creationId xmlns:a16="http://schemas.microsoft.com/office/drawing/2014/main" id="{040E1BA6-2B94-3FB9-8A61-22A11D25EDE1}"/>
              </a:ext>
            </a:extLst>
          </p:cNvPr>
          <p:cNvSpPr>
            <a:spLocks noGrp="1"/>
          </p:cNvSpPr>
          <p:nvPr>
            <p:ph type="pic" sz="quarter" idx="24"/>
          </p:nvPr>
        </p:nvSpPr>
        <p:spPr>
          <a:xfrm>
            <a:off x="6123008" y="0"/>
            <a:ext cx="6068992" cy="6858000"/>
          </a:xfrm>
          <a:prstGeom prst="rect">
            <a:avLst/>
          </a:prstGeom>
        </p:spPr>
        <p:txBody>
          <a:bodyPr/>
          <a:lstStyle/>
          <a:p>
            <a:endParaRPr lang="en-US"/>
          </a:p>
        </p:txBody>
      </p:sp>
      <p:sp>
        <p:nvSpPr>
          <p:cNvPr id="6" name="Text Placeholder 4">
            <a:extLst>
              <a:ext uri="{FF2B5EF4-FFF2-40B4-BE49-F238E27FC236}">
                <a16:creationId xmlns:a16="http://schemas.microsoft.com/office/drawing/2014/main" id="{5DF60C00-4DF7-EA8B-64E5-6D8707C3F163}"/>
              </a:ext>
            </a:extLst>
          </p:cNvPr>
          <p:cNvSpPr>
            <a:spLocks noGrp="1"/>
          </p:cNvSpPr>
          <p:nvPr>
            <p:ph type="body" sz="quarter" idx="25" hasCustomPrompt="1"/>
          </p:nvPr>
        </p:nvSpPr>
        <p:spPr>
          <a:xfrm>
            <a:off x="635825" y="4670399"/>
            <a:ext cx="5151216" cy="372538"/>
          </a:xfrm>
          <a:prstGeom prst="rect">
            <a:avLst/>
          </a:prstGeom>
        </p:spPr>
        <p:txBody>
          <a:bodyPr wrap="square">
            <a:spAutoFit/>
          </a:bodyPr>
          <a:lstStyle>
            <a:lvl1pPr>
              <a:lnSpc>
                <a:spcPct val="150000"/>
              </a:lnSpc>
              <a:spcBef>
                <a:spcPts val="0"/>
              </a:spcBef>
              <a:defRPr sz="18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7" name="Text Placeholder 4">
            <a:extLst>
              <a:ext uri="{FF2B5EF4-FFF2-40B4-BE49-F238E27FC236}">
                <a16:creationId xmlns:a16="http://schemas.microsoft.com/office/drawing/2014/main" id="{1CED6F17-ABB3-3BF2-0943-BB3D363DB394}"/>
              </a:ext>
            </a:extLst>
          </p:cNvPr>
          <p:cNvSpPr>
            <a:spLocks noGrp="1"/>
          </p:cNvSpPr>
          <p:nvPr>
            <p:ph type="body" sz="quarter" idx="12" hasCustomPrompt="1"/>
          </p:nvPr>
        </p:nvSpPr>
        <p:spPr>
          <a:xfrm>
            <a:off x="635825" y="5393921"/>
            <a:ext cx="5185941" cy="200055"/>
          </a:xfrm>
          <a:prstGeom prst="rect">
            <a:avLst/>
          </a:prstGeom>
        </p:spPr>
        <p:txBody>
          <a:bodyPr wrap="square">
            <a:spAutoFit/>
          </a:bodyPr>
          <a:lstStyle>
            <a:lvl1pPr>
              <a:lnSpc>
                <a:spcPct val="100000"/>
              </a:lnSpc>
              <a:spcBef>
                <a:spcPts val="0"/>
              </a:spcBef>
              <a:defRPr sz="1300" b="1" i="0" spc="400" baseline="0">
                <a:solidFill>
                  <a:srgbClr val="00F6FF"/>
                </a:solidFill>
                <a:latin typeface="Calibri" panose="020F0502020204030204" pitchFamily="34" charset="0"/>
                <a:cs typeface="Calibri" panose="020F0502020204030204" pitchFamily="34" charset="0"/>
              </a:defRPr>
            </a:lvl1pPr>
            <a:lvl2pPr>
              <a:buNone/>
              <a:defRPr/>
            </a:lvl2pPr>
          </a:lstStyle>
          <a:p>
            <a:pPr lvl="0"/>
            <a:r>
              <a:rPr lang="en-US">
                <a:effectLst/>
              </a:rPr>
              <a:t>DECEMBER 2022</a:t>
            </a:r>
            <a:endParaRPr lang="en-US"/>
          </a:p>
        </p:txBody>
      </p:sp>
      <p:sp>
        <p:nvSpPr>
          <p:cNvPr id="8" name="Text Placeholder 4">
            <a:extLst>
              <a:ext uri="{FF2B5EF4-FFF2-40B4-BE49-F238E27FC236}">
                <a16:creationId xmlns:a16="http://schemas.microsoft.com/office/drawing/2014/main" id="{03242F72-C056-2877-37FC-0C0E8E2FA1E4}"/>
              </a:ext>
            </a:extLst>
          </p:cNvPr>
          <p:cNvSpPr>
            <a:spLocks noGrp="1"/>
          </p:cNvSpPr>
          <p:nvPr>
            <p:ph type="body" sz="quarter" idx="26" hasCustomPrompt="1"/>
          </p:nvPr>
        </p:nvSpPr>
        <p:spPr>
          <a:xfrm>
            <a:off x="635825" y="1653938"/>
            <a:ext cx="5139642" cy="1846659"/>
          </a:xfrm>
          <a:prstGeom prst="rect">
            <a:avLst/>
          </a:prstGeom>
        </p:spPr>
        <p:txBody>
          <a:bodyPr wrap="square">
            <a:spAutoFit/>
          </a:bodyPr>
          <a:lstStyle>
            <a:lvl1pPr>
              <a:lnSpc>
                <a:spcPct val="100000"/>
              </a:lnSpc>
              <a:spcBef>
                <a:spcPts val="0"/>
              </a:spcBef>
              <a:defRPr sz="6000" b="0" i="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t>Cover with Shorter Title</a:t>
            </a:r>
          </a:p>
        </p:txBody>
      </p:sp>
      <p:pic>
        <p:nvPicPr>
          <p:cNvPr id="9" name="Picture 8">
            <a:extLst>
              <a:ext uri="{FF2B5EF4-FFF2-40B4-BE49-F238E27FC236}">
                <a16:creationId xmlns:a16="http://schemas.microsoft.com/office/drawing/2014/main" id="{522237D0-4B7C-4C74-1B34-6585F8B84CE3}"/>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699" y="716555"/>
            <a:ext cx="658001" cy="241912"/>
          </a:xfrm>
          <a:prstGeom prst="rect">
            <a:avLst/>
          </a:prstGeom>
        </p:spPr>
      </p:pic>
    </p:spTree>
    <p:extLst>
      <p:ext uri="{BB962C8B-B14F-4D97-AF65-F5344CB8AC3E}">
        <p14:creationId xmlns:p14="http://schemas.microsoft.com/office/powerpoint/2010/main" val="329527662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ontent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2CC2842-970F-4D83-A7C9-C111F3E9E8F4}"/>
              </a:ext>
            </a:extLst>
          </p:cNvPr>
          <p:cNvSpPr>
            <a:spLocks noGrp="1"/>
          </p:cNvSpPr>
          <p:nvPr>
            <p:ph type="title" hasCustomPrompt="1"/>
          </p:nvPr>
        </p:nvSpPr>
        <p:spPr>
          <a:xfrm>
            <a:off x="635825" y="1350512"/>
            <a:ext cx="3594735" cy="923330"/>
          </a:xfrm>
          <a:prstGeom prst="rect">
            <a:avLst/>
          </a:prstGeom>
        </p:spPr>
        <p:txBody>
          <a:bodyPr wrap="square">
            <a:spAutoFit/>
          </a:bodyPr>
          <a:lstStyle>
            <a:lvl1pPr>
              <a:defRPr sz="6000" b="0" i="0">
                <a:gradFill>
                  <a:gsLst>
                    <a:gs pos="0">
                      <a:srgbClr val="00F6FF"/>
                    </a:gs>
                    <a:gs pos="70000">
                      <a:srgbClr val="00FFF0"/>
                    </a:gs>
                    <a:gs pos="100000">
                      <a:srgbClr val="B896FF"/>
                    </a:gs>
                  </a:gsLst>
                  <a:lin ang="0" scaled="0"/>
                </a:gradFill>
                <a:latin typeface="Calibri" panose="020F0502020204030204" pitchFamily="34" charset="0"/>
                <a:cs typeface="Calibri" panose="020F0502020204030204" pitchFamily="34" charset="0"/>
              </a:defRPr>
            </a:lvl1pPr>
          </a:lstStyle>
          <a:p>
            <a:r>
              <a:rPr lang="en-US"/>
              <a:t>Contents</a:t>
            </a:r>
          </a:p>
        </p:txBody>
      </p:sp>
      <p:sp>
        <p:nvSpPr>
          <p:cNvPr id="5" name="Text Placeholder 4">
            <a:extLst>
              <a:ext uri="{FF2B5EF4-FFF2-40B4-BE49-F238E27FC236}">
                <a16:creationId xmlns:a16="http://schemas.microsoft.com/office/drawing/2014/main" id="{0B94A4A7-1D42-43C4-8DAE-D39D6017417F}"/>
              </a:ext>
            </a:extLst>
          </p:cNvPr>
          <p:cNvSpPr>
            <a:spLocks noGrp="1"/>
          </p:cNvSpPr>
          <p:nvPr>
            <p:ph type="body" sz="quarter" idx="10" hasCustomPrompt="1"/>
          </p:nvPr>
        </p:nvSpPr>
        <p:spPr>
          <a:xfrm>
            <a:off x="4566051" y="1542286"/>
            <a:ext cx="498928" cy="307777"/>
          </a:xfrm>
          <a:prstGeom prst="rect">
            <a:avLst/>
          </a:prstGeom>
        </p:spPr>
        <p:txBody>
          <a:bodyPr wrap="square" anchor="t" anchorCtr="0">
            <a:spAutoFit/>
          </a:bodyPr>
          <a:lstStyle>
            <a:lvl1pPr algn="r">
              <a:defRPr sz="2000" b="1">
                <a:solidFill>
                  <a:schemeClr val="accent2"/>
                </a:solidFill>
              </a:defRPr>
            </a:lvl1pPr>
          </a:lstStyle>
          <a:p>
            <a:pPr lvl="0"/>
            <a:r>
              <a:rPr lang="en-US"/>
              <a:t>01</a:t>
            </a:r>
          </a:p>
        </p:txBody>
      </p:sp>
      <p:sp>
        <p:nvSpPr>
          <p:cNvPr id="9" name="Text Placeholder 4">
            <a:extLst>
              <a:ext uri="{FF2B5EF4-FFF2-40B4-BE49-F238E27FC236}">
                <a16:creationId xmlns:a16="http://schemas.microsoft.com/office/drawing/2014/main" id="{914B7CA8-C6E3-4D9A-BDD1-5A660A9FF442}"/>
              </a:ext>
            </a:extLst>
          </p:cNvPr>
          <p:cNvSpPr>
            <a:spLocks noGrp="1"/>
          </p:cNvSpPr>
          <p:nvPr>
            <p:ph type="body" sz="quarter" idx="11" hasCustomPrompt="1"/>
          </p:nvPr>
        </p:nvSpPr>
        <p:spPr>
          <a:xfrm>
            <a:off x="4566051" y="2235353"/>
            <a:ext cx="498928" cy="307777"/>
          </a:xfrm>
          <a:prstGeom prst="rect">
            <a:avLst/>
          </a:prstGeom>
        </p:spPr>
        <p:txBody>
          <a:bodyPr wrap="square" anchor="t" anchorCtr="0">
            <a:spAutoFit/>
          </a:bodyPr>
          <a:lstStyle>
            <a:lvl1pPr algn="r">
              <a:defRPr sz="2000" b="1">
                <a:solidFill>
                  <a:schemeClr val="accent2"/>
                </a:solidFill>
              </a:defRPr>
            </a:lvl1pPr>
          </a:lstStyle>
          <a:p>
            <a:pPr lvl="0"/>
            <a:r>
              <a:rPr lang="en-US"/>
              <a:t>02</a:t>
            </a:r>
          </a:p>
        </p:txBody>
      </p:sp>
      <p:sp>
        <p:nvSpPr>
          <p:cNvPr id="13" name="Text Placeholder 4">
            <a:extLst>
              <a:ext uri="{FF2B5EF4-FFF2-40B4-BE49-F238E27FC236}">
                <a16:creationId xmlns:a16="http://schemas.microsoft.com/office/drawing/2014/main" id="{29CF7C84-314E-4FB2-901C-E4AD0E759351}"/>
              </a:ext>
            </a:extLst>
          </p:cNvPr>
          <p:cNvSpPr>
            <a:spLocks noGrp="1"/>
          </p:cNvSpPr>
          <p:nvPr>
            <p:ph type="body" sz="quarter" idx="12" hasCustomPrompt="1"/>
          </p:nvPr>
        </p:nvSpPr>
        <p:spPr>
          <a:xfrm>
            <a:off x="4566051" y="2918259"/>
            <a:ext cx="498928" cy="307777"/>
          </a:xfrm>
          <a:prstGeom prst="rect">
            <a:avLst/>
          </a:prstGeom>
        </p:spPr>
        <p:txBody>
          <a:bodyPr wrap="square" anchor="t" anchorCtr="0">
            <a:spAutoFit/>
          </a:bodyPr>
          <a:lstStyle>
            <a:lvl1pPr algn="r">
              <a:defRPr sz="2000" b="1">
                <a:solidFill>
                  <a:schemeClr val="accent2"/>
                </a:solidFill>
              </a:defRPr>
            </a:lvl1pPr>
          </a:lstStyle>
          <a:p>
            <a:pPr lvl="0"/>
            <a:r>
              <a:rPr lang="en-US"/>
              <a:t>03</a:t>
            </a:r>
          </a:p>
        </p:txBody>
      </p:sp>
      <p:sp>
        <p:nvSpPr>
          <p:cNvPr id="14" name="Text Placeholder 4">
            <a:extLst>
              <a:ext uri="{FF2B5EF4-FFF2-40B4-BE49-F238E27FC236}">
                <a16:creationId xmlns:a16="http://schemas.microsoft.com/office/drawing/2014/main" id="{F4E24727-48EE-48AA-9B6F-F26524FCED2B}"/>
              </a:ext>
            </a:extLst>
          </p:cNvPr>
          <p:cNvSpPr>
            <a:spLocks noGrp="1"/>
          </p:cNvSpPr>
          <p:nvPr>
            <p:ph type="body" sz="quarter" idx="13" hasCustomPrompt="1"/>
          </p:nvPr>
        </p:nvSpPr>
        <p:spPr>
          <a:xfrm>
            <a:off x="4566051" y="3611326"/>
            <a:ext cx="498928" cy="307777"/>
          </a:xfrm>
          <a:prstGeom prst="rect">
            <a:avLst/>
          </a:prstGeom>
        </p:spPr>
        <p:txBody>
          <a:bodyPr wrap="square" anchor="t" anchorCtr="0">
            <a:spAutoFit/>
          </a:bodyPr>
          <a:lstStyle>
            <a:lvl1pPr algn="r">
              <a:defRPr sz="2000" b="1">
                <a:solidFill>
                  <a:schemeClr val="accent2"/>
                </a:solidFill>
              </a:defRPr>
            </a:lvl1pPr>
          </a:lstStyle>
          <a:p>
            <a:pPr lvl="0"/>
            <a:r>
              <a:rPr lang="en-US"/>
              <a:t>04</a:t>
            </a:r>
          </a:p>
        </p:txBody>
      </p:sp>
      <p:sp>
        <p:nvSpPr>
          <p:cNvPr id="15" name="Text Placeholder 4">
            <a:extLst>
              <a:ext uri="{FF2B5EF4-FFF2-40B4-BE49-F238E27FC236}">
                <a16:creationId xmlns:a16="http://schemas.microsoft.com/office/drawing/2014/main" id="{18BC4A81-2FF3-4AC4-8F40-4F95105F594C}"/>
              </a:ext>
            </a:extLst>
          </p:cNvPr>
          <p:cNvSpPr>
            <a:spLocks noGrp="1"/>
          </p:cNvSpPr>
          <p:nvPr>
            <p:ph type="body" sz="quarter" idx="14" hasCustomPrompt="1"/>
          </p:nvPr>
        </p:nvSpPr>
        <p:spPr>
          <a:xfrm>
            <a:off x="4566051" y="4294232"/>
            <a:ext cx="498928" cy="307777"/>
          </a:xfrm>
          <a:prstGeom prst="rect">
            <a:avLst/>
          </a:prstGeom>
        </p:spPr>
        <p:txBody>
          <a:bodyPr wrap="square" anchor="t" anchorCtr="0">
            <a:spAutoFit/>
          </a:bodyPr>
          <a:lstStyle>
            <a:lvl1pPr algn="r">
              <a:defRPr sz="2000" b="1">
                <a:solidFill>
                  <a:schemeClr val="accent2"/>
                </a:solidFill>
              </a:defRPr>
            </a:lvl1pPr>
          </a:lstStyle>
          <a:p>
            <a:pPr lvl="0"/>
            <a:r>
              <a:rPr lang="en-US"/>
              <a:t>05</a:t>
            </a:r>
          </a:p>
        </p:txBody>
      </p:sp>
      <p:sp>
        <p:nvSpPr>
          <p:cNvPr id="16" name="Text Placeholder 4">
            <a:extLst>
              <a:ext uri="{FF2B5EF4-FFF2-40B4-BE49-F238E27FC236}">
                <a16:creationId xmlns:a16="http://schemas.microsoft.com/office/drawing/2014/main" id="{A53DF3A1-A093-468B-B30D-D2DB4C1595BF}"/>
              </a:ext>
            </a:extLst>
          </p:cNvPr>
          <p:cNvSpPr>
            <a:spLocks noGrp="1"/>
          </p:cNvSpPr>
          <p:nvPr>
            <p:ph type="body" sz="quarter" idx="15" hasCustomPrompt="1"/>
          </p:nvPr>
        </p:nvSpPr>
        <p:spPr>
          <a:xfrm>
            <a:off x="4566051" y="4977139"/>
            <a:ext cx="498928" cy="307777"/>
          </a:xfrm>
          <a:prstGeom prst="rect">
            <a:avLst/>
          </a:prstGeom>
        </p:spPr>
        <p:txBody>
          <a:bodyPr wrap="square" anchor="t" anchorCtr="0">
            <a:spAutoFit/>
          </a:bodyPr>
          <a:lstStyle>
            <a:lvl1pPr algn="r">
              <a:defRPr sz="2000" b="1">
                <a:solidFill>
                  <a:schemeClr val="accent2"/>
                </a:solidFill>
              </a:defRPr>
            </a:lvl1pPr>
          </a:lstStyle>
          <a:p>
            <a:pPr lvl="0"/>
            <a:r>
              <a:rPr lang="en-US"/>
              <a:t>06</a:t>
            </a:r>
          </a:p>
        </p:txBody>
      </p:sp>
      <p:sp>
        <p:nvSpPr>
          <p:cNvPr id="17" name="Text Placeholder 4">
            <a:extLst>
              <a:ext uri="{FF2B5EF4-FFF2-40B4-BE49-F238E27FC236}">
                <a16:creationId xmlns:a16="http://schemas.microsoft.com/office/drawing/2014/main" id="{73338DC0-8609-4542-8807-E7838F7CE5D6}"/>
              </a:ext>
            </a:extLst>
          </p:cNvPr>
          <p:cNvSpPr>
            <a:spLocks noGrp="1"/>
          </p:cNvSpPr>
          <p:nvPr>
            <p:ph type="body" sz="quarter" idx="16" hasCustomPrompt="1"/>
          </p:nvPr>
        </p:nvSpPr>
        <p:spPr>
          <a:xfrm>
            <a:off x="5298342" y="1542286"/>
            <a:ext cx="6245958"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Section header here</a:t>
            </a:r>
          </a:p>
        </p:txBody>
      </p:sp>
      <p:sp>
        <p:nvSpPr>
          <p:cNvPr id="18" name="Text Placeholder 4">
            <a:extLst>
              <a:ext uri="{FF2B5EF4-FFF2-40B4-BE49-F238E27FC236}">
                <a16:creationId xmlns:a16="http://schemas.microsoft.com/office/drawing/2014/main" id="{43948224-37C6-4D02-AFD9-C1D88C1C073C}"/>
              </a:ext>
            </a:extLst>
          </p:cNvPr>
          <p:cNvSpPr>
            <a:spLocks noGrp="1"/>
          </p:cNvSpPr>
          <p:nvPr>
            <p:ph type="body" sz="quarter" idx="17" hasCustomPrompt="1"/>
          </p:nvPr>
        </p:nvSpPr>
        <p:spPr>
          <a:xfrm>
            <a:off x="5298342" y="2235353"/>
            <a:ext cx="6245958"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Section header here</a:t>
            </a:r>
          </a:p>
        </p:txBody>
      </p:sp>
      <p:sp>
        <p:nvSpPr>
          <p:cNvPr id="19" name="Text Placeholder 4">
            <a:extLst>
              <a:ext uri="{FF2B5EF4-FFF2-40B4-BE49-F238E27FC236}">
                <a16:creationId xmlns:a16="http://schemas.microsoft.com/office/drawing/2014/main" id="{4BDE3CEE-0230-44C2-A389-A8747AA6BB8C}"/>
              </a:ext>
            </a:extLst>
          </p:cNvPr>
          <p:cNvSpPr>
            <a:spLocks noGrp="1"/>
          </p:cNvSpPr>
          <p:nvPr>
            <p:ph type="body" sz="quarter" idx="18" hasCustomPrompt="1"/>
          </p:nvPr>
        </p:nvSpPr>
        <p:spPr>
          <a:xfrm>
            <a:off x="5298342" y="2918259"/>
            <a:ext cx="6245958"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Section header here</a:t>
            </a:r>
          </a:p>
        </p:txBody>
      </p:sp>
      <p:sp>
        <p:nvSpPr>
          <p:cNvPr id="20" name="Text Placeholder 4">
            <a:extLst>
              <a:ext uri="{FF2B5EF4-FFF2-40B4-BE49-F238E27FC236}">
                <a16:creationId xmlns:a16="http://schemas.microsoft.com/office/drawing/2014/main" id="{76BF9761-22A6-4919-B7B5-2A027DDC6D44}"/>
              </a:ext>
            </a:extLst>
          </p:cNvPr>
          <p:cNvSpPr>
            <a:spLocks noGrp="1"/>
          </p:cNvSpPr>
          <p:nvPr>
            <p:ph type="body" sz="quarter" idx="19" hasCustomPrompt="1"/>
          </p:nvPr>
        </p:nvSpPr>
        <p:spPr>
          <a:xfrm>
            <a:off x="5298342" y="3611326"/>
            <a:ext cx="6245958"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Section header here</a:t>
            </a:r>
          </a:p>
        </p:txBody>
      </p:sp>
      <p:sp>
        <p:nvSpPr>
          <p:cNvPr id="21" name="Text Placeholder 4">
            <a:extLst>
              <a:ext uri="{FF2B5EF4-FFF2-40B4-BE49-F238E27FC236}">
                <a16:creationId xmlns:a16="http://schemas.microsoft.com/office/drawing/2014/main" id="{1BA13C9B-9D26-4B3E-8215-17F0475C2000}"/>
              </a:ext>
            </a:extLst>
          </p:cNvPr>
          <p:cNvSpPr>
            <a:spLocks noGrp="1"/>
          </p:cNvSpPr>
          <p:nvPr>
            <p:ph type="body" sz="quarter" idx="20" hasCustomPrompt="1"/>
          </p:nvPr>
        </p:nvSpPr>
        <p:spPr>
          <a:xfrm>
            <a:off x="5298342" y="4294232"/>
            <a:ext cx="6245958"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Section header here</a:t>
            </a:r>
          </a:p>
        </p:txBody>
      </p:sp>
      <p:sp>
        <p:nvSpPr>
          <p:cNvPr id="22" name="Text Placeholder 4">
            <a:extLst>
              <a:ext uri="{FF2B5EF4-FFF2-40B4-BE49-F238E27FC236}">
                <a16:creationId xmlns:a16="http://schemas.microsoft.com/office/drawing/2014/main" id="{64AC5FFC-6616-4F1B-B644-F0560ADC7ED3}"/>
              </a:ext>
            </a:extLst>
          </p:cNvPr>
          <p:cNvSpPr>
            <a:spLocks noGrp="1"/>
          </p:cNvSpPr>
          <p:nvPr>
            <p:ph type="body" sz="quarter" idx="21" hasCustomPrompt="1"/>
          </p:nvPr>
        </p:nvSpPr>
        <p:spPr>
          <a:xfrm>
            <a:off x="5298342" y="4977139"/>
            <a:ext cx="6245958"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Section header here</a:t>
            </a:r>
          </a:p>
        </p:txBody>
      </p:sp>
      <p:cxnSp>
        <p:nvCxnSpPr>
          <p:cNvPr id="6" name="Straight Connector 5">
            <a:extLst>
              <a:ext uri="{FF2B5EF4-FFF2-40B4-BE49-F238E27FC236}">
                <a16:creationId xmlns:a16="http://schemas.microsoft.com/office/drawing/2014/main" id="{68522FB4-D05A-7BBC-4925-8F44384D8BAF}"/>
              </a:ext>
            </a:extLst>
          </p:cNvPr>
          <p:cNvCxnSpPr>
            <a:cxnSpLocks/>
          </p:cNvCxnSpPr>
          <p:nvPr userDrawn="1"/>
        </p:nvCxnSpPr>
        <p:spPr>
          <a:xfrm>
            <a:off x="4828321" y="2043581"/>
            <a:ext cx="6715979"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943E4466-9172-11FF-B631-0772F610EC0A}"/>
              </a:ext>
            </a:extLst>
          </p:cNvPr>
          <p:cNvCxnSpPr>
            <a:cxnSpLocks/>
          </p:cNvCxnSpPr>
          <p:nvPr userDrawn="1"/>
        </p:nvCxnSpPr>
        <p:spPr>
          <a:xfrm>
            <a:off x="4828321" y="2736156"/>
            <a:ext cx="6715979"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239B406A-62F3-7DD2-AFDA-098BD84DC9B8}"/>
              </a:ext>
            </a:extLst>
          </p:cNvPr>
          <p:cNvCxnSpPr>
            <a:cxnSpLocks/>
          </p:cNvCxnSpPr>
          <p:nvPr userDrawn="1"/>
        </p:nvCxnSpPr>
        <p:spPr>
          <a:xfrm>
            <a:off x="4828321" y="3428731"/>
            <a:ext cx="6715979"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49F9CE8E-C61D-47C9-7C92-80C8B9BE9261}"/>
              </a:ext>
            </a:extLst>
          </p:cNvPr>
          <p:cNvCxnSpPr>
            <a:cxnSpLocks/>
          </p:cNvCxnSpPr>
          <p:nvPr userDrawn="1"/>
        </p:nvCxnSpPr>
        <p:spPr>
          <a:xfrm>
            <a:off x="4828321" y="4121306"/>
            <a:ext cx="6715979"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B202BA3F-B120-FB36-1C74-89FF4B905719}"/>
              </a:ext>
            </a:extLst>
          </p:cNvPr>
          <p:cNvCxnSpPr>
            <a:cxnSpLocks/>
          </p:cNvCxnSpPr>
          <p:nvPr userDrawn="1"/>
        </p:nvCxnSpPr>
        <p:spPr>
          <a:xfrm>
            <a:off x="4828321" y="4813881"/>
            <a:ext cx="6715979"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5E237AFC-258A-A0AE-B66B-CB1C869A2032}"/>
              </a:ext>
            </a:extLst>
          </p:cNvPr>
          <p:cNvCxnSpPr>
            <a:cxnSpLocks/>
          </p:cNvCxnSpPr>
          <p:nvPr userDrawn="1"/>
        </p:nvCxnSpPr>
        <p:spPr>
          <a:xfrm>
            <a:off x="4828321" y="5511461"/>
            <a:ext cx="6715979"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9280855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2CC2842-970F-4D83-A7C9-C111F3E9E8F4}"/>
              </a:ext>
            </a:extLst>
          </p:cNvPr>
          <p:cNvSpPr>
            <a:spLocks noGrp="1"/>
          </p:cNvSpPr>
          <p:nvPr>
            <p:ph type="title" hasCustomPrompt="1"/>
          </p:nvPr>
        </p:nvSpPr>
        <p:spPr>
          <a:xfrm>
            <a:off x="635825" y="1353882"/>
            <a:ext cx="3594735" cy="923330"/>
          </a:xfrm>
          <a:prstGeom prst="rect">
            <a:avLst/>
          </a:prstGeom>
        </p:spPr>
        <p:txBody>
          <a:bodyPr wrap="square" lIns="0" tIns="0" rIns="0" bIns="0">
            <a:spAutoFit/>
          </a:bodyPr>
          <a:lstStyle>
            <a:lvl1pPr>
              <a:defRPr lang="en-US" sz="6000" b="0" dirty="0">
                <a:gradFill>
                  <a:gsLst>
                    <a:gs pos="0">
                      <a:srgbClr val="00F6FF"/>
                    </a:gs>
                    <a:gs pos="70000">
                      <a:srgbClr val="00FFF0"/>
                    </a:gs>
                    <a:gs pos="100000">
                      <a:srgbClr val="B896FF"/>
                    </a:gs>
                  </a:gsLst>
                  <a:lin ang="0" scaled="0"/>
                </a:gradFill>
              </a:defRPr>
            </a:lvl1pPr>
          </a:lstStyle>
          <a:p>
            <a:pPr lvl="0"/>
            <a:r>
              <a:rPr lang="en-US"/>
              <a:t>Agenda</a:t>
            </a:r>
          </a:p>
        </p:txBody>
      </p:sp>
      <p:cxnSp>
        <p:nvCxnSpPr>
          <p:cNvPr id="29" name="Straight Connector 28">
            <a:extLst>
              <a:ext uri="{FF2B5EF4-FFF2-40B4-BE49-F238E27FC236}">
                <a16:creationId xmlns:a16="http://schemas.microsoft.com/office/drawing/2014/main" id="{49F9CE8E-C61D-47C9-7C92-80C8B9BE9261}"/>
              </a:ext>
            </a:extLst>
          </p:cNvPr>
          <p:cNvCxnSpPr>
            <a:cxnSpLocks/>
          </p:cNvCxnSpPr>
          <p:nvPr userDrawn="1"/>
        </p:nvCxnSpPr>
        <p:spPr>
          <a:xfrm>
            <a:off x="4597093" y="4127679"/>
            <a:ext cx="6949440"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B202BA3F-B120-FB36-1C74-89FF4B905719}"/>
              </a:ext>
            </a:extLst>
          </p:cNvPr>
          <p:cNvCxnSpPr>
            <a:cxnSpLocks/>
          </p:cNvCxnSpPr>
          <p:nvPr userDrawn="1"/>
        </p:nvCxnSpPr>
        <p:spPr>
          <a:xfrm>
            <a:off x="4597093" y="4821255"/>
            <a:ext cx="6949440"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5E237AFC-258A-A0AE-B66B-CB1C869A2032}"/>
              </a:ext>
            </a:extLst>
          </p:cNvPr>
          <p:cNvCxnSpPr>
            <a:cxnSpLocks/>
          </p:cNvCxnSpPr>
          <p:nvPr userDrawn="1"/>
        </p:nvCxnSpPr>
        <p:spPr>
          <a:xfrm>
            <a:off x="4597093" y="5514831"/>
            <a:ext cx="6949440"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EF38260B-0DC8-F1D9-0A04-B34FD9548DDE}"/>
              </a:ext>
            </a:extLst>
          </p:cNvPr>
          <p:cNvCxnSpPr>
            <a:cxnSpLocks/>
          </p:cNvCxnSpPr>
          <p:nvPr userDrawn="1"/>
        </p:nvCxnSpPr>
        <p:spPr>
          <a:xfrm>
            <a:off x="4597093" y="3434103"/>
            <a:ext cx="6949440"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sp>
        <p:nvSpPr>
          <p:cNvPr id="12" name="Text Placeholder 4">
            <a:extLst>
              <a:ext uri="{FF2B5EF4-FFF2-40B4-BE49-F238E27FC236}">
                <a16:creationId xmlns:a16="http://schemas.microsoft.com/office/drawing/2014/main" id="{34323139-2B65-F98E-4BA6-26EBD4E0ADE2}"/>
              </a:ext>
            </a:extLst>
          </p:cNvPr>
          <p:cNvSpPr>
            <a:spLocks noGrp="1"/>
          </p:cNvSpPr>
          <p:nvPr>
            <p:ph type="body" sz="quarter" idx="10" hasCustomPrompt="1"/>
          </p:nvPr>
        </p:nvSpPr>
        <p:spPr>
          <a:xfrm>
            <a:off x="4114801" y="1544424"/>
            <a:ext cx="1866900" cy="307777"/>
          </a:xfrm>
          <a:prstGeom prst="rect">
            <a:avLst/>
          </a:prstGeom>
        </p:spPr>
        <p:txBody>
          <a:bodyPr wrap="square" anchor="t" anchorCtr="0">
            <a:spAutoFit/>
          </a:bodyPr>
          <a:lstStyle>
            <a:lvl1pPr algn="r">
              <a:defRPr sz="2000" b="1">
                <a:solidFill>
                  <a:schemeClr val="accent2"/>
                </a:solidFill>
              </a:defRPr>
            </a:lvl1pPr>
          </a:lstStyle>
          <a:p>
            <a:pPr lvl="0"/>
            <a:r>
              <a:rPr lang="en-US"/>
              <a:t>00:00 – 00:00</a:t>
            </a:r>
          </a:p>
        </p:txBody>
      </p:sp>
      <p:sp>
        <p:nvSpPr>
          <p:cNvPr id="23" name="Text Placeholder 4">
            <a:extLst>
              <a:ext uri="{FF2B5EF4-FFF2-40B4-BE49-F238E27FC236}">
                <a16:creationId xmlns:a16="http://schemas.microsoft.com/office/drawing/2014/main" id="{4203F9BF-BF5F-6A91-5F78-9E13CFB34688}"/>
              </a:ext>
            </a:extLst>
          </p:cNvPr>
          <p:cNvSpPr>
            <a:spLocks noGrp="1"/>
          </p:cNvSpPr>
          <p:nvPr>
            <p:ph type="body" sz="quarter" idx="16" hasCustomPrompt="1"/>
          </p:nvPr>
        </p:nvSpPr>
        <p:spPr>
          <a:xfrm>
            <a:off x="6248400" y="1544424"/>
            <a:ext cx="5295900"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Agenda item here</a:t>
            </a:r>
          </a:p>
        </p:txBody>
      </p:sp>
      <p:sp>
        <p:nvSpPr>
          <p:cNvPr id="24" name="Text Placeholder 4">
            <a:extLst>
              <a:ext uri="{FF2B5EF4-FFF2-40B4-BE49-F238E27FC236}">
                <a16:creationId xmlns:a16="http://schemas.microsoft.com/office/drawing/2014/main" id="{876CC08A-4820-35BC-92E1-8230BD9D360A}"/>
              </a:ext>
            </a:extLst>
          </p:cNvPr>
          <p:cNvSpPr>
            <a:spLocks noGrp="1"/>
          </p:cNvSpPr>
          <p:nvPr>
            <p:ph type="body" sz="quarter" idx="24" hasCustomPrompt="1"/>
          </p:nvPr>
        </p:nvSpPr>
        <p:spPr>
          <a:xfrm>
            <a:off x="4114801" y="2237970"/>
            <a:ext cx="1866900" cy="307777"/>
          </a:xfrm>
          <a:prstGeom prst="rect">
            <a:avLst/>
          </a:prstGeom>
        </p:spPr>
        <p:txBody>
          <a:bodyPr wrap="square" anchor="t" anchorCtr="0">
            <a:spAutoFit/>
          </a:bodyPr>
          <a:lstStyle>
            <a:lvl1pPr algn="r">
              <a:defRPr sz="2000" b="1">
                <a:solidFill>
                  <a:schemeClr val="accent2"/>
                </a:solidFill>
              </a:defRPr>
            </a:lvl1pPr>
          </a:lstStyle>
          <a:p>
            <a:pPr lvl="0"/>
            <a:r>
              <a:rPr lang="en-US"/>
              <a:t>00:00 – 00:00</a:t>
            </a:r>
          </a:p>
        </p:txBody>
      </p:sp>
      <p:sp>
        <p:nvSpPr>
          <p:cNvPr id="25" name="Text Placeholder 4">
            <a:extLst>
              <a:ext uri="{FF2B5EF4-FFF2-40B4-BE49-F238E27FC236}">
                <a16:creationId xmlns:a16="http://schemas.microsoft.com/office/drawing/2014/main" id="{F7291D4C-4D95-8F05-0F5C-BA39164C8277}"/>
              </a:ext>
            </a:extLst>
          </p:cNvPr>
          <p:cNvSpPr>
            <a:spLocks noGrp="1"/>
          </p:cNvSpPr>
          <p:nvPr>
            <p:ph type="body" sz="quarter" idx="25" hasCustomPrompt="1"/>
          </p:nvPr>
        </p:nvSpPr>
        <p:spPr>
          <a:xfrm>
            <a:off x="6248400" y="2237970"/>
            <a:ext cx="5295900"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Agenda item here</a:t>
            </a:r>
          </a:p>
        </p:txBody>
      </p:sp>
      <p:sp>
        <p:nvSpPr>
          <p:cNvPr id="26" name="Text Placeholder 4">
            <a:extLst>
              <a:ext uri="{FF2B5EF4-FFF2-40B4-BE49-F238E27FC236}">
                <a16:creationId xmlns:a16="http://schemas.microsoft.com/office/drawing/2014/main" id="{B6CEF688-2334-22F4-39C4-5CC9525BC52D}"/>
              </a:ext>
            </a:extLst>
          </p:cNvPr>
          <p:cNvSpPr>
            <a:spLocks noGrp="1"/>
          </p:cNvSpPr>
          <p:nvPr>
            <p:ph type="body" sz="quarter" idx="26" hasCustomPrompt="1"/>
          </p:nvPr>
        </p:nvSpPr>
        <p:spPr>
          <a:xfrm>
            <a:off x="4114801" y="2931516"/>
            <a:ext cx="1866900" cy="307777"/>
          </a:xfrm>
          <a:prstGeom prst="rect">
            <a:avLst/>
          </a:prstGeom>
        </p:spPr>
        <p:txBody>
          <a:bodyPr wrap="square" anchor="t" anchorCtr="0">
            <a:spAutoFit/>
          </a:bodyPr>
          <a:lstStyle>
            <a:lvl1pPr algn="r">
              <a:defRPr sz="2000" b="1">
                <a:solidFill>
                  <a:schemeClr val="accent2"/>
                </a:solidFill>
              </a:defRPr>
            </a:lvl1pPr>
          </a:lstStyle>
          <a:p>
            <a:pPr lvl="0"/>
            <a:r>
              <a:rPr lang="en-US"/>
              <a:t>00:00 – 00:00</a:t>
            </a:r>
          </a:p>
        </p:txBody>
      </p:sp>
      <p:sp>
        <p:nvSpPr>
          <p:cNvPr id="31" name="Text Placeholder 4">
            <a:extLst>
              <a:ext uri="{FF2B5EF4-FFF2-40B4-BE49-F238E27FC236}">
                <a16:creationId xmlns:a16="http://schemas.microsoft.com/office/drawing/2014/main" id="{6C7F5B96-F4B8-B78A-06A1-1387CE2660EF}"/>
              </a:ext>
            </a:extLst>
          </p:cNvPr>
          <p:cNvSpPr>
            <a:spLocks noGrp="1"/>
          </p:cNvSpPr>
          <p:nvPr>
            <p:ph type="body" sz="quarter" idx="27" hasCustomPrompt="1"/>
          </p:nvPr>
        </p:nvSpPr>
        <p:spPr>
          <a:xfrm>
            <a:off x="6248400" y="2931516"/>
            <a:ext cx="5295900"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Agenda item here</a:t>
            </a:r>
          </a:p>
        </p:txBody>
      </p:sp>
      <p:sp>
        <p:nvSpPr>
          <p:cNvPr id="32" name="Text Placeholder 4">
            <a:extLst>
              <a:ext uri="{FF2B5EF4-FFF2-40B4-BE49-F238E27FC236}">
                <a16:creationId xmlns:a16="http://schemas.microsoft.com/office/drawing/2014/main" id="{F2D20F35-3DAA-AC00-0D89-CD5517054A4A}"/>
              </a:ext>
            </a:extLst>
          </p:cNvPr>
          <p:cNvSpPr>
            <a:spLocks noGrp="1"/>
          </p:cNvSpPr>
          <p:nvPr>
            <p:ph type="body" sz="quarter" idx="28" hasCustomPrompt="1"/>
          </p:nvPr>
        </p:nvSpPr>
        <p:spPr>
          <a:xfrm>
            <a:off x="4114801" y="3625062"/>
            <a:ext cx="1866900" cy="307777"/>
          </a:xfrm>
          <a:prstGeom prst="rect">
            <a:avLst/>
          </a:prstGeom>
        </p:spPr>
        <p:txBody>
          <a:bodyPr wrap="square" anchor="t" anchorCtr="0">
            <a:spAutoFit/>
          </a:bodyPr>
          <a:lstStyle>
            <a:lvl1pPr algn="r">
              <a:defRPr sz="2000" b="1">
                <a:solidFill>
                  <a:schemeClr val="accent2"/>
                </a:solidFill>
              </a:defRPr>
            </a:lvl1pPr>
          </a:lstStyle>
          <a:p>
            <a:pPr lvl="0"/>
            <a:r>
              <a:rPr lang="en-US"/>
              <a:t>00:00 – 00:00</a:t>
            </a:r>
          </a:p>
        </p:txBody>
      </p:sp>
      <p:sp>
        <p:nvSpPr>
          <p:cNvPr id="34" name="Text Placeholder 4">
            <a:extLst>
              <a:ext uri="{FF2B5EF4-FFF2-40B4-BE49-F238E27FC236}">
                <a16:creationId xmlns:a16="http://schemas.microsoft.com/office/drawing/2014/main" id="{7CEC68D4-F109-8967-2138-7755BCDA7F53}"/>
              </a:ext>
            </a:extLst>
          </p:cNvPr>
          <p:cNvSpPr>
            <a:spLocks noGrp="1"/>
          </p:cNvSpPr>
          <p:nvPr>
            <p:ph type="body" sz="quarter" idx="29" hasCustomPrompt="1"/>
          </p:nvPr>
        </p:nvSpPr>
        <p:spPr>
          <a:xfrm>
            <a:off x="6248400" y="3625062"/>
            <a:ext cx="5295900"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Agenda item here</a:t>
            </a:r>
          </a:p>
        </p:txBody>
      </p:sp>
      <p:sp>
        <p:nvSpPr>
          <p:cNvPr id="35" name="Text Placeholder 4">
            <a:extLst>
              <a:ext uri="{FF2B5EF4-FFF2-40B4-BE49-F238E27FC236}">
                <a16:creationId xmlns:a16="http://schemas.microsoft.com/office/drawing/2014/main" id="{9D31E2A1-E7D9-C6E2-1CAD-132E8FC15028}"/>
              </a:ext>
            </a:extLst>
          </p:cNvPr>
          <p:cNvSpPr>
            <a:spLocks noGrp="1"/>
          </p:cNvSpPr>
          <p:nvPr>
            <p:ph type="body" sz="quarter" idx="30" hasCustomPrompt="1"/>
          </p:nvPr>
        </p:nvSpPr>
        <p:spPr>
          <a:xfrm>
            <a:off x="4114801" y="4318608"/>
            <a:ext cx="1866900" cy="307777"/>
          </a:xfrm>
          <a:prstGeom prst="rect">
            <a:avLst/>
          </a:prstGeom>
        </p:spPr>
        <p:txBody>
          <a:bodyPr wrap="square" anchor="t" anchorCtr="0">
            <a:spAutoFit/>
          </a:bodyPr>
          <a:lstStyle>
            <a:lvl1pPr algn="r">
              <a:defRPr sz="2000" b="1">
                <a:solidFill>
                  <a:schemeClr val="accent2"/>
                </a:solidFill>
              </a:defRPr>
            </a:lvl1pPr>
          </a:lstStyle>
          <a:p>
            <a:pPr lvl="0"/>
            <a:r>
              <a:rPr lang="en-US"/>
              <a:t>00:00 – 00:00</a:t>
            </a:r>
          </a:p>
        </p:txBody>
      </p:sp>
      <p:sp>
        <p:nvSpPr>
          <p:cNvPr id="36" name="Text Placeholder 4">
            <a:extLst>
              <a:ext uri="{FF2B5EF4-FFF2-40B4-BE49-F238E27FC236}">
                <a16:creationId xmlns:a16="http://schemas.microsoft.com/office/drawing/2014/main" id="{9FFDA3CA-2B8B-D638-20E4-71AC7A34D736}"/>
              </a:ext>
            </a:extLst>
          </p:cNvPr>
          <p:cNvSpPr>
            <a:spLocks noGrp="1"/>
          </p:cNvSpPr>
          <p:nvPr>
            <p:ph type="body" sz="quarter" idx="31" hasCustomPrompt="1"/>
          </p:nvPr>
        </p:nvSpPr>
        <p:spPr>
          <a:xfrm>
            <a:off x="6248400" y="4318608"/>
            <a:ext cx="5295900"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Agenda item here</a:t>
            </a:r>
          </a:p>
        </p:txBody>
      </p:sp>
      <p:sp>
        <p:nvSpPr>
          <p:cNvPr id="37" name="Text Placeholder 4">
            <a:extLst>
              <a:ext uri="{FF2B5EF4-FFF2-40B4-BE49-F238E27FC236}">
                <a16:creationId xmlns:a16="http://schemas.microsoft.com/office/drawing/2014/main" id="{557F9336-F799-453A-9AE4-57BF009F4E49}"/>
              </a:ext>
            </a:extLst>
          </p:cNvPr>
          <p:cNvSpPr>
            <a:spLocks noGrp="1"/>
          </p:cNvSpPr>
          <p:nvPr>
            <p:ph type="body" sz="quarter" idx="32" hasCustomPrompt="1"/>
          </p:nvPr>
        </p:nvSpPr>
        <p:spPr>
          <a:xfrm>
            <a:off x="4114801" y="5012153"/>
            <a:ext cx="1866900" cy="307777"/>
          </a:xfrm>
          <a:prstGeom prst="rect">
            <a:avLst/>
          </a:prstGeom>
        </p:spPr>
        <p:txBody>
          <a:bodyPr wrap="square" anchor="t" anchorCtr="0">
            <a:spAutoFit/>
          </a:bodyPr>
          <a:lstStyle>
            <a:lvl1pPr algn="r">
              <a:defRPr sz="2000" b="1">
                <a:solidFill>
                  <a:schemeClr val="accent2"/>
                </a:solidFill>
              </a:defRPr>
            </a:lvl1pPr>
          </a:lstStyle>
          <a:p>
            <a:pPr lvl="0"/>
            <a:r>
              <a:rPr lang="en-US"/>
              <a:t>00:00 – 00:00</a:t>
            </a:r>
          </a:p>
        </p:txBody>
      </p:sp>
      <p:sp>
        <p:nvSpPr>
          <p:cNvPr id="38" name="Text Placeholder 4">
            <a:extLst>
              <a:ext uri="{FF2B5EF4-FFF2-40B4-BE49-F238E27FC236}">
                <a16:creationId xmlns:a16="http://schemas.microsoft.com/office/drawing/2014/main" id="{3ACF06D8-4539-871E-68C7-607E7092437D}"/>
              </a:ext>
            </a:extLst>
          </p:cNvPr>
          <p:cNvSpPr>
            <a:spLocks noGrp="1"/>
          </p:cNvSpPr>
          <p:nvPr>
            <p:ph type="body" sz="quarter" idx="33" hasCustomPrompt="1"/>
          </p:nvPr>
        </p:nvSpPr>
        <p:spPr>
          <a:xfrm>
            <a:off x="6248400" y="5012153"/>
            <a:ext cx="5295900"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Agenda item here</a:t>
            </a:r>
          </a:p>
        </p:txBody>
      </p:sp>
      <p:cxnSp>
        <p:nvCxnSpPr>
          <p:cNvPr id="41" name="Straight Connector 40">
            <a:extLst>
              <a:ext uri="{FF2B5EF4-FFF2-40B4-BE49-F238E27FC236}">
                <a16:creationId xmlns:a16="http://schemas.microsoft.com/office/drawing/2014/main" id="{A040C191-15FC-CC2A-76C6-F51F8764B2F0}"/>
              </a:ext>
            </a:extLst>
          </p:cNvPr>
          <p:cNvCxnSpPr>
            <a:cxnSpLocks/>
          </p:cNvCxnSpPr>
          <p:nvPr userDrawn="1"/>
        </p:nvCxnSpPr>
        <p:spPr>
          <a:xfrm>
            <a:off x="4597093" y="2740527"/>
            <a:ext cx="6949440"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92D121A1-59B7-61ED-F9B5-D7F3CF3FA035}"/>
              </a:ext>
            </a:extLst>
          </p:cNvPr>
          <p:cNvCxnSpPr>
            <a:cxnSpLocks/>
          </p:cNvCxnSpPr>
          <p:nvPr userDrawn="1"/>
        </p:nvCxnSpPr>
        <p:spPr>
          <a:xfrm>
            <a:off x="4597094" y="2046951"/>
            <a:ext cx="6949440"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6390080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Section_Header_Half_Page_Photo">
    <p:spTree>
      <p:nvGrpSpPr>
        <p:cNvPr id="1" name=""/>
        <p:cNvGrpSpPr/>
        <p:nvPr/>
      </p:nvGrpSpPr>
      <p:grpSpPr>
        <a:xfrm>
          <a:off x="0" y="0"/>
          <a:ext cx="0" cy="0"/>
          <a:chOff x="0" y="0"/>
          <a:chExt cx="0" cy="0"/>
        </a:xfrm>
      </p:grpSpPr>
      <p:sp>
        <p:nvSpPr>
          <p:cNvPr id="8" name="Title 2">
            <a:extLst>
              <a:ext uri="{FF2B5EF4-FFF2-40B4-BE49-F238E27FC236}">
                <a16:creationId xmlns:a16="http://schemas.microsoft.com/office/drawing/2014/main" id="{0EFDF222-F5FF-C5FC-328A-D041866005E2}"/>
              </a:ext>
            </a:extLst>
          </p:cNvPr>
          <p:cNvSpPr>
            <a:spLocks noGrp="1"/>
          </p:cNvSpPr>
          <p:nvPr>
            <p:ph type="title" hasCustomPrompt="1"/>
          </p:nvPr>
        </p:nvSpPr>
        <p:spPr>
          <a:xfrm>
            <a:off x="635825" y="1772483"/>
            <a:ext cx="3594735" cy="1846659"/>
          </a:xfrm>
          <a:prstGeom prst="rect">
            <a:avLst/>
          </a:prstGeom>
        </p:spPr>
        <p:txBody>
          <a:bodyPr wrap="square">
            <a:spAutoFit/>
          </a:bodyPr>
          <a:lstStyle>
            <a:lvl1pPr>
              <a:defRPr sz="6000" b="0" i="0">
                <a:solidFill>
                  <a:schemeClr val="bg1"/>
                </a:solidFill>
                <a:latin typeface="Calibri Light" panose="020F0302020204030204" pitchFamily="34" charset="0"/>
                <a:cs typeface="Calibri Light" panose="020F0302020204030204" pitchFamily="34" charset="0"/>
              </a:defRPr>
            </a:lvl1pPr>
          </a:lstStyle>
          <a:p>
            <a:r>
              <a:rPr lang="en-US"/>
              <a:t>Section Header</a:t>
            </a:r>
          </a:p>
        </p:txBody>
      </p:sp>
      <p:sp>
        <p:nvSpPr>
          <p:cNvPr id="26" name="Text Placeholder 4">
            <a:extLst>
              <a:ext uri="{FF2B5EF4-FFF2-40B4-BE49-F238E27FC236}">
                <a16:creationId xmlns:a16="http://schemas.microsoft.com/office/drawing/2014/main" id="{041C214B-0929-47F1-0881-0584DE92D4E2}"/>
              </a:ext>
            </a:extLst>
          </p:cNvPr>
          <p:cNvSpPr>
            <a:spLocks noGrp="1"/>
          </p:cNvSpPr>
          <p:nvPr>
            <p:ph type="body" sz="quarter" idx="16" hasCustomPrompt="1"/>
          </p:nvPr>
        </p:nvSpPr>
        <p:spPr>
          <a:xfrm>
            <a:off x="635825" y="3939611"/>
            <a:ext cx="4554537" cy="276999"/>
          </a:xfrm>
          <a:prstGeom prst="rect">
            <a:avLst/>
          </a:prstGeom>
        </p:spPr>
        <p:txBody>
          <a:bodyPr wrap="square" anchor="t" anchorCtr="0">
            <a:spAutoFit/>
          </a:bodyPr>
          <a:lstStyle>
            <a:lvl1pPr>
              <a:defRPr sz="1800" b="0" i="0">
                <a:latin typeface="Calibri Light" panose="020F0302020204030204" pitchFamily="34" charset="0"/>
                <a:cs typeface="Calibri Light" panose="020F0302020204030204" pitchFamily="34" charset="0"/>
              </a:defRPr>
            </a:lvl1pPr>
          </a:lstStyle>
          <a:p>
            <a:pPr lvl="0"/>
            <a:r>
              <a:rPr lang="en-US"/>
              <a:t>Section description</a:t>
            </a:r>
          </a:p>
        </p:txBody>
      </p:sp>
      <p:sp>
        <p:nvSpPr>
          <p:cNvPr id="3" name="Picture Placeholder 2">
            <a:extLst>
              <a:ext uri="{FF2B5EF4-FFF2-40B4-BE49-F238E27FC236}">
                <a16:creationId xmlns:a16="http://schemas.microsoft.com/office/drawing/2014/main" id="{79C487BF-0EFB-7D6C-3495-E817AE08A6AD}"/>
              </a:ext>
            </a:extLst>
          </p:cNvPr>
          <p:cNvSpPr>
            <a:spLocks noGrp="1"/>
          </p:cNvSpPr>
          <p:nvPr>
            <p:ph type="pic" sz="quarter" idx="24"/>
          </p:nvPr>
        </p:nvSpPr>
        <p:spPr>
          <a:xfrm>
            <a:off x="6096000" y="0"/>
            <a:ext cx="6096000" cy="6858000"/>
          </a:xfrm>
          <a:prstGeom prst="rect">
            <a:avLst/>
          </a:prstGeom>
        </p:spPr>
        <p:txBody>
          <a:bodyPr/>
          <a:lstStyle/>
          <a:p>
            <a:endParaRPr lang="en-US"/>
          </a:p>
        </p:txBody>
      </p:sp>
      <p:sp>
        <p:nvSpPr>
          <p:cNvPr id="14" name="Oval 13">
            <a:extLst>
              <a:ext uri="{FF2B5EF4-FFF2-40B4-BE49-F238E27FC236}">
                <a16:creationId xmlns:a16="http://schemas.microsoft.com/office/drawing/2014/main" id="{1BFE2FC0-3FA5-A96D-8741-0967434C45D8}"/>
              </a:ext>
            </a:extLst>
          </p:cNvPr>
          <p:cNvSpPr/>
          <p:nvPr userDrawn="1"/>
        </p:nvSpPr>
        <p:spPr bwMode="auto">
          <a:xfrm>
            <a:off x="7006459" y="0"/>
            <a:ext cx="1507755" cy="1507755"/>
          </a:xfrm>
          <a:prstGeom prst="ellipse">
            <a:avLst/>
          </a:prstGeom>
          <a:solidFill>
            <a:srgbClr val="B896FF"/>
          </a:solidFill>
          <a:ln>
            <a:noFill/>
          </a:ln>
          <a:effectLst>
            <a:softEdge rad="501929"/>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7" name="Text Placeholder 4">
            <a:extLst>
              <a:ext uri="{FF2B5EF4-FFF2-40B4-BE49-F238E27FC236}">
                <a16:creationId xmlns:a16="http://schemas.microsoft.com/office/drawing/2014/main" id="{044D886A-7EE9-3D61-5350-BFDC9DEF7721}"/>
              </a:ext>
            </a:extLst>
          </p:cNvPr>
          <p:cNvSpPr>
            <a:spLocks noGrp="1"/>
          </p:cNvSpPr>
          <p:nvPr>
            <p:ph type="body" sz="quarter" idx="10" hasCustomPrompt="1"/>
          </p:nvPr>
        </p:nvSpPr>
        <p:spPr>
          <a:xfrm>
            <a:off x="635825" y="1335603"/>
            <a:ext cx="498928" cy="307777"/>
          </a:xfrm>
          <a:prstGeom prst="rect">
            <a:avLst/>
          </a:prstGeom>
        </p:spPr>
        <p:txBody>
          <a:bodyPr wrap="square" anchor="t" anchorCtr="0">
            <a:spAutoFit/>
          </a:bodyPr>
          <a:lstStyle>
            <a:lvl1pPr algn="l">
              <a:defRPr sz="2000" b="1">
                <a:solidFill>
                  <a:schemeClr val="accent2"/>
                </a:solidFill>
              </a:defRPr>
            </a:lvl1pPr>
          </a:lstStyle>
          <a:p>
            <a:pPr lvl="0"/>
            <a:r>
              <a:rPr lang="en-US"/>
              <a:t>01</a:t>
            </a:r>
          </a:p>
        </p:txBody>
      </p:sp>
    </p:spTree>
    <p:extLst>
      <p:ext uri="{BB962C8B-B14F-4D97-AF65-F5344CB8AC3E}">
        <p14:creationId xmlns:p14="http://schemas.microsoft.com/office/powerpoint/2010/main" val="213062194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Section_Header_Photo">
    <p:spTree>
      <p:nvGrpSpPr>
        <p:cNvPr id="1" name=""/>
        <p:cNvGrpSpPr/>
        <p:nvPr/>
      </p:nvGrpSpPr>
      <p:grpSpPr>
        <a:xfrm>
          <a:off x="0" y="0"/>
          <a:ext cx="0" cy="0"/>
          <a:chOff x="0" y="0"/>
          <a:chExt cx="0" cy="0"/>
        </a:xfrm>
      </p:grpSpPr>
      <p:sp>
        <p:nvSpPr>
          <p:cNvPr id="8" name="Title 2">
            <a:extLst>
              <a:ext uri="{FF2B5EF4-FFF2-40B4-BE49-F238E27FC236}">
                <a16:creationId xmlns:a16="http://schemas.microsoft.com/office/drawing/2014/main" id="{0EFDF222-F5FF-C5FC-328A-D041866005E2}"/>
              </a:ext>
            </a:extLst>
          </p:cNvPr>
          <p:cNvSpPr>
            <a:spLocks noGrp="1"/>
          </p:cNvSpPr>
          <p:nvPr>
            <p:ph type="title" hasCustomPrompt="1"/>
          </p:nvPr>
        </p:nvSpPr>
        <p:spPr>
          <a:xfrm>
            <a:off x="635825" y="1793240"/>
            <a:ext cx="5640805" cy="923330"/>
          </a:xfrm>
          <a:prstGeom prst="rect">
            <a:avLst/>
          </a:prstGeom>
        </p:spPr>
        <p:txBody>
          <a:bodyPr wrap="square">
            <a:spAutoFit/>
          </a:bodyPr>
          <a:lstStyle>
            <a:lvl1pPr>
              <a:defRPr sz="6000" b="0" i="0">
                <a:solidFill>
                  <a:schemeClr val="bg1"/>
                </a:solidFill>
                <a:latin typeface="Calibri Light" panose="020F0302020204030204" pitchFamily="34" charset="0"/>
                <a:cs typeface="Calibri Light" panose="020F0302020204030204" pitchFamily="34" charset="0"/>
              </a:defRPr>
            </a:lvl1pPr>
          </a:lstStyle>
          <a:p>
            <a:r>
              <a:rPr lang="en-US"/>
              <a:t>Section Header</a:t>
            </a:r>
          </a:p>
        </p:txBody>
      </p:sp>
      <p:sp>
        <p:nvSpPr>
          <p:cNvPr id="10" name="Text Placeholder 4">
            <a:extLst>
              <a:ext uri="{FF2B5EF4-FFF2-40B4-BE49-F238E27FC236}">
                <a16:creationId xmlns:a16="http://schemas.microsoft.com/office/drawing/2014/main" id="{00F545EE-05C3-C60B-A33C-54CA3165B80C}"/>
              </a:ext>
            </a:extLst>
          </p:cNvPr>
          <p:cNvSpPr>
            <a:spLocks noGrp="1"/>
          </p:cNvSpPr>
          <p:nvPr>
            <p:ph type="body" sz="quarter" idx="10" hasCustomPrompt="1"/>
          </p:nvPr>
        </p:nvSpPr>
        <p:spPr>
          <a:xfrm>
            <a:off x="635825" y="1336040"/>
            <a:ext cx="498928" cy="307777"/>
          </a:xfrm>
          <a:prstGeom prst="rect">
            <a:avLst/>
          </a:prstGeom>
        </p:spPr>
        <p:txBody>
          <a:bodyPr wrap="square" anchor="t" anchorCtr="0">
            <a:spAutoFit/>
          </a:bodyPr>
          <a:lstStyle>
            <a:lvl1pPr algn="l">
              <a:defRPr sz="2000" b="1">
                <a:solidFill>
                  <a:schemeClr val="accent2"/>
                </a:solidFill>
              </a:defRPr>
            </a:lvl1pPr>
          </a:lstStyle>
          <a:p>
            <a:pPr lvl="0"/>
            <a:r>
              <a:rPr lang="en-US"/>
              <a:t>01</a:t>
            </a:r>
          </a:p>
        </p:txBody>
      </p:sp>
      <p:sp>
        <p:nvSpPr>
          <p:cNvPr id="26" name="Text Placeholder 4">
            <a:extLst>
              <a:ext uri="{FF2B5EF4-FFF2-40B4-BE49-F238E27FC236}">
                <a16:creationId xmlns:a16="http://schemas.microsoft.com/office/drawing/2014/main" id="{041C214B-0929-47F1-0881-0584DE92D4E2}"/>
              </a:ext>
            </a:extLst>
          </p:cNvPr>
          <p:cNvSpPr>
            <a:spLocks noGrp="1"/>
          </p:cNvSpPr>
          <p:nvPr>
            <p:ph type="body" sz="quarter" idx="16" hasCustomPrompt="1"/>
          </p:nvPr>
        </p:nvSpPr>
        <p:spPr>
          <a:xfrm>
            <a:off x="635825" y="3126991"/>
            <a:ext cx="4554537" cy="276999"/>
          </a:xfrm>
          <a:prstGeom prst="rect">
            <a:avLst/>
          </a:prstGeom>
        </p:spPr>
        <p:txBody>
          <a:bodyPr wrap="square" anchor="t" anchorCtr="0">
            <a:spAutoFit/>
          </a:bodyPr>
          <a:lstStyle>
            <a:lvl1pPr>
              <a:defRPr sz="1800" b="0" i="0">
                <a:latin typeface="Calibri Light" panose="020F0302020204030204" pitchFamily="34" charset="0"/>
                <a:cs typeface="Calibri Light" panose="020F0302020204030204" pitchFamily="34" charset="0"/>
              </a:defRPr>
            </a:lvl1pPr>
          </a:lstStyle>
          <a:p>
            <a:pPr lvl="0"/>
            <a:r>
              <a:rPr lang="en-US"/>
              <a:t>Section description</a:t>
            </a:r>
          </a:p>
        </p:txBody>
      </p:sp>
      <p:sp>
        <p:nvSpPr>
          <p:cNvPr id="3" name="Picture Placeholder 2">
            <a:extLst>
              <a:ext uri="{FF2B5EF4-FFF2-40B4-BE49-F238E27FC236}">
                <a16:creationId xmlns:a16="http://schemas.microsoft.com/office/drawing/2014/main" id="{79C487BF-0EFB-7D6C-3495-E817AE08A6AD}"/>
              </a:ext>
            </a:extLst>
          </p:cNvPr>
          <p:cNvSpPr>
            <a:spLocks noGrp="1"/>
          </p:cNvSpPr>
          <p:nvPr>
            <p:ph type="pic" sz="quarter" idx="24"/>
          </p:nvPr>
        </p:nvSpPr>
        <p:spPr>
          <a:xfrm>
            <a:off x="7202904" y="0"/>
            <a:ext cx="4989095" cy="6858000"/>
          </a:xfrm>
          <a:prstGeom prst="rect">
            <a:avLst/>
          </a:prstGeom>
        </p:spPr>
        <p:txBody>
          <a:bodyPr/>
          <a:lstStyle/>
          <a:p>
            <a:endParaRPr lang="en-US"/>
          </a:p>
        </p:txBody>
      </p:sp>
    </p:spTree>
    <p:extLst>
      <p:ext uri="{BB962C8B-B14F-4D97-AF65-F5344CB8AC3E}">
        <p14:creationId xmlns:p14="http://schemas.microsoft.com/office/powerpoint/2010/main" val="178056510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x_Section_Header_Cool">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43CF198-2C15-1B0B-2941-6BA5258C3280}"/>
              </a:ext>
            </a:extLst>
          </p:cNvPr>
          <p:cNvSpPr/>
          <p:nvPr userDrawn="1"/>
        </p:nvSpPr>
        <p:spPr bwMode="auto">
          <a:xfrm>
            <a:off x="620713" y="647700"/>
            <a:ext cx="10969625" cy="5562600"/>
          </a:xfrm>
          <a:prstGeom prst="rect">
            <a:avLst/>
          </a:prstGeom>
          <a:gradFill flip="none" rotWithShape="1">
            <a:gsLst>
              <a:gs pos="0">
                <a:schemeClr val="accent4"/>
              </a:gs>
              <a:gs pos="99000">
                <a:schemeClr val="accent2"/>
              </a:gs>
              <a:gs pos="17000">
                <a:schemeClr val="accent4">
                  <a:alpha val="79000"/>
                </a:schemeClr>
              </a:gs>
              <a:gs pos="37000">
                <a:schemeClr val="accent2"/>
              </a:gs>
            </a:gsLst>
            <a:path path="circle">
              <a:fillToRect l="100000" t="100000"/>
            </a:path>
            <a:tileRect r="-100000" b="-100000"/>
          </a:gra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ext Placeholder 7">
            <a:extLst>
              <a:ext uri="{FF2B5EF4-FFF2-40B4-BE49-F238E27FC236}">
                <a16:creationId xmlns:a16="http://schemas.microsoft.com/office/drawing/2014/main" id="{F83EE370-5755-0FBB-7D84-A96FB6BC6317}"/>
              </a:ext>
            </a:extLst>
          </p:cNvPr>
          <p:cNvSpPr>
            <a:spLocks noGrp="1"/>
          </p:cNvSpPr>
          <p:nvPr>
            <p:ph type="body" sz="quarter" idx="10" hasCustomPrompt="1"/>
          </p:nvPr>
        </p:nvSpPr>
        <p:spPr>
          <a:xfrm>
            <a:off x="1295400" y="2977260"/>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4" name="Title 8">
            <a:extLst>
              <a:ext uri="{FF2B5EF4-FFF2-40B4-BE49-F238E27FC236}">
                <a16:creationId xmlns:a16="http://schemas.microsoft.com/office/drawing/2014/main" id="{90735A68-7AD1-6A4F-4FBB-D417739247BA}"/>
              </a:ext>
            </a:extLst>
          </p:cNvPr>
          <p:cNvSpPr>
            <a:spLocks noGrp="1"/>
          </p:cNvSpPr>
          <p:nvPr>
            <p:ph type="title" hasCustomPrompt="1"/>
          </p:nvPr>
        </p:nvSpPr>
        <p:spPr>
          <a:xfrm>
            <a:off x="1285240" y="1723225"/>
            <a:ext cx="9601200" cy="1212018"/>
          </a:xfrm>
          <a:prstGeom prst="rect">
            <a:avLst/>
          </a:prstGeom>
        </p:spPr>
        <p:txBody>
          <a:bodyPr/>
          <a:lstStyle>
            <a:lvl1pPr>
              <a:defRPr sz="6000">
                <a:solidFill>
                  <a:srgbClr val="000000"/>
                </a:solidFill>
              </a:defRPr>
            </a:lvl1pPr>
          </a:lstStyle>
          <a:p>
            <a:r>
              <a:rPr lang="en-US"/>
              <a:t>Section Header</a:t>
            </a:r>
          </a:p>
        </p:txBody>
      </p:sp>
      <p:sp>
        <p:nvSpPr>
          <p:cNvPr id="5" name="Text Placeholder 4">
            <a:extLst>
              <a:ext uri="{FF2B5EF4-FFF2-40B4-BE49-F238E27FC236}">
                <a16:creationId xmlns:a16="http://schemas.microsoft.com/office/drawing/2014/main" id="{B6749C80-4012-9B9E-C0D6-07426A51EF8D}"/>
              </a:ext>
            </a:extLst>
          </p:cNvPr>
          <p:cNvSpPr>
            <a:spLocks noGrp="1"/>
          </p:cNvSpPr>
          <p:nvPr>
            <p:ph type="body" sz="quarter" idx="11" hasCustomPrompt="1"/>
          </p:nvPr>
        </p:nvSpPr>
        <p:spPr>
          <a:xfrm>
            <a:off x="1295400" y="1328420"/>
            <a:ext cx="498928" cy="307777"/>
          </a:xfrm>
          <a:prstGeom prst="rect">
            <a:avLst/>
          </a:prstGeom>
        </p:spPr>
        <p:txBody>
          <a:bodyPr wrap="square" anchor="t" anchorCtr="0">
            <a:spAutoFit/>
          </a:bodyPr>
          <a:lstStyle>
            <a:lvl1pPr algn="l">
              <a:defRPr sz="2000" b="1">
                <a:solidFill>
                  <a:srgbClr val="000000"/>
                </a:solidFill>
              </a:defRPr>
            </a:lvl1pPr>
          </a:lstStyle>
          <a:p>
            <a:pPr lvl="0"/>
            <a:r>
              <a:rPr lang="en-US"/>
              <a:t>01</a:t>
            </a:r>
          </a:p>
        </p:txBody>
      </p:sp>
      <p:pic>
        <p:nvPicPr>
          <p:cNvPr id="6" name="Picture 5">
            <a:extLst>
              <a:ext uri="{FF2B5EF4-FFF2-40B4-BE49-F238E27FC236}">
                <a16:creationId xmlns:a16="http://schemas.microsoft.com/office/drawing/2014/main" id="{CC04B4EE-632B-DECA-21A7-CE4B30649ED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701" y="6413859"/>
            <a:ext cx="495300" cy="182096"/>
          </a:xfrm>
          <a:prstGeom prst="rect">
            <a:avLst/>
          </a:prstGeom>
        </p:spPr>
      </p:pic>
      <p:sp>
        <p:nvSpPr>
          <p:cNvPr id="7" name="TextBox 6">
            <a:extLst>
              <a:ext uri="{FF2B5EF4-FFF2-40B4-BE49-F238E27FC236}">
                <a16:creationId xmlns:a16="http://schemas.microsoft.com/office/drawing/2014/main" id="{6D4AEAE2-ED8B-F9AA-7FD1-83D75695B020}"/>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8" name="Text Placeholder 3">
            <a:extLst>
              <a:ext uri="{FF2B5EF4-FFF2-40B4-BE49-F238E27FC236}">
                <a16:creationId xmlns:a16="http://schemas.microsoft.com/office/drawing/2014/main" id="{58A49E1C-D7C7-5097-0968-F987FEF5622B}"/>
              </a:ext>
            </a:extLst>
          </p:cNvPr>
          <p:cNvSpPr txBox="1">
            <a:spLocks/>
          </p:cNvSpPr>
          <p:nvPr userDrawn="1"/>
        </p:nvSpPr>
        <p:spPr>
          <a:xfrm>
            <a:off x="11352791"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tx1"/>
                </a:solidFill>
              </a:rPr>
              <a:pPr lvl="0"/>
              <a:t>‹#›</a:t>
            </a:fld>
            <a:endParaRPr lang="en-US" sz="1000">
              <a:solidFill>
                <a:schemeClr val="tx1"/>
              </a:solidFill>
            </a:endParaRPr>
          </a:p>
        </p:txBody>
      </p:sp>
    </p:spTree>
    <p:extLst>
      <p:ext uri="{BB962C8B-B14F-4D97-AF65-F5344CB8AC3E}">
        <p14:creationId xmlns:p14="http://schemas.microsoft.com/office/powerpoint/2010/main" val="1572878223"/>
      </p:ext>
    </p:extLst>
  </p:cSld>
  <p:clrMapOvr>
    <a:masterClrMapping/>
  </p:clrMapOvr>
  <p:extLst>
    <p:ext uri="{DCECCB84-F9BA-43D5-87BE-67443E8EF086}">
      <p15:sldGuideLst xmlns:p15="http://schemas.microsoft.com/office/powerpoint/2012/main">
        <p15:guide id="1" orient="horz" pos="408">
          <p15:clr>
            <a:srgbClr val="FBAE40"/>
          </p15:clr>
        </p15:guide>
        <p15:guide id="2" pos="3840">
          <p15:clr>
            <a:srgbClr val="FBAE40"/>
          </p15:clr>
        </p15:guide>
        <p15:guide id="4" orient="horz" pos="4128">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2_x_Section_Header_Cool">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8B8FFF1-7BEF-FB67-FD62-E5D324B98FDF}"/>
              </a:ext>
            </a:extLst>
          </p:cNvPr>
          <p:cNvSpPr/>
          <p:nvPr userDrawn="1"/>
        </p:nvSpPr>
        <p:spPr bwMode="auto">
          <a:xfrm>
            <a:off x="620713" y="647700"/>
            <a:ext cx="10969625" cy="5562600"/>
          </a:xfrm>
          <a:prstGeom prst="rect">
            <a:avLst/>
          </a:prstGeom>
          <a:gradFill flip="none" rotWithShape="1">
            <a:gsLst>
              <a:gs pos="0">
                <a:schemeClr val="accent4"/>
              </a:gs>
              <a:gs pos="99000">
                <a:schemeClr val="accent6"/>
              </a:gs>
              <a:gs pos="17000">
                <a:schemeClr val="accent4">
                  <a:alpha val="79000"/>
                </a:schemeClr>
              </a:gs>
              <a:gs pos="38000">
                <a:schemeClr val="accent2"/>
              </a:gs>
            </a:gsLst>
            <a:path path="circle">
              <a:fillToRect l="100000" t="100000"/>
            </a:path>
            <a:tileRect r="-100000" b="-100000"/>
          </a:gra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4" name="Text Placeholder 7">
            <a:extLst>
              <a:ext uri="{FF2B5EF4-FFF2-40B4-BE49-F238E27FC236}">
                <a16:creationId xmlns:a16="http://schemas.microsoft.com/office/drawing/2014/main" id="{11C718F0-D4A4-9872-BDD6-D7C7A94D7EE1}"/>
              </a:ext>
            </a:extLst>
          </p:cNvPr>
          <p:cNvSpPr>
            <a:spLocks noGrp="1"/>
          </p:cNvSpPr>
          <p:nvPr>
            <p:ph type="body" sz="quarter" idx="10" hasCustomPrompt="1"/>
          </p:nvPr>
        </p:nvSpPr>
        <p:spPr>
          <a:xfrm>
            <a:off x="1295400" y="2977260"/>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5" name="Title 8">
            <a:extLst>
              <a:ext uri="{FF2B5EF4-FFF2-40B4-BE49-F238E27FC236}">
                <a16:creationId xmlns:a16="http://schemas.microsoft.com/office/drawing/2014/main" id="{7C5E3EB5-098F-0D6A-8385-E69FD287B54F}"/>
              </a:ext>
            </a:extLst>
          </p:cNvPr>
          <p:cNvSpPr>
            <a:spLocks noGrp="1"/>
          </p:cNvSpPr>
          <p:nvPr>
            <p:ph type="title" hasCustomPrompt="1"/>
          </p:nvPr>
        </p:nvSpPr>
        <p:spPr>
          <a:xfrm>
            <a:off x="1285240" y="1723225"/>
            <a:ext cx="9601200" cy="1212018"/>
          </a:xfrm>
          <a:prstGeom prst="rect">
            <a:avLst/>
          </a:prstGeom>
        </p:spPr>
        <p:txBody>
          <a:bodyPr/>
          <a:lstStyle>
            <a:lvl1pPr>
              <a:defRPr sz="6000">
                <a:solidFill>
                  <a:srgbClr val="000000"/>
                </a:solidFill>
              </a:defRPr>
            </a:lvl1pPr>
          </a:lstStyle>
          <a:p>
            <a:r>
              <a:rPr lang="en-US"/>
              <a:t>Section Header</a:t>
            </a:r>
          </a:p>
        </p:txBody>
      </p:sp>
      <p:sp>
        <p:nvSpPr>
          <p:cNvPr id="6" name="Text Placeholder 4">
            <a:extLst>
              <a:ext uri="{FF2B5EF4-FFF2-40B4-BE49-F238E27FC236}">
                <a16:creationId xmlns:a16="http://schemas.microsoft.com/office/drawing/2014/main" id="{9F3FBB37-F96B-0FEB-0FAA-3A60AA02654D}"/>
              </a:ext>
            </a:extLst>
          </p:cNvPr>
          <p:cNvSpPr>
            <a:spLocks noGrp="1"/>
          </p:cNvSpPr>
          <p:nvPr>
            <p:ph type="body" sz="quarter" idx="11" hasCustomPrompt="1"/>
          </p:nvPr>
        </p:nvSpPr>
        <p:spPr>
          <a:xfrm>
            <a:off x="1295400" y="1328420"/>
            <a:ext cx="498928" cy="307777"/>
          </a:xfrm>
          <a:prstGeom prst="rect">
            <a:avLst/>
          </a:prstGeom>
        </p:spPr>
        <p:txBody>
          <a:bodyPr wrap="square" anchor="t" anchorCtr="0">
            <a:spAutoFit/>
          </a:bodyPr>
          <a:lstStyle>
            <a:lvl1pPr algn="l">
              <a:defRPr sz="2000" b="1">
                <a:solidFill>
                  <a:srgbClr val="000000"/>
                </a:solidFill>
              </a:defRPr>
            </a:lvl1pPr>
          </a:lstStyle>
          <a:p>
            <a:pPr lvl="0"/>
            <a:r>
              <a:rPr lang="en-US"/>
              <a:t>01</a:t>
            </a:r>
          </a:p>
        </p:txBody>
      </p:sp>
      <p:pic>
        <p:nvPicPr>
          <p:cNvPr id="3" name="Picture 2">
            <a:extLst>
              <a:ext uri="{FF2B5EF4-FFF2-40B4-BE49-F238E27FC236}">
                <a16:creationId xmlns:a16="http://schemas.microsoft.com/office/drawing/2014/main" id="{DB847CF6-2723-8A78-E571-E5E1D96EE7E6}"/>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701" y="6413859"/>
            <a:ext cx="495300" cy="182096"/>
          </a:xfrm>
          <a:prstGeom prst="rect">
            <a:avLst/>
          </a:prstGeom>
        </p:spPr>
      </p:pic>
      <p:sp>
        <p:nvSpPr>
          <p:cNvPr id="7" name="TextBox 6">
            <a:extLst>
              <a:ext uri="{FF2B5EF4-FFF2-40B4-BE49-F238E27FC236}">
                <a16:creationId xmlns:a16="http://schemas.microsoft.com/office/drawing/2014/main" id="{04B1EED2-CFE5-9449-1191-B818AA5450B2}"/>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8" name="Text Placeholder 3">
            <a:extLst>
              <a:ext uri="{FF2B5EF4-FFF2-40B4-BE49-F238E27FC236}">
                <a16:creationId xmlns:a16="http://schemas.microsoft.com/office/drawing/2014/main" id="{6005ECF6-ECEB-D7EC-6E6C-D560F76EDB1A}"/>
              </a:ext>
            </a:extLst>
          </p:cNvPr>
          <p:cNvSpPr txBox="1">
            <a:spLocks/>
          </p:cNvSpPr>
          <p:nvPr userDrawn="1"/>
        </p:nvSpPr>
        <p:spPr>
          <a:xfrm>
            <a:off x="11352791"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tx1"/>
                </a:solidFill>
              </a:rPr>
              <a:pPr lvl="0"/>
              <a:t>‹#›</a:t>
            </a:fld>
            <a:endParaRPr lang="en-US" sz="1000">
              <a:solidFill>
                <a:schemeClr val="tx1"/>
              </a:solidFill>
            </a:endParaRPr>
          </a:p>
        </p:txBody>
      </p:sp>
    </p:spTree>
    <p:extLst>
      <p:ext uri="{BB962C8B-B14F-4D97-AF65-F5344CB8AC3E}">
        <p14:creationId xmlns:p14="http://schemas.microsoft.com/office/powerpoint/2010/main" val="3202429195"/>
      </p:ext>
    </p:extLst>
  </p:cSld>
  <p:clrMapOvr>
    <a:masterClrMapping/>
  </p:clrMapOvr>
  <p:extLst>
    <p:ext uri="{DCECCB84-F9BA-43D5-87BE-67443E8EF086}">
      <p15:sldGuideLst xmlns:p15="http://schemas.microsoft.com/office/powerpoint/2012/main">
        <p15:guide id="1" orient="horz" pos="408">
          <p15:clr>
            <a:srgbClr val="FBAE40"/>
          </p15:clr>
        </p15:guide>
        <p15:guide id="2" pos="3840">
          <p15:clr>
            <a:srgbClr val="FBAE40"/>
          </p15:clr>
        </p15:guide>
        <p15:guide id="4" orient="horz" pos="4128">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18C30E-9F31-D8F5-1E4D-396AE47857CE}"/>
              </a:ext>
            </a:extLst>
          </p:cNvPr>
          <p:cNvSpPr>
            <a:spLocks noGrp="1"/>
          </p:cNvSpPr>
          <p:nvPr>
            <p:ph type="title" hasCustomPrompt="1"/>
          </p:nvPr>
        </p:nvSpPr>
        <p:spPr>
          <a:xfrm>
            <a:off x="633632" y="722843"/>
            <a:ext cx="10896600" cy="338554"/>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4" name="Text Placeholder 10">
            <a:extLst>
              <a:ext uri="{FF2B5EF4-FFF2-40B4-BE49-F238E27FC236}">
                <a16:creationId xmlns:a16="http://schemas.microsoft.com/office/drawing/2014/main" id="{38C437B2-D94C-1848-2A24-39D1B91C9CA8}"/>
              </a:ext>
            </a:extLst>
          </p:cNvPr>
          <p:cNvSpPr>
            <a:spLocks noGrp="1"/>
          </p:cNvSpPr>
          <p:nvPr>
            <p:ph type="body" sz="quarter" idx="28" hasCustomPrompt="1"/>
          </p:nvPr>
        </p:nvSpPr>
        <p:spPr>
          <a:xfrm>
            <a:off x="633632" y="419100"/>
            <a:ext cx="3611880" cy="225706"/>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166801222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Subtitle">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CC0FA9B4-7015-F669-A684-04DBF3A8020F}"/>
              </a:ext>
            </a:extLst>
          </p:cNvPr>
          <p:cNvSpPr>
            <a:spLocks noGrp="1"/>
          </p:cNvSpPr>
          <p:nvPr>
            <p:ph type="title" hasCustomPrompt="1"/>
          </p:nvPr>
        </p:nvSpPr>
        <p:spPr>
          <a:xfrm>
            <a:off x="633632" y="722843"/>
            <a:ext cx="10896600" cy="338554"/>
          </a:xfrm>
          <a:prstGeom prst="rect">
            <a:avLst/>
          </a:prstGeom>
        </p:spPr>
        <p:txBody>
          <a:bodyPr lIns="0" tIns="0" rIns="0" bIns="0">
            <a:noAutofit/>
          </a:bodyPr>
          <a:lstStyle>
            <a:lvl1pPr>
              <a:defRPr lang="en-US" dirty="0">
                <a:latin typeface="+mj-lt"/>
              </a:defRPr>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5" name="Text Placeholder 10">
            <a:extLst>
              <a:ext uri="{FF2B5EF4-FFF2-40B4-BE49-F238E27FC236}">
                <a16:creationId xmlns:a16="http://schemas.microsoft.com/office/drawing/2014/main" id="{377A3A7C-9EA1-F184-A7F0-65CDB16D77DE}"/>
              </a:ext>
            </a:extLst>
          </p:cNvPr>
          <p:cNvSpPr>
            <a:spLocks noGrp="1"/>
          </p:cNvSpPr>
          <p:nvPr>
            <p:ph type="body" sz="quarter" idx="28" hasCustomPrompt="1"/>
          </p:nvPr>
        </p:nvSpPr>
        <p:spPr>
          <a:xfrm>
            <a:off x="633632" y="419100"/>
            <a:ext cx="3611880" cy="225706"/>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
        <p:nvSpPr>
          <p:cNvPr id="6" name="Text Placeholder 8">
            <a:extLst>
              <a:ext uri="{FF2B5EF4-FFF2-40B4-BE49-F238E27FC236}">
                <a16:creationId xmlns:a16="http://schemas.microsoft.com/office/drawing/2014/main" id="{FC5FFC92-2965-BCAA-1CC8-1CF099E8A937}"/>
              </a:ext>
            </a:extLst>
          </p:cNvPr>
          <p:cNvSpPr>
            <a:spLocks noGrp="1"/>
          </p:cNvSpPr>
          <p:nvPr>
            <p:ph type="body" sz="quarter" idx="11" hasCustomPrompt="1"/>
          </p:nvPr>
        </p:nvSpPr>
        <p:spPr>
          <a:xfrm>
            <a:off x="633632" y="1211252"/>
            <a:ext cx="10896600" cy="480060"/>
          </a:xfrm>
          <a:prstGeom prst="rect">
            <a:avLst/>
          </a:prstGeom>
        </p:spPr>
        <p:txBody>
          <a:bodyPr wrap="square" lIns="0" tIns="0" rIns="0" bIns="0" anchor="t" anchorCtr="0">
            <a:normAutofit/>
          </a:bodyPr>
          <a:lstStyle>
            <a:lvl1pPr marL="0" indent="0" algn="l" defTabSz="914400" rtl="0" eaLnBrk="1" latinLnBrk="0" hangingPunct="1">
              <a:lnSpc>
                <a:spcPct val="100000"/>
              </a:lnSpc>
              <a:spcBef>
                <a:spcPts val="0"/>
              </a:spcBef>
              <a:spcAft>
                <a:spcPts val="0"/>
              </a:spcAft>
              <a:buFont typeface="Arial" panose="020B0604020202020204" pitchFamily="34" charset="0"/>
              <a:buNone/>
              <a:defRPr lang="en-US" sz="1400" b="1" i="0" kern="120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r>
              <a:rPr lang="en-US"/>
              <a:t>Lorem ipsum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a:t>
            </a:r>
          </a:p>
        </p:txBody>
      </p:sp>
    </p:spTree>
    <p:extLst>
      <p:ext uri="{BB962C8B-B14F-4D97-AF65-F5344CB8AC3E}">
        <p14:creationId xmlns:p14="http://schemas.microsoft.com/office/powerpoint/2010/main" val="14269968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67331579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Subsection_Divider">
    <p:spTree>
      <p:nvGrpSpPr>
        <p:cNvPr id="1" name=""/>
        <p:cNvGrpSpPr/>
        <p:nvPr/>
      </p:nvGrpSpPr>
      <p:grpSpPr>
        <a:xfrm>
          <a:off x="0" y="0"/>
          <a:ext cx="0" cy="0"/>
          <a:chOff x="0" y="0"/>
          <a:chExt cx="0" cy="0"/>
        </a:xfrm>
      </p:grpSpPr>
      <p:sp>
        <p:nvSpPr>
          <p:cNvPr id="8" name="Title 2">
            <a:extLst>
              <a:ext uri="{FF2B5EF4-FFF2-40B4-BE49-F238E27FC236}">
                <a16:creationId xmlns:a16="http://schemas.microsoft.com/office/drawing/2014/main" id="{0EFDF222-F5FF-C5FC-328A-D041866005E2}"/>
              </a:ext>
            </a:extLst>
          </p:cNvPr>
          <p:cNvSpPr>
            <a:spLocks noGrp="1"/>
          </p:cNvSpPr>
          <p:nvPr>
            <p:ph type="title" hasCustomPrompt="1"/>
          </p:nvPr>
        </p:nvSpPr>
        <p:spPr>
          <a:xfrm>
            <a:off x="633300" y="1968918"/>
            <a:ext cx="10869110" cy="2031325"/>
          </a:xfrm>
          <a:prstGeom prst="rect">
            <a:avLst/>
          </a:prstGeom>
        </p:spPr>
        <p:txBody>
          <a:bodyPr wrap="square">
            <a:spAutoFit/>
          </a:bodyPr>
          <a:lstStyle>
            <a:lvl1pPr>
              <a:defRPr sz="6600" b="0" i="0">
                <a:solidFill>
                  <a:schemeClr val="bg1"/>
                </a:solidFill>
                <a:latin typeface="Calibri Light" panose="020F0302020204030204" pitchFamily="34" charset="0"/>
                <a:cs typeface="Calibri Light" panose="020F0302020204030204" pitchFamily="34" charset="0"/>
              </a:defRPr>
            </a:lvl1pPr>
          </a:lstStyle>
          <a:p>
            <a:r>
              <a:rPr lang="en-US"/>
              <a:t>Sometimes You Want to Use a </a:t>
            </a:r>
            <a:br>
              <a:rPr lang="en-US"/>
            </a:br>
            <a:r>
              <a:rPr lang="en-US"/>
              <a:t>Subsection Divider</a:t>
            </a:r>
          </a:p>
        </p:txBody>
      </p:sp>
      <p:sp>
        <p:nvSpPr>
          <p:cNvPr id="26" name="Text Placeholder 4">
            <a:extLst>
              <a:ext uri="{FF2B5EF4-FFF2-40B4-BE49-F238E27FC236}">
                <a16:creationId xmlns:a16="http://schemas.microsoft.com/office/drawing/2014/main" id="{041C214B-0929-47F1-0881-0584DE92D4E2}"/>
              </a:ext>
            </a:extLst>
          </p:cNvPr>
          <p:cNvSpPr>
            <a:spLocks noGrp="1"/>
          </p:cNvSpPr>
          <p:nvPr>
            <p:ph type="body" sz="quarter" idx="16" hasCustomPrompt="1"/>
          </p:nvPr>
        </p:nvSpPr>
        <p:spPr>
          <a:xfrm>
            <a:off x="643460" y="4784228"/>
            <a:ext cx="4757677" cy="492443"/>
          </a:xfrm>
          <a:prstGeom prst="rect">
            <a:avLst/>
          </a:prstGeom>
        </p:spPr>
        <p:txBody>
          <a:bodyPr wrap="square" anchor="t" anchorCtr="0">
            <a:spAutoFit/>
          </a:bodyPr>
          <a:lstStyle>
            <a:lvl1pPr>
              <a:defRPr sz="1600" b="0" i="0">
                <a:latin typeface="Calibri Light" panose="020F0302020204030204" pitchFamily="34" charset="0"/>
                <a:cs typeface="Calibri Light" panose="020F0302020204030204" pitchFamily="34" charset="0"/>
              </a:defRPr>
            </a:lvl1pPr>
          </a:lstStyle>
          <a:p>
            <a:pPr lvl="0"/>
            <a:r>
              <a:rPr lang="en-US"/>
              <a:t>This slide can serve you well. It even has a space for a little something under the title.</a:t>
            </a:r>
          </a:p>
        </p:txBody>
      </p:sp>
      <p:sp>
        <p:nvSpPr>
          <p:cNvPr id="10" name="Text Placeholder 4">
            <a:extLst>
              <a:ext uri="{FF2B5EF4-FFF2-40B4-BE49-F238E27FC236}">
                <a16:creationId xmlns:a16="http://schemas.microsoft.com/office/drawing/2014/main" id="{00F545EE-05C3-C60B-A33C-54CA3165B80C}"/>
              </a:ext>
            </a:extLst>
          </p:cNvPr>
          <p:cNvSpPr>
            <a:spLocks noGrp="1"/>
          </p:cNvSpPr>
          <p:nvPr>
            <p:ph type="body" sz="quarter" idx="10" hasCustomPrompt="1"/>
          </p:nvPr>
        </p:nvSpPr>
        <p:spPr>
          <a:xfrm>
            <a:off x="643460" y="1071880"/>
            <a:ext cx="498928" cy="307777"/>
          </a:xfrm>
          <a:prstGeom prst="rect">
            <a:avLst/>
          </a:prstGeom>
        </p:spPr>
        <p:txBody>
          <a:bodyPr wrap="square" anchor="t" anchorCtr="0">
            <a:spAutoFit/>
          </a:bodyPr>
          <a:lstStyle>
            <a:lvl1pPr algn="l">
              <a:defRPr sz="2000" b="1">
                <a:gradFill>
                  <a:gsLst>
                    <a:gs pos="0">
                      <a:srgbClr val="00FFF0"/>
                    </a:gs>
                    <a:gs pos="44000">
                      <a:srgbClr val="00F6FF"/>
                    </a:gs>
                    <a:gs pos="75000">
                      <a:srgbClr val="B896FF"/>
                    </a:gs>
                  </a:gsLst>
                  <a:lin ang="1800000" scaled="0"/>
                </a:gradFill>
              </a:defRPr>
            </a:lvl1pPr>
          </a:lstStyle>
          <a:p>
            <a:pPr lvl="0"/>
            <a:r>
              <a:rPr lang="en-US"/>
              <a:t>01</a:t>
            </a:r>
          </a:p>
        </p:txBody>
      </p:sp>
      <p:sp>
        <p:nvSpPr>
          <p:cNvPr id="2" name="Text Placeholder 4">
            <a:extLst>
              <a:ext uri="{FF2B5EF4-FFF2-40B4-BE49-F238E27FC236}">
                <a16:creationId xmlns:a16="http://schemas.microsoft.com/office/drawing/2014/main" id="{38048DD2-9EC2-D0E6-390B-D6FEF7F7E08B}"/>
              </a:ext>
            </a:extLst>
          </p:cNvPr>
          <p:cNvSpPr>
            <a:spLocks noGrp="1"/>
          </p:cNvSpPr>
          <p:nvPr>
            <p:ph type="body" sz="quarter" idx="11" hasCustomPrompt="1"/>
          </p:nvPr>
        </p:nvSpPr>
        <p:spPr>
          <a:xfrm>
            <a:off x="643460" y="1563803"/>
            <a:ext cx="3732914" cy="153888"/>
          </a:xfrm>
          <a:prstGeom prst="rect">
            <a:avLst/>
          </a:prstGeom>
        </p:spPr>
        <p:txBody>
          <a:bodyPr wrap="square">
            <a:spAutoFit/>
          </a:bodyPr>
          <a:lstStyle>
            <a:lvl1pPr>
              <a:lnSpc>
                <a:spcPct val="100000"/>
              </a:lnSpc>
              <a:spcBef>
                <a:spcPts val="0"/>
              </a:spcBef>
              <a:defRPr sz="1000" b="0" i="0" spc="300">
                <a:solidFill>
                  <a:schemeClr val="bg1"/>
                </a:solidFill>
                <a:latin typeface="Calibri" panose="020F0502020204030204" pitchFamily="34" charset="0"/>
                <a:cs typeface="Calibri" panose="020F0502020204030204" pitchFamily="34" charset="0"/>
              </a:defRPr>
            </a:lvl1pPr>
            <a:lvl2pPr>
              <a:buNone/>
              <a:defRPr/>
            </a:lvl2pPr>
          </a:lstStyle>
          <a:p>
            <a:pPr lvl="0"/>
            <a:r>
              <a:rPr lang="en-US">
                <a:effectLst/>
              </a:rPr>
              <a:t>SECTION TITLE</a:t>
            </a:r>
            <a:endParaRPr lang="en-US"/>
          </a:p>
        </p:txBody>
      </p:sp>
      <p:sp>
        <p:nvSpPr>
          <p:cNvPr id="3" name="TextBox 2">
            <a:extLst>
              <a:ext uri="{FF2B5EF4-FFF2-40B4-BE49-F238E27FC236}">
                <a16:creationId xmlns:a16="http://schemas.microsoft.com/office/drawing/2014/main" id="{D36A3F60-C785-55F7-FFFA-6777E5B0CF19}"/>
              </a:ext>
            </a:extLst>
          </p:cNvPr>
          <p:cNvSpPr txBox="1"/>
          <p:nvPr userDrawn="1"/>
        </p:nvSpPr>
        <p:spPr>
          <a:xfrm>
            <a:off x="905069" y="6475445"/>
            <a:ext cx="0" cy="0"/>
          </a:xfrm>
          <a:prstGeom prst="rect">
            <a:avLst/>
          </a:prstGeom>
          <a:noFill/>
        </p:spPr>
        <p:txBody>
          <a:bodyPr wrap="none" lIns="0" tIns="0" rIns="0" bIns="0" rtlCol="0">
            <a:noAutofit/>
          </a:bodyPr>
          <a:lstStyle/>
          <a:p>
            <a:pPr>
              <a:lnSpc>
                <a:spcPct val="110000"/>
              </a:lnSpc>
              <a:spcBef>
                <a:spcPts val="600"/>
              </a:spcBef>
            </a:pPr>
            <a:endParaRPr lang="en-US" sz="1200" err="1">
              <a:ea typeface="Human Sans" charset="0"/>
              <a:cs typeface="Human Sans" charset="0"/>
            </a:endParaRPr>
          </a:p>
        </p:txBody>
      </p:sp>
    </p:spTree>
    <p:extLst>
      <p:ext uri="{BB962C8B-B14F-4D97-AF65-F5344CB8AC3E}">
        <p14:creationId xmlns:p14="http://schemas.microsoft.com/office/powerpoint/2010/main" val="968631087"/>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allout_Text_A">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5AB310E8-6618-FE08-E6DC-00BA11F812CC}"/>
              </a:ext>
            </a:extLst>
          </p:cNvPr>
          <p:cNvSpPr/>
          <p:nvPr userDrawn="1"/>
        </p:nvSpPr>
        <p:spPr bwMode="auto">
          <a:xfrm>
            <a:off x="6096000" y="0"/>
            <a:ext cx="6096000" cy="6858000"/>
          </a:xfrm>
          <a:prstGeom prst="rect">
            <a:avLst/>
          </a:prstGeom>
          <a:solidFill>
            <a:srgbClr val="FBFAFA"/>
          </a:solidFill>
          <a:ln>
            <a:noFill/>
          </a:ln>
          <a:effectLst/>
        </p:spPr>
        <p:txBody>
          <a:bodyPr wrap="none" rtlCol="0" anchor="ctr"/>
          <a:lstStyle/>
          <a:p>
            <a:pPr algn="ctr"/>
            <a:endParaRPr lang="en-US" sz="2400" err="1">
              <a:solidFill>
                <a:srgbClr val="FBFAFA"/>
              </a:solidFill>
              <a:latin typeface="Calibri Light" panose="020F0302020204030204" pitchFamily="34" charset="0"/>
              <a:ea typeface="Human Sans ExtraLight" charset="0"/>
              <a:cs typeface="Human Sans ExtraLight" charset="0"/>
            </a:endParaRPr>
          </a:p>
        </p:txBody>
      </p:sp>
      <p:sp>
        <p:nvSpPr>
          <p:cNvPr id="8" name="Title 2">
            <a:extLst>
              <a:ext uri="{FF2B5EF4-FFF2-40B4-BE49-F238E27FC236}">
                <a16:creationId xmlns:a16="http://schemas.microsoft.com/office/drawing/2014/main" id="{0EFDF222-F5FF-C5FC-328A-D041866005E2}"/>
              </a:ext>
            </a:extLst>
          </p:cNvPr>
          <p:cNvSpPr>
            <a:spLocks noGrp="1"/>
          </p:cNvSpPr>
          <p:nvPr>
            <p:ph type="title" hasCustomPrompt="1"/>
          </p:nvPr>
        </p:nvSpPr>
        <p:spPr>
          <a:xfrm>
            <a:off x="637540" y="1739153"/>
            <a:ext cx="5333999" cy="2769989"/>
          </a:xfrm>
          <a:prstGeom prst="rect">
            <a:avLst/>
          </a:prstGeom>
        </p:spPr>
        <p:txBody>
          <a:bodyPr wrap="square">
            <a:spAutoFit/>
          </a:bodyPr>
          <a:lstStyle>
            <a:lvl1pPr>
              <a:defRPr sz="6000" b="0" i="0">
                <a:solidFill>
                  <a:schemeClr val="bg1"/>
                </a:solidFill>
                <a:latin typeface="Calibri Light" panose="020F0302020204030204" pitchFamily="34" charset="0"/>
                <a:cs typeface="Calibri Light" panose="020F0302020204030204" pitchFamily="34" charset="0"/>
              </a:defRPr>
            </a:lvl1pPr>
          </a:lstStyle>
          <a:p>
            <a:r>
              <a:rPr lang="en-US"/>
              <a:t>When You Have a Big Thought That is Paired…</a:t>
            </a:r>
          </a:p>
        </p:txBody>
      </p:sp>
      <p:sp>
        <p:nvSpPr>
          <p:cNvPr id="3" name="Text Placeholder 4">
            <a:extLst>
              <a:ext uri="{FF2B5EF4-FFF2-40B4-BE49-F238E27FC236}">
                <a16:creationId xmlns:a16="http://schemas.microsoft.com/office/drawing/2014/main" id="{B9BE9A04-ECA1-501C-8903-EB031E3BF54D}"/>
              </a:ext>
            </a:extLst>
          </p:cNvPr>
          <p:cNvSpPr>
            <a:spLocks noGrp="1"/>
          </p:cNvSpPr>
          <p:nvPr>
            <p:ph type="body" sz="quarter" idx="16" hasCustomPrompt="1"/>
          </p:nvPr>
        </p:nvSpPr>
        <p:spPr>
          <a:xfrm>
            <a:off x="6934201" y="1981200"/>
            <a:ext cx="4610100" cy="2439386"/>
          </a:xfrm>
          <a:prstGeom prst="rect">
            <a:avLst/>
          </a:prstGeom>
        </p:spPr>
        <p:txBody>
          <a:bodyPr wrap="square" anchor="t" anchorCtr="0">
            <a:spAutoFit/>
          </a:bodyPr>
          <a:lstStyle>
            <a:lvl1pPr>
              <a:lnSpc>
                <a:spcPts val="2400"/>
              </a:lnSpc>
              <a:defRPr sz="1600" b="0" i="0">
                <a:solidFill>
                  <a:srgbClr val="000000"/>
                </a:solidFill>
                <a:latin typeface="Calibri Light" panose="020F0302020204030204" pitchFamily="34" charset="0"/>
                <a:cs typeface="Calibri Light" panose="020F0302020204030204" pitchFamily="34" charset="0"/>
              </a:defRPr>
            </a:lvl1pPr>
          </a:lstStyle>
          <a:p>
            <a:pPr lvl="0"/>
            <a:r>
              <a:rPr lang="en-US"/>
              <a:t>With a lot of supporting details. Lorem ipsum dolor sit </a:t>
            </a:r>
            <a:r>
              <a:rPr lang="en-US" err="1"/>
              <a:t>amet</a:t>
            </a:r>
            <a:r>
              <a:rPr lang="en-US"/>
              <a:t>, </a:t>
            </a:r>
            <a:r>
              <a:rPr lang="en-US" err="1"/>
              <a:t>consectetuer</a:t>
            </a:r>
            <a:r>
              <a:rPr lang="en-US"/>
              <a:t> </a:t>
            </a:r>
            <a:r>
              <a:rPr lang="en-US" err="1"/>
              <a:t>adipiscing</a:t>
            </a:r>
            <a:r>
              <a:rPr lang="en-US"/>
              <a:t> </a:t>
            </a:r>
            <a:r>
              <a:rPr lang="en-US" err="1"/>
              <a:t>elit</a:t>
            </a:r>
            <a:r>
              <a:rPr lang="en-US"/>
              <a:t>, sed diam </a:t>
            </a:r>
            <a:r>
              <a:rPr lang="en-US" err="1"/>
              <a:t>nonummy</a:t>
            </a:r>
            <a:r>
              <a:rPr lang="en-US"/>
              <a:t> </a:t>
            </a:r>
            <a:r>
              <a:rPr lang="en-US" err="1"/>
              <a:t>nibh</a:t>
            </a:r>
            <a:r>
              <a:rPr lang="en-US"/>
              <a:t> </a:t>
            </a:r>
            <a:r>
              <a:rPr lang="en-US" err="1"/>
              <a:t>euismod</a:t>
            </a:r>
            <a:r>
              <a:rPr lang="en-US"/>
              <a:t> </a:t>
            </a:r>
            <a:r>
              <a:rPr lang="en-US" err="1"/>
              <a:t>tincidunt</a:t>
            </a:r>
            <a:r>
              <a:rPr lang="en-US"/>
              <a:t> </a:t>
            </a:r>
            <a:r>
              <a:rPr lang="en-US" err="1"/>
              <a:t>ut</a:t>
            </a:r>
            <a:r>
              <a:rPr lang="en-US"/>
              <a:t> </a:t>
            </a:r>
            <a:r>
              <a:rPr lang="en-US" err="1"/>
              <a:t>laoreet</a:t>
            </a:r>
            <a:r>
              <a:rPr lang="en-US"/>
              <a:t> dolore magna </a:t>
            </a:r>
            <a:r>
              <a:rPr lang="en-US" err="1"/>
              <a:t>aliquam</a:t>
            </a:r>
            <a:r>
              <a:rPr lang="en-US"/>
              <a:t> </a:t>
            </a:r>
            <a:r>
              <a:rPr lang="en-US" err="1"/>
              <a:t>erat</a:t>
            </a:r>
            <a:r>
              <a:rPr lang="en-US"/>
              <a:t> </a:t>
            </a:r>
            <a:r>
              <a:rPr lang="en-US" err="1"/>
              <a:t>volutpat</a:t>
            </a:r>
            <a:r>
              <a:rPr lang="en-US"/>
              <a:t>. Ut </a:t>
            </a:r>
            <a:r>
              <a:rPr lang="en-US" err="1"/>
              <a:t>wisi</a:t>
            </a:r>
            <a:r>
              <a:rPr lang="en-US"/>
              <a:t> </a:t>
            </a:r>
            <a:r>
              <a:rPr lang="en-US" err="1"/>
              <a:t>enim</a:t>
            </a:r>
            <a:r>
              <a:rPr lang="en-US"/>
              <a:t> ad minim </a:t>
            </a:r>
            <a:r>
              <a:rPr lang="en-US" err="1"/>
              <a:t>veniam</a:t>
            </a:r>
            <a:r>
              <a:rPr lang="en-US"/>
              <a:t>, </a:t>
            </a:r>
            <a:r>
              <a:rPr lang="en-US" err="1"/>
              <a:t>quis</a:t>
            </a:r>
            <a:r>
              <a:rPr lang="en-US"/>
              <a:t> </a:t>
            </a:r>
            <a:r>
              <a:rPr lang="en-US" err="1"/>
              <a:t>nostrud</a:t>
            </a:r>
            <a:r>
              <a:rPr lang="en-US"/>
              <a:t> </a:t>
            </a:r>
            <a:r>
              <a:rPr lang="en-US" err="1"/>
              <a:t>exerci</a:t>
            </a:r>
            <a:r>
              <a:rPr lang="en-US"/>
              <a:t> </a:t>
            </a:r>
            <a:r>
              <a:rPr lang="en-US" err="1"/>
              <a:t>tation</a:t>
            </a:r>
            <a:r>
              <a:rPr lang="en-US"/>
              <a:t> </a:t>
            </a:r>
            <a:r>
              <a:rPr lang="en-US" err="1"/>
              <a:t>ullamcorper</a:t>
            </a:r>
            <a:r>
              <a:rPr lang="en-US"/>
              <a:t> </a:t>
            </a:r>
            <a:r>
              <a:rPr lang="en-US" err="1"/>
              <a:t>suscipit</a:t>
            </a:r>
            <a:r>
              <a:rPr lang="en-US"/>
              <a:t> </a:t>
            </a:r>
            <a:r>
              <a:rPr lang="en-US" err="1"/>
              <a:t>lobortis</a:t>
            </a:r>
            <a:r>
              <a:rPr lang="en-US"/>
              <a:t> </a:t>
            </a:r>
            <a:r>
              <a:rPr lang="en-US" err="1"/>
              <a:t>nisl</a:t>
            </a:r>
            <a:r>
              <a:rPr lang="en-US"/>
              <a:t>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autem vel </a:t>
            </a:r>
            <a:r>
              <a:rPr lang="en-US" err="1"/>
              <a:t>eum</a:t>
            </a:r>
            <a:r>
              <a:rPr lang="en-US"/>
              <a:t> </a:t>
            </a:r>
            <a:r>
              <a:rPr lang="en-US" err="1"/>
              <a:t>iriure</a:t>
            </a:r>
            <a:r>
              <a:rPr lang="en-US"/>
              <a:t> dolor in </a:t>
            </a:r>
            <a:r>
              <a:rPr lang="en-US" err="1"/>
              <a:t>hendrerit</a:t>
            </a:r>
            <a:r>
              <a:rPr lang="en-US"/>
              <a:t> in </a:t>
            </a:r>
            <a:r>
              <a:rPr lang="en-US" err="1"/>
              <a:t>vulputate</a:t>
            </a:r>
            <a:r>
              <a:rPr lang="en-US"/>
              <a:t> </a:t>
            </a:r>
            <a:r>
              <a:rPr lang="en-US" err="1"/>
              <a:t>velit</a:t>
            </a:r>
            <a:r>
              <a:rPr lang="en-US"/>
              <a:t> </a:t>
            </a:r>
            <a:r>
              <a:rPr lang="en-US" err="1"/>
              <a:t>esse</a:t>
            </a:r>
            <a:r>
              <a:rPr lang="en-US"/>
              <a:t> </a:t>
            </a:r>
            <a:r>
              <a:rPr lang="en-US" err="1"/>
              <a:t>molestie</a:t>
            </a:r>
            <a:r>
              <a:rPr lang="en-US"/>
              <a:t> </a:t>
            </a:r>
            <a:r>
              <a:rPr lang="en-US" err="1"/>
              <a:t>consequat</a:t>
            </a:r>
            <a:r>
              <a:rPr lang="en-US"/>
              <a:t>.</a:t>
            </a:r>
          </a:p>
        </p:txBody>
      </p:sp>
      <p:sp>
        <p:nvSpPr>
          <p:cNvPr id="2" name="TextBox 1">
            <a:extLst>
              <a:ext uri="{FF2B5EF4-FFF2-40B4-BE49-F238E27FC236}">
                <a16:creationId xmlns:a16="http://schemas.microsoft.com/office/drawing/2014/main" id="{FC6DF0B1-39A8-66D2-5901-784B6426A5BC}"/>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6" name="Text Placeholder 3">
            <a:extLst>
              <a:ext uri="{FF2B5EF4-FFF2-40B4-BE49-F238E27FC236}">
                <a16:creationId xmlns:a16="http://schemas.microsoft.com/office/drawing/2014/main" id="{63F04122-42C2-36BC-47CE-0B679AD5BEF4}"/>
              </a:ext>
            </a:extLst>
          </p:cNvPr>
          <p:cNvSpPr txBox="1">
            <a:spLocks/>
          </p:cNvSpPr>
          <p:nvPr userDrawn="1"/>
        </p:nvSpPr>
        <p:spPr>
          <a:xfrm>
            <a:off x="11352791"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tx1"/>
                </a:solidFill>
              </a:rPr>
              <a:pPr lvl="0"/>
              <a:t>‹#›</a:t>
            </a:fld>
            <a:endParaRPr lang="en-US" sz="1000">
              <a:solidFill>
                <a:schemeClr val="tx1"/>
              </a:solidFill>
            </a:endParaRPr>
          </a:p>
        </p:txBody>
      </p:sp>
      <p:sp>
        <p:nvSpPr>
          <p:cNvPr id="7" name="Title 1">
            <a:extLst>
              <a:ext uri="{FF2B5EF4-FFF2-40B4-BE49-F238E27FC236}">
                <a16:creationId xmlns:a16="http://schemas.microsoft.com/office/drawing/2014/main" id="{78B58A26-A489-E0C7-76A6-353A0E98D08D}"/>
              </a:ext>
            </a:extLst>
          </p:cNvPr>
          <p:cNvSpPr txBox="1">
            <a:spLocks/>
          </p:cNvSpPr>
          <p:nvPr userDrawn="1"/>
        </p:nvSpPr>
        <p:spPr>
          <a:xfrm>
            <a:off x="633632" y="722842"/>
            <a:ext cx="5341718" cy="343957"/>
          </a:xfrm>
          <a:prstGeom prst="rect">
            <a:avLst/>
          </a:prstGeom>
        </p:spPr>
        <p:txBody>
          <a:bodyPr lIns="0" tIns="0" rIns="0" bIns="0">
            <a:noAutofit/>
          </a:bodyPr>
          <a:lstStyle>
            <a:lvl1pPr algn="l" defTabSz="914400" rtl="0" eaLnBrk="1" latinLnBrk="0" hangingPunct="1">
              <a:lnSpc>
                <a:spcPct val="100000"/>
              </a:lnSpc>
              <a:spcBef>
                <a:spcPct val="0"/>
              </a:spcBef>
              <a:buNone/>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a:spcBef>
                <a:spcPts val="0"/>
              </a:spcBef>
              <a:buFont typeface="Arial" panose="020B0604020202020204" pitchFamily="34" charset="0"/>
              <a:buNone/>
            </a:pPr>
            <a:r>
              <a:rPr lang="en-US"/>
              <a:t>Title Goes Here</a:t>
            </a:r>
          </a:p>
        </p:txBody>
      </p:sp>
      <p:sp>
        <p:nvSpPr>
          <p:cNvPr id="9" name="Text Placeholder 10">
            <a:extLst>
              <a:ext uri="{FF2B5EF4-FFF2-40B4-BE49-F238E27FC236}">
                <a16:creationId xmlns:a16="http://schemas.microsoft.com/office/drawing/2014/main" id="{24550C39-4E9B-6498-10DD-2EE07D469277}"/>
              </a:ext>
            </a:extLst>
          </p:cNvPr>
          <p:cNvSpPr>
            <a:spLocks noGrp="1"/>
          </p:cNvSpPr>
          <p:nvPr>
            <p:ph type="body" sz="quarter" idx="28" hasCustomPrompt="1"/>
          </p:nvPr>
        </p:nvSpPr>
        <p:spPr>
          <a:xfrm>
            <a:off x="633632" y="419100"/>
            <a:ext cx="3611880" cy="225706"/>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529846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allout_Text_B">
    <p:spTree>
      <p:nvGrpSpPr>
        <p:cNvPr id="1" name=""/>
        <p:cNvGrpSpPr/>
        <p:nvPr/>
      </p:nvGrpSpPr>
      <p:grpSpPr>
        <a:xfrm>
          <a:off x="0" y="0"/>
          <a:ext cx="0" cy="0"/>
          <a:chOff x="0" y="0"/>
          <a:chExt cx="0" cy="0"/>
        </a:xfrm>
      </p:grpSpPr>
      <p:pic>
        <p:nvPicPr>
          <p:cNvPr id="6" name="Picture 5" descr="Background pattern  Description automatically generated">
            <a:extLst>
              <a:ext uri="{FF2B5EF4-FFF2-40B4-BE49-F238E27FC236}">
                <a16:creationId xmlns:a16="http://schemas.microsoft.com/office/drawing/2014/main" id="{3295A6AC-FD32-C87C-6A0D-33F65D81BFC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0" y="0"/>
            <a:ext cx="6096000" cy="6858000"/>
          </a:xfrm>
          <a:prstGeom prst="rect">
            <a:avLst/>
          </a:prstGeom>
        </p:spPr>
      </p:pic>
      <p:sp>
        <p:nvSpPr>
          <p:cNvPr id="8" name="Title 2">
            <a:extLst>
              <a:ext uri="{FF2B5EF4-FFF2-40B4-BE49-F238E27FC236}">
                <a16:creationId xmlns:a16="http://schemas.microsoft.com/office/drawing/2014/main" id="{0EFDF222-F5FF-C5FC-328A-D041866005E2}"/>
              </a:ext>
            </a:extLst>
          </p:cNvPr>
          <p:cNvSpPr>
            <a:spLocks noGrp="1"/>
          </p:cNvSpPr>
          <p:nvPr>
            <p:ph type="title" hasCustomPrompt="1"/>
          </p:nvPr>
        </p:nvSpPr>
        <p:spPr>
          <a:xfrm>
            <a:off x="620713" y="1739153"/>
            <a:ext cx="5333999" cy="2769989"/>
          </a:xfrm>
          <a:prstGeom prst="rect">
            <a:avLst/>
          </a:prstGeom>
        </p:spPr>
        <p:txBody>
          <a:bodyPr wrap="square">
            <a:spAutoFit/>
          </a:bodyPr>
          <a:lstStyle>
            <a:lvl1pPr>
              <a:defRPr sz="6000" b="0" i="0">
                <a:solidFill>
                  <a:srgbClr val="000000"/>
                </a:solidFill>
                <a:latin typeface="Calibri" panose="020F0502020204030204" pitchFamily="34" charset="0"/>
                <a:cs typeface="Calibri" panose="020F0502020204030204" pitchFamily="34" charset="0"/>
              </a:defRPr>
            </a:lvl1pPr>
          </a:lstStyle>
          <a:p>
            <a:r>
              <a:rPr lang="en-US"/>
              <a:t>When You Have a Big Thought That is Paired…</a:t>
            </a:r>
          </a:p>
        </p:txBody>
      </p:sp>
      <p:sp>
        <p:nvSpPr>
          <p:cNvPr id="3" name="Text Placeholder 4">
            <a:extLst>
              <a:ext uri="{FF2B5EF4-FFF2-40B4-BE49-F238E27FC236}">
                <a16:creationId xmlns:a16="http://schemas.microsoft.com/office/drawing/2014/main" id="{B9BE9A04-ECA1-501C-8903-EB031E3BF54D}"/>
              </a:ext>
            </a:extLst>
          </p:cNvPr>
          <p:cNvSpPr>
            <a:spLocks noGrp="1"/>
          </p:cNvSpPr>
          <p:nvPr>
            <p:ph type="body" sz="quarter" idx="16" hasCustomPrompt="1"/>
          </p:nvPr>
        </p:nvSpPr>
        <p:spPr>
          <a:xfrm>
            <a:off x="6934201" y="1981200"/>
            <a:ext cx="4610100" cy="2439386"/>
          </a:xfrm>
          <a:prstGeom prst="rect">
            <a:avLst/>
          </a:prstGeom>
        </p:spPr>
        <p:txBody>
          <a:bodyPr wrap="square" anchor="t" anchorCtr="0">
            <a:spAutoFit/>
          </a:bodyPr>
          <a:lstStyle>
            <a:lvl1pPr>
              <a:lnSpc>
                <a:spcPts val="2400"/>
              </a:lnSpc>
              <a:defRPr sz="1600" b="0" i="0">
                <a:solidFill>
                  <a:schemeClr val="bg1"/>
                </a:solidFill>
                <a:latin typeface="Calibri Light" panose="020F0302020204030204" pitchFamily="34" charset="0"/>
                <a:cs typeface="Calibri Light" panose="020F0302020204030204" pitchFamily="34" charset="0"/>
              </a:defRPr>
            </a:lvl1pPr>
          </a:lstStyle>
          <a:p>
            <a:pPr lvl="0"/>
            <a:r>
              <a:rPr lang="en-US"/>
              <a:t>With a lot of supporting details. Lorem ipsum dolor sit </a:t>
            </a:r>
            <a:r>
              <a:rPr lang="en-US" err="1"/>
              <a:t>amet</a:t>
            </a:r>
            <a:r>
              <a:rPr lang="en-US"/>
              <a:t>, </a:t>
            </a:r>
            <a:r>
              <a:rPr lang="en-US" err="1"/>
              <a:t>consectetuer</a:t>
            </a:r>
            <a:r>
              <a:rPr lang="en-US"/>
              <a:t> </a:t>
            </a:r>
            <a:r>
              <a:rPr lang="en-US" err="1"/>
              <a:t>adipiscing</a:t>
            </a:r>
            <a:r>
              <a:rPr lang="en-US"/>
              <a:t> </a:t>
            </a:r>
            <a:r>
              <a:rPr lang="en-US" err="1"/>
              <a:t>elit</a:t>
            </a:r>
            <a:r>
              <a:rPr lang="en-US"/>
              <a:t>, sed diam </a:t>
            </a:r>
            <a:r>
              <a:rPr lang="en-US" err="1"/>
              <a:t>nonummy</a:t>
            </a:r>
            <a:r>
              <a:rPr lang="en-US"/>
              <a:t> </a:t>
            </a:r>
            <a:r>
              <a:rPr lang="en-US" err="1"/>
              <a:t>nibh</a:t>
            </a:r>
            <a:r>
              <a:rPr lang="en-US"/>
              <a:t> </a:t>
            </a:r>
            <a:r>
              <a:rPr lang="en-US" err="1"/>
              <a:t>euismod</a:t>
            </a:r>
            <a:r>
              <a:rPr lang="en-US"/>
              <a:t> </a:t>
            </a:r>
            <a:r>
              <a:rPr lang="en-US" err="1"/>
              <a:t>tincidunt</a:t>
            </a:r>
            <a:r>
              <a:rPr lang="en-US"/>
              <a:t> </a:t>
            </a:r>
            <a:r>
              <a:rPr lang="en-US" err="1"/>
              <a:t>ut</a:t>
            </a:r>
            <a:r>
              <a:rPr lang="en-US"/>
              <a:t> </a:t>
            </a:r>
            <a:r>
              <a:rPr lang="en-US" err="1"/>
              <a:t>laoreet</a:t>
            </a:r>
            <a:r>
              <a:rPr lang="en-US"/>
              <a:t> dolore magna </a:t>
            </a:r>
            <a:r>
              <a:rPr lang="en-US" err="1"/>
              <a:t>aliquam</a:t>
            </a:r>
            <a:r>
              <a:rPr lang="en-US"/>
              <a:t> </a:t>
            </a:r>
            <a:r>
              <a:rPr lang="en-US" err="1"/>
              <a:t>erat</a:t>
            </a:r>
            <a:r>
              <a:rPr lang="en-US"/>
              <a:t> </a:t>
            </a:r>
            <a:r>
              <a:rPr lang="en-US" err="1"/>
              <a:t>volutpat</a:t>
            </a:r>
            <a:r>
              <a:rPr lang="en-US"/>
              <a:t>. Ut </a:t>
            </a:r>
            <a:r>
              <a:rPr lang="en-US" err="1"/>
              <a:t>wisi</a:t>
            </a:r>
            <a:r>
              <a:rPr lang="en-US"/>
              <a:t> </a:t>
            </a:r>
            <a:r>
              <a:rPr lang="en-US" err="1"/>
              <a:t>enim</a:t>
            </a:r>
            <a:r>
              <a:rPr lang="en-US"/>
              <a:t> ad minim </a:t>
            </a:r>
            <a:r>
              <a:rPr lang="en-US" err="1"/>
              <a:t>veniam</a:t>
            </a:r>
            <a:r>
              <a:rPr lang="en-US"/>
              <a:t>, </a:t>
            </a:r>
            <a:r>
              <a:rPr lang="en-US" err="1"/>
              <a:t>quis</a:t>
            </a:r>
            <a:r>
              <a:rPr lang="en-US"/>
              <a:t> </a:t>
            </a:r>
            <a:r>
              <a:rPr lang="en-US" err="1"/>
              <a:t>nostrud</a:t>
            </a:r>
            <a:r>
              <a:rPr lang="en-US"/>
              <a:t> </a:t>
            </a:r>
            <a:r>
              <a:rPr lang="en-US" err="1"/>
              <a:t>exerci</a:t>
            </a:r>
            <a:r>
              <a:rPr lang="en-US"/>
              <a:t> </a:t>
            </a:r>
            <a:r>
              <a:rPr lang="en-US" err="1"/>
              <a:t>tation</a:t>
            </a:r>
            <a:r>
              <a:rPr lang="en-US"/>
              <a:t> </a:t>
            </a:r>
            <a:r>
              <a:rPr lang="en-US" err="1"/>
              <a:t>ullamcorper</a:t>
            </a:r>
            <a:r>
              <a:rPr lang="en-US"/>
              <a:t> </a:t>
            </a:r>
            <a:r>
              <a:rPr lang="en-US" err="1"/>
              <a:t>suscipit</a:t>
            </a:r>
            <a:r>
              <a:rPr lang="en-US"/>
              <a:t> </a:t>
            </a:r>
            <a:r>
              <a:rPr lang="en-US" err="1"/>
              <a:t>lobortis</a:t>
            </a:r>
            <a:r>
              <a:rPr lang="en-US"/>
              <a:t> </a:t>
            </a:r>
            <a:r>
              <a:rPr lang="en-US" err="1"/>
              <a:t>nisl</a:t>
            </a:r>
            <a:r>
              <a:rPr lang="en-US"/>
              <a:t>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autem vel </a:t>
            </a:r>
            <a:r>
              <a:rPr lang="en-US" err="1"/>
              <a:t>eum</a:t>
            </a:r>
            <a:r>
              <a:rPr lang="en-US"/>
              <a:t> </a:t>
            </a:r>
            <a:r>
              <a:rPr lang="en-US" err="1"/>
              <a:t>iriure</a:t>
            </a:r>
            <a:r>
              <a:rPr lang="en-US"/>
              <a:t> dolor in </a:t>
            </a:r>
            <a:r>
              <a:rPr lang="en-US" err="1"/>
              <a:t>hendrerit</a:t>
            </a:r>
            <a:r>
              <a:rPr lang="en-US"/>
              <a:t> in </a:t>
            </a:r>
            <a:r>
              <a:rPr lang="en-US" err="1"/>
              <a:t>vulputate</a:t>
            </a:r>
            <a:r>
              <a:rPr lang="en-US"/>
              <a:t> </a:t>
            </a:r>
            <a:r>
              <a:rPr lang="en-US" err="1"/>
              <a:t>velit</a:t>
            </a:r>
            <a:r>
              <a:rPr lang="en-US"/>
              <a:t> </a:t>
            </a:r>
            <a:r>
              <a:rPr lang="en-US" err="1"/>
              <a:t>esse</a:t>
            </a:r>
            <a:r>
              <a:rPr lang="en-US"/>
              <a:t> </a:t>
            </a:r>
            <a:r>
              <a:rPr lang="en-US" err="1"/>
              <a:t>molestie</a:t>
            </a:r>
            <a:r>
              <a:rPr lang="en-US"/>
              <a:t> </a:t>
            </a:r>
            <a:r>
              <a:rPr lang="en-US" err="1"/>
              <a:t>consequat</a:t>
            </a:r>
            <a:r>
              <a:rPr lang="en-US"/>
              <a:t>.</a:t>
            </a:r>
          </a:p>
        </p:txBody>
      </p:sp>
      <p:pic>
        <p:nvPicPr>
          <p:cNvPr id="5" name="Picture 4">
            <a:extLst>
              <a:ext uri="{FF2B5EF4-FFF2-40B4-BE49-F238E27FC236}">
                <a16:creationId xmlns:a16="http://schemas.microsoft.com/office/drawing/2014/main" id="{A2B35227-E4B8-E7D7-CFC8-BEC6F4696E8F}"/>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647701" y="6459128"/>
            <a:ext cx="495300" cy="182096"/>
          </a:xfrm>
          <a:prstGeom prst="rect">
            <a:avLst/>
          </a:prstGeom>
        </p:spPr>
      </p:pic>
      <p:sp>
        <p:nvSpPr>
          <p:cNvPr id="9" name="Text Placeholder 4">
            <a:extLst>
              <a:ext uri="{FF2B5EF4-FFF2-40B4-BE49-F238E27FC236}">
                <a16:creationId xmlns:a16="http://schemas.microsoft.com/office/drawing/2014/main" id="{F98434BA-C643-9226-9074-622A044FDF97}"/>
              </a:ext>
            </a:extLst>
          </p:cNvPr>
          <p:cNvSpPr>
            <a:spLocks noGrp="1"/>
          </p:cNvSpPr>
          <p:nvPr>
            <p:ph type="body" sz="quarter" idx="11" hasCustomPrompt="1"/>
          </p:nvPr>
        </p:nvSpPr>
        <p:spPr>
          <a:xfrm>
            <a:off x="620713" y="419100"/>
            <a:ext cx="3732914" cy="153888"/>
          </a:xfrm>
          <a:prstGeom prst="rect">
            <a:avLst/>
          </a:prstGeom>
        </p:spPr>
        <p:txBody>
          <a:bodyPr wrap="square">
            <a:spAutoFit/>
          </a:bodyPr>
          <a:lstStyle>
            <a:lvl1pPr>
              <a:lnSpc>
                <a:spcPct val="100000"/>
              </a:lnSpc>
              <a:spcBef>
                <a:spcPts val="0"/>
              </a:spcBef>
              <a:defRPr sz="1000" b="0" i="0" spc="300">
                <a:solidFill>
                  <a:srgbClr val="000000"/>
                </a:solidFill>
                <a:latin typeface="Calibri" panose="020F0502020204030204" pitchFamily="34" charset="0"/>
                <a:cs typeface="Calibri" panose="020F0502020204030204" pitchFamily="34" charset="0"/>
              </a:defRPr>
            </a:lvl1pPr>
            <a:lvl2pPr>
              <a:buNone/>
              <a:defRPr/>
            </a:lvl2pPr>
          </a:lstStyle>
          <a:p>
            <a:pPr lvl="0"/>
            <a:r>
              <a:rPr lang="en-US">
                <a:effectLst/>
              </a:rPr>
              <a:t>SECTION TITLE</a:t>
            </a:r>
            <a:endParaRPr lang="en-US"/>
          </a:p>
        </p:txBody>
      </p:sp>
      <p:sp>
        <p:nvSpPr>
          <p:cNvPr id="10" name="Text Placeholder 4">
            <a:extLst>
              <a:ext uri="{FF2B5EF4-FFF2-40B4-BE49-F238E27FC236}">
                <a16:creationId xmlns:a16="http://schemas.microsoft.com/office/drawing/2014/main" id="{B89EA330-0A46-587B-303A-AB92923709B7}"/>
              </a:ext>
            </a:extLst>
          </p:cNvPr>
          <p:cNvSpPr>
            <a:spLocks noGrp="1"/>
          </p:cNvSpPr>
          <p:nvPr>
            <p:ph type="body" sz="quarter" idx="25" hasCustomPrompt="1"/>
          </p:nvPr>
        </p:nvSpPr>
        <p:spPr>
          <a:xfrm>
            <a:off x="620713" y="722843"/>
            <a:ext cx="3759901" cy="338554"/>
          </a:xfrm>
          <a:prstGeom prst="rect">
            <a:avLst/>
          </a:prstGeom>
        </p:spPr>
        <p:txBody>
          <a:bodyPr wrap="square">
            <a:spAutoFit/>
          </a:bodyPr>
          <a:lstStyle>
            <a:lvl1pPr>
              <a:lnSpc>
                <a:spcPct val="100000"/>
              </a:lnSpc>
              <a:spcBef>
                <a:spcPts val="0"/>
              </a:spcBef>
              <a:defRPr sz="2200" b="1" i="0" spc="0">
                <a:solidFill>
                  <a:srgbClr val="000000"/>
                </a:solidFill>
                <a:latin typeface="Calibri" panose="020F0502020204030204" pitchFamily="34" charset="0"/>
                <a:cs typeface="Calibri" panose="020F0502020204030204" pitchFamily="34" charset="0"/>
              </a:defRPr>
            </a:lvl1pPr>
            <a:lvl2pPr>
              <a:buNone/>
              <a:defRPr/>
            </a:lvl2pPr>
          </a:lstStyle>
          <a:p>
            <a:pPr lvl="0"/>
            <a:r>
              <a:rPr lang="en-US">
                <a:effectLst/>
              </a:rPr>
              <a:t>Title with Big and Little Type</a:t>
            </a:r>
            <a:endParaRPr lang="en-US"/>
          </a:p>
        </p:txBody>
      </p:sp>
    </p:spTree>
    <p:extLst>
      <p:ext uri="{BB962C8B-B14F-4D97-AF65-F5344CB8AC3E}">
        <p14:creationId xmlns:p14="http://schemas.microsoft.com/office/powerpoint/2010/main" val="1943686985"/>
      </p:ext>
    </p:extLst>
  </p:cSld>
  <p:clrMapOvr>
    <a:masterClrMapping/>
  </p:clrMapOvr>
  <p:extLst>
    <p:ext uri="{DCECCB84-F9BA-43D5-87BE-67443E8EF086}">
      <p15:sldGuideLst xmlns:p15="http://schemas.microsoft.com/office/powerpoint/2012/main">
        <p15:guide id="1" pos="3840">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ype+2_photos">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5AB310E8-6618-FE08-E6DC-00BA11F812CC}"/>
              </a:ext>
            </a:extLst>
          </p:cNvPr>
          <p:cNvSpPr/>
          <p:nvPr userDrawn="1"/>
        </p:nvSpPr>
        <p:spPr bwMode="auto">
          <a:xfrm>
            <a:off x="4383741" y="0"/>
            <a:ext cx="7808259" cy="6858000"/>
          </a:xfrm>
          <a:prstGeom prst="rect">
            <a:avLst/>
          </a:prstGeom>
          <a:solidFill>
            <a:srgbClr val="FBFAFA"/>
          </a:solidFill>
          <a:ln>
            <a:noFill/>
          </a:ln>
          <a:effectLst/>
        </p:spPr>
        <p:txBody>
          <a:bodyPr wrap="none" rtlCol="0" anchor="ctr"/>
          <a:lstStyle/>
          <a:p>
            <a:pPr algn="ctr"/>
            <a:endParaRPr lang="en-US" sz="2400" err="1">
              <a:solidFill>
                <a:srgbClr val="FBFAFA"/>
              </a:solidFill>
              <a:latin typeface="Calibri Light" panose="020F0302020204030204" pitchFamily="34" charset="0"/>
              <a:ea typeface="Human Sans ExtraLight" charset="0"/>
              <a:cs typeface="Human Sans ExtraLight" charset="0"/>
            </a:endParaRPr>
          </a:p>
        </p:txBody>
      </p:sp>
      <p:sp>
        <p:nvSpPr>
          <p:cNvPr id="3" name="Text Placeholder 4">
            <a:extLst>
              <a:ext uri="{FF2B5EF4-FFF2-40B4-BE49-F238E27FC236}">
                <a16:creationId xmlns:a16="http://schemas.microsoft.com/office/drawing/2014/main" id="{B9BE9A04-ECA1-501C-8903-EB031E3BF54D}"/>
              </a:ext>
            </a:extLst>
          </p:cNvPr>
          <p:cNvSpPr>
            <a:spLocks noGrp="1"/>
          </p:cNvSpPr>
          <p:nvPr>
            <p:ph type="body" sz="quarter" idx="16" hasCustomPrompt="1"/>
          </p:nvPr>
        </p:nvSpPr>
        <p:spPr>
          <a:xfrm>
            <a:off x="633632" y="1981200"/>
            <a:ext cx="3346076" cy="496226"/>
          </a:xfrm>
          <a:prstGeom prst="rect">
            <a:avLst/>
          </a:prstGeom>
        </p:spPr>
        <p:txBody>
          <a:bodyPr wrap="square" anchor="t" anchorCtr="0">
            <a:spAutoFit/>
          </a:bodyPr>
          <a:lstStyle>
            <a:lvl1pPr>
              <a:lnSpc>
                <a:spcPts val="2000"/>
              </a:lnSpc>
              <a:defRPr sz="1400" b="0" i="0">
                <a:solidFill>
                  <a:schemeClr val="bg1"/>
                </a:solidFill>
                <a:latin typeface="Calibri Light" panose="020F0302020204030204" pitchFamily="34" charset="0"/>
                <a:cs typeface="Calibri Light" panose="020F0302020204030204" pitchFamily="34" charset="0"/>
              </a:defRPr>
            </a:lvl1pPr>
          </a:lstStyle>
          <a:p>
            <a:r>
              <a:rPr lang="en-US"/>
              <a:t>When you just have a few sentences of type and supporting photos. </a:t>
            </a:r>
          </a:p>
        </p:txBody>
      </p:sp>
      <p:pic>
        <p:nvPicPr>
          <p:cNvPr id="5" name="Picture Placeholder 7">
            <a:extLst>
              <a:ext uri="{FF2B5EF4-FFF2-40B4-BE49-F238E27FC236}">
                <a16:creationId xmlns:a16="http://schemas.microsoft.com/office/drawing/2014/main" id="{47D220DB-753D-9009-E3B2-968BCB12601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7848600" y="948209"/>
            <a:ext cx="3695700" cy="4678080"/>
          </a:xfrm>
          <a:prstGeom prst="rect">
            <a:avLst/>
          </a:prstGeom>
        </p:spPr>
      </p:pic>
      <p:pic>
        <p:nvPicPr>
          <p:cNvPr id="6" name="Picture Placeholder 8">
            <a:extLst>
              <a:ext uri="{FF2B5EF4-FFF2-40B4-BE49-F238E27FC236}">
                <a16:creationId xmlns:a16="http://schemas.microsoft.com/office/drawing/2014/main" id="{93BAF3BA-506C-CEDE-31A8-0E2F7E862A03}"/>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4860594" y="948210"/>
            <a:ext cx="2705674" cy="2175164"/>
          </a:xfrm>
          <a:prstGeom prst="rect">
            <a:avLst/>
          </a:prstGeom>
        </p:spPr>
      </p:pic>
      <p:sp>
        <p:nvSpPr>
          <p:cNvPr id="2" name="TextBox 1">
            <a:extLst>
              <a:ext uri="{FF2B5EF4-FFF2-40B4-BE49-F238E27FC236}">
                <a16:creationId xmlns:a16="http://schemas.microsoft.com/office/drawing/2014/main" id="{A7A3697B-75D8-F270-FA16-FF1CAED387BA}"/>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4" name="Text Placeholder 3">
            <a:extLst>
              <a:ext uri="{FF2B5EF4-FFF2-40B4-BE49-F238E27FC236}">
                <a16:creationId xmlns:a16="http://schemas.microsoft.com/office/drawing/2014/main" id="{7DA88C32-A814-A30F-E410-D8FFB09D466B}"/>
              </a:ext>
            </a:extLst>
          </p:cNvPr>
          <p:cNvSpPr txBox="1">
            <a:spLocks/>
          </p:cNvSpPr>
          <p:nvPr userDrawn="1"/>
        </p:nvSpPr>
        <p:spPr>
          <a:xfrm>
            <a:off x="11352791"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tx1"/>
                </a:solidFill>
              </a:rPr>
              <a:pPr lvl="0"/>
              <a:t>‹#›</a:t>
            </a:fld>
            <a:endParaRPr lang="en-US" sz="1000">
              <a:solidFill>
                <a:schemeClr val="tx1"/>
              </a:solidFill>
            </a:endParaRPr>
          </a:p>
        </p:txBody>
      </p:sp>
      <p:sp>
        <p:nvSpPr>
          <p:cNvPr id="7" name="Title 1">
            <a:extLst>
              <a:ext uri="{FF2B5EF4-FFF2-40B4-BE49-F238E27FC236}">
                <a16:creationId xmlns:a16="http://schemas.microsoft.com/office/drawing/2014/main" id="{CB55100E-75B5-2C7B-2A86-042FF5C3AFFD}"/>
              </a:ext>
            </a:extLst>
          </p:cNvPr>
          <p:cNvSpPr>
            <a:spLocks noGrp="1"/>
          </p:cNvSpPr>
          <p:nvPr>
            <p:ph type="title" hasCustomPrompt="1"/>
          </p:nvPr>
        </p:nvSpPr>
        <p:spPr>
          <a:xfrm>
            <a:off x="633632" y="722842"/>
            <a:ext cx="3611880" cy="343957"/>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9" name="Text Placeholder 10">
            <a:extLst>
              <a:ext uri="{FF2B5EF4-FFF2-40B4-BE49-F238E27FC236}">
                <a16:creationId xmlns:a16="http://schemas.microsoft.com/office/drawing/2014/main" id="{1FFDB60C-4B68-3EAD-E6FA-B4039FD58AFD}"/>
              </a:ext>
            </a:extLst>
          </p:cNvPr>
          <p:cNvSpPr>
            <a:spLocks noGrp="1"/>
          </p:cNvSpPr>
          <p:nvPr>
            <p:ph type="body" sz="quarter" idx="28" hasCustomPrompt="1"/>
          </p:nvPr>
        </p:nvSpPr>
        <p:spPr>
          <a:xfrm>
            <a:off x="633632" y="419100"/>
            <a:ext cx="3611880" cy="225706"/>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3364711871"/>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ype+2_photos_Black">
    <p:spTree>
      <p:nvGrpSpPr>
        <p:cNvPr id="1" name=""/>
        <p:cNvGrpSpPr/>
        <p:nvPr/>
      </p:nvGrpSpPr>
      <p:grpSpPr>
        <a:xfrm>
          <a:off x="0" y="0"/>
          <a:ext cx="0" cy="0"/>
          <a:chOff x="0" y="0"/>
          <a:chExt cx="0" cy="0"/>
        </a:xfrm>
      </p:grpSpPr>
      <p:sp>
        <p:nvSpPr>
          <p:cNvPr id="3" name="Text Placeholder 4">
            <a:extLst>
              <a:ext uri="{FF2B5EF4-FFF2-40B4-BE49-F238E27FC236}">
                <a16:creationId xmlns:a16="http://schemas.microsoft.com/office/drawing/2014/main" id="{B9BE9A04-ECA1-501C-8903-EB031E3BF54D}"/>
              </a:ext>
            </a:extLst>
          </p:cNvPr>
          <p:cNvSpPr>
            <a:spLocks noGrp="1"/>
          </p:cNvSpPr>
          <p:nvPr>
            <p:ph type="body" sz="quarter" idx="16" hasCustomPrompt="1"/>
          </p:nvPr>
        </p:nvSpPr>
        <p:spPr>
          <a:xfrm>
            <a:off x="633632" y="1981200"/>
            <a:ext cx="3346076" cy="496226"/>
          </a:xfrm>
          <a:prstGeom prst="rect">
            <a:avLst/>
          </a:prstGeom>
        </p:spPr>
        <p:txBody>
          <a:bodyPr wrap="square" anchor="t" anchorCtr="0">
            <a:spAutoFit/>
          </a:bodyPr>
          <a:lstStyle>
            <a:lvl1pPr>
              <a:lnSpc>
                <a:spcPts val="2000"/>
              </a:lnSpc>
              <a:defRPr sz="1400" b="0" i="0">
                <a:solidFill>
                  <a:schemeClr val="bg1"/>
                </a:solidFill>
                <a:latin typeface="Calibri Light" panose="020F0302020204030204" pitchFamily="34" charset="0"/>
                <a:cs typeface="Calibri Light" panose="020F0302020204030204" pitchFamily="34" charset="0"/>
              </a:defRPr>
            </a:lvl1pPr>
          </a:lstStyle>
          <a:p>
            <a:r>
              <a:rPr lang="en-US"/>
              <a:t>When you just have a few sentences of type and supporting photos. </a:t>
            </a:r>
          </a:p>
        </p:txBody>
      </p:sp>
      <p:pic>
        <p:nvPicPr>
          <p:cNvPr id="5" name="Picture Placeholder 7">
            <a:extLst>
              <a:ext uri="{FF2B5EF4-FFF2-40B4-BE49-F238E27FC236}">
                <a16:creationId xmlns:a16="http://schemas.microsoft.com/office/drawing/2014/main" id="{47D220DB-753D-9009-E3B2-968BCB12601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7848600" y="948209"/>
            <a:ext cx="3695700" cy="4678080"/>
          </a:xfrm>
          <a:prstGeom prst="rect">
            <a:avLst/>
          </a:prstGeom>
        </p:spPr>
      </p:pic>
      <p:pic>
        <p:nvPicPr>
          <p:cNvPr id="6" name="Picture Placeholder 8">
            <a:extLst>
              <a:ext uri="{FF2B5EF4-FFF2-40B4-BE49-F238E27FC236}">
                <a16:creationId xmlns:a16="http://schemas.microsoft.com/office/drawing/2014/main" id="{93BAF3BA-506C-CEDE-31A8-0E2F7E862A03}"/>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4860594" y="948210"/>
            <a:ext cx="2705674" cy="2175164"/>
          </a:xfrm>
          <a:prstGeom prst="rect">
            <a:avLst/>
          </a:prstGeom>
        </p:spPr>
      </p:pic>
      <p:sp>
        <p:nvSpPr>
          <p:cNvPr id="7" name="Title 1">
            <a:extLst>
              <a:ext uri="{FF2B5EF4-FFF2-40B4-BE49-F238E27FC236}">
                <a16:creationId xmlns:a16="http://schemas.microsoft.com/office/drawing/2014/main" id="{D627D40C-5450-0B96-10EC-7A6EB80673C8}"/>
              </a:ext>
            </a:extLst>
          </p:cNvPr>
          <p:cNvSpPr>
            <a:spLocks noGrp="1"/>
          </p:cNvSpPr>
          <p:nvPr>
            <p:ph type="title" hasCustomPrompt="1"/>
          </p:nvPr>
        </p:nvSpPr>
        <p:spPr>
          <a:xfrm>
            <a:off x="633632" y="722842"/>
            <a:ext cx="3611880" cy="343957"/>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8" name="Text Placeholder 10">
            <a:extLst>
              <a:ext uri="{FF2B5EF4-FFF2-40B4-BE49-F238E27FC236}">
                <a16:creationId xmlns:a16="http://schemas.microsoft.com/office/drawing/2014/main" id="{E4D7BC14-B8F4-8C70-3780-52E71B389EE4}"/>
              </a:ext>
            </a:extLst>
          </p:cNvPr>
          <p:cNvSpPr>
            <a:spLocks noGrp="1"/>
          </p:cNvSpPr>
          <p:nvPr>
            <p:ph type="body" sz="quarter" idx="28" hasCustomPrompt="1"/>
          </p:nvPr>
        </p:nvSpPr>
        <p:spPr>
          <a:xfrm>
            <a:off x="633632" y="419100"/>
            <a:ext cx="3611880" cy="225706"/>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168327600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ype+1_photo">
    <p:spTree>
      <p:nvGrpSpPr>
        <p:cNvPr id="1" name=""/>
        <p:cNvGrpSpPr/>
        <p:nvPr/>
      </p:nvGrpSpPr>
      <p:grpSpPr>
        <a:xfrm>
          <a:off x="0" y="0"/>
          <a:ext cx="0" cy="0"/>
          <a:chOff x="0" y="0"/>
          <a:chExt cx="0" cy="0"/>
        </a:xfrm>
      </p:grpSpPr>
      <p:sp>
        <p:nvSpPr>
          <p:cNvPr id="11" name="Text Placeholder 4">
            <a:extLst>
              <a:ext uri="{FF2B5EF4-FFF2-40B4-BE49-F238E27FC236}">
                <a16:creationId xmlns:a16="http://schemas.microsoft.com/office/drawing/2014/main" id="{953C0E95-F19E-0ED7-FE2B-237DA02AA1B9}"/>
              </a:ext>
            </a:extLst>
          </p:cNvPr>
          <p:cNvSpPr>
            <a:spLocks noGrp="1"/>
          </p:cNvSpPr>
          <p:nvPr>
            <p:ph type="body" sz="quarter" idx="16" hasCustomPrompt="1"/>
          </p:nvPr>
        </p:nvSpPr>
        <p:spPr>
          <a:xfrm>
            <a:off x="633632" y="1981200"/>
            <a:ext cx="3346076" cy="496226"/>
          </a:xfrm>
          <a:prstGeom prst="rect">
            <a:avLst/>
          </a:prstGeom>
        </p:spPr>
        <p:txBody>
          <a:bodyPr wrap="square" anchor="t" anchorCtr="0">
            <a:spAutoFit/>
          </a:bodyPr>
          <a:lstStyle>
            <a:lvl1pPr>
              <a:lnSpc>
                <a:spcPts val="2000"/>
              </a:lnSpc>
              <a:defRPr sz="1400" b="0" i="0">
                <a:solidFill>
                  <a:schemeClr val="bg1"/>
                </a:solidFill>
                <a:latin typeface="Calibri Light" panose="020F0302020204030204" pitchFamily="34" charset="0"/>
                <a:cs typeface="Calibri Light" panose="020F0302020204030204" pitchFamily="34" charset="0"/>
              </a:defRPr>
            </a:lvl1pPr>
          </a:lstStyle>
          <a:p>
            <a:r>
              <a:rPr lang="en-US"/>
              <a:t>When you just have a few sentences of type and supporting photos. </a:t>
            </a:r>
          </a:p>
        </p:txBody>
      </p:sp>
      <p:sp>
        <p:nvSpPr>
          <p:cNvPr id="3" name="Picture Placeholder 8">
            <a:extLst>
              <a:ext uri="{FF2B5EF4-FFF2-40B4-BE49-F238E27FC236}">
                <a16:creationId xmlns:a16="http://schemas.microsoft.com/office/drawing/2014/main" id="{96A70B9E-D366-36CB-4835-845ACD985BF4}"/>
              </a:ext>
            </a:extLst>
          </p:cNvPr>
          <p:cNvSpPr>
            <a:spLocks noGrp="1"/>
          </p:cNvSpPr>
          <p:nvPr>
            <p:ph type="pic" sz="quarter" idx="26"/>
          </p:nvPr>
        </p:nvSpPr>
        <p:spPr>
          <a:xfrm>
            <a:off x="5067300" y="922229"/>
            <a:ext cx="6477000" cy="4710475"/>
          </a:xfrm>
          <a:prstGeom prst="rect">
            <a:avLst/>
          </a:prstGeom>
        </p:spPr>
        <p:txBody>
          <a:bodyPr/>
          <a:lstStyle/>
          <a:p>
            <a:endParaRPr lang="en-US"/>
          </a:p>
        </p:txBody>
      </p:sp>
      <p:sp>
        <p:nvSpPr>
          <p:cNvPr id="4" name="Title 1">
            <a:extLst>
              <a:ext uri="{FF2B5EF4-FFF2-40B4-BE49-F238E27FC236}">
                <a16:creationId xmlns:a16="http://schemas.microsoft.com/office/drawing/2014/main" id="{9DE52C79-B543-C221-B6BE-B72B78C481C5}"/>
              </a:ext>
            </a:extLst>
          </p:cNvPr>
          <p:cNvSpPr>
            <a:spLocks noGrp="1"/>
          </p:cNvSpPr>
          <p:nvPr>
            <p:ph type="title" hasCustomPrompt="1"/>
          </p:nvPr>
        </p:nvSpPr>
        <p:spPr>
          <a:xfrm>
            <a:off x="633632" y="722842"/>
            <a:ext cx="3611880" cy="343957"/>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5" name="Text Placeholder 10">
            <a:extLst>
              <a:ext uri="{FF2B5EF4-FFF2-40B4-BE49-F238E27FC236}">
                <a16:creationId xmlns:a16="http://schemas.microsoft.com/office/drawing/2014/main" id="{0A19AA13-C08A-D0E6-EC94-5A71061E5972}"/>
              </a:ext>
            </a:extLst>
          </p:cNvPr>
          <p:cNvSpPr>
            <a:spLocks noGrp="1"/>
          </p:cNvSpPr>
          <p:nvPr>
            <p:ph type="body" sz="quarter" idx="28" hasCustomPrompt="1"/>
          </p:nvPr>
        </p:nvSpPr>
        <p:spPr>
          <a:xfrm>
            <a:off x="633632" y="419100"/>
            <a:ext cx="3611880" cy="225706"/>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255713697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ype+1_Photo_Blur">
    <p:spTree>
      <p:nvGrpSpPr>
        <p:cNvPr id="1" name=""/>
        <p:cNvGrpSpPr/>
        <p:nvPr/>
      </p:nvGrpSpPr>
      <p:grpSpPr>
        <a:xfrm>
          <a:off x="0" y="0"/>
          <a:ext cx="0" cy="0"/>
          <a:chOff x="0" y="0"/>
          <a:chExt cx="0" cy="0"/>
        </a:xfrm>
      </p:grpSpPr>
      <p:sp>
        <p:nvSpPr>
          <p:cNvPr id="11" name="Text Placeholder 4">
            <a:extLst>
              <a:ext uri="{FF2B5EF4-FFF2-40B4-BE49-F238E27FC236}">
                <a16:creationId xmlns:a16="http://schemas.microsoft.com/office/drawing/2014/main" id="{953C0E95-F19E-0ED7-FE2B-237DA02AA1B9}"/>
              </a:ext>
            </a:extLst>
          </p:cNvPr>
          <p:cNvSpPr>
            <a:spLocks noGrp="1"/>
          </p:cNvSpPr>
          <p:nvPr>
            <p:ph type="body" sz="quarter" idx="16" hasCustomPrompt="1"/>
          </p:nvPr>
        </p:nvSpPr>
        <p:spPr>
          <a:xfrm>
            <a:off x="633632" y="1981200"/>
            <a:ext cx="3346076" cy="496226"/>
          </a:xfrm>
          <a:prstGeom prst="rect">
            <a:avLst/>
          </a:prstGeom>
        </p:spPr>
        <p:txBody>
          <a:bodyPr wrap="square" anchor="t" anchorCtr="0">
            <a:spAutoFit/>
          </a:bodyPr>
          <a:lstStyle>
            <a:lvl1pPr>
              <a:lnSpc>
                <a:spcPts val="2000"/>
              </a:lnSpc>
              <a:defRPr sz="1400" b="0" i="0">
                <a:solidFill>
                  <a:schemeClr val="bg1"/>
                </a:solidFill>
                <a:latin typeface="Calibri Light" panose="020F0302020204030204" pitchFamily="34" charset="0"/>
                <a:cs typeface="Calibri Light" panose="020F0302020204030204" pitchFamily="34" charset="0"/>
              </a:defRPr>
            </a:lvl1pPr>
          </a:lstStyle>
          <a:p>
            <a:r>
              <a:rPr lang="en-US"/>
              <a:t>When you just have a few sentences of type and supporting photos</a:t>
            </a:r>
          </a:p>
        </p:txBody>
      </p:sp>
      <p:sp>
        <p:nvSpPr>
          <p:cNvPr id="3" name="Picture Placeholder 8">
            <a:extLst>
              <a:ext uri="{FF2B5EF4-FFF2-40B4-BE49-F238E27FC236}">
                <a16:creationId xmlns:a16="http://schemas.microsoft.com/office/drawing/2014/main" id="{96A70B9E-D366-36CB-4835-845ACD985BF4}"/>
              </a:ext>
            </a:extLst>
          </p:cNvPr>
          <p:cNvSpPr>
            <a:spLocks noGrp="1"/>
          </p:cNvSpPr>
          <p:nvPr>
            <p:ph type="pic" sz="quarter" idx="26"/>
          </p:nvPr>
        </p:nvSpPr>
        <p:spPr>
          <a:xfrm>
            <a:off x="5067300" y="922229"/>
            <a:ext cx="6477000" cy="4710475"/>
          </a:xfrm>
          <a:prstGeom prst="rect">
            <a:avLst/>
          </a:prstGeom>
        </p:spPr>
        <p:txBody>
          <a:bodyPr/>
          <a:lstStyle/>
          <a:p>
            <a:endParaRPr lang="en-US"/>
          </a:p>
        </p:txBody>
      </p:sp>
      <p:sp>
        <p:nvSpPr>
          <p:cNvPr id="4" name="Title 1">
            <a:extLst>
              <a:ext uri="{FF2B5EF4-FFF2-40B4-BE49-F238E27FC236}">
                <a16:creationId xmlns:a16="http://schemas.microsoft.com/office/drawing/2014/main" id="{C03930C0-6C91-A5B6-792F-04CF2D36D2D6}"/>
              </a:ext>
            </a:extLst>
          </p:cNvPr>
          <p:cNvSpPr>
            <a:spLocks noGrp="1"/>
          </p:cNvSpPr>
          <p:nvPr>
            <p:ph type="title" hasCustomPrompt="1"/>
          </p:nvPr>
        </p:nvSpPr>
        <p:spPr>
          <a:xfrm>
            <a:off x="633632" y="722842"/>
            <a:ext cx="3611880" cy="343957"/>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5" name="Text Placeholder 10">
            <a:extLst>
              <a:ext uri="{FF2B5EF4-FFF2-40B4-BE49-F238E27FC236}">
                <a16:creationId xmlns:a16="http://schemas.microsoft.com/office/drawing/2014/main" id="{15DEBE63-B16C-3AD7-6270-ECA63D2CC6DA}"/>
              </a:ext>
            </a:extLst>
          </p:cNvPr>
          <p:cNvSpPr>
            <a:spLocks noGrp="1"/>
          </p:cNvSpPr>
          <p:nvPr>
            <p:ph type="body" sz="quarter" idx="28" hasCustomPrompt="1"/>
          </p:nvPr>
        </p:nvSpPr>
        <p:spPr>
          <a:xfrm>
            <a:off x="633632" y="419100"/>
            <a:ext cx="3611880" cy="225706"/>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3011043142"/>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Quote_Large">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ext Placeholder 4">
            <a:extLst>
              <a:ext uri="{FF2B5EF4-FFF2-40B4-BE49-F238E27FC236}">
                <a16:creationId xmlns:a16="http://schemas.microsoft.com/office/drawing/2014/main" id="{433DDFE8-68E0-F21D-DCE9-D9E38F969DA2}"/>
              </a:ext>
            </a:extLst>
          </p:cNvPr>
          <p:cNvSpPr>
            <a:spLocks noGrp="1"/>
          </p:cNvSpPr>
          <p:nvPr>
            <p:ph type="body" sz="quarter" idx="11" hasCustomPrompt="1"/>
          </p:nvPr>
        </p:nvSpPr>
        <p:spPr>
          <a:xfrm>
            <a:off x="630197" y="419100"/>
            <a:ext cx="3732914" cy="153888"/>
          </a:xfrm>
          <a:prstGeom prst="rect">
            <a:avLst/>
          </a:prstGeom>
        </p:spPr>
        <p:txBody>
          <a:bodyPr wrap="square">
            <a:spAutoFit/>
          </a:bodyPr>
          <a:lstStyle>
            <a:lvl1pPr>
              <a:lnSpc>
                <a:spcPct val="100000"/>
              </a:lnSpc>
              <a:spcBef>
                <a:spcPts val="0"/>
              </a:spcBef>
              <a:defRPr sz="1000" b="0" spc="300">
                <a:solidFill>
                  <a:srgbClr val="000000"/>
                </a:solidFill>
                <a:latin typeface="+mj-lt"/>
                <a:cs typeface="Calibri Light" panose="020F0302020204030204" pitchFamily="34" charset="0"/>
              </a:defRPr>
            </a:lvl1pPr>
            <a:lvl2pPr>
              <a:buNone/>
              <a:defRPr/>
            </a:lvl2pPr>
          </a:lstStyle>
          <a:p>
            <a:pPr lvl="0"/>
            <a:r>
              <a:rPr lang="en-US">
                <a:effectLst/>
              </a:rPr>
              <a:t>SECTION TITLE</a:t>
            </a:r>
            <a:endParaRPr lang="en-US"/>
          </a:p>
        </p:txBody>
      </p:sp>
      <p:pic>
        <p:nvPicPr>
          <p:cNvPr id="5" name="Picture 4">
            <a:extLst>
              <a:ext uri="{FF2B5EF4-FFF2-40B4-BE49-F238E27FC236}">
                <a16:creationId xmlns:a16="http://schemas.microsoft.com/office/drawing/2014/main" id="{4740EAEC-268C-5162-974B-8A89C7C0171E}"/>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647701" y="6415709"/>
            <a:ext cx="495300" cy="182096"/>
          </a:xfrm>
          <a:prstGeom prst="rect">
            <a:avLst/>
          </a:prstGeom>
        </p:spPr>
      </p:pic>
      <p:sp>
        <p:nvSpPr>
          <p:cNvPr id="4" name="Title 2">
            <a:extLst>
              <a:ext uri="{FF2B5EF4-FFF2-40B4-BE49-F238E27FC236}">
                <a16:creationId xmlns:a16="http://schemas.microsoft.com/office/drawing/2014/main" id="{A4A0CF84-1941-A496-4DFE-6EDA7D9D7651}"/>
              </a:ext>
            </a:extLst>
          </p:cNvPr>
          <p:cNvSpPr>
            <a:spLocks noGrp="1"/>
          </p:cNvSpPr>
          <p:nvPr>
            <p:ph type="title" hasCustomPrompt="1"/>
          </p:nvPr>
        </p:nvSpPr>
        <p:spPr>
          <a:xfrm>
            <a:off x="1123950" y="1762728"/>
            <a:ext cx="10248900" cy="1846659"/>
          </a:xfrm>
          <a:prstGeom prst="rect">
            <a:avLst/>
          </a:prstGeom>
        </p:spPr>
        <p:txBody>
          <a:bodyPr wrap="square">
            <a:spAutoFit/>
          </a:bodyPr>
          <a:lstStyle>
            <a:lvl1pPr>
              <a:defRPr sz="6000" b="1" i="0">
                <a:solidFill>
                  <a:schemeClr val="tx1"/>
                </a:solidFill>
                <a:latin typeface="Calibri" panose="020F0502020204030204" pitchFamily="34" charset="0"/>
                <a:cs typeface="Calibri" panose="020F0502020204030204" pitchFamily="34" charset="0"/>
              </a:defRPr>
            </a:lvl1pPr>
          </a:lstStyle>
          <a:p>
            <a:r>
              <a:rPr lang="en-US"/>
              <a:t>Sometimes you need to add a meaningful yet concise quote.”</a:t>
            </a:r>
          </a:p>
        </p:txBody>
      </p:sp>
      <p:sp>
        <p:nvSpPr>
          <p:cNvPr id="6" name="Text Placeholder 4">
            <a:extLst>
              <a:ext uri="{FF2B5EF4-FFF2-40B4-BE49-F238E27FC236}">
                <a16:creationId xmlns:a16="http://schemas.microsoft.com/office/drawing/2014/main" id="{DF2F86F6-216C-D721-7244-AE3BBA0609AA}"/>
              </a:ext>
            </a:extLst>
          </p:cNvPr>
          <p:cNvSpPr>
            <a:spLocks noGrp="1"/>
          </p:cNvSpPr>
          <p:nvPr>
            <p:ph type="body" sz="quarter" idx="16" hasCustomPrompt="1"/>
          </p:nvPr>
        </p:nvSpPr>
        <p:spPr>
          <a:xfrm>
            <a:off x="1123950" y="4231608"/>
            <a:ext cx="4554537" cy="507831"/>
          </a:xfrm>
          <a:prstGeom prst="rect">
            <a:avLst/>
          </a:prstGeom>
        </p:spPr>
        <p:txBody>
          <a:bodyPr wrap="square" anchor="t" anchorCtr="0">
            <a:spAutoFit/>
          </a:bodyPr>
          <a:lstStyle>
            <a:lvl1pPr>
              <a:defRPr sz="1400" b="1" i="0">
                <a:solidFill>
                  <a:schemeClr val="tx1"/>
                </a:solidFill>
                <a:latin typeface="Calibri" panose="020F0502020204030204" pitchFamily="34" charset="0"/>
                <a:cs typeface="Calibri" panose="020F0502020204030204" pitchFamily="34" charset="0"/>
              </a:defRPr>
            </a:lvl1pPr>
          </a:lstStyle>
          <a:p>
            <a:pPr lvl="0"/>
            <a:r>
              <a:rPr lang="en-US" err="1"/>
              <a:t>Firstname</a:t>
            </a:r>
            <a:r>
              <a:rPr lang="en-US"/>
              <a:t> </a:t>
            </a:r>
            <a:r>
              <a:rPr lang="en-US" err="1"/>
              <a:t>Lastname</a:t>
            </a:r>
            <a:endParaRPr lang="en-US"/>
          </a:p>
          <a:p>
            <a:pPr lvl="0"/>
            <a:r>
              <a:rPr lang="en-US"/>
              <a:t>Job Title, Company</a:t>
            </a:r>
          </a:p>
        </p:txBody>
      </p:sp>
      <p:sp>
        <p:nvSpPr>
          <p:cNvPr id="9" name="Title 2">
            <a:extLst>
              <a:ext uri="{FF2B5EF4-FFF2-40B4-BE49-F238E27FC236}">
                <a16:creationId xmlns:a16="http://schemas.microsoft.com/office/drawing/2014/main" id="{636A723C-C15E-DD81-7189-CFA5D70243A9}"/>
              </a:ext>
            </a:extLst>
          </p:cNvPr>
          <p:cNvSpPr txBox="1">
            <a:spLocks/>
          </p:cNvSpPr>
          <p:nvPr userDrawn="1"/>
        </p:nvSpPr>
        <p:spPr>
          <a:xfrm>
            <a:off x="647700" y="1762728"/>
            <a:ext cx="450695" cy="923330"/>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sz="6000" b="1" i="0" kern="1200">
                <a:solidFill>
                  <a:schemeClr val="tx1"/>
                </a:solidFill>
                <a:latin typeface="Calibri" panose="020F0502020204030204" pitchFamily="34" charset="0"/>
                <a:ea typeface="Calibri Light" panose="020F0302020204030204" pitchFamily="34" charset="0"/>
                <a:cs typeface="Calibri" panose="020F0502020204030204" pitchFamily="34" charset="0"/>
              </a:defRPr>
            </a:lvl1pPr>
          </a:lstStyle>
          <a:p>
            <a:r>
              <a:rPr lang="en-US"/>
              <a:t>“</a:t>
            </a:r>
          </a:p>
        </p:txBody>
      </p:sp>
      <p:sp>
        <p:nvSpPr>
          <p:cNvPr id="3" name="TextBox 2">
            <a:extLst>
              <a:ext uri="{FF2B5EF4-FFF2-40B4-BE49-F238E27FC236}">
                <a16:creationId xmlns:a16="http://schemas.microsoft.com/office/drawing/2014/main" id="{F84199F3-8BE2-BBEA-427A-5AD0BBF888B3}"/>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7" name="Text Placeholder 3">
            <a:extLst>
              <a:ext uri="{FF2B5EF4-FFF2-40B4-BE49-F238E27FC236}">
                <a16:creationId xmlns:a16="http://schemas.microsoft.com/office/drawing/2014/main" id="{6BDB76AC-B244-C159-B205-D8B830CCA43A}"/>
              </a:ext>
            </a:extLst>
          </p:cNvPr>
          <p:cNvSpPr txBox="1">
            <a:spLocks/>
          </p:cNvSpPr>
          <p:nvPr userDrawn="1"/>
        </p:nvSpPr>
        <p:spPr>
          <a:xfrm>
            <a:off x="11340916"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tx1"/>
                </a:solidFill>
              </a:rPr>
              <a:pPr lvl="0"/>
              <a:t>‹#›</a:t>
            </a:fld>
            <a:endParaRPr lang="en-US" sz="1000">
              <a:solidFill>
                <a:schemeClr val="tx1"/>
              </a:solidFill>
            </a:endParaRPr>
          </a:p>
        </p:txBody>
      </p:sp>
    </p:spTree>
    <p:extLst>
      <p:ext uri="{BB962C8B-B14F-4D97-AF65-F5344CB8AC3E}">
        <p14:creationId xmlns:p14="http://schemas.microsoft.com/office/powerpoint/2010/main" val="185126425"/>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Our_People_1_Person">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740EAEC-268C-5162-974B-8A89C7C0171E}"/>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647701" y="6415709"/>
            <a:ext cx="495300" cy="182096"/>
          </a:xfrm>
          <a:prstGeom prst="rect">
            <a:avLst/>
          </a:prstGeom>
        </p:spPr>
      </p:pic>
      <p:sp>
        <p:nvSpPr>
          <p:cNvPr id="3" name="Text Placeholder 4">
            <a:extLst>
              <a:ext uri="{FF2B5EF4-FFF2-40B4-BE49-F238E27FC236}">
                <a16:creationId xmlns:a16="http://schemas.microsoft.com/office/drawing/2014/main" id="{BD3CE1C1-8D34-F5FB-A65B-3074985EA78D}"/>
              </a:ext>
            </a:extLst>
          </p:cNvPr>
          <p:cNvSpPr>
            <a:spLocks noGrp="1"/>
          </p:cNvSpPr>
          <p:nvPr>
            <p:ph type="body" sz="quarter" idx="11" hasCustomPrompt="1"/>
          </p:nvPr>
        </p:nvSpPr>
        <p:spPr>
          <a:xfrm>
            <a:off x="633632" y="419100"/>
            <a:ext cx="3467100" cy="153888"/>
          </a:xfrm>
          <a:prstGeom prst="rect">
            <a:avLst/>
          </a:prstGeom>
        </p:spPr>
        <p:txBody>
          <a:bodyPr wrap="square">
            <a:spAutoFit/>
          </a:bodyPr>
          <a:lstStyle>
            <a:lvl1pPr>
              <a:lnSpc>
                <a:spcPct val="100000"/>
              </a:lnSpc>
              <a:spcBef>
                <a:spcPts val="0"/>
              </a:spcBef>
              <a:defRPr sz="1000" b="0" i="0" spc="30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SECTION TITLE</a:t>
            </a:r>
            <a:endParaRPr lang="en-US"/>
          </a:p>
        </p:txBody>
      </p:sp>
      <p:sp>
        <p:nvSpPr>
          <p:cNvPr id="7" name="Text Placeholder 4">
            <a:extLst>
              <a:ext uri="{FF2B5EF4-FFF2-40B4-BE49-F238E27FC236}">
                <a16:creationId xmlns:a16="http://schemas.microsoft.com/office/drawing/2014/main" id="{97881F8F-A8EB-2813-47A6-219B2122F63E}"/>
              </a:ext>
            </a:extLst>
          </p:cNvPr>
          <p:cNvSpPr>
            <a:spLocks noGrp="1"/>
          </p:cNvSpPr>
          <p:nvPr>
            <p:ph type="body" sz="quarter" idx="25" hasCustomPrompt="1"/>
          </p:nvPr>
        </p:nvSpPr>
        <p:spPr>
          <a:xfrm>
            <a:off x="633632" y="948837"/>
            <a:ext cx="3467100" cy="1181285"/>
          </a:xfrm>
          <a:prstGeom prst="rect">
            <a:avLst/>
          </a:prstGeom>
        </p:spPr>
        <p:txBody>
          <a:bodyPr wrap="square">
            <a:spAutoFit/>
          </a:bodyPr>
          <a:lstStyle>
            <a:lvl1pPr>
              <a:lnSpc>
                <a:spcPts val="4600"/>
              </a:lnSpc>
              <a:spcBef>
                <a:spcPts val="0"/>
              </a:spcBef>
              <a:defRPr sz="4400" b="0" i="0" spc="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Name</a:t>
            </a:r>
          </a:p>
          <a:p>
            <a:pPr lvl="0"/>
            <a:r>
              <a:rPr lang="en-US" err="1">
                <a:effectLst/>
              </a:rPr>
              <a:t>Lastname</a:t>
            </a:r>
            <a:endParaRPr lang="en-US"/>
          </a:p>
        </p:txBody>
      </p:sp>
      <p:sp>
        <p:nvSpPr>
          <p:cNvPr id="8" name="Text Placeholder 4">
            <a:extLst>
              <a:ext uri="{FF2B5EF4-FFF2-40B4-BE49-F238E27FC236}">
                <a16:creationId xmlns:a16="http://schemas.microsoft.com/office/drawing/2014/main" id="{10CE64FB-25EE-A414-B066-FC99784E85DB}"/>
              </a:ext>
            </a:extLst>
          </p:cNvPr>
          <p:cNvSpPr>
            <a:spLocks noGrp="1"/>
          </p:cNvSpPr>
          <p:nvPr>
            <p:ph type="body" sz="quarter" idx="16" hasCustomPrompt="1"/>
          </p:nvPr>
        </p:nvSpPr>
        <p:spPr>
          <a:xfrm>
            <a:off x="633632" y="2916936"/>
            <a:ext cx="4648200" cy="2548070"/>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Cras sit integer </a:t>
            </a:r>
            <a:r>
              <a:rPr lang="en-US" err="1"/>
              <a:t>porttitor</a:t>
            </a:r>
            <a:r>
              <a:rPr lang="en-US"/>
              <a:t> </a:t>
            </a:r>
            <a:r>
              <a:rPr lang="en-US" err="1"/>
              <a:t>enim</a:t>
            </a:r>
            <a:r>
              <a:rPr lang="en-US"/>
              <a:t> </a:t>
            </a:r>
            <a:r>
              <a:rPr lang="en-US" err="1"/>
              <a:t>mauris</a:t>
            </a:r>
            <a:r>
              <a:rPr lang="en-US"/>
              <a:t> </a:t>
            </a:r>
            <a:r>
              <a:rPr lang="en-US" err="1"/>
              <a:t>morbi</a:t>
            </a:r>
            <a:r>
              <a:rPr lang="en-US"/>
              <a:t> </a:t>
            </a:r>
            <a:r>
              <a:rPr lang="en-US" err="1"/>
              <a:t>tincidunt</a:t>
            </a:r>
            <a:r>
              <a:rPr lang="en-US"/>
              <a:t> </a:t>
            </a:r>
            <a:r>
              <a:rPr lang="en-US" err="1"/>
              <a:t>sem</a:t>
            </a:r>
            <a:r>
              <a:rPr lang="en-US"/>
              <a:t> </a:t>
            </a:r>
            <a:r>
              <a:rPr lang="en-US" err="1"/>
              <a:t>volutpat</a:t>
            </a:r>
            <a:r>
              <a:rPr lang="en-US"/>
              <a:t>. Magna in </a:t>
            </a:r>
            <a:r>
              <a:rPr lang="en-US" err="1"/>
              <a:t>aliquam</a:t>
            </a:r>
            <a:r>
              <a:rPr lang="en-US"/>
              <a:t> </a:t>
            </a:r>
            <a:r>
              <a:rPr lang="en-US" err="1"/>
              <a:t>eget</a:t>
            </a:r>
            <a:r>
              <a:rPr lang="en-US"/>
              <a:t> </a:t>
            </a:r>
            <a:r>
              <a:rPr lang="en-US" err="1"/>
              <a:t>consectetur</a:t>
            </a:r>
            <a:r>
              <a:rPr lang="en-US"/>
              <a:t> </a:t>
            </a:r>
            <a:r>
              <a:rPr lang="en-US" err="1"/>
              <a:t>consequat</a:t>
            </a:r>
            <a:r>
              <a:rPr lang="en-US"/>
              <a:t>. </a:t>
            </a:r>
            <a:r>
              <a:rPr lang="en-US" err="1"/>
              <a:t>Tortor</a:t>
            </a:r>
            <a:r>
              <a:rPr lang="en-US"/>
              <a:t> </a:t>
            </a:r>
            <a:r>
              <a:rPr lang="en-US" err="1"/>
              <a:t>rutrum</a:t>
            </a:r>
            <a:r>
              <a:rPr lang="en-US"/>
              <a:t> </a:t>
            </a:r>
            <a:r>
              <a:rPr lang="en-US" err="1"/>
              <a:t>laoreet</a:t>
            </a:r>
            <a:r>
              <a:rPr lang="en-US"/>
              <a:t> </a:t>
            </a:r>
            <a:r>
              <a:rPr lang="en-US" err="1"/>
              <a:t>morbi</a:t>
            </a:r>
            <a:r>
              <a:rPr lang="en-US"/>
              <a:t> </a:t>
            </a:r>
            <a:r>
              <a:rPr lang="en-US" err="1"/>
              <a:t>pretium</a:t>
            </a:r>
            <a:r>
              <a:rPr lang="en-US"/>
              <a:t> </a:t>
            </a:r>
            <a:r>
              <a:rPr lang="en-US" err="1"/>
              <a:t>nunc</a:t>
            </a:r>
            <a:r>
              <a:rPr lang="en-US"/>
              <a:t>, </a:t>
            </a:r>
            <a:r>
              <a:rPr lang="en-US" err="1"/>
              <a:t>massa</a:t>
            </a:r>
            <a:r>
              <a:rPr lang="en-US"/>
              <a:t> </a:t>
            </a:r>
            <a:r>
              <a:rPr lang="en-US" err="1"/>
              <a:t>tortor</a:t>
            </a:r>
            <a:r>
              <a:rPr lang="en-US"/>
              <a:t> </a:t>
            </a:r>
            <a:r>
              <a:rPr lang="en-US" err="1"/>
              <a:t>consequat</a:t>
            </a:r>
            <a:r>
              <a:rPr lang="en-US"/>
              <a:t> </a:t>
            </a:r>
            <a:r>
              <a:rPr lang="en-US" err="1"/>
              <a:t>urna</a:t>
            </a:r>
            <a:r>
              <a:rPr lang="en-US"/>
              <a:t>. </a:t>
            </a:r>
            <a:r>
              <a:rPr lang="en-US" err="1"/>
              <a:t>Risus</a:t>
            </a:r>
            <a:r>
              <a:rPr lang="en-US"/>
              <a:t> </a:t>
            </a:r>
            <a:r>
              <a:rPr lang="en-US" err="1"/>
              <a:t>etiam</a:t>
            </a:r>
            <a:r>
              <a:rPr lang="en-US"/>
              <a:t> </a:t>
            </a:r>
            <a:r>
              <a:rPr lang="en-US" err="1"/>
              <a:t>purus</a:t>
            </a:r>
            <a:r>
              <a:rPr lang="en-US"/>
              <a:t> </a:t>
            </a:r>
            <a:r>
              <a:rPr lang="en-US" err="1"/>
              <a:t>mauris</a:t>
            </a:r>
            <a:r>
              <a:rPr lang="en-US"/>
              <a:t> </a:t>
            </a:r>
            <a:r>
              <a:rPr lang="en-US" err="1"/>
              <a:t>donec</a:t>
            </a:r>
            <a:r>
              <a:rPr lang="en-US"/>
              <a:t>. </a:t>
            </a:r>
            <a:r>
              <a:rPr lang="en-US" err="1"/>
              <a:t>Netus</a:t>
            </a:r>
            <a:r>
              <a:rPr lang="en-US"/>
              <a:t> diam </a:t>
            </a:r>
            <a:r>
              <a:rPr lang="en-US" err="1"/>
              <a:t>massa</a:t>
            </a:r>
            <a:r>
              <a:rPr lang="en-US"/>
              <a:t> </a:t>
            </a:r>
            <a:r>
              <a:rPr lang="en-US" err="1"/>
              <a:t>ullamcorper</a:t>
            </a:r>
            <a:r>
              <a:rPr lang="en-US"/>
              <a:t> </a:t>
            </a:r>
            <a:r>
              <a:rPr lang="en-US" err="1"/>
              <a:t>proin</a:t>
            </a:r>
            <a:r>
              <a:rPr lang="en-US"/>
              <a:t> fermentum </a:t>
            </a:r>
            <a:r>
              <a:rPr lang="en-US" err="1"/>
              <a:t>egestas</a:t>
            </a:r>
            <a:r>
              <a:rPr lang="en-US"/>
              <a:t> et </a:t>
            </a:r>
            <a:r>
              <a:rPr lang="en-US" err="1"/>
              <a:t>quis</a:t>
            </a:r>
            <a:r>
              <a:rPr lang="en-US"/>
              <a:t>. </a:t>
            </a:r>
          </a:p>
        </p:txBody>
      </p:sp>
      <p:sp>
        <p:nvSpPr>
          <p:cNvPr id="10" name="Text Placeholder 4">
            <a:extLst>
              <a:ext uri="{FF2B5EF4-FFF2-40B4-BE49-F238E27FC236}">
                <a16:creationId xmlns:a16="http://schemas.microsoft.com/office/drawing/2014/main" id="{52343B4A-3451-DAED-5CA3-845DCEF785DA}"/>
              </a:ext>
            </a:extLst>
          </p:cNvPr>
          <p:cNvSpPr>
            <a:spLocks noGrp="1"/>
          </p:cNvSpPr>
          <p:nvPr>
            <p:ph type="body" sz="quarter" idx="26" hasCustomPrompt="1"/>
          </p:nvPr>
        </p:nvSpPr>
        <p:spPr>
          <a:xfrm>
            <a:off x="633632" y="2406797"/>
            <a:ext cx="46482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12" name="Picture Placeholder 11">
            <a:extLst>
              <a:ext uri="{FF2B5EF4-FFF2-40B4-BE49-F238E27FC236}">
                <a16:creationId xmlns:a16="http://schemas.microsoft.com/office/drawing/2014/main" id="{113F3B94-3699-B384-69C0-18FFCB0A6F02}"/>
              </a:ext>
            </a:extLst>
          </p:cNvPr>
          <p:cNvSpPr>
            <a:spLocks noGrp="1"/>
          </p:cNvSpPr>
          <p:nvPr>
            <p:ph type="pic" sz="quarter" idx="27"/>
          </p:nvPr>
        </p:nvSpPr>
        <p:spPr>
          <a:xfrm>
            <a:off x="6092952" y="0"/>
            <a:ext cx="6099048" cy="6858000"/>
          </a:xfrm>
          <a:prstGeom prst="rect">
            <a:avLst/>
          </a:prstGeom>
        </p:spPr>
        <p:txBody>
          <a:bodyPr/>
          <a:lstStyle/>
          <a:p>
            <a:endParaRPr lang="en-US"/>
          </a:p>
        </p:txBody>
      </p:sp>
      <p:sp>
        <p:nvSpPr>
          <p:cNvPr id="2" name="TextBox 1">
            <a:extLst>
              <a:ext uri="{FF2B5EF4-FFF2-40B4-BE49-F238E27FC236}">
                <a16:creationId xmlns:a16="http://schemas.microsoft.com/office/drawing/2014/main" id="{ECF093B7-84AC-4D63-2502-6D71BFDF8DB8}"/>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4" name="Text Placeholder 3">
            <a:extLst>
              <a:ext uri="{FF2B5EF4-FFF2-40B4-BE49-F238E27FC236}">
                <a16:creationId xmlns:a16="http://schemas.microsoft.com/office/drawing/2014/main" id="{FC4F95B6-7091-82B3-BCAB-D9319A03C7CC}"/>
              </a:ext>
            </a:extLst>
          </p:cNvPr>
          <p:cNvSpPr txBox="1">
            <a:spLocks/>
          </p:cNvSpPr>
          <p:nvPr userDrawn="1"/>
        </p:nvSpPr>
        <p:spPr>
          <a:xfrm>
            <a:off x="11340916"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tx1"/>
                </a:solidFill>
              </a:rPr>
              <a:pPr lvl="0"/>
              <a:t>‹#›</a:t>
            </a:fld>
            <a:endParaRPr lang="en-US" sz="1000">
              <a:solidFill>
                <a:schemeClr val="tx1"/>
              </a:solidFill>
            </a:endParaRPr>
          </a:p>
        </p:txBody>
      </p:sp>
    </p:spTree>
    <p:extLst>
      <p:ext uri="{BB962C8B-B14F-4D97-AF65-F5344CB8AC3E}">
        <p14:creationId xmlns:p14="http://schemas.microsoft.com/office/powerpoint/2010/main" val="1042364495"/>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Our_People_1_Person_White">
    <p:bg>
      <p:bgPr>
        <a:solidFill>
          <a:schemeClr val="tx1"/>
        </a:solidFill>
        <a:effectLst/>
      </p:bgPr>
    </p:bg>
    <p:spTree>
      <p:nvGrpSpPr>
        <p:cNvPr id="1" name=""/>
        <p:cNvGrpSpPr/>
        <p:nvPr/>
      </p:nvGrpSpPr>
      <p:grpSpPr>
        <a:xfrm>
          <a:off x="0" y="0"/>
          <a:ext cx="0" cy="0"/>
          <a:chOff x="0" y="0"/>
          <a:chExt cx="0" cy="0"/>
        </a:xfrm>
      </p:grpSpPr>
      <p:sp>
        <p:nvSpPr>
          <p:cNvPr id="3" name="Text Placeholder 4">
            <a:extLst>
              <a:ext uri="{FF2B5EF4-FFF2-40B4-BE49-F238E27FC236}">
                <a16:creationId xmlns:a16="http://schemas.microsoft.com/office/drawing/2014/main" id="{BD3CE1C1-8D34-F5FB-A65B-3074985EA78D}"/>
              </a:ext>
            </a:extLst>
          </p:cNvPr>
          <p:cNvSpPr>
            <a:spLocks noGrp="1"/>
          </p:cNvSpPr>
          <p:nvPr>
            <p:ph type="body" sz="quarter" idx="11" hasCustomPrompt="1"/>
          </p:nvPr>
        </p:nvSpPr>
        <p:spPr>
          <a:xfrm>
            <a:off x="633632" y="419100"/>
            <a:ext cx="3467100" cy="153888"/>
          </a:xfrm>
          <a:prstGeom prst="rect">
            <a:avLst/>
          </a:prstGeom>
        </p:spPr>
        <p:txBody>
          <a:bodyPr wrap="square">
            <a:spAutoFit/>
          </a:bodyPr>
          <a:lstStyle>
            <a:lvl1pPr>
              <a:lnSpc>
                <a:spcPct val="100000"/>
              </a:lnSpc>
              <a:spcBef>
                <a:spcPts val="0"/>
              </a:spcBef>
              <a:defRPr sz="1000" b="0" i="0" spc="300">
                <a:solidFill>
                  <a:schemeClr val="bg1"/>
                </a:solidFill>
                <a:latin typeface="Calibri" panose="020F0502020204030204" pitchFamily="34" charset="0"/>
                <a:cs typeface="Calibri" panose="020F0502020204030204" pitchFamily="34" charset="0"/>
              </a:defRPr>
            </a:lvl1pPr>
            <a:lvl2pPr>
              <a:buNone/>
              <a:defRPr/>
            </a:lvl2pPr>
          </a:lstStyle>
          <a:p>
            <a:pPr lvl="0"/>
            <a:r>
              <a:rPr lang="en-US">
                <a:effectLst/>
              </a:rPr>
              <a:t>SECTION TITLE</a:t>
            </a:r>
            <a:endParaRPr lang="en-US"/>
          </a:p>
        </p:txBody>
      </p:sp>
      <p:sp>
        <p:nvSpPr>
          <p:cNvPr id="8" name="Text Placeholder 4">
            <a:extLst>
              <a:ext uri="{FF2B5EF4-FFF2-40B4-BE49-F238E27FC236}">
                <a16:creationId xmlns:a16="http://schemas.microsoft.com/office/drawing/2014/main" id="{10CE64FB-25EE-A414-B066-FC99784E85DB}"/>
              </a:ext>
            </a:extLst>
          </p:cNvPr>
          <p:cNvSpPr>
            <a:spLocks noGrp="1"/>
          </p:cNvSpPr>
          <p:nvPr>
            <p:ph type="body" sz="quarter" idx="16" hasCustomPrompt="1"/>
          </p:nvPr>
        </p:nvSpPr>
        <p:spPr>
          <a:xfrm>
            <a:off x="633632" y="2916936"/>
            <a:ext cx="4648200" cy="2548070"/>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Cras sit integer </a:t>
            </a:r>
            <a:r>
              <a:rPr lang="en-US" err="1"/>
              <a:t>porttitor</a:t>
            </a:r>
            <a:r>
              <a:rPr lang="en-US"/>
              <a:t> </a:t>
            </a:r>
            <a:r>
              <a:rPr lang="en-US" err="1"/>
              <a:t>enim</a:t>
            </a:r>
            <a:r>
              <a:rPr lang="en-US"/>
              <a:t> </a:t>
            </a:r>
            <a:r>
              <a:rPr lang="en-US" err="1"/>
              <a:t>mauris</a:t>
            </a:r>
            <a:r>
              <a:rPr lang="en-US"/>
              <a:t> </a:t>
            </a:r>
            <a:r>
              <a:rPr lang="en-US" err="1"/>
              <a:t>morbi</a:t>
            </a:r>
            <a:r>
              <a:rPr lang="en-US"/>
              <a:t> </a:t>
            </a:r>
            <a:r>
              <a:rPr lang="en-US" err="1"/>
              <a:t>tincidunt</a:t>
            </a:r>
            <a:r>
              <a:rPr lang="en-US"/>
              <a:t> </a:t>
            </a:r>
            <a:r>
              <a:rPr lang="en-US" err="1"/>
              <a:t>sem</a:t>
            </a:r>
            <a:r>
              <a:rPr lang="en-US"/>
              <a:t> </a:t>
            </a:r>
            <a:r>
              <a:rPr lang="en-US" err="1"/>
              <a:t>volutpat</a:t>
            </a:r>
            <a:r>
              <a:rPr lang="en-US"/>
              <a:t>. Magna in </a:t>
            </a:r>
            <a:r>
              <a:rPr lang="en-US" err="1"/>
              <a:t>aliquam</a:t>
            </a:r>
            <a:r>
              <a:rPr lang="en-US"/>
              <a:t> </a:t>
            </a:r>
            <a:r>
              <a:rPr lang="en-US" err="1"/>
              <a:t>eget</a:t>
            </a:r>
            <a:r>
              <a:rPr lang="en-US"/>
              <a:t> </a:t>
            </a:r>
            <a:r>
              <a:rPr lang="en-US" err="1"/>
              <a:t>consectetur</a:t>
            </a:r>
            <a:r>
              <a:rPr lang="en-US"/>
              <a:t> </a:t>
            </a:r>
            <a:r>
              <a:rPr lang="en-US" err="1"/>
              <a:t>consequat</a:t>
            </a:r>
            <a:r>
              <a:rPr lang="en-US"/>
              <a:t>. </a:t>
            </a:r>
            <a:r>
              <a:rPr lang="en-US" err="1"/>
              <a:t>Tortor</a:t>
            </a:r>
            <a:r>
              <a:rPr lang="en-US"/>
              <a:t> </a:t>
            </a:r>
            <a:r>
              <a:rPr lang="en-US" err="1"/>
              <a:t>rutrum</a:t>
            </a:r>
            <a:r>
              <a:rPr lang="en-US"/>
              <a:t> </a:t>
            </a:r>
            <a:r>
              <a:rPr lang="en-US" err="1"/>
              <a:t>laoreet</a:t>
            </a:r>
            <a:r>
              <a:rPr lang="en-US"/>
              <a:t> </a:t>
            </a:r>
            <a:r>
              <a:rPr lang="en-US" err="1"/>
              <a:t>morbi</a:t>
            </a:r>
            <a:r>
              <a:rPr lang="en-US"/>
              <a:t> </a:t>
            </a:r>
            <a:r>
              <a:rPr lang="en-US" err="1"/>
              <a:t>pretium</a:t>
            </a:r>
            <a:r>
              <a:rPr lang="en-US"/>
              <a:t> </a:t>
            </a:r>
            <a:r>
              <a:rPr lang="en-US" err="1"/>
              <a:t>nunc</a:t>
            </a:r>
            <a:r>
              <a:rPr lang="en-US"/>
              <a:t>, </a:t>
            </a:r>
            <a:r>
              <a:rPr lang="en-US" err="1"/>
              <a:t>massa</a:t>
            </a:r>
            <a:r>
              <a:rPr lang="en-US"/>
              <a:t> </a:t>
            </a:r>
            <a:r>
              <a:rPr lang="en-US" err="1"/>
              <a:t>tortor</a:t>
            </a:r>
            <a:r>
              <a:rPr lang="en-US"/>
              <a:t> </a:t>
            </a:r>
            <a:r>
              <a:rPr lang="en-US" err="1"/>
              <a:t>consequat</a:t>
            </a:r>
            <a:r>
              <a:rPr lang="en-US"/>
              <a:t> </a:t>
            </a:r>
            <a:r>
              <a:rPr lang="en-US" err="1"/>
              <a:t>urna</a:t>
            </a:r>
            <a:r>
              <a:rPr lang="en-US"/>
              <a:t>. </a:t>
            </a:r>
            <a:r>
              <a:rPr lang="en-US" err="1"/>
              <a:t>Risus</a:t>
            </a:r>
            <a:r>
              <a:rPr lang="en-US"/>
              <a:t> </a:t>
            </a:r>
            <a:r>
              <a:rPr lang="en-US" err="1"/>
              <a:t>etiam</a:t>
            </a:r>
            <a:r>
              <a:rPr lang="en-US"/>
              <a:t> </a:t>
            </a:r>
            <a:r>
              <a:rPr lang="en-US" err="1"/>
              <a:t>purus</a:t>
            </a:r>
            <a:r>
              <a:rPr lang="en-US"/>
              <a:t> </a:t>
            </a:r>
            <a:r>
              <a:rPr lang="en-US" err="1"/>
              <a:t>mauris</a:t>
            </a:r>
            <a:r>
              <a:rPr lang="en-US"/>
              <a:t> </a:t>
            </a:r>
            <a:r>
              <a:rPr lang="en-US" err="1"/>
              <a:t>donec</a:t>
            </a:r>
            <a:r>
              <a:rPr lang="en-US"/>
              <a:t>. </a:t>
            </a:r>
            <a:r>
              <a:rPr lang="en-US" err="1"/>
              <a:t>Netus</a:t>
            </a:r>
            <a:r>
              <a:rPr lang="en-US"/>
              <a:t> diam </a:t>
            </a:r>
            <a:r>
              <a:rPr lang="en-US" err="1"/>
              <a:t>massa</a:t>
            </a:r>
            <a:r>
              <a:rPr lang="en-US"/>
              <a:t> </a:t>
            </a:r>
            <a:r>
              <a:rPr lang="en-US" err="1"/>
              <a:t>ullamcorper</a:t>
            </a:r>
            <a:r>
              <a:rPr lang="en-US"/>
              <a:t> </a:t>
            </a:r>
            <a:r>
              <a:rPr lang="en-US" err="1"/>
              <a:t>proin</a:t>
            </a:r>
            <a:r>
              <a:rPr lang="en-US"/>
              <a:t> fermentum </a:t>
            </a:r>
            <a:r>
              <a:rPr lang="en-US" err="1"/>
              <a:t>egestas</a:t>
            </a:r>
            <a:r>
              <a:rPr lang="en-US"/>
              <a:t> et </a:t>
            </a:r>
            <a:r>
              <a:rPr lang="en-US" err="1"/>
              <a:t>quis</a:t>
            </a:r>
            <a:r>
              <a:rPr lang="en-US"/>
              <a:t>. </a:t>
            </a:r>
          </a:p>
        </p:txBody>
      </p:sp>
      <p:sp>
        <p:nvSpPr>
          <p:cNvPr id="12" name="Picture Placeholder 11">
            <a:extLst>
              <a:ext uri="{FF2B5EF4-FFF2-40B4-BE49-F238E27FC236}">
                <a16:creationId xmlns:a16="http://schemas.microsoft.com/office/drawing/2014/main" id="{113F3B94-3699-B384-69C0-18FFCB0A6F02}"/>
              </a:ext>
            </a:extLst>
          </p:cNvPr>
          <p:cNvSpPr>
            <a:spLocks noGrp="1"/>
          </p:cNvSpPr>
          <p:nvPr>
            <p:ph type="pic" sz="quarter" idx="27"/>
          </p:nvPr>
        </p:nvSpPr>
        <p:spPr>
          <a:xfrm>
            <a:off x="6092952" y="0"/>
            <a:ext cx="6099048" cy="6858000"/>
          </a:xfrm>
          <a:prstGeom prst="rect">
            <a:avLst/>
          </a:prstGeom>
        </p:spPr>
        <p:txBody>
          <a:bodyPr/>
          <a:lstStyle/>
          <a:p>
            <a:endParaRPr lang="en-US"/>
          </a:p>
        </p:txBody>
      </p:sp>
      <p:sp>
        <p:nvSpPr>
          <p:cNvPr id="2" name="Text Placeholder 4">
            <a:extLst>
              <a:ext uri="{FF2B5EF4-FFF2-40B4-BE49-F238E27FC236}">
                <a16:creationId xmlns:a16="http://schemas.microsoft.com/office/drawing/2014/main" id="{4F33CF80-FFEB-A0A3-96C3-70C36A76E510}"/>
              </a:ext>
            </a:extLst>
          </p:cNvPr>
          <p:cNvSpPr>
            <a:spLocks noGrp="1"/>
          </p:cNvSpPr>
          <p:nvPr>
            <p:ph type="body" sz="quarter" idx="25" hasCustomPrompt="1"/>
          </p:nvPr>
        </p:nvSpPr>
        <p:spPr>
          <a:xfrm>
            <a:off x="633632" y="948837"/>
            <a:ext cx="3467100" cy="1181285"/>
          </a:xfrm>
          <a:prstGeom prst="rect">
            <a:avLst/>
          </a:prstGeom>
        </p:spPr>
        <p:txBody>
          <a:bodyPr wrap="square">
            <a:spAutoFit/>
          </a:bodyPr>
          <a:lstStyle>
            <a:lvl1pPr>
              <a:lnSpc>
                <a:spcPts val="4600"/>
              </a:lnSpc>
              <a:spcBef>
                <a:spcPts val="0"/>
              </a:spcBef>
              <a:defRPr sz="4400" b="0" i="0" spc="0">
                <a:gradFill>
                  <a:gsLst>
                    <a:gs pos="0">
                      <a:srgbClr val="00F6FF"/>
                    </a:gs>
                    <a:gs pos="57000">
                      <a:srgbClr val="00FFF0"/>
                    </a:gs>
                    <a:gs pos="100000">
                      <a:srgbClr val="B896FF"/>
                    </a:gs>
                  </a:gsLst>
                  <a:lin ang="3600000" scaled="0"/>
                </a:gradFill>
                <a:latin typeface="Calibri" panose="020F0502020204030204" pitchFamily="34" charset="0"/>
                <a:cs typeface="Calibri" panose="020F0502020204030204" pitchFamily="34" charset="0"/>
              </a:defRPr>
            </a:lvl1pPr>
            <a:lvl2pPr>
              <a:buNone/>
              <a:defRPr/>
            </a:lvl2pPr>
          </a:lstStyle>
          <a:p>
            <a:pPr lvl="0"/>
            <a:r>
              <a:rPr lang="en-US">
                <a:effectLst/>
              </a:rPr>
              <a:t>Name</a:t>
            </a:r>
          </a:p>
          <a:p>
            <a:pPr lvl="0"/>
            <a:r>
              <a:rPr lang="en-US" err="1">
                <a:effectLst/>
              </a:rPr>
              <a:t>Lastname</a:t>
            </a:r>
            <a:endParaRPr lang="en-US"/>
          </a:p>
        </p:txBody>
      </p:sp>
      <p:sp>
        <p:nvSpPr>
          <p:cNvPr id="4" name="Text Placeholder 4">
            <a:extLst>
              <a:ext uri="{FF2B5EF4-FFF2-40B4-BE49-F238E27FC236}">
                <a16:creationId xmlns:a16="http://schemas.microsoft.com/office/drawing/2014/main" id="{3A8993B1-0A80-3A00-9ABA-D943C84F9489}"/>
              </a:ext>
            </a:extLst>
          </p:cNvPr>
          <p:cNvSpPr>
            <a:spLocks noGrp="1"/>
          </p:cNvSpPr>
          <p:nvPr>
            <p:ph type="body" sz="quarter" idx="26" hasCustomPrompt="1"/>
          </p:nvPr>
        </p:nvSpPr>
        <p:spPr>
          <a:xfrm>
            <a:off x="633632" y="2406797"/>
            <a:ext cx="46482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Title</a:t>
            </a:r>
          </a:p>
        </p:txBody>
      </p:sp>
      <p:pic>
        <p:nvPicPr>
          <p:cNvPr id="6" name="Picture 5">
            <a:extLst>
              <a:ext uri="{FF2B5EF4-FFF2-40B4-BE49-F238E27FC236}">
                <a16:creationId xmlns:a16="http://schemas.microsoft.com/office/drawing/2014/main" id="{B4EB0807-0658-010A-4800-47A758C6FB17}"/>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699" y="6416865"/>
            <a:ext cx="488145" cy="179465"/>
          </a:xfrm>
          <a:prstGeom prst="rect">
            <a:avLst/>
          </a:prstGeom>
        </p:spPr>
      </p:pic>
      <p:sp>
        <p:nvSpPr>
          <p:cNvPr id="5" name="TextBox 4">
            <a:extLst>
              <a:ext uri="{FF2B5EF4-FFF2-40B4-BE49-F238E27FC236}">
                <a16:creationId xmlns:a16="http://schemas.microsoft.com/office/drawing/2014/main" id="{88BD8A55-0F08-8A7E-D808-C2A3A3FF7E91}"/>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7" name="Text Placeholder 3">
            <a:extLst>
              <a:ext uri="{FF2B5EF4-FFF2-40B4-BE49-F238E27FC236}">
                <a16:creationId xmlns:a16="http://schemas.microsoft.com/office/drawing/2014/main" id="{82F63EE3-B677-73F5-4D60-6EEFC0FE2006}"/>
              </a:ext>
            </a:extLst>
          </p:cNvPr>
          <p:cNvSpPr txBox="1">
            <a:spLocks/>
          </p:cNvSpPr>
          <p:nvPr userDrawn="1"/>
        </p:nvSpPr>
        <p:spPr>
          <a:xfrm>
            <a:off x="11340916"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2076920264"/>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Our_People_2_People">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740EAEC-268C-5162-974B-8A89C7C0171E}"/>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647701" y="6415709"/>
            <a:ext cx="495300" cy="182096"/>
          </a:xfrm>
          <a:prstGeom prst="rect">
            <a:avLst/>
          </a:prstGeom>
        </p:spPr>
      </p:pic>
      <p:sp>
        <p:nvSpPr>
          <p:cNvPr id="7" name="Text Placeholder 4">
            <a:extLst>
              <a:ext uri="{FF2B5EF4-FFF2-40B4-BE49-F238E27FC236}">
                <a16:creationId xmlns:a16="http://schemas.microsoft.com/office/drawing/2014/main" id="{97881F8F-A8EB-2813-47A6-219B2122F63E}"/>
              </a:ext>
            </a:extLst>
          </p:cNvPr>
          <p:cNvSpPr>
            <a:spLocks noGrp="1"/>
          </p:cNvSpPr>
          <p:nvPr>
            <p:ph type="body" sz="quarter" idx="25" hasCustomPrompt="1"/>
          </p:nvPr>
        </p:nvSpPr>
        <p:spPr>
          <a:xfrm>
            <a:off x="647700" y="3881872"/>
            <a:ext cx="3467100" cy="564322"/>
          </a:xfrm>
          <a:prstGeom prst="rect">
            <a:avLst/>
          </a:prstGeom>
        </p:spPr>
        <p:txBody>
          <a:bodyPr wrap="square">
            <a:spAutoFit/>
          </a:bodyPr>
          <a:lstStyle>
            <a:lvl1pPr>
              <a:lnSpc>
                <a:spcPts val="4600"/>
              </a:lnSpc>
              <a:spcBef>
                <a:spcPts val="0"/>
              </a:spcBef>
              <a:defRPr sz="3600" b="0" i="0" spc="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8" name="Text Placeholder 4">
            <a:extLst>
              <a:ext uri="{FF2B5EF4-FFF2-40B4-BE49-F238E27FC236}">
                <a16:creationId xmlns:a16="http://schemas.microsoft.com/office/drawing/2014/main" id="{10CE64FB-25EE-A414-B066-FC99784E85DB}"/>
              </a:ext>
            </a:extLst>
          </p:cNvPr>
          <p:cNvSpPr>
            <a:spLocks noGrp="1"/>
          </p:cNvSpPr>
          <p:nvPr>
            <p:ph type="body" sz="quarter" idx="16" hasCustomPrompt="1"/>
          </p:nvPr>
        </p:nvSpPr>
        <p:spPr>
          <a:xfrm>
            <a:off x="647700" y="4890116"/>
            <a:ext cx="4648200" cy="1265667"/>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a:t>
            </a:r>
          </a:p>
        </p:txBody>
      </p:sp>
      <p:sp>
        <p:nvSpPr>
          <p:cNvPr id="10" name="Text Placeholder 4">
            <a:extLst>
              <a:ext uri="{FF2B5EF4-FFF2-40B4-BE49-F238E27FC236}">
                <a16:creationId xmlns:a16="http://schemas.microsoft.com/office/drawing/2014/main" id="{52343B4A-3451-DAED-5CA3-845DCEF785DA}"/>
              </a:ext>
            </a:extLst>
          </p:cNvPr>
          <p:cNvSpPr>
            <a:spLocks noGrp="1"/>
          </p:cNvSpPr>
          <p:nvPr>
            <p:ph type="body" sz="quarter" idx="26" hasCustomPrompt="1"/>
          </p:nvPr>
        </p:nvSpPr>
        <p:spPr>
          <a:xfrm>
            <a:off x="647700" y="4533715"/>
            <a:ext cx="46482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2" name="Picture Placeholder 11">
            <a:extLst>
              <a:ext uri="{FF2B5EF4-FFF2-40B4-BE49-F238E27FC236}">
                <a16:creationId xmlns:a16="http://schemas.microsoft.com/office/drawing/2014/main" id="{D059CF42-DE64-D215-F33D-AEF5AC07DB76}"/>
              </a:ext>
            </a:extLst>
          </p:cNvPr>
          <p:cNvSpPr>
            <a:spLocks noGrp="1"/>
          </p:cNvSpPr>
          <p:nvPr>
            <p:ph type="pic" sz="quarter" idx="28"/>
          </p:nvPr>
        </p:nvSpPr>
        <p:spPr>
          <a:xfrm>
            <a:off x="0" y="0"/>
            <a:ext cx="6099048" cy="3657600"/>
          </a:xfrm>
          <a:prstGeom prst="rect">
            <a:avLst/>
          </a:prstGeom>
        </p:spPr>
        <p:txBody>
          <a:bodyPr/>
          <a:lstStyle/>
          <a:p>
            <a:endParaRPr lang="en-US"/>
          </a:p>
        </p:txBody>
      </p:sp>
      <p:sp>
        <p:nvSpPr>
          <p:cNvPr id="4" name="Text Placeholder 4">
            <a:extLst>
              <a:ext uri="{FF2B5EF4-FFF2-40B4-BE49-F238E27FC236}">
                <a16:creationId xmlns:a16="http://schemas.microsoft.com/office/drawing/2014/main" id="{0C498510-4A43-03CD-36C1-2A8353B4C50E}"/>
              </a:ext>
            </a:extLst>
          </p:cNvPr>
          <p:cNvSpPr>
            <a:spLocks noGrp="1"/>
          </p:cNvSpPr>
          <p:nvPr>
            <p:ph type="body" sz="quarter" idx="29" hasCustomPrompt="1"/>
          </p:nvPr>
        </p:nvSpPr>
        <p:spPr>
          <a:xfrm>
            <a:off x="6743700" y="3881872"/>
            <a:ext cx="3467100" cy="564322"/>
          </a:xfrm>
          <a:prstGeom prst="rect">
            <a:avLst/>
          </a:prstGeom>
        </p:spPr>
        <p:txBody>
          <a:bodyPr wrap="square">
            <a:spAutoFit/>
          </a:bodyPr>
          <a:lstStyle>
            <a:lvl1pPr>
              <a:lnSpc>
                <a:spcPts val="4600"/>
              </a:lnSpc>
              <a:spcBef>
                <a:spcPts val="0"/>
              </a:spcBef>
              <a:defRPr sz="3600" b="0" i="0" spc="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6" name="Text Placeholder 4">
            <a:extLst>
              <a:ext uri="{FF2B5EF4-FFF2-40B4-BE49-F238E27FC236}">
                <a16:creationId xmlns:a16="http://schemas.microsoft.com/office/drawing/2014/main" id="{BA836C28-DF9E-9EF6-F137-8474B6C0845A}"/>
              </a:ext>
            </a:extLst>
          </p:cNvPr>
          <p:cNvSpPr>
            <a:spLocks noGrp="1"/>
          </p:cNvSpPr>
          <p:nvPr>
            <p:ph type="body" sz="quarter" idx="30" hasCustomPrompt="1"/>
          </p:nvPr>
        </p:nvSpPr>
        <p:spPr>
          <a:xfrm>
            <a:off x="6743700" y="4890116"/>
            <a:ext cx="4648200" cy="1265667"/>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a:t>
            </a:r>
          </a:p>
        </p:txBody>
      </p:sp>
      <p:sp>
        <p:nvSpPr>
          <p:cNvPr id="9" name="Text Placeholder 4">
            <a:extLst>
              <a:ext uri="{FF2B5EF4-FFF2-40B4-BE49-F238E27FC236}">
                <a16:creationId xmlns:a16="http://schemas.microsoft.com/office/drawing/2014/main" id="{FA7FE39D-9B2F-3A82-4481-DEBB420622E7}"/>
              </a:ext>
            </a:extLst>
          </p:cNvPr>
          <p:cNvSpPr>
            <a:spLocks noGrp="1"/>
          </p:cNvSpPr>
          <p:nvPr>
            <p:ph type="body" sz="quarter" idx="31" hasCustomPrompt="1"/>
          </p:nvPr>
        </p:nvSpPr>
        <p:spPr>
          <a:xfrm>
            <a:off x="6743700" y="4533715"/>
            <a:ext cx="46482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11" name="Picture Placeholder 11">
            <a:extLst>
              <a:ext uri="{FF2B5EF4-FFF2-40B4-BE49-F238E27FC236}">
                <a16:creationId xmlns:a16="http://schemas.microsoft.com/office/drawing/2014/main" id="{8A42E0B9-1EB1-1EAF-142C-C1A8686CF7F0}"/>
              </a:ext>
            </a:extLst>
          </p:cNvPr>
          <p:cNvSpPr>
            <a:spLocks noGrp="1"/>
          </p:cNvSpPr>
          <p:nvPr>
            <p:ph type="pic" sz="quarter" idx="32"/>
          </p:nvPr>
        </p:nvSpPr>
        <p:spPr>
          <a:xfrm>
            <a:off x="6096000" y="0"/>
            <a:ext cx="6099048" cy="3657600"/>
          </a:xfrm>
          <a:prstGeom prst="rect">
            <a:avLst/>
          </a:prstGeom>
        </p:spPr>
        <p:txBody>
          <a:bodyPr/>
          <a:lstStyle/>
          <a:p>
            <a:endParaRPr lang="en-US"/>
          </a:p>
        </p:txBody>
      </p:sp>
      <p:sp>
        <p:nvSpPr>
          <p:cNvPr id="3" name="TextBox 2">
            <a:extLst>
              <a:ext uri="{FF2B5EF4-FFF2-40B4-BE49-F238E27FC236}">
                <a16:creationId xmlns:a16="http://schemas.microsoft.com/office/drawing/2014/main" id="{6999B77B-934C-404B-9904-C2D7E70C8905}"/>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12" name="Text Placeholder 3">
            <a:extLst>
              <a:ext uri="{FF2B5EF4-FFF2-40B4-BE49-F238E27FC236}">
                <a16:creationId xmlns:a16="http://schemas.microsoft.com/office/drawing/2014/main" id="{81BBAC43-9697-89D1-1C2F-02929E0454D3}"/>
              </a:ext>
            </a:extLst>
          </p:cNvPr>
          <p:cNvSpPr txBox="1">
            <a:spLocks/>
          </p:cNvSpPr>
          <p:nvPr userDrawn="1"/>
        </p:nvSpPr>
        <p:spPr>
          <a:xfrm>
            <a:off x="11340916"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tx1"/>
                </a:solidFill>
              </a:rPr>
              <a:pPr lvl="0"/>
              <a:t>‹#›</a:t>
            </a:fld>
            <a:endParaRPr lang="en-US" sz="1000">
              <a:solidFill>
                <a:schemeClr val="tx1"/>
              </a:solidFill>
            </a:endParaRPr>
          </a:p>
        </p:txBody>
      </p:sp>
    </p:spTree>
    <p:extLst>
      <p:ext uri="{BB962C8B-B14F-4D97-AF65-F5344CB8AC3E}">
        <p14:creationId xmlns:p14="http://schemas.microsoft.com/office/powerpoint/2010/main" val="170268806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Our_People_2_People_White">
    <p:bg>
      <p:bgPr>
        <a:solidFill>
          <a:schemeClr val="tx1"/>
        </a:solidFill>
        <a:effectLst/>
      </p:bgPr>
    </p:bg>
    <p:spTree>
      <p:nvGrpSpPr>
        <p:cNvPr id="1" name=""/>
        <p:cNvGrpSpPr/>
        <p:nvPr/>
      </p:nvGrpSpPr>
      <p:grpSpPr>
        <a:xfrm>
          <a:off x="0" y="0"/>
          <a:ext cx="0" cy="0"/>
          <a:chOff x="0" y="0"/>
          <a:chExt cx="0" cy="0"/>
        </a:xfrm>
      </p:grpSpPr>
      <p:sp>
        <p:nvSpPr>
          <p:cNvPr id="8" name="Text Placeholder 4">
            <a:extLst>
              <a:ext uri="{FF2B5EF4-FFF2-40B4-BE49-F238E27FC236}">
                <a16:creationId xmlns:a16="http://schemas.microsoft.com/office/drawing/2014/main" id="{10CE64FB-25EE-A414-B066-FC99784E85DB}"/>
              </a:ext>
            </a:extLst>
          </p:cNvPr>
          <p:cNvSpPr>
            <a:spLocks noGrp="1"/>
          </p:cNvSpPr>
          <p:nvPr>
            <p:ph type="body" sz="quarter" idx="16" hasCustomPrompt="1"/>
          </p:nvPr>
        </p:nvSpPr>
        <p:spPr>
          <a:xfrm>
            <a:off x="647700" y="4890116"/>
            <a:ext cx="4648200" cy="1265667"/>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a:t>
            </a:r>
          </a:p>
        </p:txBody>
      </p:sp>
      <p:sp>
        <p:nvSpPr>
          <p:cNvPr id="2" name="Picture Placeholder 11">
            <a:extLst>
              <a:ext uri="{FF2B5EF4-FFF2-40B4-BE49-F238E27FC236}">
                <a16:creationId xmlns:a16="http://schemas.microsoft.com/office/drawing/2014/main" id="{D059CF42-DE64-D215-F33D-AEF5AC07DB76}"/>
              </a:ext>
            </a:extLst>
          </p:cNvPr>
          <p:cNvSpPr>
            <a:spLocks noGrp="1"/>
          </p:cNvSpPr>
          <p:nvPr>
            <p:ph type="pic" sz="quarter" idx="28"/>
          </p:nvPr>
        </p:nvSpPr>
        <p:spPr>
          <a:xfrm>
            <a:off x="0" y="0"/>
            <a:ext cx="6099048" cy="3657600"/>
          </a:xfrm>
          <a:prstGeom prst="rect">
            <a:avLst/>
          </a:prstGeom>
        </p:spPr>
        <p:txBody>
          <a:bodyPr/>
          <a:lstStyle/>
          <a:p>
            <a:endParaRPr lang="en-US"/>
          </a:p>
        </p:txBody>
      </p:sp>
      <p:sp>
        <p:nvSpPr>
          <p:cNvPr id="6" name="Text Placeholder 4">
            <a:extLst>
              <a:ext uri="{FF2B5EF4-FFF2-40B4-BE49-F238E27FC236}">
                <a16:creationId xmlns:a16="http://schemas.microsoft.com/office/drawing/2014/main" id="{BA836C28-DF9E-9EF6-F137-8474B6C0845A}"/>
              </a:ext>
            </a:extLst>
          </p:cNvPr>
          <p:cNvSpPr>
            <a:spLocks noGrp="1"/>
          </p:cNvSpPr>
          <p:nvPr>
            <p:ph type="body" sz="quarter" idx="30" hasCustomPrompt="1"/>
          </p:nvPr>
        </p:nvSpPr>
        <p:spPr>
          <a:xfrm>
            <a:off x="6743700" y="4890116"/>
            <a:ext cx="4648200" cy="1265667"/>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a:t>
            </a:r>
          </a:p>
        </p:txBody>
      </p:sp>
      <p:sp>
        <p:nvSpPr>
          <p:cNvPr id="11" name="Picture Placeholder 11">
            <a:extLst>
              <a:ext uri="{FF2B5EF4-FFF2-40B4-BE49-F238E27FC236}">
                <a16:creationId xmlns:a16="http://schemas.microsoft.com/office/drawing/2014/main" id="{8A42E0B9-1EB1-1EAF-142C-C1A8686CF7F0}"/>
              </a:ext>
            </a:extLst>
          </p:cNvPr>
          <p:cNvSpPr>
            <a:spLocks noGrp="1"/>
          </p:cNvSpPr>
          <p:nvPr>
            <p:ph type="pic" sz="quarter" idx="32"/>
          </p:nvPr>
        </p:nvSpPr>
        <p:spPr>
          <a:xfrm>
            <a:off x="6096000" y="0"/>
            <a:ext cx="6099048" cy="3657600"/>
          </a:xfrm>
          <a:prstGeom prst="rect">
            <a:avLst/>
          </a:prstGeom>
        </p:spPr>
        <p:txBody>
          <a:bodyPr/>
          <a:lstStyle/>
          <a:p>
            <a:endParaRPr lang="en-US"/>
          </a:p>
        </p:txBody>
      </p:sp>
      <p:sp>
        <p:nvSpPr>
          <p:cNvPr id="3" name="Text Placeholder 4">
            <a:extLst>
              <a:ext uri="{FF2B5EF4-FFF2-40B4-BE49-F238E27FC236}">
                <a16:creationId xmlns:a16="http://schemas.microsoft.com/office/drawing/2014/main" id="{65AE9A1E-2209-0966-CD00-6DBDADBB1957}"/>
              </a:ext>
            </a:extLst>
          </p:cNvPr>
          <p:cNvSpPr>
            <a:spLocks noGrp="1"/>
          </p:cNvSpPr>
          <p:nvPr>
            <p:ph type="body" sz="quarter" idx="25" hasCustomPrompt="1"/>
          </p:nvPr>
        </p:nvSpPr>
        <p:spPr>
          <a:xfrm>
            <a:off x="647700" y="3869172"/>
            <a:ext cx="3467100" cy="564322"/>
          </a:xfrm>
          <a:prstGeom prst="rect">
            <a:avLst/>
          </a:prstGeom>
        </p:spPr>
        <p:txBody>
          <a:bodyPr wrap="square">
            <a:spAutoFit/>
          </a:bodyPr>
          <a:lstStyle>
            <a:lvl1pPr>
              <a:lnSpc>
                <a:spcPts val="4600"/>
              </a:lnSpc>
              <a:spcBef>
                <a:spcPts val="0"/>
              </a:spcBef>
              <a:defRPr sz="3600" b="0" i="0" spc="0">
                <a:gradFill>
                  <a:gsLst>
                    <a:gs pos="0">
                      <a:srgbClr val="00F6FF"/>
                    </a:gs>
                    <a:gs pos="64000">
                      <a:srgbClr val="00FFF0"/>
                    </a:gs>
                    <a:gs pos="98000">
                      <a:srgbClr val="B896FF"/>
                    </a:gs>
                  </a:gsLst>
                  <a:lin ang="0" scaled="0"/>
                </a:gra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2" name="Text Placeholder 4">
            <a:extLst>
              <a:ext uri="{FF2B5EF4-FFF2-40B4-BE49-F238E27FC236}">
                <a16:creationId xmlns:a16="http://schemas.microsoft.com/office/drawing/2014/main" id="{970C6AC1-AA2F-89B9-2D44-315F60323832}"/>
              </a:ext>
            </a:extLst>
          </p:cNvPr>
          <p:cNvSpPr>
            <a:spLocks noGrp="1"/>
          </p:cNvSpPr>
          <p:nvPr>
            <p:ph type="body" sz="quarter" idx="26" hasCustomPrompt="1"/>
          </p:nvPr>
        </p:nvSpPr>
        <p:spPr>
          <a:xfrm>
            <a:off x="647700" y="4521015"/>
            <a:ext cx="46482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Title</a:t>
            </a:r>
          </a:p>
        </p:txBody>
      </p:sp>
      <p:sp>
        <p:nvSpPr>
          <p:cNvPr id="13" name="Text Placeholder 4">
            <a:extLst>
              <a:ext uri="{FF2B5EF4-FFF2-40B4-BE49-F238E27FC236}">
                <a16:creationId xmlns:a16="http://schemas.microsoft.com/office/drawing/2014/main" id="{129FB170-8BDC-CF05-AC75-D03AEB22285B}"/>
              </a:ext>
            </a:extLst>
          </p:cNvPr>
          <p:cNvSpPr>
            <a:spLocks noGrp="1"/>
          </p:cNvSpPr>
          <p:nvPr>
            <p:ph type="body" sz="quarter" idx="29" hasCustomPrompt="1"/>
          </p:nvPr>
        </p:nvSpPr>
        <p:spPr>
          <a:xfrm>
            <a:off x="6743700" y="3869172"/>
            <a:ext cx="3467100" cy="564322"/>
          </a:xfrm>
          <a:prstGeom prst="rect">
            <a:avLst/>
          </a:prstGeom>
        </p:spPr>
        <p:txBody>
          <a:bodyPr wrap="square">
            <a:spAutoFit/>
          </a:bodyPr>
          <a:lstStyle>
            <a:lvl1pPr>
              <a:lnSpc>
                <a:spcPts val="4600"/>
              </a:lnSpc>
              <a:spcBef>
                <a:spcPts val="0"/>
              </a:spcBef>
              <a:defRPr sz="3600" b="0" i="0" spc="0">
                <a:gradFill>
                  <a:gsLst>
                    <a:gs pos="0">
                      <a:srgbClr val="00F6FF"/>
                    </a:gs>
                    <a:gs pos="64000">
                      <a:srgbClr val="00FFF0"/>
                    </a:gs>
                    <a:gs pos="98000">
                      <a:srgbClr val="B896FF"/>
                    </a:gs>
                  </a:gsLst>
                  <a:lin ang="0" scaled="0"/>
                </a:gra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4" name="Text Placeholder 4">
            <a:extLst>
              <a:ext uri="{FF2B5EF4-FFF2-40B4-BE49-F238E27FC236}">
                <a16:creationId xmlns:a16="http://schemas.microsoft.com/office/drawing/2014/main" id="{BA3F46C9-B563-1ABE-3DDB-DDB91319FFB6}"/>
              </a:ext>
            </a:extLst>
          </p:cNvPr>
          <p:cNvSpPr>
            <a:spLocks noGrp="1"/>
          </p:cNvSpPr>
          <p:nvPr>
            <p:ph type="body" sz="quarter" idx="31" hasCustomPrompt="1"/>
          </p:nvPr>
        </p:nvSpPr>
        <p:spPr>
          <a:xfrm>
            <a:off x="6743700" y="4521015"/>
            <a:ext cx="46482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Title</a:t>
            </a:r>
          </a:p>
        </p:txBody>
      </p:sp>
      <p:pic>
        <p:nvPicPr>
          <p:cNvPr id="4" name="Picture 3">
            <a:extLst>
              <a:ext uri="{FF2B5EF4-FFF2-40B4-BE49-F238E27FC236}">
                <a16:creationId xmlns:a16="http://schemas.microsoft.com/office/drawing/2014/main" id="{AC903792-0661-4AB0-55E4-3A640B87EDF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699" y="6416865"/>
            <a:ext cx="488145" cy="179465"/>
          </a:xfrm>
          <a:prstGeom prst="rect">
            <a:avLst/>
          </a:prstGeom>
        </p:spPr>
      </p:pic>
      <p:sp>
        <p:nvSpPr>
          <p:cNvPr id="5" name="TextBox 4">
            <a:extLst>
              <a:ext uri="{FF2B5EF4-FFF2-40B4-BE49-F238E27FC236}">
                <a16:creationId xmlns:a16="http://schemas.microsoft.com/office/drawing/2014/main" id="{4F8702D3-DFB2-CABB-A601-21371216F8D5}"/>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7" name="Text Placeholder 3">
            <a:extLst>
              <a:ext uri="{FF2B5EF4-FFF2-40B4-BE49-F238E27FC236}">
                <a16:creationId xmlns:a16="http://schemas.microsoft.com/office/drawing/2014/main" id="{5878B45B-DA79-15A1-EC93-AADC579ADA4C}"/>
              </a:ext>
            </a:extLst>
          </p:cNvPr>
          <p:cNvSpPr txBox="1">
            <a:spLocks/>
          </p:cNvSpPr>
          <p:nvPr userDrawn="1"/>
        </p:nvSpPr>
        <p:spPr>
          <a:xfrm>
            <a:off x="11340916"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204656297"/>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Our_People_3_People">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740EAEC-268C-5162-974B-8A89C7C0171E}"/>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647701" y="6415709"/>
            <a:ext cx="495300" cy="182096"/>
          </a:xfrm>
          <a:prstGeom prst="rect">
            <a:avLst/>
          </a:prstGeom>
        </p:spPr>
      </p:pic>
      <p:sp>
        <p:nvSpPr>
          <p:cNvPr id="7" name="Text Placeholder 4">
            <a:extLst>
              <a:ext uri="{FF2B5EF4-FFF2-40B4-BE49-F238E27FC236}">
                <a16:creationId xmlns:a16="http://schemas.microsoft.com/office/drawing/2014/main" id="{97881F8F-A8EB-2813-47A6-219B2122F63E}"/>
              </a:ext>
            </a:extLst>
          </p:cNvPr>
          <p:cNvSpPr>
            <a:spLocks noGrp="1"/>
          </p:cNvSpPr>
          <p:nvPr>
            <p:ph type="body" sz="quarter" idx="25" hasCustomPrompt="1"/>
          </p:nvPr>
        </p:nvSpPr>
        <p:spPr>
          <a:xfrm>
            <a:off x="647700" y="2916672"/>
            <a:ext cx="3467100" cy="537198"/>
          </a:xfrm>
          <a:prstGeom prst="rect">
            <a:avLst/>
          </a:prstGeom>
        </p:spPr>
        <p:txBody>
          <a:bodyPr wrap="square">
            <a:spAutoFit/>
          </a:bodyPr>
          <a:lstStyle>
            <a:lvl1pPr>
              <a:lnSpc>
                <a:spcPts val="4600"/>
              </a:lnSpc>
              <a:spcBef>
                <a:spcPts val="0"/>
              </a:spcBef>
              <a:defRPr sz="2800" b="0" i="0" spc="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0" name="Text Placeholder 4">
            <a:extLst>
              <a:ext uri="{FF2B5EF4-FFF2-40B4-BE49-F238E27FC236}">
                <a16:creationId xmlns:a16="http://schemas.microsoft.com/office/drawing/2014/main" id="{52343B4A-3451-DAED-5CA3-845DCEF785DA}"/>
              </a:ext>
            </a:extLst>
          </p:cNvPr>
          <p:cNvSpPr>
            <a:spLocks noGrp="1"/>
          </p:cNvSpPr>
          <p:nvPr>
            <p:ph type="body" sz="quarter" idx="26" hasCustomPrompt="1"/>
          </p:nvPr>
        </p:nvSpPr>
        <p:spPr>
          <a:xfrm>
            <a:off x="647700" y="3568514"/>
            <a:ext cx="34671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2" name="Picture Placeholder 11">
            <a:extLst>
              <a:ext uri="{FF2B5EF4-FFF2-40B4-BE49-F238E27FC236}">
                <a16:creationId xmlns:a16="http://schemas.microsoft.com/office/drawing/2014/main" id="{D059CF42-DE64-D215-F33D-AEF5AC07DB76}"/>
              </a:ext>
            </a:extLst>
          </p:cNvPr>
          <p:cNvSpPr>
            <a:spLocks noGrp="1"/>
          </p:cNvSpPr>
          <p:nvPr>
            <p:ph type="pic" sz="quarter" idx="28"/>
          </p:nvPr>
        </p:nvSpPr>
        <p:spPr>
          <a:xfrm>
            <a:off x="647700" y="795020"/>
            <a:ext cx="1866900" cy="1981200"/>
          </a:xfrm>
          <a:prstGeom prst="rect">
            <a:avLst/>
          </a:prstGeom>
        </p:spPr>
        <p:txBody>
          <a:bodyPr/>
          <a:lstStyle/>
          <a:p>
            <a:endParaRPr lang="en-US"/>
          </a:p>
        </p:txBody>
      </p:sp>
      <p:sp>
        <p:nvSpPr>
          <p:cNvPr id="3" name="Text Placeholder 4">
            <a:extLst>
              <a:ext uri="{FF2B5EF4-FFF2-40B4-BE49-F238E27FC236}">
                <a16:creationId xmlns:a16="http://schemas.microsoft.com/office/drawing/2014/main" id="{FC1C1359-8F08-C0F3-2D34-47EA322BD228}"/>
              </a:ext>
            </a:extLst>
          </p:cNvPr>
          <p:cNvSpPr>
            <a:spLocks noGrp="1"/>
          </p:cNvSpPr>
          <p:nvPr>
            <p:ph type="body" sz="quarter" idx="16" hasCustomPrompt="1"/>
          </p:nvPr>
        </p:nvSpPr>
        <p:spPr>
          <a:xfrm>
            <a:off x="647700" y="3972655"/>
            <a:ext cx="2781300"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14" name="Text Placeholder 4">
            <a:extLst>
              <a:ext uri="{FF2B5EF4-FFF2-40B4-BE49-F238E27FC236}">
                <a16:creationId xmlns:a16="http://schemas.microsoft.com/office/drawing/2014/main" id="{0CF16E01-7092-EE1E-8080-DCF72DAA2405}"/>
              </a:ext>
            </a:extLst>
          </p:cNvPr>
          <p:cNvSpPr>
            <a:spLocks noGrp="1"/>
          </p:cNvSpPr>
          <p:nvPr>
            <p:ph type="body" sz="quarter" idx="29" hasCustomPrompt="1"/>
          </p:nvPr>
        </p:nvSpPr>
        <p:spPr>
          <a:xfrm>
            <a:off x="4394200" y="2916672"/>
            <a:ext cx="3467100" cy="537198"/>
          </a:xfrm>
          <a:prstGeom prst="rect">
            <a:avLst/>
          </a:prstGeom>
        </p:spPr>
        <p:txBody>
          <a:bodyPr wrap="square">
            <a:spAutoFit/>
          </a:bodyPr>
          <a:lstStyle>
            <a:lvl1pPr>
              <a:lnSpc>
                <a:spcPts val="4600"/>
              </a:lnSpc>
              <a:spcBef>
                <a:spcPts val="0"/>
              </a:spcBef>
              <a:defRPr sz="2800" b="0" i="0" spc="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5" name="Text Placeholder 4">
            <a:extLst>
              <a:ext uri="{FF2B5EF4-FFF2-40B4-BE49-F238E27FC236}">
                <a16:creationId xmlns:a16="http://schemas.microsoft.com/office/drawing/2014/main" id="{3CA67D79-120D-160C-DD3C-77D27D493F36}"/>
              </a:ext>
            </a:extLst>
          </p:cNvPr>
          <p:cNvSpPr>
            <a:spLocks noGrp="1"/>
          </p:cNvSpPr>
          <p:nvPr>
            <p:ph type="body" sz="quarter" idx="30" hasCustomPrompt="1"/>
          </p:nvPr>
        </p:nvSpPr>
        <p:spPr>
          <a:xfrm>
            <a:off x="4394200" y="3568514"/>
            <a:ext cx="34671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16" name="Picture Placeholder 11">
            <a:extLst>
              <a:ext uri="{FF2B5EF4-FFF2-40B4-BE49-F238E27FC236}">
                <a16:creationId xmlns:a16="http://schemas.microsoft.com/office/drawing/2014/main" id="{8BF8ECD0-B431-B638-27D5-32D70A5C2A1C}"/>
              </a:ext>
            </a:extLst>
          </p:cNvPr>
          <p:cNvSpPr>
            <a:spLocks noGrp="1"/>
          </p:cNvSpPr>
          <p:nvPr>
            <p:ph type="pic" sz="quarter" idx="31"/>
          </p:nvPr>
        </p:nvSpPr>
        <p:spPr>
          <a:xfrm>
            <a:off x="4394200" y="795020"/>
            <a:ext cx="1866900" cy="1981200"/>
          </a:xfrm>
          <a:prstGeom prst="rect">
            <a:avLst/>
          </a:prstGeom>
        </p:spPr>
        <p:txBody>
          <a:bodyPr/>
          <a:lstStyle/>
          <a:p>
            <a:endParaRPr lang="en-US"/>
          </a:p>
        </p:txBody>
      </p:sp>
      <p:sp>
        <p:nvSpPr>
          <p:cNvPr id="17" name="Text Placeholder 4">
            <a:extLst>
              <a:ext uri="{FF2B5EF4-FFF2-40B4-BE49-F238E27FC236}">
                <a16:creationId xmlns:a16="http://schemas.microsoft.com/office/drawing/2014/main" id="{66E89CDA-AA89-1D71-39FA-7994E05AE92F}"/>
              </a:ext>
            </a:extLst>
          </p:cNvPr>
          <p:cNvSpPr>
            <a:spLocks noGrp="1"/>
          </p:cNvSpPr>
          <p:nvPr>
            <p:ph type="body" sz="quarter" idx="32" hasCustomPrompt="1"/>
          </p:nvPr>
        </p:nvSpPr>
        <p:spPr>
          <a:xfrm>
            <a:off x="4394200" y="3972655"/>
            <a:ext cx="2781300"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18" name="Text Placeholder 4">
            <a:extLst>
              <a:ext uri="{FF2B5EF4-FFF2-40B4-BE49-F238E27FC236}">
                <a16:creationId xmlns:a16="http://schemas.microsoft.com/office/drawing/2014/main" id="{4B3BDFDF-6AC9-EF9C-D008-AB293FA5AAC3}"/>
              </a:ext>
            </a:extLst>
          </p:cNvPr>
          <p:cNvSpPr>
            <a:spLocks noGrp="1"/>
          </p:cNvSpPr>
          <p:nvPr>
            <p:ph type="body" sz="quarter" idx="33" hasCustomPrompt="1"/>
          </p:nvPr>
        </p:nvSpPr>
        <p:spPr>
          <a:xfrm>
            <a:off x="8128000" y="2916672"/>
            <a:ext cx="3467100" cy="537198"/>
          </a:xfrm>
          <a:prstGeom prst="rect">
            <a:avLst/>
          </a:prstGeom>
        </p:spPr>
        <p:txBody>
          <a:bodyPr wrap="square">
            <a:spAutoFit/>
          </a:bodyPr>
          <a:lstStyle>
            <a:lvl1pPr>
              <a:lnSpc>
                <a:spcPts val="4600"/>
              </a:lnSpc>
              <a:spcBef>
                <a:spcPts val="0"/>
              </a:spcBef>
              <a:defRPr sz="2800" b="0" i="0" spc="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9" name="Text Placeholder 4">
            <a:extLst>
              <a:ext uri="{FF2B5EF4-FFF2-40B4-BE49-F238E27FC236}">
                <a16:creationId xmlns:a16="http://schemas.microsoft.com/office/drawing/2014/main" id="{AF6F850E-875C-CE1C-C696-B9119881C140}"/>
              </a:ext>
            </a:extLst>
          </p:cNvPr>
          <p:cNvSpPr>
            <a:spLocks noGrp="1"/>
          </p:cNvSpPr>
          <p:nvPr>
            <p:ph type="body" sz="quarter" idx="34" hasCustomPrompt="1"/>
          </p:nvPr>
        </p:nvSpPr>
        <p:spPr>
          <a:xfrm>
            <a:off x="8128000" y="3568514"/>
            <a:ext cx="34671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20" name="Picture Placeholder 11">
            <a:extLst>
              <a:ext uri="{FF2B5EF4-FFF2-40B4-BE49-F238E27FC236}">
                <a16:creationId xmlns:a16="http://schemas.microsoft.com/office/drawing/2014/main" id="{EE0176D5-725E-3E5F-2AB8-0A9D56960DEE}"/>
              </a:ext>
            </a:extLst>
          </p:cNvPr>
          <p:cNvSpPr>
            <a:spLocks noGrp="1"/>
          </p:cNvSpPr>
          <p:nvPr>
            <p:ph type="pic" sz="quarter" idx="35"/>
          </p:nvPr>
        </p:nvSpPr>
        <p:spPr>
          <a:xfrm>
            <a:off x="8128000" y="795020"/>
            <a:ext cx="1866900" cy="1981200"/>
          </a:xfrm>
          <a:prstGeom prst="rect">
            <a:avLst/>
          </a:prstGeom>
        </p:spPr>
        <p:txBody>
          <a:bodyPr/>
          <a:lstStyle/>
          <a:p>
            <a:endParaRPr lang="en-US"/>
          </a:p>
        </p:txBody>
      </p:sp>
      <p:sp>
        <p:nvSpPr>
          <p:cNvPr id="21" name="Text Placeholder 4">
            <a:extLst>
              <a:ext uri="{FF2B5EF4-FFF2-40B4-BE49-F238E27FC236}">
                <a16:creationId xmlns:a16="http://schemas.microsoft.com/office/drawing/2014/main" id="{6A11A961-3944-A416-6D0E-F19285260E57}"/>
              </a:ext>
            </a:extLst>
          </p:cNvPr>
          <p:cNvSpPr>
            <a:spLocks noGrp="1"/>
          </p:cNvSpPr>
          <p:nvPr>
            <p:ph type="body" sz="quarter" idx="36" hasCustomPrompt="1"/>
          </p:nvPr>
        </p:nvSpPr>
        <p:spPr>
          <a:xfrm>
            <a:off x="8128000" y="3972655"/>
            <a:ext cx="2781300"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22" name="Text Placeholder 4">
            <a:extLst>
              <a:ext uri="{FF2B5EF4-FFF2-40B4-BE49-F238E27FC236}">
                <a16:creationId xmlns:a16="http://schemas.microsoft.com/office/drawing/2014/main" id="{31ABE214-CBB4-3A34-095A-0370A5C4AFE6}"/>
              </a:ext>
            </a:extLst>
          </p:cNvPr>
          <p:cNvSpPr>
            <a:spLocks noGrp="1"/>
          </p:cNvSpPr>
          <p:nvPr>
            <p:ph type="body" sz="quarter" idx="11" hasCustomPrompt="1"/>
          </p:nvPr>
        </p:nvSpPr>
        <p:spPr>
          <a:xfrm>
            <a:off x="647700" y="419100"/>
            <a:ext cx="3467100" cy="153888"/>
          </a:xfrm>
          <a:prstGeom prst="rect">
            <a:avLst/>
          </a:prstGeom>
        </p:spPr>
        <p:txBody>
          <a:bodyPr wrap="square">
            <a:spAutoFit/>
          </a:bodyPr>
          <a:lstStyle>
            <a:lvl1pPr>
              <a:lnSpc>
                <a:spcPct val="100000"/>
              </a:lnSpc>
              <a:spcBef>
                <a:spcPts val="0"/>
              </a:spcBef>
              <a:defRPr sz="1000" b="0" i="0" spc="30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SECTION TITLE</a:t>
            </a:r>
            <a:endParaRPr lang="en-US"/>
          </a:p>
        </p:txBody>
      </p:sp>
      <p:sp>
        <p:nvSpPr>
          <p:cNvPr id="4" name="TextBox 3">
            <a:extLst>
              <a:ext uri="{FF2B5EF4-FFF2-40B4-BE49-F238E27FC236}">
                <a16:creationId xmlns:a16="http://schemas.microsoft.com/office/drawing/2014/main" id="{41FF2075-AD33-0E1E-1658-146B3E4E2FCC}"/>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6" name="Text Placeholder 3">
            <a:extLst>
              <a:ext uri="{FF2B5EF4-FFF2-40B4-BE49-F238E27FC236}">
                <a16:creationId xmlns:a16="http://schemas.microsoft.com/office/drawing/2014/main" id="{B040519E-0144-D61F-8E0C-52A5A9F6F1D7}"/>
              </a:ext>
            </a:extLst>
          </p:cNvPr>
          <p:cNvSpPr txBox="1">
            <a:spLocks/>
          </p:cNvSpPr>
          <p:nvPr userDrawn="1"/>
        </p:nvSpPr>
        <p:spPr>
          <a:xfrm>
            <a:off x="11329041"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tx1"/>
                </a:solidFill>
              </a:rPr>
              <a:pPr lvl="0"/>
              <a:t>‹#›</a:t>
            </a:fld>
            <a:endParaRPr lang="en-US" sz="1000">
              <a:solidFill>
                <a:schemeClr val="tx1"/>
              </a:solidFill>
            </a:endParaRPr>
          </a:p>
        </p:txBody>
      </p:sp>
    </p:spTree>
    <p:extLst>
      <p:ext uri="{BB962C8B-B14F-4D97-AF65-F5344CB8AC3E}">
        <p14:creationId xmlns:p14="http://schemas.microsoft.com/office/powerpoint/2010/main" val="2499594396"/>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Our_People_3_People_White">
    <p:bg>
      <p:bgPr>
        <a:solidFill>
          <a:schemeClr val="tx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740EAEC-268C-5162-974B-8A89C7C0171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701" y="6415709"/>
            <a:ext cx="495300" cy="182096"/>
          </a:xfrm>
          <a:prstGeom prst="rect">
            <a:avLst/>
          </a:prstGeom>
        </p:spPr>
      </p:pic>
      <p:sp>
        <p:nvSpPr>
          <p:cNvPr id="7" name="Text Placeholder 4">
            <a:extLst>
              <a:ext uri="{FF2B5EF4-FFF2-40B4-BE49-F238E27FC236}">
                <a16:creationId xmlns:a16="http://schemas.microsoft.com/office/drawing/2014/main" id="{97881F8F-A8EB-2813-47A6-219B2122F63E}"/>
              </a:ext>
            </a:extLst>
          </p:cNvPr>
          <p:cNvSpPr>
            <a:spLocks noGrp="1"/>
          </p:cNvSpPr>
          <p:nvPr>
            <p:ph type="body" sz="quarter" idx="25" hasCustomPrompt="1"/>
          </p:nvPr>
        </p:nvSpPr>
        <p:spPr>
          <a:xfrm>
            <a:off x="647700" y="2916672"/>
            <a:ext cx="3467100" cy="537198"/>
          </a:xfrm>
          <a:prstGeom prst="rect">
            <a:avLst/>
          </a:prstGeom>
        </p:spPr>
        <p:txBody>
          <a:bodyPr wrap="square">
            <a:spAutoFit/>
          </a:bodyPr>
          <a:lstStyle>
            <a:lvl1pPr>
              <a:lnSpc>
                <a:spcPts val="4600"/>
              </a:lnSpc>
              <a:spcBef>
                <a:spcPts val="0"/>
              </a:spcBef>
              <a:defRPr sz="2800" b="0" i="0" spc="0">
                <a:gradFill flip="none" rotWithShape="1">
                  <a:gsLst>
                    <a:gs pos="0">
                      <a:srgbClr val="00F6FF"/>
                    </a:gs>
                    <a:gs pos="70000">
                      <a:srgbClr val="00FFF0"/>
                    </a:gs>
                    <a:gs pos="99000">
                      <a:srgbClr val="B896FF"/>
                    </a:gs>
                  </a:gsLst>
                  <a:lin ang="0" scaled="1"/>
                  <a:tileRect/>
                </a:gra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0" name="Text Placeholder 4">
            <a:extLst>
              <a:ext uri="{FF2B5EF4-FFF2-40B4-BE49-F238E27FC236}">
                <a16:creationId xmlns:a16="http://schemas.microsoft.com/office/drawing/2014/main" id="{52343B4A-3451-DAED-5CA3-845DCEF785DA}"/>
              </a:ext>
            </a:extLst>
          </p:cNvPr>
          <p:cNvSpPr>
            <a:spLocks noGrp="1"/>
          </p:cNvSpPr>
          <p:nvPr>
            <p:ph type="body" sz="quarter" idx="26" hasCustomPrompt="1"/>
          </p:nvPr>
        </p:nvSpPr>
        <p:spPr>
          <a:xfrm>
            <a:off x="647700" y="3568514"/>
            <a:ext cx="34671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Title</a:t>
            </a:r>
          </a:p>
        </p:txBody>
      </p:sp>
      <p:sp>
        <p:nvSpPr>
          <p:cNvPr id="2" name="Picture Placeholder 11">
            <a:extLst>
              <a:ext uri="{FF2B5EF4-FFF2-40B4-BE49-F238E27FC236}">
                <a16:creationId xmlns:a16="http://schemas.microsoft.com/office/drawing/2014/main" id="{D059CF42-DE64-D215-F33D-AEF5AC07DB76}"/>
              </a:ext>
            </a:extLst>
          </p:cNvPr>
          <p:cNvSpPr>
            <a:spLocks noGrp="1"/>
          </p:cNvSpPr>
          <p:nvPr>
            <p:ph type="pic" sz="quarter" idx="28"/>
          </p:nvPr>
        </p:nvSpPr>
        <p:spPr>
          <a:xfrm>
            <a:off x="647700" y="795020"/>
            <a:ext cx="1866900" cy="1981200"/>
          </a:xfrm>
          <a:prstGeom prst="rect">
            <a:avLst/>
          </a:prstGeom>
        </p:spPr>
        <p:txBody>
          <a:bodyPr/>
          <a:lstStyle/>
          <a:p>
            <a:endParaRPr lang="en-US"/>
          </a:p>
        </p:txBody>
      </p:sp>
      <p:sp>
        <p:nvSpPr>
          <p:cNvPr id="3" name="Text Placeholder 4">
            <a:extLst>
              <a:ext uri="{FF2B5EF4-FFF2-40B4-BE49-F238E27FC236}">
                <a16:creationId xmlns:a16="http://schemas.microsoft.com/office/drawing/2014/main" id="{FC1C1359-8F08-C0F3-2D34-47EA322BD228}"/>
              </a:ext>
            </a:extLst>
          </p:cNvPr>
          <p:cNvSpPr>
            <a:spLocks noGrp="1"/>
          </p:cNvSpPr>
          <p:nvPr>
            <p:ph type="body" sz="quarter" idx="16" hasCustomPrompt="1"/>
          </p:nvPr>
        </p:nvSpPr>
        <p:spPr>
          <a:xfrm>
            <a:off x="647700" y="3972655"/>
            <a:ext cx="2781300"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14" name="Text Placeholder 4">
            <a:extLst>
              <a:ext uri="{FF2B5EF4-FFF2-40B4-BE49-F238E27FC236}">
                <a16:creationId xmlns:a16="http://schemas.microsoft.com/office/drawing/2014/main" id="{0CF16E01-7092-EE1E-8080-DCF72DAA2405}"/>
              </a:ext>
            </a:extLst>
          </p:cNvPr>
          <p:cNvSpPr>
            <a:spLocks noGrp="1"/>
          </p:cNvSpPr>
          <p:nvPr>
            <p:ph type="body" sz="quarter" idx="29" hasCustomPrompt="1"/>
          </p:nvPr>
        </p:nvSpPr>
        <p:spPr>
          <a:xfrm>
            <a:off x="4394200" y="2916672"/>
            <a:ext cx="3467100" cy="537198"/>
          </a:xfrm>
          <a:prstGeom prst="rect">
            <a:avLst/>
          </a:prstGeom>
        </p:spPr>
        <p:txBody>
          <a:bodyPr wrap="square">
            <a:spAutoFit/>
          </a:bodyPr>
          <a:lstStyle>
            <a:lvl1pPr>
              <a:lnSpc>
                <a:spcPts val="4600"/>
              </a:lnSpc>
              <a:spcBef>
                <a:spcPts val="0"/>
              </a:spcBef>
              <a:defRPr sz="2800" b="0" i="0" spc="0">
                <a:gradFill>
                  <a:gsLst>
                    <a:gs pos="0">
                      <a:srgbClr val="00F6FF"/>
                    </a:gs>
                    <a:gs pos="70000">
                      <a:srgbClr val="00FFF0"/>
                    </a:gs>
                    <a:gs pos="99000">
                      <a:srgbClr val="B896FF"/>
                    </a:gs>
                  </a:gsLst>
                  <a:lin ang="0" scaled="0"/>
                </a:gra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5" name="Text Placeholder 4">
            <a:extLst>
              <a:ext uri="{FF2B5EF4-FFF2-40B4-BE49-F238E27FC236}">
                <a16:creationId xmlns:a16="http://schemas.microsoft.com/office/drawing/2014/main" id="{3CA67D79-120D-160C-DD3C-77D27D493F36}"/>
              </a:ext>
            </a:extLst>
          </p:cNvPr>
          <p:cNvSpPr>
            <a:spLocks noGrp="1"/>
          </p:cNvSpPr>
          <p:nvPr>
            <p:ph type="body" sz="quarter" idx="30" hasCustomPrompt="1"/>
          </p:nvPr>
        </p:nvSpPr>
        <p:spPr>
          <a:xfrm>
            <a:off x="4394200" y="3568514"/>
            <a:ext cx="34671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Title</a:t>
            </a:r>
          </a:p>
        </p:txBody>
      </p:sp>
      <p:sp>
        <p:nvSpPr>
          <p:cNvPr id="16" name="Picture Placeholder 11">
            <a:extLst>
              <a:ext uri="{FF2B5EF4-FFF2-40B4-BE49-F238E27FC236}">
                <a16:creationId xmlns:a16="http://schemas.microsoft.com/office/drawing/2014/main" id="{8BF8ECD0-B431-B638-27D5-32D70A5C2A1C}"/>
              </a:ext>
            </a:extLst>
          </p:cNvPr>
          <p:cNvSpPr>
            <a:spLocks noGrp="1"/>
          </p:cNvSpPr>
          <p:nvPr>
            <p:ph type="pic" sz="quarter" idx="31"/>
          </p:nvPr>
        </p:nvSpPr>
        <p:spPr>
          <a:xfrm>
            <a:off x="4394200" y="795020"/>
            <a:ext cx="1866900" cy="1981200"/>
          </a:xfrm>
          <a:prstGeom prst="rect">
            <a:avLst/>
          </a:prstGeom>
        </p:spPr>
        <p:txBody>
          <a:bodyPr/>
          <a:lstStyle/>
          <a:p>
            <a:endParaRPr lang="en-US"/>
          </a:p>
        </p:txBody>
      </p:sp>
      <p:sp>
        <p:nvSpPr>
          <p:cNvPr id="17" name="Text Placeholder 4">
            <a:extLst>
              <a:ext uri="{FF2B5EF4-FFF2-40B4-BE49-F238E27FC236}">
                <a16:creationId xmlns:a16="http://schemas.microsoft.com/office/drawing/2014/main" id="{66E89CDA-AA89-1D71-39FA-7994E05AE92F}"/>
              </a:ext>
            </a:extLst>
          </p:cNvPr>
          <p:cNvSpPr>
            <a:spLocks noGrp="1"/>
          </p:cNvSpPr>
          <p:nvPr>
            <p:ph type="body" sz="quarter" idx="32" hasCustomPrompt="1"/>
          </p:nvPr>
        </p:nvSpPr>
        <p:spPr>
          <a:xfrm>
            <a:off x="4394200" y="3972655"/>
            <a:ext cx="2781300"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18" name="Text Placeholder 4">
            <a:extLst>
              <a:ext uri="{FF2B5EF4-FFF2-40B4-BE49-F238E27FC236}">
                <a16:creationId xmlns:a16="http://schemas.microsoft.com/office/drawing/2014/main" id="{4B3BDFDF-6AC9-EF9C-D008-AB293FA5AAC3}"/>
              </a:ext>
            </a:extLst>
          </p:cNvPr>
          <p:cNvSpPr>
            <a:spLocks noGrp="1"/>
          </p:cNvSpPr>
          <p:nvPr>
            <p:ph type="body" sz="quarter" idx="33" hasCustomPrompt="1"/>
          </p:nvPr>
        </p:nvSpPr>
        <p:spPr>
          <a:xfrm>
            <a:off x="8128000" y="2916672"/>
            <a:ext cx="3467100" cy="537198"/>
          </a:xfrm>
          <a:prstGeom prst="rect">
            <a:avLst/>
          </a:prstGeom>
        </p:spPr>
        <p:txBody>
          <a:bodyPr wrap="square">
            <a:spAutoFit/>
          </a:bodyPr>
          <a:lstStyle>
            <a:lvl1pPr>
              <a:lnSpc>
                <a:spcPts val="4600"/>
              </a:lnSpc>
              <a:spcBef>
                <a:spcPts val="0"/>
              </a:spcBef>
              <a:defRPr sz="2800" b="0" i="0" spc="0">
                <a:gradFill>
                  <a:gsLst>
                    <a:gs pos="0">
                      <a:srgbClr val="00F6FF"/>
                    </a:gs>
                    <a:gs pos="70000">
                      <a:srgbClr val="00FFF0"/>
                    </a:gs>
                    <a:gs pos="99000">
                      <a:srgbClr val="B896FF"/>
                    </a:gs>
                  </a:gsLst>
                  <a:lin ang="0" scaled="0"/>
                </a:gra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9" name="Text Placeholder 4">
            <a:extLst>
              <a:ext uri="{FF2B5EF4-FFF2-40B4-BE49-F238E27FC236}">
                <a16:creationId xmlns:a16="http://schemas.microsoft.com/office/drawing/2014/main" id="{AF6F850E-875C-CE1C-C696-B9119881C140}"/>
              </a:ext>
            </a:extLst>
          </p:cNvPr>
          <p:cNvSpPr>
            <a:spLocks noGrp="1"/>
          </p:cNvSpPr>
          <p:nvPr>
            <p:ph type="body" sz="quarter" idx="34" hasCustomPrompt="1"/>
          </p:nvPr>
        </p:nvSpPr>
        <p:spPr>
          <a:xfrm>
            <a:off x="8128000" y="3568514"/>
            <a:ext cx="34671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Title</a:t>
            </a:r>
          </a:p>
        </p:txBody>
      </p:sp>
      <p:sp>
        <p:nvSpPr>
          <p:cNvPr id="20" name="Picture Placeholder 11">
            <a:extLst>
              <a:ext uri="{FF2B5EF4-FFF2-40B4-BE49-F238E27FC236}">
                <a16:creationId xmlns:a16="http://schemas.microsoft.com/office/drawing/2014/main" id="{EE0176D5-725E-3E5F-2AB8-0A9D56960DEE}"/>
              </a:ext>
            </a:extLst>
          </p:cNvPr>
          <p:cNvSpPr>
            <a:spLocks noGrp="1"/>
          </p:cNvSpPr>
          <p:nvPr>
            <p:ph type="pic" sz="quarter" idx="35"/>
          </p:nvPr>
        </p:nvSpPr>
        <p:spPr>
          <a:xfrm>
            <a:off x="8128000" y="795020"/>
            <a:ext cx="1866900" cy="1981200"/>
          </a:xfrm>
          <a:prstGeom prst="rect">
            <a:avLst/>
          </a:prstGeom>
        </p:spPr>
        <p:txBody>
          <a:bodyPr/>
          <a:lstStyle/>
          <a:p>
            <a:endParaRPr lang="en-US"/>
          </a:p>
        </p:txBody>
      </p:sp>
      <p:sp>
        <p:nvSpPr>
          <p:cNvPr id="21" name="Text Placeholder 4">
            <a:extLst>
              <a:ext uri="{FF2B5EF4-FFF2-40B4-BE49-F238E27FC236}">
                <a16:creationId xmlns:a16="http://schemas.microsoft.com/office/drawing/2014/main" id="{6A11A961-3944-A416-6D0E-F19285260E57}"/>
              </a:ext>
            </a:extLst>
          </p:cNvPr>
          <p:cNvSpPr>
            <a:spLocks noGrp="1"/>
          </p:cNvSpPr>
          <p:nvPr>
            <p:ph type="body" sz="quarter" idx="36" hasCustomPrompt="1"/>
          </p:nvPr>
        </p:nvSpPr>
        <p:spPr>
          <a:xfrm>
            <a:off x="8128000" y="3972655"/>
            <a:ext cx="2781300"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4" name="Text Placeholder 4">
            <a:extLst>
              <a:ext uri="{FF2B5EF4-FFF2-40B4-BE49-F238E27FC236}">
                <a16:creationId xmlns:a16="http://schemas.microsoft.com/office/drawing/2014/main" id="{4B18FCDA-6157-DD00-EDF9-0F787E8060D0}"/>
              </a:ext>
            </a:extLst>
          </p:cNvPr>
          <p:cNvSpPr>
            <a:spLocks noGrp="1"/>
          </p:cNvSpPr>
          <p:nvPr>
            <p:ph type="body" sz="quarter" idx="11" hasCustomPrompt="1"/>
          </p:nvPr>
        </p:nvSpPr>
        <p:spPr>
          <a:xfrm>
            <a:off x="647700" y="419100"/>
            <a:ext cx="3467100" cy="153888"/>
          </a:xfrm>
          <a:prstGeom prst="rect">
            <a:avLst/>
          </a:prstGeom>
        </p:spPr>
        <p:txBody>
          <a:bodyPr wrap="square">
            <a:spAutoFit/>
          </a:bodyPr>
          <a:lstStyle>
            <a:lvl1pPr>
              <a:lnSpc>
                <a:spcPct val="100000"/>
              </a:lnSpc>
              <a:spcBef>
                <a:spcPts val="0"/>
              </a:spcBef>
              <a:defRPr sz="1000" b="0" i="0" spc="300">
                <a:solidFill>
                  <a:schemeClr val="bg1"/>
                </a:solidFill>
                <a:latin typeface="Calibri" panose="020F0502020204030204" pitchFamily="34" charset="0"/>
                <a:cs typeface="Calibri" panose="020F0502020204030204" pitchFamily="34" charset="0"/>
              </a:defRPr>
            </a:lvl1pPr>
            <a:lvl2pPr>
              <a:buNone/>
              <a:defRPr/>
            </a:lvl2pPr>
          </a:lstStyle>
          <a:p>
            <a:pPr lvl="0"/>
            <a:r>
              <a:rPr lang="en-US">
                <a:effectLst/>
              </a:rPr>
              <a:t>SECTION TITLE</a:t>
            </a:r>
            <a:endParaRPr lang="en-US"/>
          </a:p>
        </p:txBody>
      </p:sp>
      <p:pic>
        <p:nvPicPr>
          <p:cNvPr id="6" name="Picture 5">
            <a:extLst>
              <a:ext uri="{FF2B5EF4-FFF2-40B4-BE49-F238E27FC236}">
                <a16:creationId xmlns:a16="http://schemas.microsoft.com/office/drawing/2014/main" id="{D8FD6A39-8EF9-9CA0-AA7E-45DB798A90B6}"/>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647699" y="6416865"/>
            <a:ext cx="488145" cy="179465"/>
          </a:xfrm>
          <a:prstGeom prst="rect">
            <a:avLst/>
          </a:prstGeom>
        </p:spPr>
      </p:pic>
      <p:sp>
        <p:nvSpPr>
          <p:cNvPr id="8" name="TextBox 7">
            <a:extLst>
              <a:ext uri="{FF2B5EF4-FFF2-40B4-BE49-F238E27FC236}">
                <a16:creationId xmlns:a16="http://schemas.microsoft.com/office/drawing/2014/main" id="{002309E2-3B1E-50D2-B2BC-867833D702DA}"/>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9" name="Text Placeholder 3">
            <a:extLst>
              <a:ext uri="{FF2B5EF4-FFF2-40B4-BE49-F238E27FC236}">
                <a16:creationId xmlns:a16="http://schemas.microsoft.com/office/drawing/2014/main" id="{F8E22721-BCDB-A1E7-59E5-A4DE62992615}"/>
              </a:ext>
            </a:extLst>
          </p:cNvPr>
          <p:cNvSpPr txBox="1">
            <a:spLocks/>
          </p:cNvSpPr>
          <p:nvPr userDrawn="1"/>
        </p:nvSpPr>
        <p:spPr>
          <a:xfrm>
            <a:off x="11340916"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119813427"/>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Quote_Large_Black">
    <p:bg>
      <p:bgPr>
        <a:solidFill>
          <a:schemeClr val="accent1"/>
        </a:solidFill>
        <a:effectLst/>
      </p:bgPr>
    </p:bg>
    <p:spTree>
      <p:nvGrpSpPr>
        <p:cNvPr id="1" name=""/>
        <p:cNvGrpSpPr/>
        <p:nvPr/>
      </p:nvGrpSpPr>
      <p:grpSpPr>
        <a:xfrm>
          <a:off x="0" y="0"/>
          <a:ext cx="0" cy="0"/>
          <a:chOff x="0" y="0"/>
          <a:chExt cx="0" cy="0"/>
        </a:xfrm>
      </p:grpSpPr>
      <p:sp>
        <p:nvSpPr>
          <p:cNvPr id="2" name="Text Placeholder 4">
            <a:extLst>
              <a:ext uri="{FF2B5EF4-FFF2-40B4-BE49-F238E27FC236}">
                <a16:creationId xmlns:a16="http://schemas.microsoft.com/office/drawing/2014/main" id="{433DDFE8-68E0-F21D-DCE9-D9E38F969DA2}"/>
              </a:ext>
            </a:extLst>
          </p:cNvPr>
          <p:cNvSpPr>
            <a:spLocks noGrp="1"/>
          </p:cNvSpPr>
          <p:nvPr>
            <p:ph type="body" sz="quarter" idx="11" hasCustomPrompt="1"/>
          </p:nvPr>
        </p:nvSpPr>
        <p:spPr>
          <a:xfrm>
            <a:off x="658333" y="419100"/>
            <a:ext cx="3732914" cy="153888"/>
          </a:xfrm>
          <a:prstGeom prst="rect">
            <a:avLst/>
          </a:prstGeom>
        </p:spPr>
        <p:txBody>
          <a:bodyPr wrap="square">
            <a:spAutoFit/>
          </a:bodyPr>
          <a:lstStyle>
            <a:lvl1pPr>
              <a:lnSpc>
                <a:spcPct val="100000"/>
              </a:lnSpc>
              <a:spcBef>
                <a:spcPts val="0"/>
              </a:spcBef>
              <a:defRPr sz="1000" b="0" spc="300">
                <a:solidFill>
                  <a:schemeClr val="bg1"/>
                </a:solidFill>
                <a:latin typeface="+mj-lt"/>
                <a:cs typeface="Calibri Light" panose="020F0302020204030204" pitchFamily="34" charset="0"/>
              </a:defRPr>
            </a:lvl1pPr>
            <a:lvl2pPr>
              <a:buNone/>
              <a:defRPr/>
            </a:lvl2pPr>
          </a:lstStyle>
          <a:p>
            <a:pPr lvl="0"/>
            <a:r>
              <a:rPr lang="en-US">
                <a:effectLst/>
              </a:rPr>
              <a:t>SECTION TITLE</a:t>
            </a:r>
            <a:endParaRPr lang="en-US"/>
          </a:p>
        </p:txBody>
      </p:sp>
      <p:sp>
        <p:nvSpPr>
          <p:cNvPr id="4" name="Title 2">
            <a:extLst>
              <a:ext uri="{FF2B5EF4-FFF2-40B4-BE49-F238E27FC236}">
                <a16:creationId xmlns:a16="http://schemas.microsoft.com/office/drawing/2014/main" id="{A4A0CF84-1941-A496-4DFE-6EDA7D9D7651}"/>
              </a:ext>
            </a:extLst>
          </p:cNvPr>
          <p:cNvSpPr>
            <a:spLocks noGrp="1"/>
          </p:cNvSpPr>
          <p:nvPr>
            <p:ph type="title" hasCustomPrompt="1"/>
          </p:nvPr>
        </p:nvSpPr>
        <p:spPr>
          <a:xfrm>
            <a:off x="1123950" y="1762728"/>
            <a:ext cx="10248900" cy="1846659"/>
          </a:xfrm>
          <a:prstGeom prst="rect">
            <a:avLst/>
          </a:prstGeom>
        </p:spPr>
        <p:txBody>
          <a:bodyPr wrap="square">
            <a:spAutoFit/>
          </a:bodyPr>
          <a:lstStyle>
            <a:lvl1pPr>
              <a:defRPr sz="6000" b="1" i="0">
                <a:solidFill>
                  <a:schemeClr val="bg1"/>
                </a:solidFill>
                <a:latin typeface="Calibri" panose="020F0502020204030204" pitchFamily="34" charset="0"/>
                <a:cs typeface="Calibri" panose="020F0502020204030204" pitchFamily="34" charset="0"/>
              </a:defRPr>
            </a:lvl1pPr>
          </a:lstStyle>
          <a:p>
            <a:r>
              <a:rPr lang="en-US"/>
              <a:t>Sometimes you need to add a meaningful yet concise quote.”</a:t>
            </a:r>
          </a:p>
        </p:txBody>
      </p:sp>
      <p:sp>
        <p:nvSpPr>
          <p:cNvPr id="6" name="Text Placeholder 4">
            <a:extLst>
              <a:ext uri="{FF2B5EF4-FFF2-40B4-BE49-F238E27FC236}">
                <a16:creationId xmlns:a16="http://schemas.microsoft.com/office/drawing/2014/main" id="{DF2F86F6-216C-D721-7244-AE3BBA0609AA}"/>
              </a:ext>
            </a:extLst>
          </p:cNvPr>
          <p:cNvSpPr>
            <a:spLocks noGrp="1"/>
          </p:cNvSpPr>
          <p:nvPr>
            <p:ph type="body" sz="quarter" idx="16" hasCustomPrompt="1"/>
          </p:nvPr>
        </p:nvSpPr>
        <p:spPr>
          <a:xfrm>
            <a:off x="1123950" y="4231608"/>
            <a:ext cx="4554537" cy="507831"/>
          </a:xfrm>
          <a:prstGeom prst="rect">
            <a:avLst/>
          </a:prstGeom>
        </p:spPr>
        <p:txBody>
          <a:bodyPr wrap="square" anchor="t" anchorCtr="0">
            <a:spAutoFit/>
          </a:bodyPr>
          <a:lstStyle>
            <a:lvl1pPr>
              <a:defRPr sz="1400" b="1" i="0">
                <a:solidFill>
                  <a:schemeClr val="bg1"/>
                </a:solidFill>
                <a:latin typeface="Calibri" panose="020F0502020204030204" pitchFamily="34" charset="0"/>
                <a:cs typeface="Calibri" panose="020F0502020204030204" pitchFamily="34" charset="0"/>
              </a:defRPr>
            </a:lvl1pPr>
          </a:lstStyle>
          <a:p>
            <a:pPr lvl="0"/>
            <a:r>
              <a:rPr lang="en-US" err="1"/>
              <a:t>Firstname</a:t>
            </a:r>
            <a:r>
              <a:rPr lang="en-US"/>
              <a:t> </a:t>
            </a:r>
            <a:r>
              <a:rPr lang="en-US" err="1"/>
              <a:t>Lastname</a:t>
            </a:r>
            <a:endParaRPr lang="en-US"/>
          </a:p>
          <a:p>
            <a:pPr lvl="0"/>
            <a:r>
              <a:rPr lang="en-US"/>
              <a:t>Job Title, Company</a:t>
            </a:r>
          </a:p>
        </p:txBody>
      </p:sp>
      <p:sp>
        <p:nvSpPr>
          <p:cNvPr id="9" name="Title 2">
            <a:extLst>
              <a:ext uri="{FF2B5EF4-FFF2-40B4-BE49-F238E27FC236}">
                <a16:creationId xmlns:a16="http://schemas.microsoft.com/office/drawing/2014/main" id="{636A723C-C15E-DD81-7189-CFA5D70243A9}"/>
              </a:ext>
            </a:extLst>
          </p:cNvPr>
          <p:cNvSpPr txBox="1">
            <a:spLocks/>
          </p:cNvSpPr>
          <p:nvPr userDrawn="1"/>
        </p:nvSpPr>
        <p:spPr>
          <a:xfrm>
            <a:off x="647700" y="1762728"/>
            <a:ext cx="450695" cy="923330"/>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sz="6000" b="1" i="0" kern="1200">
                <a:solidFill>
                  <a:schemeClr val="tx1"/>
                </a:solidFill>
                <a:latin typeface="Calibri" panose="020F0502020204030204" pitchFamily="34" charset="0"/>
                <a:ea typeface="Calibri Light" panose="020F0302020204030204" pitchFamily="34" charset="0"/>
                <a:cs typeface="Calibri" panose="020F0502020204030204" pitchFamily="34" charset="0"/>
              </a:defRPr>
            </a:lvl1pPr>
          </a:lstStyle>
          <a:p>
            <a:r>
              <a:rPr lang="en-US">
                <a:solidFill>
                  <a:schemeClr val="bg1"/>
                </a:solidFill>
              </a:rPr>
              <a:t>“</a:t>
            </a:r>
          </a:p>
        </p:txBody>
      </p:sp>
    </p:spTree>
    <p:extLst>
      <p:ext uri="{BB962C8B-B14F-4D97-AF65-F5344CB8AC3E}">
        <p14:creationId xmlns:p14="http://schemas.microsoft.com/office/powerpoint/2010/main" val="1452385727"/>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Quote_Large_Black_Blur">
    <p:bg>
      <p:bgPr>
        <a:solidFill>
          <a:schemeClr val="accent1"/>
        </a:solidFill>
        <a:effectLst/>
      </p:bgPr>
    </p:bg>
    <p:spTree>
      <p:nvGrpSpPr>
        <p:cNvPr id="1" name=""/>
        <p:cNvGrpSpPr/>
        <p:nvPr/>
      </p:nvGrpSpPr>
      <p:grpSpPr>
        <a:xfrm>
          <a:off x="0" y="0"/>
          <a:ext cx="0" cy="0"/>
          <a:chOff x="0" y="0"/>
          <a:chExt cx="0" cy="0"/>
        </a:xfrm>
      </p:grpSpPr>
      <p:sp>
        <p:nvSpPr>
          <p:cNvPr id="2" name="Text Placeholder 4">
            <a:extLst>
              <a:ext uri="{FF2B5EF4-FFF2-40B4-BE49-F238E27FC236}">
                <a16:creationId xmlns:a16="http://schemas.microsoft.com/office/drawing/2014/main" id="{433DDFE8-68E0-F21D-DCE9-D9E38F969DA2}"/>
              </a:ext>
            </a:extLst>
          </p:cNvPr>
          <p:cNvSpPr>
            <a:spLocks noGrp="1"/>
          </p:cNvSpPr>
          <p:nvPr>
            <p:ph type="body" sz="quarter" idx="11" hasCustomPrompt="1"/>
          </p:nvPr>
        </p:nvSpPr>
        <p:spPr>
          <a:xfrm>
            <a:off x="630197" y="419100"/>
            <a:ext cx="3732914" cy="153888"/>
          </a:xfrm>
          <a:prstGeom prst="rect">
            <a:avLst/>
          </a:prstGeom>
        </p:spPr>
        <p:txBody>
          <a:bodyPr wrap="square">
            <a:spAutoFit/>
          </a:bodyPr>
          <a:lstStyle>
            <a:lvl1pPr>
              <a:lnSpc>
                <a:spcPct val="100000"/>
              </a:lnSpc>
              <a:spcBef>
                <a:spcPts val="0"/>
              </a:spcBef>
              <a:defRPr sz="1000" b="0" spc="300">
                <a:solidFill>
                  <a:schemeClr val="bg1"/>
                </a:solidFill>
                <a:latin typeface="+mj-lt"/>
                <a:cs typeface="Calibri Light" panose="020F0302020204030204" pitchFamily="34" charset="0"/>
              </a:defRPr>
            </a:lvl1pPr>
            <a:lvl2pPr>
              <a:buNone/>
              <a:defRPr/>
            </a:lvl2pPr>
          </a:lstStyle>
          <a:p>
            <a:pPr lvl="0"/>
            <a:r>
              <a:rPr lang="en-US">
                <a:effectLst/>
              </a:rPr>
              <a:t>SECTION TITLE</a:t>
            </a:r>
            <a:endParaRPr lang="en-US"/>
          </a:p>
        </p:txBody>
      </p:sp>
      <p:sp>
        <p:nvSpPr>
          <p:cNvPr id="4" name="Title 2">
            <a:extLst>
              <a:ext uri="{FF2B5EF4-FFF2-40B4-BE49-F238E27FC236}">
                <a16:creationId xmlns:a16="http://schemas.microsoft.com/office/drawing/2014/main" id="{A4A0CF84-1941-A496-4DFE-6EDA7D9D7651}"/>
              </a:ext>
            </a:extLst>
          </p:cNvPr>
          <p:cNvSpPr>
            <a:spLocks noGrp="1"/>
          </p:cNvSpPr>
          <p:nvPr>
            <p:ph type="title" hasCustomPrompt="1"/>
          </p:nvPr>
        </p:nvSpPr>
        <p:spPr>
          <a:xfrm>
            <a:off x="1123950" y="1762728"/>
            <a:ext cx="10248900" cy="1846659"/>
          </a:xfrm>
          <a:prstGeom prst="rect">
            <a:avLst/>
          </a:prstGeom>
        </p:spPr>
        <p:txBody>
          <a:bodyPr wrap="square">
            <a:spAutoFit/>
          </a:bodyPr>
          <a:lstStyle>
            <a:lvl1pPr>
              <a:defRPr sz="6000" b="1" i="0">
                <a:solidFill>
                  <a:schemeClr val="accent2"/>
                </a:solidFill>
                <a:latin typeface="Calibri" panose="020F0502020204030204" pitchFamily="34" charset="0"/>
                <a:cs typeface="Calibri" panose="020F0502020204030204" pitchFamily="34" charset="0"/>
              </a:defRPr>
            </a:lvl1pPr>
          </a:lstStyle>
          <a:p>
            <a:r>
              <a:rPr lang="en-US"/>
              <a:t>Sometimes you need to add a meaningful yet concise quote.”</a:t>
            </a:r>
          </a:p>
        </p:txBody>
      </p:sp>
      <p:sp>
        <p:nvSpPr>
          <p:cNvPr id="6" name="Text Placeholder 4">
            <a:extLst>
              <a:ext uri="{FF2B5EF4-FFF2-40B4-BE49-F238E27FC236}">
                <a16:creationId xmlns:a16="http://schemas.microsoft.com/office/drawing/2014/main" id="{DF2F86F6-216C-D721-7244-AE3BBA0609AA}"/>
              </a:ext>
            </a:extLst>
          </p:cNvPr>
          <p:cNvSpPr>
            <a:spLocks noGrp="1"/>
          </p:cNvSpPr>
          <p:nvPr>
            <p:ph type="body" sz="quarter" idx="16" hasCustomPrompt="1"/>
          </p:nvPr>
        </p:nvSpPr>
        <p:spPr>
          <a:xfrm>
            <a:off x="1123950" y="4231608"/>
            <a:ext cx="4554537" cy="507831"/>
          </a:xfrm>
          <a:prstGeom prst="rect">
            <a:avLst/>
          </a:prstGeom>
        </p:spPr>
        <p:txBody>
          <a:bodyPr wrap="square" anchor="t" anchorCtr="0">
            <a:spAutoFit/>
          </a:bodyPr>
          <a:lstStyle>
            <a:lvl1pPr>
              <a:defRPr sz="1400" b="1" i="0">
                <a:solidFill>
                  <a:schemeClr val="bg1"/>
                </a:solidFill>
                <a:latin typeface="Calibri" panose="020F0502020204030204" pitchFamily="34" charset="0"/>
                <a:cs typeface="Calibri" panose="020F0502020204030204" pitchFamily="34" charset="0"/>
              </a:defRPr>
            </a:lvl1pPr>
          </a:lstStyle>
          <a:p>
            <a:pPr lvl="0"/>
            <a:r>
              <a:rPr lang="en-US" err="1"/>
              <a:t>Firstname</a:t>
            </a:r>
            <a:r>
              <a:rPr lang="en-US"/>
              <a:t> </a:t>
            </a:r>
            <a:r>
              <a:rPr lang="en-US" err="1"/>
              <a:t>Lastname</a:t>
            </a:r>
            <a:endParaRPr lang="en-US"/>
          </a:p>
          <a:p>
            <a:pPr lvl="0"/>
            <a:r>
              <a:rPr lang="en-US"/>
              <a:t>Job Title, Company</a:t>
            </a:r>
          </a:p>
        </p:txBody>
      </p:sp>
      <p:sp>
        <p:nvSpPr>
          <p:cNvPr id="9" name="Title 2">
            <a:extLst>
              <a:ext uri="{FF2B5EF4-FFF2-40B4-BE49-F238E27FC236}">
                <a16:creationId xmlns:a16="http://schemas.microsoft.com/office/drawing/2014/main" id="{636A723C-C15E-DD81-7189-CFA5D70243A9}"/>
              </a:ext>
            </a:extLst>
          </p:cNvPr>
          <p:cNvSpPr txBox="1">
            <a:spLocks/>
          </p:cNvSpPr>
          <p:nvPr userDrawn="1"/>
        </p:nvSpPr>
        <p:spPr>
          <a:xfrm>
            <a:off x="647700" y="1762728"/>
            <a:ext cx="450695" cy="923330"/>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sz="6000" b="1" i="0" kern="1200">
                <a:solidFill>
                  <a:schemeClr val="tx1"/>
                </a:solidFill>
                <a:latin typeface="Calibri" panose="020F0502020204030204" pitchFamily="34" charset="0"/>
                <a:ea typeface="Calibri Light" panose="020F0302020204030204" pitchFamily="34" charset="0"/>
                <a:cs typeface="Calibri" panose="020F0502020204030204" pitchFamily="34" charset="0"/>
              </a:defRPr>
            </a:lvl1pPr>
          </a:lstStyle>
          <a:p>
            <a:r>
              <a:rPr lang="en-US">
                <a:solidFill>
                  <a:schemeClr val="accent2"/>
                </a:solidFill>
              </a:rPr>
              <a:t>“</a:t>
            </a:r>
          </a:p>
        </p:txBody>
      </p:sp>
    </p:spTree>
    <p:extLst>
      <p:ext uri="{BB962C8B-B14F-4D97-AF65-F5344CB8AC3E}">
        <p14:creationId xmlns:p14="http://schemas.microsoft.com/office/powerpoint/2010/main" val="2917648810"/>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preserve="1" userDrawn="1">
  <p:cSld name="Quote+Image">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B8DEA029-C2BF-93AE-56B7-39E611F58B8D}"/>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647701" y="6415709"/>
            <a:ext cx="495300" cy="182096"/>
          </a:xfrm>
          <a:prstGeom prst="rect">
            <a:avLst/>
          </a:prstGeom>
        </p:spPr>
      </p:pic>
      <p:sp>
        <p:nvSpPr>
          <p:cNvPr id="11" name="Title 2">
            <a:extLst>
              <a:ext uri="{FF2B5EF4-FFF2-40B4-BE49-F238E27FC236}">
                <a16:creationId xmlns:a16="http://schemas.microsoft.com/office/drawing/2014/main" id="{E4D0B811-ED8A-9D55-BC17-49A3393806F6}"/>
              </a:ext>
            </a:extLst>
          </p:cNvPr>
          <p:cNvSpPr>
            <a:spLocks noGrp="1"/>
          </p:cNvSpPr>
          <p:nvPr>
            <p:ph type="title" hasCustomPrompt="1"/>
          </p:nvPr>
        </p:nvSpPr>
        <p:spPr>
          <a:xfrm>
            <a:off x="5091684" y="1455006"/>
            <a:ext cx="6452616" cy="2215991"/>
          </a:xfrm>
          <a:prstGeom prst="rect">
            <a:avLst/>
          </a:prstGeom>
        </p:spPr>
        <p:txBody>
          <a:bodyPr wrap="square">
            <a:spAutoFit/>
          </a:bodyPr>
          <a:lstStyle>
            <a:lvl1pPr>
              <a:defRPr sz="3600" b="1" i="0">
                <a:solidFill>
                  <a:srgbClr val="000000"/>
                </a:solidFill>
                <a:latin typeface="Calibri" panose="020F0502020204030204" pitchFamily="34" charset="0"/>
                <a:cs typeface="Calibri" panose="020F0502020204030204" pitchFamily="34" charset="0"/>
              </a:defRPr>
            </a:lvl1pPr>
          </a:lstStyle>
          <a:p>
            <a:r>
              <a:rPr lang="en-US"/>
              <a:t>Sometimes you need to add a slightly longer quote. Sometimes you need to add a slightly longer quote.”</a:t>
            </a:r>
          </a:p>
        </p:txBody>
      </p:sp>
      <p:sp>
        <p:nvSpPr>
          <p:cNvPr id="12" name="Text Placeholder 4">
            <a:extLst>
              <a:ext uri="{FF2B5EF4-FFF2-40B4-BE49-F238E27FC236}">
                <a16:creationId xmlns:a16="http://schemas.microsoft.com/office/drawing/2014/main" id="{715767D7-CA92-A238-92D2-5F669365D486}"/>
              </a:ext>
            </a:extLst>
          </p:cNvPr>
          <p:cNvSpPr>
            <a:spLocks noGrp="1"/>
          </p:cNvSpPr>
          <p:nvPr>
            <p:ph type="body" sz="quarter" idx="16" hasCustomPrompt="1"/>
          </p:nvPr>
        </p:nvSpPr>
        <p:spPr>
          <a:xfrm>
            <a:off x="5091683" y="4434840"/>
            <a:ext cx="4554537" cy="507831"/>
          </a:xfrm>
          <a:prstGeom prst="rect">
            <a:avLst/>
          </a:prstGeom>
        </p:spPr>
        <p:txBody>
          <a:bodyPr wrap="square" anchor="t" anchorCtr="0">
            <a:spAutoFit/>
          </a:bodyPr>
          <a:lstStyle>
            <a:lvl1pPr>
              <a:defRPr sz="1400" b="1" i="0">
                <a:solidFill>
                  <a:srgbClr val="000000"/>
                </a:solidFill>
                <a:latin typeface="Calibri" panose="020F0502020204030204" pitchFamily="34" charset="0"/>
                <a:cs typeface="Calibri" panose="020F0502020204030204" pitchFamily="34" charset="0"/>
              </a:defRPr>
            </a:lvl1pPr>
          </a:lstStyle>
          <a:p>
            <a:pPr lvl="0"/>
            <a:r>
              <a:rPr lang="en-US" err="1"/>
              <a:t>Firstname</a:t>
            </a:r>
            <a:r>
              <a:rPr lang="en-US"/>
              <a:t> </a:t>
            </a:r>
            <a:r>
              <a:rPr lang="en-US" err="1"/>
              <a:t>Lastname</a:t>
            </a:r>
            <a:endParaRPr lang="en-US"/>
          </a:p>
          <a:p>
            <a:pPr lvl="0"/>
            <a:r>
              <a:rPr lang="en-US"/>
              <a:t>Job Title, Company</a:t>
            </a:r>
          </a:p>
        </p:txBody>
      </p:sp>
      <p:sp>
        <p:nvSpPr>
          <p:cNvPr id="13" name="Picture Placeholder 8">
            <a:extLst>
              <a:ext uri="{FF2B5EF4-FFF2-40B4-BE49-F238E27FC236}">
                <a16:creationId xmlns:a16="http://schemas.microsoft.com/office/drawing/2014/main" id="{93D416F1-8A75-DCD6-2A1A-B16BE09ABC02}"/>
              </a:ext>
            </a:extLst>
          </p:cNvPr>
          <p:cNvSpPr>
            <a:spLocks noGrp="1"/>
          </p:cNvSpPr>
          <p:nvPr>
            <p:ph type="pic" sz="quarter" idx="26"/>
          </p:nvPr>
        </p:nvSpPr>
        <p:spPr>
          <a:xfrm>
            <a:off x="634347" y="1562100"/>
            <a:ext cx="3726051" cy="4100476"/>
          </a:xfrm>
          <a:prstGeom prst="rect">
            <a:avLst/>
          </a:prstGeom>
        </p:spPr>
        <p:txBody>
          <a:bodyPr/>
          <a:lstStyle>
            <a:lvl1pPr>
              <a:defRPr>
                <a:solidFill>
                  <a:srgbClr val="000000"/>
                </a:solidFill>
              </a:defRPr>
            </a:lvl1pPr>
          </a:lstStyle>
          <a:p>
            <a:endParaRPr lang="en-US"/>
          </a:p>
        </p:txBody>
      </p:sp>
      <p:sp>
        <p:nvSpPr>
          <p:cNvPr id="14" name="Title 2">
            <a:extLst>
              <a:ext uri="{FF2B5EF4-FFF2-40B4-BE49-F238E27FC236}">
                <a16:creationId xmlns:a16="http://schemas.microsoft.com/office/drawing/2014/main" id="{8EB1EBBF-7474-72D1-50C0-54A45DCBFB2E}"/>
              </a:ext>
            </a:extLst>
          </p:cNvPr>
          <p:cNvSpPr txBox="1">
            <a:spLocks/>
          </p:cNvSpPr>
          <p:nvPr userDrawn="1"/>
        </p:nvSpPr>
        <p:spPr>
          <a:xfrm>
            <a:off x="4772719" y="1455006"/>
            <a:ext cx="294582" cy="553998"/>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sz="3600" b="1" i="0" kern="1200">
                <a:solidFill>
                  <a:srgbClr val="000000"/>
                </a:solidFill>
                <a:latin typeface="Calibri" panose="020F0502020204030204" pitchFamily="34" charset="0"/>
                <a:ea typeface="Calibri Light" panose="020F0302020204030204" pitchFamily="34" charset="0"/>
                <a:cs typeface="Calibri" panose="020F0502020204030204" pitchFamily="34" charset="0"/>
              </a:defRPr>
            </a:lvl1pPr>
          </a:lstStyle>
          <a:p>
            <a:r>
              <a:rPr lang="en-US"/>
              <a:t>“</a:t>
            </a:r>
          </a:p>
        </p:txBody>
      </p:sp>
      <p:sp>
        <p:nvSpPr>
          <p:cNvPr id="3" name="TextBox 2">
            <a:extLst>
              <a:ext uri="{FF2B5EF4-FFF2-40B4-BE49-F238E27FC236}">
                <a16:creationId xmlns:a16="http://schemas.microsoft.com/office/drawing/2014/main" id="{F46F9EF5-29E8-93D3-E218-354474130A6A}"/>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4" name="Text Placeholder 3">
            <a:extLst>
              <a:ext uri="{FF2B5EF4-FFF2-40B4-BE49-F238E27FC236}">
                <a16:creationId xmlns:a16="http://schemas.microsoft.com/office/drawing/2014/main" id="{01E1A170-BC35-F789-C222-B52ABECE94F7}"/>
              </a:ext>
            </a:extLst>
          </p:cNvPr>
          <p:cNvSpPr txBox="1">
            <a:spLocks/>
          </p:cNvSpPr>
          <p:nvPr userDrawn="1"/>
        </p:nvSpPr>
        <p:spPr>
          <a:xfrm>
            <a:off x="11340916"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tx1"/>
                </a:solidFill>
              </a:rPr>
              <a:pPr lvl="0"/>
              <a:t>‹#›</a:t>
            </a:fld>
            <a:endParaRPr lang="en-US" sz="1000">
              <a:solidFill>
                <a:schemeClr val="tx1"/>
              </a:solidFill>
            </a:endParaRPr>
          </a:p>
        </p:txBody>
      </p:sp>
      <p:sp>
        <p:nvSpPr>
          <p:cNvPr id="5" name="Text Placeholder 4">
            <a:extLst>
              <a:ext uri="{FF2B5EF4-FFF2-40B4-BE49-F238E27FC236}">
                <a16:creationId xmlns:a16="http://schemas.microsoft.com/office/drawing/2014/main" id="{33FEC108-AFBF-BADD-5D48-8FC6C3718F2C}"/>
              </a:ext>
            </a:extLst>
          </p:cNvPr>
          <p:cNvSpPr>
            <a:spLocks noGrp="1"/>
          </p:cNvSpPr>
          <p:nvPr>
            <p:ph type="body" sz="quarter" idx="11" hasCustomPrompt="1"/>
          </p:nvPr>
        </p:nvSpPr>
        <p:spPr>
          <a:xfrm>
            <a:off x="630197" y="419100"/>
            <a:ext cx="3732914" cy="153888"/>
          </a:xfrm>
          <a:prstGeom prst="rect">
            <a:avLst/>
          </a:prstGeom>
        </p:spPr>
        <p:txBody>
          <a:bodyPr wrap="square">
            <a:spAutoFit/>
          </a:bodyPr>
          <a:lstStyle>
            <a:lvl1pPr>
              <a:lnSpc>
                <a:spcPct val="100000"/>
              </a:lnSpc>
              <a:spcBef>
                <a:spcPts val="0"/>
              </a:spcBef>
              <a:defRPr sz="1000" b="0" spc="300">
                <a:solidFill>
                  <a:schemeClr val="tx1"/>
                </a:solidFill>
                <a:latin typeface="+mj-lt"/>
                <a:cs typeface="Calibri Light" panose="020F0302020204030204" pitchFamily="34" charset="0"/>
              </a:defRPr>
            </a:lvl1pPr>
            <a:lvl2pPr>
              <a:buNone/>
              <a:defRPr/>
            </a:lvl2pPr>
          </a:lstStyle>
          <a:p>
            <a:pPr lvl="0"/>
            <a:r>
              <a:rPr lang="en-US">
                <a:effectLst/>
              </a:rPr>
              <a:t>SECTION TITLE</a:t>
            </a:r>
            <a:endParaRPr lang="en-US"/>
          </a:p>
        </p:txBody>
      </p:sp>
    </p:spTree>
    <p:extLst>
      <p:ext uri="{BB962C8B-B14F-4D97-AF65-F5344CB8AC3E}">
        <p14:creationId xmlns:p14="http://schemas.microsoft.com/office/powerpoint/2010/main" val="1467171565"/>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Quote+Image_Black">
    <p:bg>
      <p:bgPr>
        <a:solidFill>
          <a:schemeClr val="accent1"/>
        </a:solidFill>
        <a:effectLst/>
      </p:bgPr>
    </p:bg>
    <p:spTree>
      <p:nvGrpSpPr>
        <p:cNvPr id="1" name=""/>
        <p:cNvGrpSpPr/>
        <p:nvPr/>
      </p:nvGrpSpPr>
      <p:grpSpPr>
        <a:xfrm>
          <a:off x="0" y="0"/>
          <a:ext cx="0" cy="0"/>
          <a:chOff x="0" y="0"/>
          <a:chExt cx="0" cy="0"/>
        </a:xfrm>
      </p:grpSpPr>
      <p:sp>
        <p:nvSpPr>
          <p:cNvPr id="2" name="Text Placeholder 4">
            <a:extLst>
              <a:ext uri="{FF2B5EF4-FFF2-40B4-BE49-F238E27FC236}">
                <a16:creationId xmlns:a16="http://schemas.microsoft.com/office/drawing/2014/main" id="{433DDFE8-68E0-F21D-DCE9-D9E38F969DA2}"/>
              </a:ext>
            </a:extLst>
          </p:cNvPr>
          <p:cNvSpPr>
            <a:spLocks noGrp="1"/>
          </p:cNvSpPr>
          <p:nvPr>
            <p:ph type="body" sz="quarter" idx="11" hasCustomPrompt="1"/>
          </p:nvPr>
        </p:nvSpPr>
        <p:spPr>
          <a:xfrm>
            <a:off x="628122" y="420624"/>
            <a:ext cx="3732914" cy="153888"/>
          </a:xfrm>
          <a:prstGeom prst="rect">
            <a:avLst/>
          </a:prstGeom>
        </p:spPr>
        <p:txBody>
          <a:bodyPr wrap="square">
            <a:spAutoFit/>
          </a:bodyPr>
          <a:lstStyle>
            <a:lvl1pPr>
              <a:lnSpc>
                <a:spcPct val="100000"/>
              </a:lnSpc>
              <a:spcBef>
                <a:spcPts val="0"/>
              </a:spcBef>
              <a:defRPr sz="1000" b="0" spc="300">
                <a:solidFill>
                  <a:schemeClr val="bg1"/>
                </a:solidFill>
                <a:latin typeface="+mj-lt"/>
                <a:cs typeface="Calibri Light" panose="020F0302020204030204" pitchFamily="34" charset="0"/>
              </a:defRPr>
            </a:lvl1pPr>
            <a:lvl2pPr>
              <a:buNone/>
              <a:defRPr/>
            </a:lvl2pPr>
          </a:lstStyle>
          <a:p>
            <a:pPr lvl="0"/>
            <a:r>
              <a:rPr lang="en-US">
                <a:effectLst/>
              </a:rPr>
              <a:t>SECTION TITLE</a:t>
            </a:r>
            <a:endParaRPr lang="en-US"/>
          </a:p>
        </p:txBody>
      </p:sp>
      <p:sp>
        <p:nvSpPr>
          <p:cNvPr id="11" name="Title 2">
            <a:extLst>
              <a:ext uri="{FF2B5EF4-FFF2-40B4-BE49-F238E27FC236}">
                <a16:creationId xmlns:a16="http://schemas.microsoft.com/office/drawing/2014/main" id="{E4D0B811-ED8A-9D55-BC17-49A3393806F6}"/>
              </a:ext>
            </a:extLst>
          </p:cNvPr>
          <p:cNvSpPr>
            <a:spLocks noGrp="1"/>
          </p:cNvSpPr>
          <p:nvPr>
            <p:ph type="title" hasCustomPrompt="1"/>
          </p:nvPr>
        </p:nvSpPr>
        <p:spPr>
          <a:xfrm>
            <a:off x="5091684" y="1455006"/>
            <a:ext cx="6452616" cy="2215991"/>
          </a:xfrm>
          <a:prstGeom prst="rect">
            <a:avLst/>
          </a:prstGeom>
        </p:spPr>
        <p:txBody>
          <a:bodyPr wrap="square">
            <a:spAutoFit/>
          </a:bodyPr>
          <a:lstStyle>
            <a:lvl1pPr>
              <a:defRPr sz="3600" b="1" i="0">
                <a:solidFill>
                  <a:schemeClr val="bg1"/>
                </a:solidFill>
                <a:latin typeface="Calibri" panose="020F0502020204030204" pitchFamily="34" charset="0"/>
                <a:cs typeface="Calibri" panose="020F0502020204030204" pitchFamily="34" charset="0"/>
              </a:defRPr>
            </a:lvl1pPr>
          </a:lstStyle>
          <a:p>
            <a:r>
              <a:rPr lang="en-US"/>
              <a:t>Sometimes you need to add a slightly longer quote. Sometimes you need to add a slightly longer quote.”</a:t>
            </a:r>
          </a:p>
        </p:txBody>
      </p:sp>
      <p:sp>
        <p:nvSpPr>
          <p:cNvPr id="12" name="Text Placeholder 4">
            <a:extLst>
              <a:ext uri="{FF2B5EF4-FFF2-40B4-BE49-F238E27FC236}">
                <a16:creationId xmlns:a16="http://schemas.microsoft.com/office/drawing/2014/main" id="{715767D7-CA92-A238-92D2-5F669365D486}"/>
              </a:ext>
            </a:extLst>
          </p:cNvPr>
          <p:cNvSpPr>
            <a:spLocks noGrp="1"/>
          </p:cNvSpPr>
          <p:nvPr>
            <p:ph type="body" sz="quarter" idx="16" hasCustomPrompt="1"/>
          </p:nvPr>
        </p:nvSpPr>
        <p:spPr>
          <a:xfrm>
            <a:off x="5091683" y="4434840"/>
            <a:ext cx="4554537" cy="507831"/>
          </a:xfrm>
          <a:prstGeom prst="rect">
            <a:avLst/>
          </a:prstGeom>
        </p:spPr>
        <p:txBody>
          <a:bodyPr wrap="square" anchor="t" anchorCtr="0">
            <a:spAutoFit/>
          </a:bodyPr>
          <a:lstStyle>
            <a:lvl1pPr>
              <a:defRPr sz="1400" b="1" i="0">
                <a:solidFill>
                  <a:schemeClr val="bg1"/>
                </a:solidFill>
                <a:latin typeface="Calibri" panose="020F0502020204030204" pitchFamily="34" charset="0"/>
                <a:cs typeface="Calibri" panose="020F0502020204030204" pitchFamily="34" charset="0"/>
              </a:defRPr>
            </a:lvl1pPr>
          </a:lstStyle>
          <a:p>
            <a:pPr lvl="0"/>
            <a:r>
              <a:rPr lang="en-US" err="1"/>
              <a:t>Firstname</a:t>
            </a:r>
            <a:r>
              <a:rPr lang="en-US"/>
              <a:t> </a:t>
            </a:r>
            <a:r>
              <a:rPr lang="en-US" err="1"/>
              <a:t>Lastname</a:t>
            </a:r>
            <a:endParaRPr lang="en-US"/>
          </a:p>
          <a:p>
            <a:pPr lvl="0"/>
            <a:r>
              <a:rPr lang="en-US"/>
              <a:t>Job Title, Company</a:t>
            </a:r>
          </a:p>
        </p:txBody>
      </p:sp>
      <p:sp>
        <p:nvSpPr>
          <p:cNvPr id="13" name="Picture Placeholder 8">
            <a:extLst>
              <a:ext uri="{FF2B5EF4-FFF2-40B4-BE49-F238E27FC236}">
                <a16:creationId xmlns:a16="http://schemas.microsoft.com/office/drawing/2014/main" id="{93D416F1-8A75-DCD6-2A1A-B16BE09ABC02}"/>
              </a:ext>
            </a:extLst>
          </p:cNvPr>
          <p:cNvSpPr>
            <a:spLocks noGrp="1"/>
          </p:cNvSpPr>
          <p:nvPr>
            <p:ph type="pic" sz="quarter" idx="26"/>
          </p:nvPr>
        </p:nvSpPr>
        <p:spPr>
          <a:xfrm>
            <a:off x="634347" y="1562100"/>
            <a:ext cx="3726051" cy="4100476"/>
          </a:xfrm>
          <a:prstGeom prst="rect">
            <a:avLst/>
          </a:prstGeom>
        </p:spPr>
        <p:txBody>
          <a:bodyPr/>
          <a:lstStyle>
            <a:lvl1pPr>
              <a:defRPr>
                <a:solidFill>
                  <a:schemeClr val="bg1"/>
                </a:solidFill>
              </a:defRPr>
            </a:lvl1pPr>
          </a:lstStyle>
          <a:p>
            <a:endParaRPr lang="en-US"/>
          </a:p>
        </p:txBody>
      </p:sp>
      <p:sp>
        <p:nvSpPr>
          <p:cNvPr id="14" name="Title 2">
            <a:extLst>
              <a:ext uri="{FF2B5EF4-FFF2-40B4-BE49-F238E27FC236}">
                <a16:creationId xmlns:a16="http://schemas.microsoft.com/office/drawing/2014/main" id="{8EB1EBBF-7474-72D1-50C0-54A45DCBFB2E}"/>
              </a:ext>
            </a:extLst>
          </p:cNvPr>
          <p:cNvSpPr txBox="1">
            <a:spLocks/>
          </p:cNvSpPr>
          <p:nvPr userDrawn="1"/>
        </p:nvSpPr>
        <p:spPr>
          <a:xfrm>
            <a:off x="4772719" y="1455006"/>
            <a:ext cx="294582" cy="553998"/>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sz="3600" b="1" i="0" kern="1200">
                <a:solidFill>
                  <a:srgbClr val="000000"/>
                </a:solidFill>
                <a:latin typeface="Calibri" panose="020F0502020204030204" pitchFamily="34" charset="0"/>
                <a:ea typeface="Calibri Light" panose="020F0302020204030204" pitchFamily="34" charset="0"/>
                <a:cs typeface="Calibri" panose="020F0502020204030204" pitchFamily="34" charset="0"/>
              </a:defRPr>
            </a:lvl1pPr>
          </a:lstStyle>
          <a:p>
            <a:r>
              <a:rPr lang="en-US">
                <a:solidFill>
                  <a:schemeClr val="bg1"/>
                </a:solidFill>
              </a:rPr>
              <a:t>“</a:t>
            </a:r>
          </a:p>
        </p:txBody>
      </p:sp>
    </p:spTree>
    <p:extLst>
      <p:ext uri="{BB962C8B-B14F-4D97-AF65-F5344CB8AC3E}">
        <p14:creationId xmlns:p14="http://schemas.microsoft.com/office/powerpoint/2010/main" val="2624159516"/>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Quote+Image_Black_Blur">
    <p:bg>
      <p:bgPr>
        <a:solidFill>
          <a:schemeClr val="accent1"/>
        </a:solidFill>
        <a:effectLst/>
      </p:bgPr>
    </p:bg>
    <p:spTree>
      <p:nvGrpSpPr>
        <p:cNvPr id="1" name=""/>
        <p:cNvGrpSpPr/>
        <p:nvPr/>
      </p:nvGrpSpPr>
      <p:grpSpPr>
        <a:xfrm>
          <a:off x="0" y="0"/>
          <a:ext cx="0" cy="0"/>
          <a:chOff x="0" y="0"/>
          <a:chExt cx="0" cy="0"/>
        </a:xfrm>
      </p:grpSpPr>
      <p:sp>
        <p:nvSpPr>
          <p:cNvPr id="2" name="Text Placeholder 4">
            <a:extLst>
              <a:ext uri="{FF2B5EF4-FFF2-40B4-BE49-F238E27FC236}">
                <a16:creationId xmlns:a16="http://schemas.microsoft.com/office/drawing/2014/main" id="{433DDFE8-68E0-F21D-DCE9-D9E38F969DA2}"/>
              </a:ext>
            </a:extLst>
          </p:cNvPr>
          <p:cNvSpPr>
            <a:spLocks noGrp="1"/>
          </p:cNvSpPr>
          <p:nvPr>
            <p:ph type="body" sz="quarter" idx="11" hasCustomPrompt="1"/>
          </p:nvPr>
        </p:nvSpPr>
        <p:spPr>
          <a:xfrm>
            <a:off x="628122" y="420624"/>
            <a:ext cx="3732914" cy="153888"/>
          </a:xfrm>
          <a:prstGeom prst="rect">
            <a:avLst/>
          </a:prstGeom>
        </p:spPr>
        <p:txBody>
          <a:bodyPr wrap="square">
            <a:spAutoFit/>
          </a:bodyPr>
          <a:lstStyle>
            <a:lvl1pPr>
              <a:lnSpc>
                <a:spcPct val="100000"/>
              </a:lnSpc>
              <a:spcBef>
                <a:spcPts val="0"/>
              </a:spcBef>
              <a:defRPr sz="1000" b="0" spc="300">
                <a:solidFill>
                  <a:schemeClr val="bg1"/>
                </a:solidFill>
                <a:latin typeface="+mj-lt"/>
                <a:cs typeface="Calibri Light" panose="020F0302020204030204" pitchFamily="34" charset="0"/>
              </a:defRPr>
            </a:lvl1pPr>
            <a:lvl2pPr>
              <a:buNone/>
              <a:defRPr/>
            </a:lvl2pPr>
          </a:lstStyle>
          <a:p>
            <a:pPr lvl="0"/>
            <a:r>
              <a:rPr lang="en-US">
                <a:effectLst/>
              </a:rPr>
              <a:t>SECTION TITLE</a:t>
            </a:r>
            <a:endParaRPr lang="en-US"/>
          </a:p>
        </p:txBody>
      </p:sp>
      <p:sp>
        <p:nvSpPr>
          <p:cNvPr id="11" name="Title 2">
            <a:extLst>
              <a:ext uri="{FF2B5EF4-FFF2-40B4-BE49-F238E27FC236}">
                <a16:creationId xmlns:a16="http://schemas.microsoft.com/office/drawing/2014/main" id="{E4D0B811-ED8A-9D55-BC17-49A3393806F6}"/>
              </a:ext>
            </a:extLst>
          </p:cNvPr>
          <p:cNvSpPr>
            <a:spLocks noGrp="1"/>
          </p:cNvSpPr>
          <p:nvPr>
            <p:ph type="title" hasCustomPrompt="1"/>
          </p:nvPr>
        </p:nvSpPr>
        <p:spPr>
          <a:xfrm>
            <a:off x="5091684" y="1455006"/>
            <a:ext cx="6452616" cy="2215991"/>
          </a:xfrm>
          <a:prstGeom prst="rect">
            <a:avLst/>
          </a:prstGeom>
        </p:spPr>
        <p:txBody>
          <a:bodyPr wrap="square">
            <a:spAutoFit/>
          </a:bodyPr>
          <a:lstStyle>
            <a:lvl1pPr>
              <a:defRPr sz="3600" b="1" i="0">
                <a:solidFill>
                  <a:schemeClr val="bg1"/>
                </a:solidFill>
                <a:latin typeface="Calibri" panose="020F0502020204030204" pitchFamily="34" charset="0"/>
                <a:cs typeface="Calibri" panose="020F0502020204030204" pitchFamily="34" charset="0"/>
              </a:defRPr>
            </a:lvl1pPr>
          </a:lstStyle>
          <a:p>
            <a:r>
              <a:rPr lang="en-US"/>
              <a:t>Sometimes you need to add a slightly longer quote. Sometimes you need to add a slightly longer quote.”</a:t>
            </a:r>
          </a:p>
        </p:txBody>
      </p:sp>
      <p:sp>
        <p:nvSpPr>
          <p:cNvPr id="12" name="Text Placeholder 4">
            <a:extLst>
              <a:ext uri="{FF2B5EF4-FFF2-40B4-BE49-F238E27FC236}">
                <a16:creationId xmlns:a16="http://schemas.microsoft.com/office/drawing/2014/main" id="{715767D7-CA92-A238-92D2-5F669365D486}"/>
              </a:ext>
            </a:extLst>
          </p:cNvPr>
          <p:cNvSpPr>
            <a:spLocks noGrp="1"/>
          </p:cNvSpPr>
          <p:nvPr>
            <p:ph type="body" sz="quarter" idx="16" hasCustomPrompt="1"/>
          </p:nvPr>
        </p:nvSpPr>
        <p:spPr>
          <a:xfrm>
            <a:off x="5091683" y="4434840"/>
            <a:ext cx="4554537" cy="507831"/>
          </a:xfrm>
          <a:prstGeom prst="rect">
            <a:avLst/>
          </a:prstGeom>
        </p:spPr>
        <p:txBody>
          <a:bodyPr wrap="square" anchor="t" anchorCtr="0">
            <a:spAutoFit/>
          </a:bodyPr>
          <a:lstStyle>
            <a:lvl1pPr>
              <a:defRPr sz="1400" b="1" i="0">
                <a:solidFill>
                  <a:schemeClr val="bg1"/>
                </a:solidFill>
                <a:latin typeface="Calibri" panose="020F0502020204030204" pitchFamily="34" charset="0"/>
                <a:cs typeface="Calibri" panose="020F0502020204030204" pitchFamily="34" charset="0"/>
              </a:defRPr>
            </a:lvl1pPr>
          </a:lstStyle>
          <a:p>
            <a:pPr lvl="0"/>
            <a:r>
              <a:rPr lang="en-US" err="1"/>
              <a:t>Firstname</a:t>
            </a:r>
            <a:r>
              <a:rPr lang="en-US"/>
              <a:t> </a:t>
            </a:r>
            <a:r>
              <a:rPr lang="en-US" err="1"/>
              <a:t>Lastname</a:t>
            </a:r>
            <a:endParaRPr lang="en-US"/>
          </a:p>
          <a:p>
            <a:pPr lvl="0"/>
            <a:r>
              <a:rPr lang="en-US"/>
              <a:t>Job Title, Company</a:t>
            </a:r>
          </a:p>
        </p:txBody>
      </p:sp>
      <p:sp>
        <p:nvSpPr>
          <p:cNvPr id="13" name="Picture Placeholder 8">
            <a:extLst>
              <a:ext uri="{FF2B5EF4-FFF2-40B4-BE49-F238E27FC236}">
                <a16:creationId xmlns:a16="http://schemas.microsoft.com/office/drawing/2014/main" id="{93D416F1-8A75-DCD6-2A1A-B16BE09ABC02}"/>
              </a:ext>
            </a:extLst>
          </p:cNvPr>
          <p:cNvSpPr>
            <a:spLocks noGrp="1"/>
          </p:cNvSpPr>
          <p:nvPr>
            <p:ph type="pic" sz="quarter" idx="26"/>
          </p:nvPr>
        </p:nvSpPr>
        <p:spPr>
          <a:xfrm>
            <a:off x="634347" y="1562100"/>
            <a:ext cx="3726051" cy="4100476"/>
          </a:xfrm>
          <a:prstGeom prst="rect">
            <a:avLst/>
          </a:prstGeom>
        </p:spPr>
        <p:txBody>
          <a:bodyPr/>
          <a:lstStyle>
            <a:lvl1pPr>
              <a:defRPr>
                <a:solidFill>
                  <a:schemeClr val="bg1"/>
                </a:solidFill>
              </a:defRPr>
            </a:lvl1pPr>
          </a:lstStyle>
          <a:p>
            <a:endParaRPr lang="en-US"/>
          </a:p>
        </p:txBody>
      </p:sp>
      <p:sp>
        <p:nvSpPr>
          <p:cNvPr id="14" name="Title 2">
            <a:extLst>
              <a:ext uri="{FF2B5EF4-FFF2-40B4-BE49-F238E27FC236}">
                <a16:creationId xmlns:a16="http://schemas.microsoft.com/office/drawing/2014/main" id="{8EB1EBBF-7474-72D1-50C0-54A45DCBFB2E}"/>
              </a:ext>
            </a:extLst>
          </p:cNvPr>
          <p:cNvSpPr txBox="1">
            <a:spLocks/>
          </p:cNvSpPr>
          <p:nvPr userDrawn="1"/>
        </p:nvSpPr>
        <p:spPr>
          <a:xfrm>
            <a:off x="4772719" y="1455006"/>
            <a:ext cx="294582" cy="553998"/>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sz="3600" b="1" i="0" kern="1200">
                <a:solidFill>
                  <a:srgbClr val="000000"/>
                </a:solidFill>
                <a:latin typeface="Calibri" panose="020F0502020204030204" pitchFamily="34" charset="0"/>
                <a:ea typeface="Calibri Light" panose="020F0302020204030204" pitchFamily="34" charset="0"/>
                <a:cs typeface="Calibri" panose="020F0502020204030204" pitchFamily="34" charset="0"/>
              </a:defRPr>
            </a:lvl1pPr>
          </a:lstStyle>
          <a:p>
            <a:r>
              <a:rPr lang="en-US">
                <a:solidFill>
                  <a:schemeClr val="bg1"/>
                </a:solidFill>
              </a:rPr>
              <a:t>“</a:t>
            </a:r>
          </a:p>
        </p:txBody>
      </p:sp>
    </p:spTree>
    <p:extLst>
      <p:ext uri="{BB962C8B-B14F-4D97-AF65-F5344CB8AC3E}">
        <p14:creationId xmlns:p14="http://schemas.microsoft.com/office/powerpoint/2010/main" val="2757776669"/>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Title+Small_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F1455701-65C9-97B2-64E0-82F53FA37756}"/>
              </a:ext>
            </a:extLst>
          </p:cNvPr>
          <p:cNvSpPr>
            <a:spLocks noGrp="1"/>
          </p:cNvSpPr>
          <p:nvPr>
            <p:ph type="body" sz="quarter" idx="26" hasCustomPrompt="1"/>
          </p:nvPr>
        </p:nvSpPr>
        <p:spPr>
          <a:xfrm>
            <a:off x="633632" y="1714501"/>
            <a:ext cx="10896600" cy="480060"/>
          </a:xfrm>
          <a:prstGeom prst="rect">
            <a:avLst/>
          </a:prstGeom>
        </p:spPr>
        <p:txBody>
          <a:bodyPr/>
          <a:lstStyle>
            <a:lvl1pPr>
              <a:defRPr sz="1800" b="1" i="0">
                <a:latin typeface="Calibri" panose="020F0502020204030204" pitchFamily="34" charset="0"/>
                <a:cs typeface="Calibri" panose="020F0502020204030204" pitchFamily="34" charset="0"/>
              </a:defRPr>
            </a:lvl1pPr>
          </a:lstStyle>
          <a:p>
            <a:r>
              <a:rPr lang="en-US"/>
              <a:t>Lorem ipsum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a:t>
            </a:r>
          </a:p>
        </p:txBody>
      </p:sp>
      <p:sp>
        <p:nvSpPr>
          <p:cNvPr id="5" name="Text Placeholder 3">
            <a:extLst>
              <a:ext uri="{FF2B5EF4-FFF2-40B4-BE49-F238E27FC236}">
                <a16:creationId xmlns:a16="http://schemas.microsoft.com/office/drawing/2014/main" id="{7F93B36D-BA2E-1899-D9F4-FEAD1083B619}"/>
              </a:ext>
            </a:extLst>
          </p:cNvPr>
          <p:cNvSpPr>
            <a:spLocks noGrp="1"/>
          </p:cNvSpPr>
          <p:nvPr>
            <p:ph type="body" sz="quarter" idx="27" hasCustomPrompt="1"/>
          </p:nvPr>
        </p:nvSpPr>
        <p:spPr>
          <a:xfrm>
            <a:off x="633632" y="2252472"/>
            <a:ext cx="10896600" cy="1136904"/>
          </a:xfrm>
          <a:prstGeom prst="rect">
            <a:avLst/>
          </a:prstGeom>
        </p:spPr>
        <p:txBody>
          <a:bodyPr/>
          <a:lstStyle>
            <a:lvl1pPr>
              <a:defRPr sz="1400" b="0" i="0">
                <a:latin typeface="Calibri Light" panose="020F0302020204030204" pitchFamily="34" charset="0"/>
                <a:cs typeface="Calibri Light" panose="020F0302020204030204" pitchFamily="34" charset="0"/>
              </a:defRPr>
            </a:lvl1pPr>
          </a:lstStyle>
          <a:p>
            <a:r>
              <a:rPr lang="en-US"/>
              <a:t>When you just have a bunch of type and don’t want to try too hard. Lorem ipsum diam fames </a:t>
            </a:r>
            <a:r>
              <a:rPr lang="en-US" err="1"/>
              <a:t>augue</a:t>
            </a:r>
            <a:r>
              <a:rPr lang="en-US"/>
              <a:t> in </a:t>
            </a:r>
            <a:r>
              <a:rPr lang="en-US" err="1"/>
              <a:t>habitasse</a:t>
            </a:r>
            <a:r>
              <a:rPr lang="en-US"/>
              <a:t> </a:t>
            </a:r>
            <a:r>
              <a:rPr lang="en-US" err="1"/>
              <a:t>tempor</a:t>
            </a:r>
            <a:r>
              <a:rPr lang="en-US"/>
              <a:t> porta, </a:t>
            </a:r>
            <a:r>
              <a:rPr lang="en-US" err="1"/>
              <a:t>eleifend</a:t>
            </a:r>
            <a:r>
              <a:rPr lang="en-US"/>
              <a:t>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 vestibulum </a:t>
            </a:r>
            <a:r>
              <a:rPr lang="en-US" err="1"/>
              <a:t>eu</a:t>
            </a:r>
            <a:r>
              <a:rPr lang="en-US"/>
              <a:t> ac integer, </a:t>
            </a:r>
            <a:r>
              <a:rPr lang="en-US" err="1"/>
              <a:t>tellus</a:t>
            </a:r>
            <a:r>
              <a:rPr lang="en-US"/>
              <a:t> pharetra </a:t>
            </a:r>
            <a:r>
              <a:rPr lang="en-US" err="1"/>
              <a:t>dictumst</a:t>
            </a:r>
            <a:r>
              <a:rPr lang="en-US"/>
              <a:t> </a:t>
            </a:r>
            <a:r>
              <a:rPr lang="en-US" err="1"/>
              <a:t>fusce</a:t>
            </a:r>
            <a:r>
              <a:rPr lang="en-US"/>
              <a:t> </a:t>
            </a:r>
            <a:r>
              <a:rPr lang="en-US" err="1"/>
              <a:t>condimentum</a:t>
            </a:r>
            <a:r>
              <a:rPr lang="en-US"/>
              <a:t> ad </a:t>
            </a:r>
            <a:r>
              <a:rPr lang="en-US" err="1"/>
              <a:t>facilisis</a:t>
            </a:r>
            <a:r>
              <a:rPr lang="en-US"/>
              <a:t>.</a:t>
            </a:r>
          </a:p>
        </p:txBody>
      </p:sp>
      <p:sp>
        <p:nvSpPr>
          <p:cNvPr id="3" name="Title 1">
            <a:extLst>
              <a:ext uri="{FF2B5EF4-FFF2-40B4-BE49-F238E27FC236}">
                <a16:creationId xmlns:a16="http://schemas.microsoft.com/office/drawing/2014/main" id="{97BD50B6-BCAD-6C1D-94E4-391D6EFEDE1C}"/>
              </a:ext>
            </a:extLst>
          </p:cNvPr>
          <p:cNvSpPr>
            <a:spLocks noGrp="1"/>
          </p:cNvSpPr>
          <p:nvPr>
            <p:ph type="title" hasCustomPrompt="1"/>
          </p:nvPr>
        </p:nvSpPr>
        <p:spPr>
          <a:xfrm>
            <a:off x="633632" y="722842"/>
            <a:ext cx="1095670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6" name="Text Placeholder 10">
            <a:extLst>
              <a:ext uri="{FF2B5EF4-FFF2-40B4-BE49-F238E27FC236}">
                <a16:creationId xmlns:a16="http://schemas.microsoft.com/office/drawing/2014/main" id="{68B922CD-AA98-19C2-F226-24D0CD58A765}"/>
              </a:ext>
            </a:extLst>
          </p:cNvPr>
          <p:cNvSpPr>
            <a:spLocks noGrp="1"/>
          </p:cNvSpPr>
          <p:nvPr>
            <p:ph type="body" sz="quarter" idx="28" hasCustomPrompt="1"/>
          </p:nvPr>
        </p:nvSpPr>
        <p:spPr>
          <a:xfrm>
            <a:off x="633632" y="419099"/>
            <a:ext cx="1095670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1829993897"/>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Title+Subtitle-Low">
    <p:spTree>
      <p:nvGrpSpPr>
        <p:cNvPr id="1" name=""/>
        <p:cNvGrpSpPr/>
        <p:nvPr/>
      </p:nvGrpSpPr>
      <p:grpSpPr>
        <a:xfrm>
          <a:off x="0" y="0"/>
          <a:ext cx="0" cy="0"/>
          <a:chOff x="0" y="0"/>
          <a:chExt cx="0" cy="0"/>
        </a:xfrm>
      </p:grpSpPr>
      <p:sp>
        <p:nvSpPr>
          <p:cNvPr id="7" name="Text Placeholder 3">
            <a:extLst>
              <a:ext uri="{FF2B5EF4-FFF2-40B4-BE49-F238E27FC236}">
                <a16:creationId xmlns:a16="http://schemas.microsoft.com/office/drawing/2014/main" id="{A959DAE7-B533-7C26-06A9-299565EE084B}"/>
              </a:ext>
            </a:extLst>
          </p:cNvPr>
          <p:cNvSpPr>
            <a:spLocks noGrp="1"/>
          </p:cNvSpPr>
          <p:nvPr>
            <p:ph type="body" sz="quarter" idx="27" hasCustomPrompt="1"/>
          </p:nvPr>
        </p:nvSpPr>
        <p:spPr>
          <a:xfrm>
            <a:off x="633632" y="1448687"/>
            <a:ext cx="10877993" cy="480060"/>
          </a:xfrm>
          <a:prstGeom prst="rect">
            <a:avLst/>
          </a:prstGeom>
        </p:spPr>
        <p:txBody>
          <a:bodyPr/>
          <a:lstStyle>
            <a:lvl1pPr>
              <a:defRPr sz="1800" b="1" i="0">
                <a:latin typeface="Calibri" panose="020F0502020204030204" pitchFamily="34" charset="0"/>
                <a:cs typeface="Calibri" panose="020F0502020204030204" pitchFamily="34" charset="0"/>
              </a:defRPr>
            </a:lvl1pPr>
          </a:lstStyle>
          <a:p>
            <a:r>
              <a:rPr lang="en-US"/>
              <a:t>Lorem ipsum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a:t>
            </a:r>
          </a:p>
        </p:txBody>
      </p:sp>
      <p:sp>
        <p:nvSpPr>
          <p:cNvPr id="3" name="Title 1">
            <a:extLst>
              <a:ext uri="{FF2B5EF4-FFF2-40B4-BE49-F238E27FC236}">
                <a16:creationId xmlns:a16="http://schemas.microsoft.com/office/drawing/2014/main" id="{6AC9E8CA-88FF-A7D0-4471-3E5178A6D771}"/>
              </a:ext>
            </a:extLst>
          </p:cNvPr>
          <p:cNvSpPr>
            <a:spLocks noGrp="1"/>
          </p:cNvSpPr>
          <p:nvPr>
            <p:ph type="title" hasCustomPrompt="1"/>
          </p:nvPr>
        </p:nvSpPr>
        <p:spPr>
          <a:xfrm>
            <a:off x="633632" y="722842"/>
            <a:ext cx="1095670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5" name="Text Placeholder 10">
            <a:extLst>
              <a:ext uri="{FF2B5EF4-FFF2-40B4-BE49-F238E27FC236}">
                <a16:creationId xmlns:a16="http://schemas.microsoft.com/office/drawing/2014/main" id="{C5A5532C-1A44-601F-63DE-35FE9E5CCF9D}"/>
              </a:ext>
            </a:extLst>
          </p:cNvPr>
          <p:cNvSpPr>
            <a:spLocks noGrp="1"/>
          </p:cNvSpPr>
          <p:nvPr>
            <p:ph type="body" sz="quarter" idx="28" hasCustomPrompt="1"/>
          </p:nvPr>
        </p:nvSpPr>
        <p:spPr>
          <a:xfrm>
            <a:off x="633632" y="419099"/>
            <a:ext cx="1095670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150088967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2_Column_Text">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7F0AAB83-32F0-44B8-4EEF-5A03F77A747E}"/>
              </a:ext>
            </a:extLst>
          </p:cNvPr>
          <p:cNvSpPr>
            <a:spLocks noGrp="1"/>
          </p:cNvSpPr>
          <p:nvPr>
            <p:ph type="body" sz="quarter" idx="16" hasCustomPrompt="1"/>
          </p:nvPr>
        </p:nvSpPr>
        <p:spPr>
          <a:xfrm>
            <a:off x="633632" y="2698291"/>
            <a:ext cx="4648200" cy="1265667"/>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a:t>
            </a:r>
          </a:p>
        </p:txBody>
      </p:sp>
      <p:sp>
        <p:nvSpPr>
          <p:cNvPr id="9" name="Text Placeholder 4">
            <a:extLst>
              <a:ext uri="{FF2B5EF4-FFF2-40B4-BE49-F238E27FC236}">
                <a16:creationId xmlns:a16="http://schemas.microsoft.com/office/drawing/2014/main" id="{DBBECED4-4691-EAD7-0FFE-7393254BBDC9}"/>
              </a:ext>
            </a:extLst>
          </p:cNvPr>
          <p:cNvSpPr>
            <a:spLocks noGrp="1"/>
          </p:cNvSpPr>
          <p:nvPr>
            <p:ph type="body" sz="quarter" idx="26" hasCustomPrompt="1"/>
          </p:nvPr>
        </p:nvSpPr>
        <p:spPr>
          <a:xfrm>
            <a:off x="633632" y="1752600"/>
            <a:ext cx="4648200"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a:t>
            </a:r>
          </a:p>
        </p:txBody>
      </p:sp>
      <p:sp>
        <p:nvSpPr>
          <p:cNvPr id="2" name="Text Placeholder 4">
            <a:extLst>
              <a:ext uri="{FF2B5EF4-FFF2-40B4-BE49-F238E27FC236}">
                <a16:creationId xmlns:a16="http://schemas.microsoft.com/office/drawing/2014/main" id="{2D5963C9-D5D1-84E3-AF7B-5BFA6D21DC39}"/>
              </a:ext>
            </a:extLst>
          </p:cNvPr>
          <p:cNvSpPr>
            <a:spLocks noGrp="1"/>
          </p:cNvSpPr>
          <p:nvPr>
            <p:ph type="body" sz="quarter" idx="27" hasCustomPrompt="1"/>
          </p:nvPr>
        </p:nvSpPr>
        <p:spPr>
          <a:xfrm>
            <a:off x="6272784" y="2698291"/>
            <a:ext cx="4648200" cy="1778628"/>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Cras sit integer </a:t>
            </a:r>
            <a:r>
              <a:rPr lang="en-US" err="1"/>
              <a:t>porttitor</a:t>
            </a:r>
            <a:r>
              <a:rPr lang="en-US"/>
              <a:t> </a:t>
            </a:r>
            <a:r>
              <a:rPr lang="en-US" err="1"/>
              <a:t>enim</a:t>
            </a:r>
            <a:r>
              <a:rPr lang="en-US"/>
              <a:t> </a:t>
            </a:r>
            <a:r>
              <a:rPr lang="en-US" err="1"/>
              <a:t>mauris</a:t>
            </a:r>
            <a:r>
              <a:rPr lang="en-US"/>
              <a:t> </a:t>
            </a:r>
            <a:r>
              <a:rPr lang="en-US" err="1"/>
              <a:t>morbi</a:t>
            </a:r>
            <a:r>
              <a:rPr lang="en-US"/>
              <a:t> </a:t>
            </a:r>
            <a:r>
              <a:rPr lang="en-US" err="1"/>
              <a:t>tincidunt</a:t>
            </a:r>
            <a:r>
              <a:rPr lang="en-US"/>
              <a:t> </a:t>
            </a:r>
            <a:r>
              <a:rPr lang="en-US" err="1"/>
              <a:t>sem</a:t>
            </a:r>
            <a:r>
              <a:rPr lang="en-US"/>
              <a:t> </a:t>
            </a:r>
            <a:r>
              <a:rPr lang="en-US" err="1"/>
              <a:t>volutpat</a:t>
            </a:r>
            <a:r>
              <a:rPr lang="en-US"/>
              <a:t>. </a:t>
            </a:r>
          </a:p>
        </p:txBody>
      </p:sp>
      <p:sp>
        <p:nvSpPr>
          <p:cNvPr id="4" name="Text Placeholder 4">
            <a:extLst>
              <a:ext uri="{FF2B5EF4-FFF2-40B4-BE49-F238E27FC236}">
                <a16:creationId xmlns:a16="http://schemas.microsoft.com/office/drawing/2014/main" id="{8205CA7F-D6DB-04A0-EA4C-4787388D3583}"/>
              </a:ext>
            </a:extLst>
          </p:cNvPr>
          <p:cNvSpPr>
            <a:spLocks noGrp="1"/>
          </p:cNvSpPr>
          <p:nvPr>
            <p:ph type="body" sz="quarter" idx="28" hasCustomPrompt="1"/>
          </p:nvPr>
        </p:nvSpPr>
        <p:spPr>
          <a:xfrm>
            <a:off x="6272784" y="1752600"/>
            <a:ext cx="4648200"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a:t>
            </a:r>
          </a:p>
        </p:txBody>
      </p:sp>
      <p:sp>
        <p:nvSpPr>
          <p:cNvPr id="5" name="Title 1">
            <a:extLst>
              <a:ext uri="{FF2B5EF4-FFF2-40B4-BE49-F238E27FC236}">
                <a16:creationId xmlns:a16="http://schemas.microsoft.com/office/drawing/2014/main" id="{6148D1E8-D0B5-5F4B-AE07-155B7CAD8575}"/>
              </a:ext>
            </a:extLst>
          </p:cNvPr>
          <p:cNvSpPr>
            <a:spLocks noGrp="1"/>
          </p:cNvSpPr>
          <p:nvPr>
            <p:ph type="title" hasCustomPrompt="1"/>
          </p:nvPr>
        </p:nvSpPr>
        <p:spPr>
          <a:xfrm>
            <a:off x="633632" y="722842"/>
            <a:ext cx="1095670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8" name="Text Placeholder 10">
            <a:extLst>
              <a:ext uri="{FF2B5EF4-FFF2-40B4-BE49-F238E27FC236}">
                <a16:creationId xmlns:a16="http://schemas.microsoft.com/office/drawing/2014/main" id="{3789B724-DDDF-4B41-E38D-8AA4A3E54FE7}"/>
              </a:ext>
            </a:extLst>
          </p:cNvPr>
          <p:cNvSpPr>
            <a:spLocks noGrp="1"/>
          </p:cNvSpPr>
          <p:nvPr>
            <p:ph type="body" sz="quarter" idx="29" hasCustomPrompt="1"/>
          </p:nvPr>
        </p:nvSpPr>
        <p:spPr>
          <a:xfrm>
            <a:off x="633632" y="419099"/>
            <a:ext cx="1095670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3297522238"/>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2_Subsection_Divider_B">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7F0AAB83-32F0-44B8-4EEF-5A03F77A747E}"/>
              </a:ext>
            </a:extLst>
          </p:cNvPr>
          <p:cNvSpPr>
            <a:spLocks noGrp="1"/>
          </p:cNvSpPr>
          <p:nvPr>
            <p:ph type="body" sz="quarter" idx="16" hasCustomPrompt="1"/>
          </p:nvPr>
        </p:nvSpPr>
        <p:spPr>
          <a:xfrm>
            <a:off x="633632" y="2698291"/>
            <a:ext cx="3346076"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9" name="Text Placeholder 4">
            <a:extLst>
              <a:ext uri="{FF2B5EF4-FFF2-40B4-BE49-F238E27FC236}">
                <a16:creationId xmlns:a16="http://schemas.microsoft.com/office/drawing/2014/main" id="{DBBECED4-4691-EAD7-0FFE-7393254BBDC9}"/>
              </a:ext>
            </a:extLst>
          </p:cNvPr>
          <p:cNvSpPr>
            <a:spLocks noGrp="1"/>
          </p:cNvSpPr>
          <p:nvPr>
            <p:ph type="body" sz="quarter" idx="26" hasCustomPrompt="1"/>
          </p:nvPr>
        </p:nvSpPr>
        <p:spPr>
          <a:xfrm>
            <a:off x="633632" y="175260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0" name="Text Placeholder 4">
            <a:extLst>
              <a:ext uri="{FF2B5EF4-FFF2-40B4-BE49-F238E27FC236}">
                <a16:creationId xmlns:a16="http://schemas.microsoft.com/office/drawing/2014/main" id="{31E7CDA2-C04C-57C2-B779-676BA576EFB7}"/>
              </a:ext>
            </a:extLst>
          </p:cNvPr>
          <p:cNvSpPr>
            <a:spLocks noGrp="1"/>
          </p:cNvSpPr>
          <p:nvPr>
            <p:ph type="body" sz="quarter" idx="27" hasCustomPrompt="1"/>
          </p:nvPr>
        </p:nvSpPr>
        <p:spPr>
          <a:xfrm>
            <a:off x="4393692" y="2698291"/>
            <a:ext cx="3346076"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1" name="Text Placeholder 4">
            <a:extLst>
              <a:ext uri="{FF2B5EF4-FFF2-40B4-BE49-F238E27FC236}">
                <a16:creationId xmlns:a16="http://schemas.microsoft.com/office/drawing/2014/main" id="{51F377A5-B459-0F7C-7F34-FEF9D7615202}"/>
              </a:ext>
            </a:extLst>
          </p:cNvPr>
          <p:cNvSpPr>
            <a:spLocks noGrp="1"/>
          </p:cNvSpPr>
          <p:nvPr>
            <p:ph type="body" sz="quarter" idx="28" hasCustomPrompt="1"/>
          </p:nvPr>
        </p:nvSpPr>
        <p:spPr>
          <a:xfrm>
            <a:off x="4393692" y="175260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2" name="Text Placeholder 4">
            <a:extLst>
              <a:ext uri="{FF2B5EF4-FFF2-40B4-BE49-F238E27FC236}">
                <a16:creationId xmlns:a16="http://schemas.microsoft.com/office/drawing/2014/main" id="{BFE36997-E074-D0DA-66D5-F4724D23BF52}"/>
              </a:ext>
            </a:extLst>
          </p:cNvPr>
          <p:cNvSpPr>
            <a:spLocks noGrp="1"/>
          </p:cNvSpPr>
          <p:nvPr>
            <p:ph type="body" sz="quarter" idx="29" hasCustomPrompt="1"/>
          </p:nvPr>
        </p:nvSpPr>
        <p:spPr>
          <a:xfrm>
            <a:off x="8150352" y="2698291"/>
            <a:ext cx="3346076"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3" name="Text Placeholder 4">
            <a:extLst>
              <a:ext uri="{FF2B5EF4-FFF2-40B4-BE49-F238E27FC236}">
                <a16:creationId xmlns:a16="http://schemas.microsoft.com/office/drawing/2014/main" id="{163741EA-6845-0A00-EAE0-5F35986A0EC2}"/>
              </a:ext>
            </a:extLst>
          </p:cNvPr>
          <p:cNvSpPr>
            <a:spLocks noGrp="1"/>
          </p:cNvSpPr>
          <p:nvPr>
            <p:ph type="body" sz="quarter" idx="30" hasCustomPrompt="1"/>
          </p:nvPr>
        </p:nvSpPr>
        <p:spPr>
          <a:xfrm>
            <a:off x="8150352" y="175260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3" name="Title 1">
            <a:extLst>
              <a:ext uri="{FF2B5EF4-FFF2-40B4-BE49-F238E27FC236}">
                <a16:creationId xmlns:a16="http://schemas.microsoft.com/office/drawing/2014/main" id="{19C198DC-372C-F60D-2583-3EEDD5323BA6}"/>
              </a:ext>
            </a:extLst>
          </p:cNvPr>
          <p:cNvSpPr>
            <a:spLocks noGrp="1"/>
          </p:cNvSpPr>
          <p:nvPr>
            <p:ph type="title" hasCustomPrompt="1"/>
          </p:nvPr>
        </p:nvSpPr>
        <p:spPr>
          <a:xfrm>
            <a:off x="633632" y="722842"/>
            <a:ext cx="1095670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5" name="Text Placeholder 10">
            <a:extLst>
              <a:ext uri="{FF2B5EF4-FFF2-40B4-BE49-F238E27FC236}">
                <a16:creationId xmlns:a16="http://schemas.microsoft.com/office/drawing/2014/main" id="{38380D62-CB6C-B373-E0E2-D002F4BD4CCF}"/>
              </a:ext>
            </a:extLst>
          </p:cNvPr>
          <p:cNvSpPr>
            <a:spLocks noGrp="1"/>
          </p:cNvSpPr>
          <p:nvPr>
            <p:ph type="body" sz="quarter" idx="31" hasCustomPrompt="1"/>
          </p:nvPr>
        </p:nvSpPr>
        <p:spPr>
          <a:xfrm>
            <a:off x="633632" y="419099"/>
            <a:ext cx="1095670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631638686"/>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3 columns+photos">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7F0AAB83-32F0-44B8-4EEF-5A03F77A747E}"/>
              </a:ext>
            </a:extLst>
          </p:cNvPr>
          <p:cNvSpPr>
            <a:spLocks noGrp="1"/>
          </p:cNvSpPr>
          <p:nvPr>
            <p:ph type="body" sz="quarter" idx="16" hasCustomPrompt="1"/>
          </p:nvPr>
        </p:nvSpPr>
        <p:spPr>
          <a:xfrm>
            <a:off x="633632" y="4671155"/>
            <a:ext cx="3346076" cy="1522148"/>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9" name="Text Placeholder 4">
            <a:extLst>
              <a:ext uri="{FF2B5EF4-FFF2-40B4-BE49-F238E27FC236}">
                <a16:creationId xmlns:a16="http://schemas.microsoft.com/office/drawing/2014/main" id="{DBBECED4-4691-EAD7-0FFE-7393254BBDC9}"/>
              </a:ext>
            </a:extLst>
          </p:cNvPr>
          <p:cNvSpPr>
            <a:spLocks noGrp="1"/>
          </p:cNvSpPr>
          <p:nvPr>
            <p:ph type="body" sz="quarter" idx="26" hasCustomPrompt="1"/>
          </p:nvPr>
        </p:nvSpPr>
        <p:spPr>
          <a:xfrm>
            <a:off x="633632" y="388052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2" name="Picture Placeholder 3">
            <a:extLst>
              <a:ext uri="{FF2B5EF4-FFF2-40B4-BE49-F238E27FC236}">
                <a16:creationId xmlns:a16="http://schemas.microsoft.com/office/drawing/2014/main" id="{A4DF3F84-AB7D-CCBF-CE9C-8622CDB3301D}"/>
              </a:ext>
            </a:extLst>
          </p:cNvPr>
          <p:cNvSpPr>
            <a:spLocks noGrp="1"/>
          </p:cNvSpPr>
          <p:nvPr>
            <p:ph type="pic" sz="quarter" idx="31"/>
          </p:nvPr>
        </p:nvSpPr>
        <p:spPr>
          <a:xfrm>
            <a:off x="633632" y="1726692"/>
            <a:ext cx="3361476" cy="1917192"/>
          </a:xfrm>
          <a:prstGeom prst="rect">
            <a:avLst/>
          </a:prstGeom>
        </p:spPr>
        <p:txBody>
          <a:bodyPr/>
          <a:lstStyle/>
          <a:p>
            <a:endParaRPr lang="en-US"/>
          </a:p>
        </p:txBody>
      </p:sp>
      <p:sp>
        <p:nvSpPr>
          <p:cNvPr id="4" name="Text Placeholder 4">
            <a:extLst>
              <a:ext uri="{FF2B5EF4-FFF2-40B4-BE49-F238E27FC236}">
                <a16:creationId xmlns:a16="http://schemas.microsoft.com/office/drawing/2014/main" id="{A5B9E3B6-606B-4386-3178-88031FBF9117}"/>
              </a:ext>
            </a:extLst>
          </p:cNvPr>
          <p:cNvSpPr>
            <a:spLocks noGrp="1"/>
          </p:cNvSpPr>
          <p:nvPr>
            <p:ph type="body" sz="quarter" idx="32" hasCustomPrompt="1"/>
          </p:nvPr>
        </p:nvSpPr>
        <p:spPr>
          <a:xfrm>
            <a:off x="4395217" y="4671155"/>
            <a:ext cx="3346076" cy="1522148"/>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5" name="Text Placeholder 4">
            <a:extLst>
              <a:ext uri="{FF2B5EF4-FFF2-40B4-BE49-F238E27FC236}">
                <a16:creationId xmlns:a16="http://schemas.microsoft.com/office/drawing/2014/main" id="{3E3A954E-DE2D-00F0-C4ED-0008C326ECA3}"/>
              </a:ext>
            </a:extLst>
          </p:cNvPr>
          <p:cNvSpPr>
            <a:spLocks noGrp="1"/>
          </p:cNvSpPr>
          <p:nvPr>
            <p:ph type="body" sz="quarter" idx="33" hasCustomPrompt="1"/>
          </p:nvPr>
        </p:nvSpPr>
        <p:spPr>
          <a:xfrm>
            <a:off x="4395217" y="388052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8" name="Picture Placeholder 3">
            <a:extLst>
              <a:ext uri="{FF2B5EF4-FFF2-40B4-BE49-F238E27FC236}">
                <a16:creationId xmlns:a16="http://schemas.microsoft.com/office/drawing/2014/main" id="{197F8596-9B60-0E1E-695B-F159BEA9E3DD}"/>
              </a:ext>
            </a:extLst>
          </p:cNvPr>
          <p:cNvSpPr>
            <a:spLocks noGrp="1"/>
          </p:cNvSpPr>
          <p:nvPr>
            <p:ph type="pic" sz="quarter" idx="34"/>
          </p:nvPr>
        </p:nvSpPr>
        <p:spPr>
          <a:xfrm>
            <a:off x="4395216" y="1726692"/>
            <a:ext cx="3361476" cy="1917192"/>
          </a:xfrm>
          <a:prstGeom prst="rect">
            <a:avLst/>
          </a:prstGeom>
        </p:spPr>
        <p:txBody>
          <a:bodyPr/>
          <a:lstStyle/>
          <a:p>
            <a:endParaRPr lang="en-US"/>
          </a:p>
        </p:txBody>
      </p:sp>
      <p:sp>
        <p:nvSpPr>
          <p:cNvPr id="14" name="Text Placeholder 4">
            <a:extLst>
              <a:ext uri="{FF2B5EF4-FFF2-40B4-BE49-F238E27FC236}">
                <a16:creationId xmlns:a16="http://schemas.microsoft.com/office/drawing/2014/main" id="{9BB6C83D-C556-0782-5061-97C7DD672F22}"/>
              </a:ext>
            </a:extLst>
          </p:cNvPr>
          <p:cNvSpPr>
            <a:spLocks noGrp="1"/>
          </p:cNvSpPr>
          <p:nvPr>
            <p:ph type="body" sz="quarter" idx="35" hasCustomPrompt="1"/>
          </p:nvPr>
        </p:nvSpPr>
        <p:spPr>
          <a:xfrm>
            <a:off x="8141209" y="4671155"/>
            <a:ext cx="3346076" cy="1522148"/>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15" name="Text Placeholder 4">
            <a:extLst>
              <a:ext uri="{FF2B5EF4-FFF2-40B4-BE49-F238E27FC236}">
                <a16:creationId xmlns:a16="http://schemas.microsoft.com/office/drawing/2014/main" id="{A4D25C29-AD3E-1278-B083-FCE0D4540152}"/>
              </a:ext>
            </a:extLst>
          </p:cNvPr>
          <p:cNvSpPr>
            <a:spLocks noGrp="1"/>
          </p:cNvSpPr>
          <p:nvPr>
            <p:ph type="body" sz="quarter" idx="36" hasCustomPrompt="1"/>
          </p:nvPr>
        </p:nvSpPr>
        <p:spPr>
          <a:xfrm>
            <a:off x="8141209" y="388052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6" name="Picture Placeholder 3">
            <a:extLst>
              <a:ext uri="{FF2B5EF4-FFF2-40B4-BE49-F238E27FC236}">
                <a16:creationId xmlns:a16="http://schemas.microsoft.com/office/drawing/2014/main" id="{66AB8C86-9C9A-0BF1-5545-731713F1DF92}"/>
              </a:ext>
            </a:extLst>
          </p:cNvPr>
          <p:cNvSpPr>
            <a:spLocks noGrp="1"/>
          </p:cNvSpPr>
          <p:nvPr>
            <p:ph type="pic" sz="quarter" idx="37"/>
          </p:nvPr>
        </p:nvSpPr>
        <p:spPr>
          <a:xfrm>
            <a:off x="8141208" y="1726692"/>
            <a:ext cx="3361476" cy="1917192"/>
          </a:xfrm>
          <a:prstGeom prst="rect">
            <a:avLst/>
          </a:prstGeom>
        </p:spPr>
        <p:txBody>
          <a:bodyPr/>
          <a:lstStyle/>
          <a:p>
            <a:endParaRPr lang="en-US"/>
          </a:p>
        </p:txBody>
      </p:sp>
      <p:sp>
        <p:nvSpPr>
          <p:cNvPr id="3" name="Title 1">
            <a:extLst>
              <a:ext uri="{FF2B5EF4-FFF2-40B4-BE49-F238E27FC236}">
                <a16:creationId xmlns:a16="http://schemas.microsoft.com/office/drawing/2014/main" id="{34A73F49-D1D2-3CD7-931A-C196B52C7928}"/>
              </a:ext>
            </a:extLst>
          </p:cNvPr>
          <p:cNvSpPr>
            <a:spLocks noGrp="1"/>
          </p:cNvSpPr>
          <p:nvPr>
            <p:ph type="title" hasCustomPrompt="1"/>
          </p:nvPr>
        </p:nvSpPr>
        <p:spPr>
          <a:xfrm>
            <a:off x="633632" y="722842"/>
            <a:ext cx="1095670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6" name="Text Placeholder 10">
            <a:extLst>
              <a:ext uri="{FF2B5EF4-FFF2-40B4-BE49-F238E27FC236}">
                <a16:creationId xmlns:a16="http://schemas.microsoft.com/office/drawing/2014/main" id="{851B6335-94C2-4FFE-338B-28D29593A57C}"/>
              </a:ext>
            </a:extLst>
          </p:cNvPr>
          <p:cNvSpPr>
            <a:spLocks noGrp="1"/>
          </p:cNvSpPr>
          <p:nvPr>
            <p:ph type="body" sz="quarter" idx="28" hasCustomPrompt="1"/>
          </p:nvPr>
        </p:nvSpPr>
        <p:spPr>
          <a:xfrm>
            <a:off x="633632" y="419099"/>
            <a:ext cx="1095670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528044593"/>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3_Subsection_Divider_B">
    <p:spTree>
      <p:nvGrpSpPr>
        <p:cNvPr id="1" name=""/>
        <p:cNvGrpSpPr/>
        <p:nvPr/>
      </p:nvGrpSpPr>
      <p:grpSpPr>
        <a:xfrm>
          <a:off x="0" y="0"/>
          <a:ext cx="0" cy="0"/>
          <a:chOff x="0" y="0"/>
          <a:chExt cx="0" cy="0"/>
        </a:xfrm>
      </p:grpSpPr>
      <p:sp>
        <p:nvSpPr>
          <p:cNvPr id="9" name="Text Placeholder 4">
            <a:extLst>
              <a:ext uri="{FF2B5EF4-FFF2-40B4-BE49-F238E27FC236}">
                <a16:creationId xmlns:a16="http://schemas.microsoft.com/office/drawing/2014/main" id="{DBBECED4-4691-EAD7-0FFE-7393254BBDC9}"/>
              </a:ext>
            </a:extLst>
          </p:cNvPr>
          <p:cNvSpPr>
            <a:spLocks noGrp="1"/>
          </p:cNvSpPr>
          <p:nvPr>
            <p:ph type="body" sz="quarter" idx="26" hasCustomPrompt="1"/>
          </p:nvPr>
        </p:nvSpPr>
        <p:spPr>
          <a:xfrm>
            <a:off x="633632" y="175260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0" name="Text Placeholder 4">
            <a:extLst>
              <a:ext uri="{FF2B5EF4-FFF2-40B4-BE49-F238E27FC236}">
                <a16:creationId xmlns:a16="http://schemas.microsoft.com/office/drawing/2014/main" id="{31E7CDA2-C04C-57C2-B779-676BA576EFB7}"/>
              </a:ext>
            </a:extLst>
          </p:cNvPr>
          <p:cNvSpPr>
            <a:spLocks noGrp="1"/>
          </p:cNvSpPr>
          <p:nvPr>
            <p:ph type="body" sz="quarter" idx="27" hasCustomPrompt="1"/>
          </p:nvPr>
        </p:nvSpPr>
        <p:spPr>
          <a:xfrm>
            <a:off x="4393692" y="2698291"/>
            <a:ext cx="3346076"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1" name="Text Placeholder 4">
            <a:extLst>
              <a:ext uri="{FF2B5EF4-FFF2-40B4-BE49-F238E27FC236}">
                <a16:creationId xmlns:a16="http://schemas.microsoft.com/office/drawing/2014/main" id="{51F377A5-B459-0F7C-7F34-FEF9D7615202}"/>
              </a:ext>
            </a:extLst>
          </p:cNvPr>
          <p:cNvSpPr>
            <a:spLocks noGrp="1"/>
          </p:cNvSpPr>
          <p:nvPr>
            <p:ph type="body" sz="quarter" idx="28" hasCustomPrompt="1"/>
          </p:nvPr>
        </p:nvSpPr>
        <p:spPr>
          <a:xfrm>
            <a:off x="4393692" y="175260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2" name="Text Placeholder 4">
            <a:extLst>
              <a:ext uri="{FF2B5EF4-FFF2-40B4-BE49-F238E27FC236}">
                <a16:creationId xmlns:a16="http://schemas.microsoft.com/office/drawing/2014/main" id="{BFE36997-E074-D0DA-66D5-F4724D23BF52}"/>
              </a:ext>
            </a:extLst>
          </p:cNvPr>
          <p:cNvSpPr>
            <a:spLocks noGrp="1"/>
          </p:cNvSpPr>
          <p:nvPr>
            <p:ph type="body" sz="quarter" idx="29" hasCustomPrompt="1"/>
          </p:nvPr>
        </p:nvSpPr>
        <p:spPr>
          <a:xfrm>
            <a:off x="8150352" y="2698291"/>
            <a:ext cx="3346076"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3" name="Text Placeholder 4">
            <a:extLst>
              <a:ext uri="{FF2B5EF4-FFF2-40B4-BE49-F238E27FC236}">
                <a16:creationId xmlns:a16="http://schemas.microsoft.com/office/drawing/2014/main" id="{163741EA-6845-0A00-EAE0-5F35986A0EC2}"/>
              </a:ext>
            </a:extLst>
          </p:cNvPr>
          <p:cNvSpPr>
            <a:spLocks noGrp="1"/>
          </p:cNvSpPr>
          <p:nvPr>
            <p:ph type="body" sz="quarter" idx="30" hasCustomPrompt="1"/>
          </p:nvPr>
        </p:nvSpPr>
        <p:spPr>
          <a:xfrm>
            <a:off x="8150352" y="175260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4" name="Picture Placeholder 3">
            <a:extLst>
              <a:ext uri="{FF2B5EF4-FFF2-40B4-BE49-F238E27FC236}">
                <a16:creationId xmlns:a16="http://schemas.microsoft.com/office/drawing/2014/main" id="{3CA9DA82-9FD9-26A5-10CB-6B8054B04BBA}"/>
              </a:ext>
            </a:extLst>
          </p:cNvPr>
          <p:cNvSpPr>
            <a:spLocks noGrp="1"/>
          </p:cNvSpPr>
          <p:nvPr>
            <p:ph type="pic" sz="quarter" idx="31"/>
          </p:nvPr>
        </p:nvSpPr>
        <p:spPr>
          <a:xfrm>
            <a:off x="633632" y="2682874"/>
            <a:ext cx="3363468" cy="3035173"/>
          </a:xfrm>
          <a:prstGeom prst="rect">
            <a:avLst/>
          </a:prstGeom>
        </p:spPr>
        <p:txBody>
          <a:bodyPr/>
          <a:lstStyle/>
          <a:p>
            <a:endParaRPr lang="en-US"/>
          </a:p>
        </p:txBody>
      </p:sp>
      <p:sp>
        <p:nvSpPr>
          <p:cNvPr id="3" name="Title 1">
            <a:extLst>
              <a:ext uri="{FF2B5EF4-FFF2-40B4-BE49-F238E27FC236}">
                <a16:creationId xmlns:a16="http://schemas.microsoft.com/office/drawing/2014/main" id="{92B70457-B389-D08A-D7A4-A322C74C9D63}"/>
              </a:ext>
            </a:extLst>
          </p:cNvPr>
          <p:cNvSpPr>
            <a:spLocks noGrp="1"/>
          </p:cNvSpPr>
          <p:nvPr>
            <p:ph type="title" hasCustomPrompt="1"/>
          </p:nvPr>
        </p:nvSpPr>
        <p:spPr>
          <a:xfrm>
            <a:off x="633632" y="722842"/>
            <a:ext cx="1095670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6" name="Text Placeholder 10">
            <a:extLst>
              <a:ext uri="{FF2B5EF4-FFF2-40B4-BE49-F238E27FC236}">
                <a16:creationId xmlns:a16="http://schemas.microsoft.com/office/drawing/2014/main" id="{2E35E41E-9E5E-2B45-2AC0-EB66F1702ECC}"/>
              </a:ext>
            </a:extLst>
          </p:cNvPr>
          <p:cNvSpPr>
            <a:spLocks noGrp="1"/>
          </p:cNvSpPr>
          <p:nvPr>
            <p:ph type="body" sz="quarter" idx="32" hasCustomPrompt="1"/>
          </p:nvPr>
        </p:nvSpPr>
        <p:spPr>
          <a:xfrm>
            <a:off x="633632" y="419099"/>
            <a:ext cx="1095670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425220726"/>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4_column_text">
    <p:spTree>
      <p:nvGrpSpPr>
        <p:cNvPr id="1" name=""/>
        <p:cNvGrpSpPr/>
        <p:nvPr/>
      </p:nvGrpSpPr>
      <p:grpSpPr>
        <a:xfrm>
          <a:off x="0" y="0"/>
          <a:ext cx="0" cy="0"/>
          <a:chOff x="0" y="0"/>
          <a:chExt cx="0" cy="0"/>
        </a:xfrm>
      </p:grpSpPr>
      <p:sp>
        <p:nvSpPr>
          <p:cNvPr id="9" name="Text Placeholder 4">
            <a:extLst>
              <a:ext uri="{FF2B5EF4-FFF2-40B4-BE49-F238E27FC236}">
                <a16:creationId xmlns:a16="http://schemas.microsoft.com/office/drawing/2014/main" id="{DBBECED4-4691-EAD7-0FFE-7393254BBDC9}"/>
              </a:ext>
            </a:extLst>
          </p:cNvPr>
          <p:cNvSpPr>
            <a:spLocks noGrp="1"/>
          </p:cNvSpPr>
          <p:nvPr>
            <p:ph type="body" sz="quarter" idx="26" hasCustomPrompt="1"/>
          </p:nvPr>
        </p:nvSpPr>
        <p:spPr>
          <a:xfrm>
            <a:off x="633632" y="1726692"/>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0" name="Text Placeholder 4">
            <a:extLst>
              <a:ext uri="{FF2B5EF4-FFF2-40B4-BE49-F238E27FC236}">
                <a16:creationId xmlns:a16="http://schemas.microsoft.com/office/drawing/2014/main" id="{31E7CDA2-C04C-57C2-B779-676BA576EFB7}"/>
              </a:ext>
            </a:extLst>
          </p:cNvPr>
          <p:cNvSpPr>
            <a:spLocks noGrp="1"/>
          </p:cNvSpPr>
          <p:nvPr>
            <p:ph type="body" sz="quarter" idx="27" hasCustomPrompt="1"/>
          </p:nvPr>
        </p:nvSpPr>
        <p:spPr>
          <a:xfrm>
            <a:off x="633632" y="2456891"/>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2" name="Text Placeholder 4">
            <a:extLst>
              <a:ext uri="{FF2B5EF4-FFF2-40B4-BE49-F238E27FC236}">
                <a16:creationId xmlns:a16="http://schemas.microsoft.com/office/drawing/2014/main" id="{71E07365-191F-2AEF-D8B3-0E6070334B55}"/>
              </a:ext>
            </a:extLst>
          </p:cNvPr>
          <p:cNvSpPr>
            <a:spLocks noGrp="1"/>
          </p:cNvSpPr>
          <p:nvPr>
            <p:ph type="body" sz="quarter" idx="32" hasCustomPrompt="1"/>
          </p:nvPr>
        </p:nvSpPr>
        <p:spPr>
          <a:xfrm>
            <a:off x="3453384" y="1726692"/>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5" name="Text Placeholder 4">
            <a:extLst>
              <a:ext uri="{FF2B5EF4-FFF2-40B4-BE49-F238E27FC236}">
                <a16:creationId xmlns:a16="http://schemas.microsoft.com/office/drawing/2014/main" id="{6D13B958-0014-5BD7-06FC-5AD3F2966879}"/>
              </a:ext>
            </a:extLst>
          </p:cNvPr>
          <p:cNvSpPr>
            <a:spLocks noGrp="1"/>
          </p:cNvSpPr>
          <p:nvPr>
            <p:ph type="body" sz="quarter" idx="33" hasCustomPrompt="1"/>
          </p:nvPr>
        </p:nvSpPr>
        <p:spPr>
          <a:xfrm>
            <a:off x="3453384" y="2456891"/>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8" name="Text Placeholder 4">
            <a:extLst>
              <a:ext uri="{FF2B5EF4-FFF2-40B4-BE49-F238E27FC236}">
                <a16:creationId xmlns:a16="http://schemas.microsoft.com/office/drawing/2014/main" id="{F0338E16-D20C-B7FA-8AC3-9C439351E1DA}"/>
              </a:ext>
            </a:extLst>
          </p:cNvPr>
          <p:cNvSpPr>
            <a:spLocks noGrp="1"/>
          </p:cNvSpPr>
          <p:nvPr>
            <p:ph type="body" sz="quarter" idx="35" hasCustomPrompt="1"/>
          </p:nvPr>
        </p:nvSpPr>
        <p:spPr>
          <a:xfrm>
            <a:off x="6272784" y="1726692"/>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4" name="Text Placeholder 4">
            <a:extLst>
              <a:ext uri="{FF2B5EF4-FFF2-40B4-BE49-F238E27FC236}">
                <a16:creationId xmlns:a16="http://schemas.microsoft.com/office/drawing/2014/main" id="{E6B141DB-BB5A-9CCF-6E8E-737B235FA2D7}"/>
              </a:ext>
            </a:extLst>
          </p:cNvPr>
          <p:cNvSpPr>
            <a:spLocks noGrp="1"/>
          </p:cNvSpPr>
          <p:nvPr>
            <p:ph type="body" sz="quarter" idx="36" hasCustomPrompt="1"/>
          </p:nvPr>
        </p:nvSpPr>
        <p:spPr>
          <a:xfrm>
            <a:off x="6272784" y="2456891"/>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6" name="Text Placeholder 4">
            <a:extLst>
              <a:ext uri="{FF2B5EF4-FFF2-40B4-BE49-F238E27FC236}">
                <a16:creationId xmlns:a16="http://schemas.microsoft.com/office/drawing/2014/main" id="{5A66D88E-80F4-1365-4E17-69F78707BE47}"/>
              </a:ext>
            </a:extLst>
          </p:cNvPr>
          <p:cNvSpPr>
            <a:spLocks noGrp="1"/>
          </p:cNvSpPr>
          <p:nvPr>
            <p:ph type="body" sz="quarter" idx="38" hasCustomPrompt="1"/>
          </p:nvPr>
        </p:nvSpPr>
        <p:spPr>
          <a:xfrm>
            <a:off x="9055608" y="1726692"/>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7" name="Text Placeholder 4">
            <a:extLst>
              <a:ext uri="{FF2B5EF4-FFF2-40B4-BE49-F238E27FC236}">
                <a16:creationId xmlns:a16="http://schemas.microsoft.com/office/drawing/2014/main" id="{6DAFD4C9-E6EA-68B1-AE47-8BEF8A00F2D7}"/>
              </a:ext>
            </a:extLst>
          </p:cNvPr>
          <p:cNvSpPr>
            <a:spLocks noGrp="1"/>
          </p:cNvSpPr>
          <p:nvPr>
            <p:ph type="body" sz="quarter" idx="39" hasCustomPrompt="1"/>
          </p:nvPr>
        </p:nvSpPr>
        <p:spPr>
          <a:xfrm>
            <a:off x="9055608" y="2456891"/>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3" name="Title 1">
            <a:extLst>
              <a:ext uri="{FF2B5EF4-FFF2-40B4-BE49-F238E27FC236}">
                <a16:creationId xmlns:a16="http://schemas.microsoft.com/office/drawing/2014/main" id="{37CED83E-2EFF-B95A-4339-1971DE1A2CA5}"/>
              </a:ext>
            </a:extLst>
          </p:cNvPr>
          <p:cNvSpPr>
            <a:spLocks noGrp="1"/>
          </p:cNvSpPr>
          <p:nvPr>
            <p:ph type="title" hasCustomPrompt="1"/>
          </p:nvPr>
        </p:nvSpPr>
        <p:spPr>
          <a:xfrm>
            <a:off x="633632" y="722842"/>
            <a:ext cx="1095670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6" name="Text Placeholder 10">
            <a:extLst>
              <a:ext uri="{FF2B5EF4-FFF2-40B4-BE49-F238E27FC236}">
                <a16:creationId xmlns:a16="http://schemas.microsoft.com/office/drawing/2014/main" id="{4163DC51-3FE7-871F-8D9B-C299CFC5F285}"/>
              </a:ext>
            </a:extLst>
          </p:cNvPr>
          <p:cNvSpPr>
            <a:spLocks noGrp="1"/>
          </p:cNvSpPr>
          <p:nvPr>
            <p:ph type="body" sz="quarter" idx="28" hasCustomPrompt="1"/>
          </p:nvPr>
        </p:nvSpPr>
        <p:spPr>
          <a:xfrm>
            <a:off x="633632" y="419099"/>
            <a:ext cx="1095670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2414710886"/>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4 columns with images">
    <p:spTree>
      <p:nvGrpSpPr>
        <p:cNvPr id="1" name=""/>
        <p:cNvGrpSpPr/>
        <p:nvPr/>
      </p:nvGrpSpPr>
      <p:grpSpPr>
        <a:xfrm>
          <a:off x="0" y="0"/>
          <a:ext cx="0" cy="0"/>
          <a:chOff x="0" y="0"/>
          <a:chExt cx="0" cy="0"/>
        </a:xfrm>
      </p:grpSpPr>
      <p:sp>
        <p:nvSpPr>
          <p:cNvPr id="9" name="Text Placeholder 4">
            <a:extLst>
              <a:ext uri="{FF2B5EF4-FFF2-40B4-BE49-F238E27FC236}">
                <a16:creationId xmlns:a16="http://schemas.microsoft.com/office/drawing/2014/main" id="{DBBECED4-4691-EAD7-0FFE-7393254BBDC9}"/>
              </a:ext>
            </a:extLst>
          </p:cNvPr>
          <p:cNvSpPr>
            <a:spLocks noGrp="1"/>
          </p:cNvSpPr>
          <p:nvPr>
            <p:ph type="body" sz="quarter" idx="26" hasCustomPrompt="1"/>
          </p:nvPr>
        </p:nvSpPr>
        <p:spPr>
          <a:xfrm>
            <a:off x="621757" y="3162245"/>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0" name="Text Placeholder 4">
            <a:extLst>
              <a:ext uri="{FF2B5EF4-FFF2-40B4-BE49-F238E27FC236}">
                <a16:creationId xmlns:a16="http://schemas.microsoft.com/office/drawing/2014/main" id="{31E7CDA2-C04C-57C2-B779-676BA576EFB7}"/>
              </a:ext>
            </a:extLst>
          </p:cNvPr>
          <p:cNvSpPr>
            <a:spLocks noGrp="1"/>
          </p:cNvSpPr>
          <p:nvPr>
            <p:ph type="body" sz="quarter" idx="27" hasCustomPrompt="1"/>
          </p:nvPr>
        </p:nvSpPr>
        <p:spPr>
          <a:xfrm>
            <a:off x="621757" y="3892444"/>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4" name="Picture Placeholder 3">
            <a:extLst>
              <a:ext uri="{FF2B5EF4-FFF2-40B4-BE49-F238E27FC236}">
                <a16:creationId xmlns:a16="http://schemas.microsoft.com/office/drawing/2014/main" id="{3CA9DA82-9FD9-26A5-10CB-6B8054B04BBA}"/>
              </a:ext>
            </a:extLst>
          </p:cNvPr>
          <p:cNvSpPr>
            <a:spLocks noGrp="1"/>
          </p:cNvSpPr>
          <p:nvPr>
            <p:ph type="pic" sz="quarter" idx="31"/>
          </p:nvPr>
        </p:nvSpPr>
        <p:spPr>
          <a:xfrm>
            <a:off x="621757" y="1491333"/>
            <a:ext cx="2404872" cy="1371600"/>
          </a:xfrm>
          <a:prstGeom prst="rect">
            <a:avLst/>
          </a:prstGeom>
        </p:spPr>
        <p:txBody>
          <a:bodyPr/>
          <a:lstStyle/>
          <a:p>
            <a:endParaRPr lang="en-US"/>
          </a:p>
        </p:txBody>
      </p:sp>
      <p:sp>
        <p:nvSpPr>
          <p:cNvPr id="2" name="Text Placeholder 4">
            <a:extLst>
              <a:ext uri="{FF2B5EF4-FFF2-40B4-BE49-F238E27FC236}">
                <a16:creationId xmlns:a16="http://schemas.microsoft.com/office/drawing/2014/main" id="{71E07365-191F-2AEF-D8B3-0E6070334B55}"/>
              </a:ext>
            </a:extLst>
          </p:cNvPr>
          <p:cNvSpPr>
            <a:spLocks noGrp="1"/>
          </p:cNvSpPr>
          <p:nvPr>
            <p:ph type="body" sz="quarter" idx="32" hasCustomPrompt="1"/>
          </p:nvPr>
        </p:nvSpPr>
        <p:spPr>
          <a:xfrm>
            <a:off x="3441509" y="3162245"/>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5" name="Text Placeholder 4">
            <a:extLst>
              <a:ext uri="{FF2B5EF4-FFF2-40B4-BE49-F238E27FC236}">
                <a16:creationId xmlns:a16="http://schemas.microsoft.com/office/drawing/2014/main" id="{6D13B958-0014-5BD7-06FC-5AD3F2966879}"/>
              </a:ext>
            </a:extLst>
          </p:cNvPr>
          <p:cNvSpPr>
            <a:spLocks noGrp="1"/>
          </p:cNvSpPr>
          <p:nvPr>
            <p:ph type="body" sz="quarter" idx="33" hasCustomPrompt="1"/>
          </p:nvPr>
        </p:nvSpPr>
        <p:spPr>
          <a:xfrm>
            <a:off x="3441509" y="3892444"/>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7" name="Picture Placeholder 3">
            <a:extLst>
              <a:ext uri="{FF2B5EF4-FFF2-40B4-BE49-F238E27FC236}">
                <a16:creationId xmlns:a16="http://schemas.microsoft.com/office/drawing/2014/main" id="{5D3BEB48-F134-5C30-6B6D-9CE9C41CC7FD}"/>
              </a:ext>
            </a:extLst>
          </p:cNvPr>
          <p:cNvSpPr>
            <a:spLocks noGrp="1"/>
          </p:cNvSpPr>
          <p:nvPr>
            <p:ph type="pic" sz="quarter" idx="34"/>
          </p:nvPr>
        </p:nvSpPr>
        <p:spPr>
          <a:xfrm>
            <a:off x="3441509" y="1491333"/>
            <a:ext cx="2404872" cy="1371600"/>
          </a:xfrm>
          <a:prstGeom prst="rect">
            <a:avLst/>
          </a:prstGeom>
        </p:spPr>
        <p:txBody>
          <a:bodyPr/>
          <a:lstStyle/>
          <a:p>
            <a:endParaRPr lang="en-US"/>
          </a:p>
        </p:txBody>
      </p:sp>
      <p:sp>
        <p:nvSpPr>
          <p:cNvPr id="8" name="Text Placeholder 4">
            <a:extLst>
              <a:ext uri="{FF2B5EF4-FFF2-40B4-BE49-F238E27FC236}">
                <a16:creationId xmlns:a16="http://schemas.microsoft.com/office/drawing/2014/main" id="{F0338E16-D20C-B7FA-8AC3-9C439351E1DA}"/>
              </a:ext>
            </a:extLst>
          </p:cNvPr>
          <p:cNvSpPr>
            <a:spLocks noGrp="1"/>
          </p:cNvSpPr>
          <p:nvPr>
            <p:ph type="body" sz="quarter" idx="35" hasCustomPrompt="1"/>
          </p:nvPr>
        </p:nvSpPr>
        <p:spPr>
          <a:xfrm>
            <a:off x="6237159" y="3162245"/>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4" name="Text Placeholder 4">
            <a:extLst>
              <a:ext uri="{FF2B5EF4-FFF2-40B4-BE49-F238E27FC236}">
                <a16:creationId xmlns:a16="http://schemas.microsoft.com/office/drawing/2014/main" id="{E6B141DB-BB5A-9CCF-6E8E-737B235FA2D7}"/>
              </a:ext>
            </a:extLst>
          </p:cNvPr>
          <p:cNvSpPr>
            <a:spLocks noGrp="1"/>
          </p:cNvSpPr>
          <p:nvPr>
            <p:ph type="body" sz="quarter" idx="36" hasCustomPrompt="1"/>
          </p:nvPr>
        </p:nvSpPr>
        <p:spPr>
          <a:xfrm>
            <a:off x="6237159" y="3892444"/>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5" name="Picture Placeholder 3">
            <a:extLst>
              <a:ext uri="{FF2B5EF4-FFF2-40B4-BE49-F238E27FC236}">
                <a16:creationId xmlns:a16="http://schemas.microsoft.com/office/drawing/2014/main" id="{0BA6217C-C15D-5705-1523-51C7EE9D2745}"/>
              </a:ext>
            </a:extLst>
          </p:cNvPr>
          <p:cNvSpPr>
            <a:spLocks noGrp="1"/>
          </p:cNvSpPr>
          <p:nvPr>
            <p:ph type="pic" sz="quarter" idx="37"/>
          </p:nvPr>
        </p:nvSpPr>
        <p:spPr>
          <a:xfrm>
            <a:off x="6237159" y="1491333"/>
            <a:ext cx="2404872" cy="1371600"/>
          </a:xfrm>
          <a:prstGeom prst="rect">
            <a:avLst/>
          </a:prstGeom>
        </p:spPr>
        <p:txBody>
          <a:bodyPr/>
          <a:lstStyle/>
          <a:p>
            <a:endParaRPr lang="en-US"/>
          </a:p>
        </p:txBody>
      </p:sp>
      <p:sp>
        <p:nvSpPr>
          <p:cNvPr id="16" name="Text Placeholder 4">
            <a:extLst>
              <a:ext uri="{FF2B5EF4-FFF2-40B4-BE49-F238E27FC236}">
                <a16:creationId xmlns:a16="http://schemas.microsoft.com/office/drawing/2014/main" id="{5A66D88E-80F4-1365-4E17-69F78707BE47}"/>
              </a:ext>
            </a:extLst>
          </p:cNvPr>
          <p:cNvSpPr>
            <a:spLocks noGrp="1"/>
          </p:cNvSpPr>
          <p:nvPr>
            <p:ph type="body" sz="quarter" idx="38" hasCustomPrompt="1"/>
          </p:nvPr>
        </p:nvSpPr>
        <p:spPr>
          <a:xfrm>
            <a:off x="9055608" y="3162245"/>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7" name="Text Placeholder 4">
            <a:extLst>
              <a:ext uri="{FF2B5EF4-FFF2-40B4-BE49-F238E27FC236}">
                <a16:creationId xmlns:a16="http://schemas.microsoft.com/office/drawing/2014/main" id="{6DAFD4C9-E6EA-68B1-AE47-8BEF8A00F2D7}"/>
              </a:ext>
            </a:extLst>
          </p:cNvPr>
          <p:cNvSpPr>
            <a:spLocks noGrp="1"/>
          </p:cNvSpPr>
          <p:nvPr>
            <p:ph type="body" sz="quarter" idx="39" hasCustomPrompt="1"/>
          </p:nvPr>
        </p:nvSpPr>
        <p:spPr>
          <a:xfrm>
            <a:off x="9055608" y="3892444"/>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8" name="Picture Placeholder 3">
            <a:extLst>
              <a:ext uri="{FF2B5EF4-FFF2-40B4-BE49-F238E27FC236}">
                <a16:creationId xmlns:a16="http://schemas.microsoft.com/office/drawing/2014/main" id="{10FD9B17-7D3A-73D7-A51D-A3A5FF8DA3BC}"/>
              </a:ext>
            </a:extLst>
          </p:cNvPr>
          <p:cNvSpPr>
            <a:spLocks noGrp="1"/>
          </p:cNvSpPr>
          <p:nvPr>
            <p:ph type="pic" sz="quarter" idx="40"/>
          </p:nvPr>
        </p:nvSpPr>
        <p:spPr>
          <a:xfrm>
            <a:off x="9055608" y="1491333"/>
            <a:ext cx="2404872" cy="1371600"/>
          </a:xfrm>
          <a:prstGeom prst="rect">
            <a:avLst/>
          </a:prstGeom>
        </p:spPr>
        <p:txBody>
          <a:bodyPr/>
          <a:lstStyle/>
          <a:p>
            <a:endParaRPr lang="en-US"/>
          </a:p>
        </p:txBody>
      </p:sp>
      <p:sp>
        <p:nvSpPr>
          <p:cNvPr id="3" name="Title 1">
            <a:extLst>
              <a:ext uri="{FF2B5EF4-FFF2-40B4-BE49-F238E27FC236}">
                <a16:creationId xmlns:a16="http://schemas.microsoft.com/office/drawing/2014/main" id="{AF9BFC9F-EE6C-AEB4-97F1-A5CE2C4BA255}"/>
              </a:ext>
            </a:extLst>
          </p:cNvPr>
          <p:cNvSpPr>
            <a:spLocks noGrp="1"/>
          </p:cNvSpPr>
          <p:nvPr>
            <p:ph type="title" hasCustomPrompt="1"/>
          </p:nvPr>
        </p:nvSpPr>
        <p:spPr>
          <a:xfrm>
            <a:off x="633632" y="722842"/>
            <a:ext cx="1095670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6" name="Text Placeholder 10">
            <a:extLst>
              <a:ext uri="{FF2B5EF4-FFF2-40B4-BE49-F238E27FC236}">
                <a16:creationId xmlns:a16="http://schemas.microsoft.com/office/drawing/2014/main" id="{F7669829-F3A9-621E-9905-791E46E27BD0}"/>
              </a:ext>
            </a:extLst>
          </p:cNvPr>
          <p:cNvSpPr>
            <a:spLocks noGrp="1"/>
          </p:cNvSpPr>
          <p:nvPr>
            <p:ph type="body" sz="quarter" idx="28" hasCustomPrompt="1"/>
          </p:nvPr>
        </p:nvSpPr>
        <p:spPr>
          <a:xfrm>
            <a:off x="633632" y="419099"/>
            <a:ext cx="1095670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499528777"/>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4_photos_varied_blur">
    <p:spTree>
      <p:nvGrpSpPr>
        <p:cNvPr id="1" name=""/>
        <p:cNvGrpSpPr/>
        <p:nvPr/>
      </p:nvGrpSpPr>
      <p:grpSpPr>
        <a:xfrm>
          <a:off x="0" y="0"/>
          <a:ext cx="0" cy="0"/>
          <a:chOff x="0" y="0"/>
          <a:chExt cx="0" cy="0"/>
        </a:xfrm>
      </p:grpSpPr>
      <p:pic>
        <p:nvPicPr>
          <p:cNvPr id="23" name="Picture 22" descr="Purple Blur ">
            <a:extLst>
              <a:ext uri="{FF2B5EF4-FFF2-40B4-BE49-F238E27FC236}">
                <a16:creationId xmlns:a16="http://schemas.microsoft.com/office/drawing/2014/main" id="{20858E9A-CB5D-190B-E115-D040F11CFFAC}"/>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1" y="3560136"/>
            <a:ext cx="1488559" cy="2713074"/>
          </a:xfrm>
          <a:prstGeom prst="rect">
            <a:avLst/>
          </a:prstGeom>
        </p:spPr>
      </p:pic>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0" y="2700596"/>
            <a:ext cx="2616200" cy="2605088"/>
          </a:xfrm>
          <a:prstGeom prst="rect">
            <a:avLst/>
          </a:prstGeom>
        </p:spPr>
        <p:txBody>
          <a:bodyPr/>
          <a:lstStyle/>
          <a:p>
            <a:endParaRPr lang="en-US"/>
          </a:p>
        </p:txBody>
      </p:sp>
      <p:sp>
        <p:nvSpPr>
          <p:cNvPr id="15" name="Picture Placeholder 14">
            <a:extLst>
              <a:ext uri="{FF2B5EF4-FFF2-40B4-BE49-F238E27FC236}">
                <a16:creationId xmlns:a16="http://schemas.microsoft.com/office/drawing/2014/main" id="{4093A2EB-3C19-9E31-FDC7-914877B946FA}"/>
              </a:ext>
            </a:extLst>
          </p:cNvPr>
          <p:cNvSpPr>
            <a:spLocks noGrp="1"/>
          </p:cNvSpPr>
          <p:nvPr>
            <p:ph type="pic" sz="quarter" idx="14"/>
          </p:nvPr>
        </p:nvSpPr>
        <p:spPr>
          <a:xfrm>
            <a:off x="2828666" y="1286134"/>
            <a:ext cx="3923414" cy="4370387"/>
          </a:xfrm>
          <a:prstGeom prst="rect">
            <a:avLst/>
          </a:prstGeom>
        </p:spPr>
        <p:txBody>
          <a:bodyPr/>
          <a:lstStyle/>
          <a:p>
            <a:endParaRPr lang="en-US"/>
          </a:p>
        </p:txBody>
      </p:sp>
      <p:sp>
        <p:nvSpPr>
          <p:cNvPr id="17" name="Picture Placeholder 16">
            <a:extLst>
              <a:ext uri="{FF2B5EF4-FFF2-40B4-BE49-F238E27FC236}">
                <a16:creationId xmlns:a16="http://schemas.microsoft.com/office/drawing/2014/main" id="{AD0AD93E-4D95-4081-4F15-A8D7B51D2526}"/>
              </a:ext>
            </a:extLst>
          </p:cNvPr>
          <p:cNvSpPr>
            <a:spLocks noGrp="1"/>
          </p:cNvSpPr>
          <p:nvPr>
            <p:ph type="pic" sz="quarter" idx="15"/>
          </p:nvPr>
        </p:nvSpPr>
        <p:spPr>
          <a:xfrm>
            <a:off x="6964546" y="2179896"/>
            <a:ext cx="2179638" cy="2614613"/>
          </a:xfrm>
          <a:prstGeom prst="rect">
            <a:avLst/>
          </a:prstGeom>
        </p:spPr>
        <p:txBody>
          <a:bodyPr/>
          <a:lstStyle/>
          <a:p>
            <a:endParaRPr lang="en-US"/>
          </a:p>
        </p:txBody>
      </p:sp>
      <p:sp>
        <p:nvSpPr>
          <p:cNvPr id="19" name="Picture Placeholder 18">
            <a:extLst>
              <a:ext uri="{FF2B5EF4-FFF2-40B4-BE49-F238E27FC236}">
                <a16:creationId xmlns:a16="http://schemas.microsoft.com/office/drawing/2014/main" id="{2F0AF10A-A1DF-4170-D2CD-EFCFAB551DAE}"/>
              </a:ext>
            </a:extLst>
          </p:cNvPr>
          <p:cNvSpPr>
            <a:spLocks noGrp="1"/>
          </p:cNvSpPr>
          <p:nvPr>
            <p:ph type="pic" sz="quarter" idx="16"/>
          </p:nvPr>
        </p:nvSpPr>
        <p:spPr>
          <a:xfrm>
            <a:off x="9356651" y="1775084"/>
            <a:ext cx="2835349" cy="3413125"/>
          </a:xfrm>
          <a:prstGeom prst="rect">
            <a:avLst/>
          </a:prstGeom>
        </p:spPr>
        <p:txBody>
          <a:bodyPr/>
          <a:lstStyle/>
          <a:p>
            <a:endParaRPr lang="en-US"/>
          </a:p>
        </p:txBody>
      </p:sp>
      <p:pic>
        <p:nvPicPr>
          <p:cNvPr id="21" name="Picture 20" descr="Purple blur ">
            <a:extLst>
              <a:ext uri="{FF2B5EF4-FFF2-40B4-BE49-F238E27FC236}">
                <a16:creationId xmlns:a16="http://schemas.microsoft.com/office/drawing/2014/main" id="{FC072D8F-9413-C0EE-DD0E-94A9EA142EC3}"/>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6969200" y="0"/>
            <a:ext cx="1260401" cy="1260401"/>
          </a:xfrm>
          <a:prstGeom prst="rect">
            <a:avLst/>
          </a:prstGeom>
        </p:spPr>
      </p:pic>
      <p:sp>
        <p:nvSpPr>
          <p:cNvPr id="3" name="Title 1">
            <a:extLst>
              <a:ext uri="{FF2B5EF4-FFF2-40B4-BE49-F238E27FC236}">
                <a16:creationId xmlns:a16="http://schemas.microsoft.com/office/drawing/2014/main" id="{2D6477BC-51B4-390A-0147-95CB7052C8DD}"/>
              </a:ext>
            </a:extLst>
          </p:cNvPr>
          <p:cNvSpPr>
            <a:spLocks noGrp="1"/>
          </p:cNvSpPr>
          <p:nvPr>
            <p:ph type="title" hasCustomPrompt="1"/>
          </p:nvPr>
        </p:nvSpPr>
        <p:spPr>
          <a:xfrm>
            <a:off x="633632" y="722842"/>
            <a:ext cx="1095670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4" name="Text Placeholder 10">
            <a:extLst>
              <a:ext uri="{FF2B5EF4-FFF2-40B4-BE49-F238E27FC236}">
                <a16:creationId xmlns:a16="http://schemas.microsoft.com/office/drawing/2014/main" id="{615F930C-ED21-E214-FA54-5737DC241386}"/>
              </a:ext>
            </a:extLst>
          </p:cNvPr>
          <p:cNvSpPr>
            <a:spLocks noGrp="1"/>
          </p:cNvSpPr>
          <p:nvPr>
            <p:ph type="body" sz="quarter" idx="28" hasCustomPrompt="1"/>
          </p:nvPr>
        </p:nvSpPr>
        <p:spPr>
          <a:xfrm>
            <a:off x="633632" y="419099"/>
            <a:ext cx="1095670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74622286"/>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4_photos_varied">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0" y="2700596"/>
            <a:ext cx="2616200" cy="2605088"/>
          </a:xfrm>
          <a:prstGeom prst="rect">
            <a:avLst/>
          </a:prstGeom>
        </p:spPr>
        <p:txBody>
          <a:bodyPr/>
          <a:lstStyle/>
          <a:p>
            <a:endParaRPr lang="en-US"/>
          </a:p>
        </p:txBody>
      </p:sp>
      <p:sp>
        <p:nvSpPr>
          <p:cNvPr id="15" name="Picture Placeholder 14">
            <a:extLst>
              <a:ext uri="{FF2B5EF4-FFF2-40B4-BE49-F238E27FC236}">
                <a16:creationId xmlns:a16="http://schemas.microsoft.com/office/drawing/2014/main" id="{4093A2EB-3C19-9E31-FDC7-914877B946FA}"/>
              </a:ext>
            </a:extLst>
          </p:cNvPr>
          <p:cNvSpPr>
            <a:spLocks noGrp="1"/>
          </p:cNvSpPr>
          <p:nvPr>
            <p:ph type="pic" sz="quarter" idx="14"/>
          </p:nvPr>
        </p:nvSpPr>
        <p:spPr>
          <a:xfrm>
            <a:off x="2828666" y="1286134"/>
            <a:ext cx="3923414" cy="4370387"/>
          </a:xfrm>
          <a:prstGeom prst="rect">
            <a:avLst/>
          </a:prstGeom>
        </p:spPr>
        <p:txBody>
          <a:bodyPr/>
          <a:lstStyle/>
          <a:p>
            <a:endParaRPr lang="en-US"/>
          </a:p>
        </p:txBody>
      </p:sp>
      <p:sp>
        <p:nvSpPr>
          <p:cNvPr id="17" name="Picture Placeholder 16">
            <a:extLst>
              <a:ext uri="{FF2B5EF4-FFF2-40B4-BE49-F238E27FC236}">
                <a16:creationId xmlns:a16="http://schemas.microsoft.com/office/drawing/2014/main" id="{AD0AD93E-4D95-4081-4F15-A8D7B51D2526}"/>
              </a:ext>
            </a:extLst>
          </p:cNvPr>
          <p:cNvSpPr>
            <a:spLocks noGrp="1"/>
          </p:cNvSpPr>
          <p:nvPr>
            <p:ph type="pic" sz="quarter" idx="15"/>
          </p:nvPr>
        </p:nvSpPr>
        <p:spPr>
          <a:xfrm>
            <a:off x="6964546" y="2179896"/>
            <a:ext cx="2179638" cy="2614613"/>
          </a:xfrm>
          <a:prstGeom prst="rect">
            <a:avLst/>
          </a:prstGeom>
        </p:spPr>
        <p:txBody>
          <a:bodyPr/>
          <a:lstStyle/>
          <a:p>
            <a:endParaRPr lang="en-US"/>
          </a:p>
        </p:txBody>
      </p:sp>
      <p:sp>
        <p:nvSpPr>
          <p:cNvPr id="19" name="Picture Placeholder 18">
            <a:extLst>
              <a:ext uri="{FF2B5EF4-FFF2-40B4-BE49-F238E27FC236}">
                <a16:creationId xmlns:a16="http://schemas.microsoft.com/office/drawing/2014/main" id="{2F0AF10A-A1DF-4170-D2CD-EFCFAB551DAE}"/>
              </a:ext>
            </a:extLst>
          </p:cNvPr>
          <p:cNvSpPr>
            <a:spLocks noGrp="1"/>
          </p:cNvSpPr>
          <p:nvPr>
            <p:ph type="pic" sz="quarter" idx="16"/>
          </p:nvPr>
        </p:nvSpPr>
        <p:spPr>
          <a:xfrm>
            <a:off x="9356651" y="1775084"/>
            <a:ext cx="2835349" cy="3413125"/>
          </a:xfrm>
          <a:prstGeom prst="rect">
            <a:avLst/>
          </a:prstGeom>
        </p:spPr>
        <p:txBody>
          <a:bodyPr/>
          <a:lstStyle/>
          <a:p>
            <a:endParaRPr lang="en-US"/>
          </a:p>
        </p:txBody>
      </p:sp>
      <p:sp>
        <p:nvSpPr>
          <p:cNvPr id="3" name="Title 1">
            <a:extLst>
              <a:ext uri="{FF2B5EF4-FFF2-40B4-BE49-F238E27FC236}">
                <a16:creationId xmlns:a16="http://schemas.microsoft.com/office/drawing/2014/main" id="{575F403F-1791-E454-1EF7-19537E5F09F9}"/>
              </a:ext>
            </a:extLst>
          </p:cNvPr>
          <p:cNvSpPr>
            <a:spLocks noGrp="1"/>
          </p:cNvSpPr>
          <p:nvPr>
            <p:ph type="title" hasCustomPrompt="1"/>
          </p:nvPr>
        </p:nvSpPr>
        <p:spPr>
          <a:xfrm>
            <a:off x="633632" y="722842"/>
            <a:ext cx="1095670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4" name="Text Placeholder 10">
            <a:extLst>
              <a:ext uri="{FF2B5EF4-FFF2-40B4-BE49-F238E27FC236}">
                <a16:creationId xmlns:a16="http://schemas.microsoft.com/office/drawing/2014/main" id="{7D955803-2C5C-0B5F-11E5-5F0FBB37EADB}"/>
              </a:ext>
            </a:extLst>
          </p:cNvPr>
          <p:cNvSpPr>
            <a:spLocks noGrp="1"/>
          </p:cNvSpPr>
          <p:nvPr>
            <p:ph type="body" sz="quarter" idx="28" hasCustomPrompt="1"/>
          </p:nvPr>
        </p:nvSpPr>
        <p:spPr>
          <a:xfrm>
            <a:off x="633632" y="419099"/>
            <a:ext cx="1095670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1105268187"/>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4_photos_Case_Study_Intro_A">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2" y="1"/>
            <a:ext cx="3044952" cy="6858000"/>
          </a:xfrm>
          <a:prstGeom prst="rect">
            <a:avLst/>
          </a:prstGeom>
        </p:spPr>
        <p:txBody>
          <a:bodyPr/>
          <a:lstStyle/>
          <a:p>
            <a:endParaRPr lang="en-US"/>
          </a:p>
        </p:txBody>
      </p:sp>
      <p:sp>
        <p:nvSpPr>
          <p:cNvPr id="2" name="Picture Placeholder 12">
            <a:extLst>
              <a:ext uri="{FF2B5EF4-FFF2-40B4-BE49-F238E27FC236}">
                <a16:creationId xmlns:a16="http://schemas.microsoft.com/office/drawing/2014/main" id="{E055866F-C082-4D99-5B4E-3C63986AACF0}"/>
              </a:ext>
            </a:extLst>
          </p:cNvPr>
          <p:cNvSpPr>
            <a:spLocks noGrp="1"/>
          </p:cNvSpPr>
          <p:nvPr>
            <p:ph type="pic" sz="quarter" idx="26"/>
          </p:nvPr>
        </p:nvSpPr>
        <p:spPr>
          <a:xfrm>
            <a:off x="3049015" y="1"/>
            <a:ext cx="3044952" cy="6858000"/>
          </a:xfrm>
          <a:prstGeom prst="rect">
            <a:avLst/>
          </a:prstGeom>
        </p:spPr>
        <p:txBody>
          <a:bodyPr/>
          <a:lstStyle/>
          <a:p>
            <a:endParaRPr lang="en-US"/>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343662"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343662"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0" name="Text Placeholder 4">
            <a:extLst>
              <a:ext uri="{FF2B5EF4-FFF2-40B4-BE49-F238E27FC236}">
                <a16:creationId xmlns:a16="http://schemas.microsoft.com/office/drawing/2014/main" id="{827EC50B-97F1-95B1-1645-215DA9E1E3BF}"/>
              </a:ext>
            </a:extLst>
          </p:cNvPr>
          <p:cNvSpPr>
            <a:spLocks noGrp="1"/>
          </p:cNvSpPr>
          <p:nvPr>
            <p:ph type="body" sz="quarter" idx="32" hasCustomPrompt="1"/>
          </p:nvPr>
        </p:nvSpPr>
        <p:spPr>
          <a:xfrm>
            <a:off x="3431287"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9DB968DD-CEBD-F381-301F-90981E0D721D}"/>
              </a:ext>
            </a:extLst>
          </p:cNvPr>
          <p:cNvSpPr>
            <a:spLocks noGrp="1"/>
          </p:cNvSpPr>
          <p:nvPr>
            <p:ph type="body" sz="quarter" idx="33" hasCustomPrompt="1"/>
          </p:nvPr>
        </p:nvSpPr>
        <p:spPr>
          <a:xfrm>
            <a:off x="3431287"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6098032" y="1"/>
            <a:ext cx="3044952" cy="6858000"/>
          </a:xfrm>
          <a:prstGeom prst="rect">
            <a:avLst/>
          </a:prstGeom>
        </p:spPr>
        <p:txBody>
          <a:bodyPr/>
          <a:lstStyle/>
          <a:p>
            <a:endParaRPr lang="en-US"/>
          </a:p>
        </p:txBody>
      </p:sp>
      <p:sp>
        <p:nvSpPr>
          <p:cNvPr id="16" name="Picture Placeholder 12">
            <a:extLst>
              <a:ext uri="{FF2B5EF4-FFF2-40B4-BE49-F238E27FC236}">
                <a16:creationId xmlns:a16="http://schemas.microsoft.com/office/drawing/2014/main" id="{E55DC887-581D-F1A6-AE8A-07BF09DACBF5}"/>
              </a:ext>
            </a:extLst>
          </p:cNvPr>
          <p:cNvSpPr>
            <a:spLocks noGrp="1"/>
          </p:cNvSpPr>
          <p:nvPr>
            <p:ph type="pic" sz="quarter" idx="35"/>
          </p:nvPr>
        </p:nvSpPr>
        <p:spPr>
          <a:xfrm>
            <a:off x="9147048" y="1"/>
            <a:ext cx="3044952" cy="6858000"/>
          </a:xfrm>
          <a:prstGeom prst="rect">
            <a:avLst/>
          </a:prstGeom>
        </p:spPr>
        <p:txBody>
          <a:bodyPr/>
          <a:lstStyle/>
          <a:p>
            <a:endParaRPr lang="en-US"/>
          </a:p>
        </p:txBody>
      </p:sp>
      <p:sp>
        <p:nvSpPr>
          <p:cNvPr id="18" name="Text Placeholder 4">
            <a:extLst>
              <a:ext uri="{FF2B5EF4-FFF2-40B4-BE49-F238E27FC236}">
                <a16:creationId xmlns:a16="http://schemas.microsoft.com/office/drawing/2014/main" id="{9EB4AE85-0F02-5C55-08C2-B0140E9D257E}"/>
              </a:ext>
            </a:extLst>
          </p:cNvPr>
          <p:cNvSpPr>
            <a:spLocks noGrp="1"/>
          </p:cNvSpPr>
          <p:nvPr>
            <p:ph type="body" sz="quarter" idx="36" hasCustomPrompt="1"/>
          </p:nvPr>
        </p:nvSpPr>
        <p:spPr>
          <a:xfrm>
            <a:off x="6515863"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0" name="Text Placeholder 4">
            <a:extLst>
              <a:ext uri="{FF2B5EF4-FFF2-40B4-BE49-F238E27FC236}">
                <a16:creationId xmlns:a16="http://schemas.microsoft.com/office/drawing/2014/main" id="{03CE0690-30B8-D5A7-67CF-262217A974F3}"/>
              </a:ext>
            </a:extLst>
          </p:cNvPr>
          <p:cNvSpPr>
            <a:spLocks noGrp="1"/>
          </p:cNvSpPr>
          <p:nvPr>
            <p:ph type="body" sz="quarter" idx="37" hasCustomPrompt="1"/>
          </p:nvPr>
        </p:nvSpPr>
        <p:spPr>
          <a:xfrm>
            <a:off x="6515863"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21" name="Text Placeholder 4">
            <a:extLst>
              <a:ext uri="{FF2B5EF4-FFF2-40B4-BE49-F238E27FC236}">
                <a16:creationId xmlns:a16="http://schemas.microsoft.com/office/drawing/2014/main" id="{098EDDB7-B424-017D-C031-094E73D4E03E}"/>
              </a:ext>
            </a:extLst>
          </p:cNvPr>
          <p:cNvSpPr>
            <a:spLocks noGrp="1"/>
          </p:cNvSpPr>
          <p:nvPr>
            <p:ph type="body" sz="quarter" idx="38" hasCustomPrompt="1"/>
          </p:nvPr>
        </p:nvSpPr>
        <p:spPr>
          <a:xfrm>
            <a:off x="9603488"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2" name="Text Placeholder 4">
            <a:extLst>
              <a:ext uri="{FF2B5EF4-FFF2-40B4-BE49-F238E27FC236}">
                <a16:creationId xmlns:a16="http://schemas.microsoft.com/office/drawing/2014/main" id="{3415EB96-602E-D431-3713-AB005A9D7BA6}"/>
              </a:ext>
            </a:extLst>
          </p:cNvPr>
          <p:cNvSpPr>
            <a:spLocks noGrp="1"/>
          </p:cNvSpPr>
          <p:nvPr>
            <p:ph type="body" sz="quarter" idx="39" hasCustomPrompt="1"/>
          </p:nvPr>
        </p:nvSpPr>
        <p:spPr>
          <a:xfrm>
            <a:off x="9603488"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1851146757"/>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3_photos_Case_Study_Intro_A">
    <p:spTree>
      <p:nvGrpSpPr>
        <p:cNvPr id="1" name=""/>
        <p:cNvGrpSpPr/>
        <p:nvPr/>
      </p:nvGrpSpPr>
      <p:grpSpPr>
        <a:xfrm>
          <a:off x="0" y="0"/>
          <a:ext cx="0" cy="0"/>
          <a:chOff x="0" y="0"/>
          <a:chExt cx="0" cy="0"/>
        </a:xfrm>
      </p:grpSpPr>
      <p:sp>
        <p:nvSpPr>
          <p:cNvPr id="17" name="Picture Placeholder 12">
            <a:extLst>
              <a:ext uri="{FF2B5EF4-FFF2-40B4-BE49-F238E27FC236}">
                <a16:creationId xmlns:a16="http://schemas.microsoft.com/office/drawing/2014/main" id="{B84B59E6-DB3C-524C-C721-DF0AEF48CED0}"/>
              </a:ext>
            </a:extLst>
          </p:cNvPr>
          <p:cNvSpPr>
            <a:spLocks noGrp="1"/>
          </p:cNvSpPr>
          <p:nvPr>
            <p:ph type="pic" sz="quarter" idx="40"/>
          </p:nvPr>
        </p:nvSpPr>
        <p:spPr>
          <a:xfrm>
            <a:off x="8122920" y="1"/>
            <a:ext cx="4069080" cy="6858000"/>
          </a:xfrm>
          <a:prstGeom prst="rect">
            <a:avLst/>
          </a:prstGeom>
        </p:spPr>
        <p:txBody>
          <a:bodyPr/>
          <a:lstStyle/>
          <a:p>
            <a:endParaRPr lang="en-US"/>
          </a:p>
        </p:txBody>
      </p:sp>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0" y="1"/>
            <a:ext cx="4069080" cy="6858000"/>
          </a:xfrm>
          <a:prstGeom prst="rect">
            <a:avLst/>
          </a:prstGeom>
        </p:spPr>
        <p:txBody>
          <a:bodyPr/>
          <a:lstStyle/>
          <a:p>
            <a:endParaRPr lang="en-US"/>
          </a:p>
        </p:txBody>
      </p:sp>
      <p:sp>
        <p:nvSpPr>
          <p:cNvPr id="9" name="Picture Placeholder 12">
            <a:extLst>
              <a:ext uri="{FF2B5EF4-FFF2-40B4-BE49-F238E27FC236}">
                <a16:creationId xmlns:a16="http://schemas.microsoft.com/office/drawing/2014/main" id="{D40E92CB-4429-D81E-AE0E-74FA641AF1D7}"/>
              </a:ext>
            </a:extLst>
          </p:cNvPr>
          <p:cNvSpPr>
            <a:spLocks noGrp="1"/>
          </p:cNvSpPr>
          <p:nvPr>
            <p:ph type="pic" sz="quarter" idx="37"/>
          </p:nvPr>
        </p:nvSpPr>
        <p:spPr>
          <a:xfrm>
            <a:off x="4061460" y="1"/>
            <a:ext cx="4069080" cy="6858000"/>
          </a:xfrm>
          <a:prstGeom prst="rect">
            <a:avLst/>
          </a:prstGeom>
        </p:spPr>
        <p:txBody>
          <a:bodyPr/>
          <a:lstStyle/>
          <a:p>
            <a:endParaRPr lang="en-US"/>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343662"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343662"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5" name="Text Placeholder 4">
            <a:extLst>
              <a:ext uri="{FF2B5EF4-FFF2-40B4-BE49-F238E27FC236}">
                <a16:creationId xmlns:a16="http://schemas.microsoft.com/office/drawing/2014/main" id="{D6A1F11A-7C19-9AF1-8D46-17DC6138F663}"/>
              </a:ext>
            </a:extLst>
          </p:cNvPr>
          <p:cNvSpPr>
            <a:spLocks noGrp="1"/>
          </p:cNvSpPr>
          <p:nvPr>
            <p:ph type="body" sz="quarter" idx="35" hasCustomPrompt="1"/>
          </p:nvPr>
        </p:nvSpPr>
        <p:spPr>
          <a:xfrm>
            <a:off x="4458462"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6" name="Text Placeholder 4">
            <a:extLst>
              <a:ext uri="{FF2B5EF4-FFF2-40B4-BE49-F238E27FC236}">
                <a16:creationId xmlns:a16="http://schemas.microsoft.com/office/drawing/2014/main" id="{210FF0E1-8D9D-EEE3-60BA-CF73F351DF91}"/>
              </a:ext>
            </a:extLst>
          </p:cNvPr>
          <p:cNvSpPr>
            <a:spLocks noGrp="1"/>
          </p:cNvSpPr>
          <p:nvPr>
            <p:ph type="body" sz="quarter" idx="36" hasCustomPrompt="1"/>
          </p:nvPr>
        </p:nvSpPr>
        <p:spPr>
          <a:xfrm>
            <a:off x="4458462"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1" name="Text Placeholder 4">
            <a:extLst>
              <a:ext uri="{FF2B5EF4-FFF2-40B4-BE49-F238E27FC236}">
                <a16:creationId xmlns:a16="http://schemas.microsoft.com/office/drawing/2014/main" id="{1565875D-645C-4E8A-84A9-85DA3A7C6D3A}"/>
              </a:ext>
            </a:extLst>
          </p:cNvPr>
          <p:cNvSpPr>
            <a:spLocks noGrp="1"/>
          </p:cNvSpPr>
          <p:nvPr>
            <p:ph type="body" sz="quarter" idx="38" hasCustomPrompt="1"/>
          </p:nvPr>
        </p:nvSpPr>
        <p:spPr>
          <a:xfrm>
            <a:off x="8497062"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15" name="Text Placeholder 4">
            <a:extLst>
              <a:ext uri="{FF2B5EF4-FFF2-40B4-BE49-F238E27FC236}">
                <a16:creationId xmlns:a16="http://schemas.microsoft.com/office/drawing/2014/main" id="{206FED9F-44EA-A943-059C-C15E1B5FC86A}"/>
              </a:ext>
            </a:extLst>
          </p:cNvPr>
          <p:cNvSpPr>
            <a:spLocks noGrp="1"/>
          </p:cNvSpPr>
          <p:nvPr>
            <p:ph type="body" sz="quarter" idx="39" hasCustomPrompt="1"/>
          </p:nvPr>
        </p:nvSpPr>
        <p:spPr>
          <a:xfrm>
            <a:off x="8497062"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758445746"/>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2_photos_Case_Study_Intro_A">
    <p:spTree>
      <p:nvGrpSpPr>
        <p:cNvPr id="1" name=""/>
        <p:cNvGrpSpPr/>
        <p:nvPr/>
      </p:nvGrpSpPr>
      <p:grpSpPr>
        <a:xfrm>
          <a:off x="0" y="0"/>
          <a:ext cx="0" cy="0"/>
          <a:chOff x="0" y="0"/>
          <a:chExt cx="0" cy="0"/>
        </a:xfrm>
      </p:grpSpPr>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1" y="1"/>
            <a:ext cx="6112933" cy="6858000"/>
          </a:xfrm>
          <a:prstGeom prst="rect">
            <a:avLst/>
          </a:prstGeom>
        </p:spPr>
        <p:txBody>
          <a:bodyPr/>
          <a:lstStyle/>
          <a:p>
            <a:endParaRPr lang="en-US"/>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647700"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647700"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2" name="Picture Placeholder 12">
            <a:extLst>
              <a:ext uri="{FF2B5EF4-FFF2-40B4-BE49-F238E27FC236}">
                <a16:creationId xmlns:a16="http://schemas.microsoft.com/office/drawing/2014/main" id="{C7F119B1-945E-DB84-8CCC-48ECFF66E18A}"/>
              </a:ext>
            </a:extLst>
          </p:cNvPr>
          <p:cNvSpPr>
            <a:spLocks noGrp="1"/>
          </p:cNvSpPr>
          <p:nvPr>
            <p:ph type="pic" sz="quarter" idx="35"/>
          </p:nvPr>
        </p:nvSpPr>
        <p:spPr>
          <a:xfrm>
            <a:off x="6079067" y="1"/>
            <a:ext cx="6112933" cy="6858000"/>
          </a:xfrm>
          <a:prstGeom prst="rect">
            <a:avLst/>
          </a:prstGeom>
        </p:spPr>
        <p:txBody>
          <a:bodyPr/>
          <a:lstStyle/>
          <a:p>
            <a:endParaRPr lang="en-US"/>
          </a:p>
        </p:txBody>
      </p:sp>
      <p:sp>
        <p:nvSpPr>
          <p:cNvPr id="10" name="Text Placeholder 4">
            <a:extLst>
              <a:ext uri="{FF2B5EF4-FFF2-40B4-BE49-F238E27FC236}">
                <a16:creationId xmlns:a16="http://schemas.microsoft.com/office/drawing/2014/main" id="{98D26C75-51C3-5A6C-E9B2-8C5ED2E7DC3C}"/>
              </a:ext>
            </a:extLst>
          </p:cNvPr>
          <p:cNvSpPr>
            <a:spLocks noGrp="1"/>
          </p:cNvSpPr>
          <p:nvPr>
            <p:ph type="body" sz="quarter" idx="36" hasCustomPrompt="1"/>
          </p:nvPr>
        </p:nvSpPr>
        <p:spPr>
          <a:xfrm>
            <a:off x="6743701"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0CE14F46-9EA2-9FF5-00DF-32589A51A587}"/>
              </a:ext>
            </a:extLst>
          </p:cNvPr>
          <p:cNvSpPr>
            <a:spLocks noGrp="1"/>
          </p:cNvSpPr>
          <p:nvPr>
            <p:ph type="body" sz="quarter" idx="37" hasCustomPrompt="1"/>
          </p:nvPr>
        </p:nvSpPr>
        <p:spPr>
          <a:xfrm>
            <a:off x="6743701"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3506358057"/>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4_photos_Case_Study_Intro_B">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2" y="1"/>
            <a:ext cx="3044952" cy="4729162"/>
          </a:xfrm>
          <a:prstGeom prst="rect">
            <a:avLst/>
          </a:prstGeom>
        </p:spPr>
        <p:txBody>
          <a:bodyPr/>
          <a:lstStyle/>
          <a:p>
            <a:endParaRPr lang="en-US"/>
          </a:p>
        </p:txBody>
      </p:sp>
      <p:sp>
        <p:nvSpPr>
          <p:cNvPr id="2" name="Picture Placeholder 12">
            <a:extLst>
              <a:ext uri="{FF2B5EF4-FFF2-40B4-BE49-F238E27FC236}">
                <a16:creationId xmlns:a16="http://schemas.microsoft.com/office/drawing/2014/main" id="{E055866F-C082-4D99-5B4E-3C63986AACF0}"/>
              </a:ext>
            </a:extLst>
          </p:cNvPr>
          <p:cNvSpPr>
            <a:spLocks noGrp="1"/>
          </p:cNvSpPr>
          <p:nvPr>
            <p:ph type="pic" sz="quarter" idx="26"/>
          </p:nvPr>
        </p:nvSpPr>
        <p:spPr>
          <a:xfrm>
            <a:off x="3049015" y="1"/>
            <a:ext cx="3044952" cy="4729162"/>
          </a:xfrm>
          <a:prstGeom prst="rect">
            <a:avLst/>
          </a:prstGeom>
        </p:spPr>
        <p:txBody>
          <a:bodyPr/>
          <a:lstStyle/>
          <a:p>
            <a:endParaRPr lang="en-US"/>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648232"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648232"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0" name="Text Placeholder 4">
            <a:extLst>
              <a:ext uri="{FF2B5EF4-FFF2-40B4-BE49-F238E27FC236}">
                <a16:creationId xmlns:a16="http://schemas.microsoft.com/office/drawing/2014/main" id="{827EC50B-97F1-95B1-1645-215DA9E1E3BF}"/>
              </a:ext>
            </a:extLst>
          </p:cNvPr>
          <p:cNvSpPr>
            <a:spLocks noGrp="1"/>
          </p:cNvSpPr>
          <p:nvPr>
            <p:ph type="body" sz="quarter" idx="32" hasCustomPrompt="1"/>
          </p:nvPr>
        </p:nvSpPr>
        <p:spPr>
          <a:xfrm>
            <a:off x="3416300"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9DB968DD-CEBD-F381-301F-90981E0D721D}"/>
              </a:ext>
            </a:extLst>
          </p:cNvPr>
          <p:cNvSpPr>
            <a:spLocks noGrp="1"/>
          </p:cNvSpPr>
          <p:nvPr>
            <p:ph type="body" sz="quarter" idx="33" hasCustomPrompt="1"/>
          </p:nvPr>
        </p:nvSpPr>
        <p:spPr>
          <a:xfrm>
            <a:off x="3416300"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6098032" y="1"/>
            <a:ext cx="3044952" cy="4729162"/>
          </a:xfrm>
          <a:prstGeom prst="rect">
            <a:avLst/>
          </a:prstGeom>
        </p:spPr>
        <p:txBody>
          <a:bodyPr/>
          <a:lstStyle/>
          <a:p>
            <a:endParaRPr lang="en-US"/>
          </a:p>
        </p:txBody>
      </p:sp>
      <p:sp>
        <p:nvSpPr>
          <p:cNvPr id="16" name="Picture Placeholder 12">
            <a:extLst>
              <a:ext uri="{FF2B5EF4-FFF2-40B4-BE49-F238E27FC236}">
                <a16:creationId xmlns:a16="http://schemas.microsoft.com/office/drawing/2014/main" id="{E55DC887-581D-F1A6-AE8A-07BF09DACBF5}"/>
              </a:ext>
            </a:extLst>
          </p:cNvPr>
          <p:cNvSpPr>
            <a:spLocks noGrp="1"/>
          </p:cNvSpPr>
          <p:nvPr>
            <p:ph type="pic" sz="quarter" idx="35"/>
          </p:nvPr>
        </p:nvSpPr>
        <p:spPr>
          <a:xfrm>
            <a:off x="9147048" y="1"/>
            <a:ext cx="3044952" cy="4729162"/>
          </a:xfrm>
          <a:prstGeom prst="rect">
            <a:avLst/>
          </a:prstGeom>
        </p:spPr>
        <p:txBody>
          <a:bodyPr/>
          <a:lstStyle/>
          <a:p>
            <a:endParaRPr lang="en-US"/>
          </a:p>
        </p:txBody>
      </p:sp>
      <p:sp>
        <p:nvSpPr>
          <p:cNvPr id="18" name="Text Placeholder 4">
            <a:extLst>
              <a:ext uri="{FF2B5EF4-FFF2-40B4-BE49-F238E27FC236}">
                <a16:creationId xmlns:a16="http://schemas.microsoft.com/office/drawing/2014/main" id="{9EB4AE85-0F02-5C55-08C2-B0140E9D257E}"/>
              </a:ext>
            </a:extLst>
          </p:cNvPr>
          <p:cNvSpPr>
            <a:spLocks noGrp="1"/>
          </p:cNvSpPr>
          <p:nvPr>
            <p:ph type="body" sz="quarter" idx="36" hasCustomPrompt="1"/>
          </p:nvPr>
        </p:nvSpPr>
        <p:spPr>
          <a:xfrm>
            <a:off x="6454013"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0" name="Text Placeholder 4">
            <a:extLst>
              <a:ext uri="{FF2B5EF4-FFF2-40B4-BE49-F238E27FC236}">
                <a16:creationId xmlns:a16="http://schemas.microsoft.com/office/drawing/2014/main" id="{03CE0690-30B8-D5A7-67CF-262217A974F3}"/>
              </a:ext>
            </a:extLst>
          </p:cNvPr>
          <p:cNvSpPr>
            <a:spLocks noGrp="1"/>
          </p:cNvSpPr>
          <p:nvPr>
            <p:ph type="body" sz="quarter" idx="37" hasCustomPrompt="1"/>
          </p:nvPr>
        </p:nvSpPr>
        <p:spPr>
          <a:xfrm>
            <a:off x="6454013"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21" name="Text Placeholder 4">
            <a:extLst>
              <a:ext uri="{FF2B5EF4-FFF2-40B4-BE49-F238E27FC236}">
                <a16:creationId xmlns:a16="http://schemas.microsoft.com/office/drawing/2014/main" id="{098EDDB7-B424-017D-C031-094E73D4E03E}"/>
              </a:ext>
            </a:extLst>
          </p:cNvPr>
          <p:cNvSpPr>
            <a:spLocks noGrp="1"/>
          </p:cNvSpPr>
          <p:nvPr>
            <p:ph type="body" sz="quarter" idx="38" hasCustomPrompt="1"/>
          </p:nvPr>
        </p:nvSpPr>
        <p:spPr>
          <a:xfrm>
            <a:off x="9455150"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2" name="Text Placeholder 4">
            <a:extLst>
              <a:ext uri="{FF2B5EF4-FFF2-40B4-BE49-F238E27FC236}">
                <a16:creationId xmlns:a16="http://schemas.microsoft.com/office/drawing/2014/main" id="{3415EB96-602E-D431-3713-AB005A9D7BA6}"/>
              </a:ext>
            </a:extLst>
          </p:cNvPr>
          <p:cNvSpPr>
            <a:spLocks noGrp="1"/>
          </p:cNvSpPr>
          <p:nvPr>
            <p:ph type="body" sz="quarter" idx="39" hasCustomPrompt="1"/>
          </p:nvPr>
        </p:nvSpPr>
        <p:spPr>
          <a:xfrm>
            <a:off x="9455150"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1703396305"/>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3_photos_Case_Study_Intro_B">
    <p:spTree>
      <p:nvGrpSpPr>
        <p:cNvPr id="1" name=""/>
        <p:cNvGrpSpPr/>
        <p:nvPr/>
      </p:nvGrpSpPr>
      <p:grpSpPr>
        <a:xfrm>
          <a:off x="0" y="0"/>
          <a:ext cx="0" cy="0"/>
          <a:chOff x="0" y="0"/>
          <a:chExt cx="0" cy="0"/>
        </a:xfrm>
      </p:grpSpPr>
      <p:sp>
        <p:nvSpPr>
          <p:cNvPr id="25" name="Picture Placeholder 12">
            <a:extLst>
              <a:ext uri="{FF2B5EF4-FFF2-40B4-BE49-F238E27FC236}">
                <a16:creationId xmlns:a16="http://schemas.microsoft.com/office/drawing/2014/main" id="{8CEB80F1-2238-7003-E60A-777E8870D8CA}"/>
              </a:ext>
            </a:extLst>
          </p:cNvPr>
          <p:cNvSpPr>
            <a:spLocks noGrp="1"/>
          </p:cNvSpPr>
          <p:nvPr>
            <p:ph type="pic" sz="quarter" idx="40"/>
          </p:nvPr>
        </p:nvSpPr>
        <p:spPr>
          <a:xfrm>
            <a:off x="8122920" y="1"/>
            <a:ext cx="4069080" cy="4727448"/>
          </a:xfrm>
          <a:prstGeom prst="rect">
            <a:avLst/>
          </a:prstGeom>
        </p:spPr>
        <p:txBody>
          <a:bodyPr/>
          <a:lstStyle/>
          <a:p>
            <a:endParaRPr lang="en-US"/>
          </a:p>
        </p:txBody>
      </p:sp>
      <p:sp>
        <p:nvSpPr>
          <p:cNvPr id="26" name="Picture Placeholder 12">
            <a:extLst>
              <a:ext uri="{FF2B5EF4-FFF2-40B4-BE49-F238E27FC236}">
                <a16:creationId xmlns:a16="http://schemas.microsoft.com/office/drawing/2014/main" id="{081F6261-AB67-5FCE-B3A8-35604F14E2A9}"/>
              </a:ext>
            </a:extLst>
          </p:cNvPr>
          <p:cNvSpPr>
            <a:spLocks noGrp="1"/>
          </p:cNvSpPr>
          <p:nvPr>
            <p:ph type="pic" sz="quarter" idx="34"/>
          </p:nvPr>
        </p:nvSpPr>
        <p:spPr>
          <a:xfrm>
            <a:off x="0" y="1"/>
            <a:ext cx="4069080" cy="4727448"/>
          </a:xfrm>
          <a:prstGeom prst="rect">
            <a:avLst/>
          </a:prstGeom>
        </p:spPr>
        <p:txBody>
          <a:bodyPr/>
          <a:lstStyle/>
          <a:p>
            <a:endParaRPr lang="en-US"/>
          </a:p>
        </p:txBody>
      </p:sp>
      <p:sp>
        <p:nvSpPr>
          <p:cNvPr id="27" name="Picture Placeholder 12">
            <a:extLst>
              <a:ext uri="{FF2B5EF4-FFF2-40B4-BE49-F238E27FC236}">
                <a16:creationId xmlns:a16="http://schemas.microsoft.com/office/drawing/2014/main" id="{B960C74D-5AC8-20B0-B8EC-5A82F42EEBCD}"/>
              </a:ext>
            </a:extLst>
          </p:cNvPr>
          <p:cNvSpPr>
            <a:spLocks noGrp="1"/>
          </p:cNvSpPr>
          <p:nvPr>
            <p:ph type="pic" sz="quarter" idx="37"/>
          </p:nvPr>
        </p:nvSpPr>
        <p:spPr>
          <a:xfrm>
            <a:off x="4061460" y="1"/>
            <a:ext cx="4069080" cy="4727448"/>
          </a:xfrm>
          <a:prstGeom prst="rect">
            <a:avLst/>
          </a:prstGeom>
        </p:spPr>
        <p:txBody>
          <a:bodyPr/>
          <a:lstStyle/>
          <a:p>
            <a:endParaRPr lang="en-US"/>
          </a:p>
        </p:txBody>
      </p:sp>
      <p:sp>
        <p:nvSpPr>
          <p:cNvPr id="28" name="Text Placeholder 4">
            <a:extLst>
              <a:ext uri="{FF2B5EF4-FFF2-40B4-BE49-F238E27FC236}">
                <a16:creationId xmlns:a16="http://schemas.microsoft.com/office/drawing/2014/main" id="{1E694EF9-63E8-2DD1-855D-8226F0B9D7EE}"/>
              </a:ext>
            </a:extLst>
          </p:cNvPr>
          <p:cNvSpPr>
            <a:spLocks noGrp="1"/>
          </p:cNvSpPr>
          <p:nvPr>
            <p:ph type="body" sz="quarter" idx="41" hasCustomPrompt="1"/>
          </p:nvPr>
        </p:nvSpPr>
        <p:spPr>
          <a:xfrm>
            <a:off x="652582" y="5230368"/>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9" name="Text Placeholder 4">
            <a:extLst>
              <a:ext uri="{FF2B5EF4-FFF2-40B4-BE49-F238E27FC236}">
                <a16:creationId xmlns:a16="http://schemas.microsoft.com/office/drawing/2014/main" id="{0AC54D94-5550-35E2-9CBB-6380D1A0559B}"/>
              </a:ext>
            </a:extLst>
          </p:cNvPr>
          <p:cNvSpPr>
            <a:spLocks noGrp="1"/>
          </p:cNvSpPr>
          <p:nvPr>
            <p:ph type="body" sz="quarter" idx="42" hasCustomPrompt="1"/>
          </p:nvPr>
        </p:nvSpPr>
        <p:spPr>
          <a:xfrm>
            <a:off x="652582" y="5620940"/>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30" name="Text Placeholder 4">
            <a:extLst>
              <a:ext uri="{FF2B5EF4-FFF2-40B4-BE49-F238E27FC236}">
                <a16:creationId xmlns:a16="http://schemas.microsoft.com/office/drawing/2014/main" id="{1174A8AE-15FF-5BDD-7685-4FAF6EF23C53}"/>
              </a:ext>
            </a:extLst>
          </p:cNvPr>
          <p:cNvSpPr>
            <a:spLocks noGrp="1"/>
          </p:cNvSpPr>
          <p:nvPr>
            <p:ph type="body" sz="quarter" idx="35" hasCustomPrompt="1"/>
          </p:nvPr>
        </p:nvSpPr>
        <p:spPr>
          <a:xfrm>
            <a:off x="4767382" y="5233641"/>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31" name="Text Placeholder 4">
            <a:extLst>
              <a:ext uri="{FF2B5EF4-FFF2-40B4-BE49-F238E27FC236}">
                <a16:creationId xmlns:a16="http://schemas.microsoft.com/office/drawing/2014/main" id="{8D7025AF-5AD5-E053-39A9-A1C9947284B8}"/>
              </a:ext>
            </a:extLst>
          </p:cNvPr>
          <p:cNvSpPr>
            <a:spLocks noGrp="1"/>
          </p:cNvSpPr>
          <p:nvPr>
            <p:ph type="body" sz="quarter" idx="36" hasCustomPrompt="1"/>
          </p:nvPr>
        </p:nvSpPr>
        <p:spPr>
          <a:xfrm>
            <a:off x="4767382" y="5620940"/>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32" name="Text Placeholder 4">
            <a:extLst>
              <a:ext uri="{FF2B5EF4-FFF2-40B4-BE49-F238E27FC236}">
                <a16:creationId xmlns:a16="http://schemas.microsoft.com/office/drawing/2014/main" id="{A5C5A44C-A29D-3C27-3B25-9F14C1ECA7BB}"/>
              </a:ext>
            </a:extLst>
          </p:cNvPr>
          <p:cNvSpPr>
            <a:spLocks noGrp="1"/>
          </p:cNvSpPr>
          <p:nvPr>
            <p:ph type="body" sz="quarter" idx="38" hasCustomPrompt="1"/>
          </p:nvPr>
        </p:nvSpPr>
        <p:spPr>
          <a:xfrm>
            <a:off x="8805982" y="5233641"/>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33" name="Text Placeholder 4">
            <a:extLst>
              <a:ext uri="{FF2B5EF4-FFF2-40B4-BE49-F238E27FC236}">
                <a16:creationId xmlns:a16="http://schemas.microsoft.com/office/drawing/2014/main" id="{1BF15487-07BD-CB9A-E6A8-536C7BB5ED60}"/>
              </a:ext>
            </a:extLst>
          </p:cNvPr>
          <p:cNvSpPr>
            <a:spLocks noGrp="1"/>
          </p:cNvSpPr>
          <p:nvPr>
            <p:ph type="body" sz="quarter" idx="39" hasCustomPrompt="1"/>
          </p:nvPr>
        </p:nvSpPr>
        <p:spPr>
          <a:xfrm>
            <a:off x="8805982" y="5620940"/>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4194405949"/>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2_photos_Case_Study_Intro_B">
    <p:spTree>
      <p:nvGrpSpPr>
        <p:cNvPr id="1" name=""/>
        <p:cNvGrpSpPr/>
        <p:nvPr/>
      </p:nvGrpSpPr>
      <p:grpSpPr>
        <a:xfrm>
          <a:off x="0" y="0"/>
          <a:ext cx="0" cy="0"/>
          <a:chOff x="0" y="0"/>
          <a:chExt cx="0" cy="0"/>
        </a:xfrm>
      </p:grpSpPr>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2" y="1"/>
            <a:ext cx="6117336" cy="4727448"/>
          </a:xfrm>
          <a:prstGeom prst="rect">
            <a:avLst/>
          </a:prstGeom>
        </p:spPr>
        <p:txBody>
          <a:bodyPr/>
          <a:lstStyle/>
          <a:p>
            <a:endParaRPr lang="en-US"/>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647700" y="5223588"/>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647700" y="5610887"/>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2" name="Picture Placeholder 12">
            <a:extLst>
              <a:ext uri="{FF2B5EF4-FFF2-40B4-BE49-F238E27FC236}">
                <a16:creationId xmlns:a16="http://schemas.microsoft.com/office/drawing/2014/main" id="{C7F119B1-945E-DB84-8CCC-48ECFF66E18A}"/>
              </a:ext>
            </a:extLst>
          </p:cNvPr>
          <p:cNvSpPr>
            <a:spLocks noGrp="1"/>
          </p:cNvSpPr>
          <p:nvPr>
            <p:ph type="pic" sz="quarter" idx="35"/>
          </p:nvPr>
        </p:nvSpPr>
        <p:spPr>
          <a:xfrm>
            <a:off x="6079066" y="1"/>
            <a:ext cx="6117336" cy="4727448"/>
          </a:xfrm>
          <a:prstGeom prst="rect">
            <a:avLst/>
          </a:prstGeom>
        </p:spPr>
        <p:txBody>
          <a:bodyPr/>
          <a:lstStyle/>
          <a:p>
            <a:endParaRPr lang="en-US"/>
          </a:p>
        </p:txBody>
      </p:sp>
      <p:sp>
        <p:nvSpPr>
          <p:cNvPr id="10" name="Text Placeholder 4">
            <a:extLst>
              <a:ext uri="{FF2B5EF4-FFF2-40B4-BE49-F238E27FC236}">
                <a16:creationId xmlns:a16="http://schemas.microsoft.com/office/drawing/2014/main" id="{98D26C75-51C3-5A6C-E9B2-8C5ED2E7DC3C}"/>
              </a:ext>
            </a:extLst>
          </p:cNvPr>
          <p:cNvSpPr>
            <a:spLocks noGrp="1"/>
          </p:cNvSpPr>
          <p:nvPr>
            <p:ph type="body" sz="quarter" idx="36" hasCustomPrompt="1"/>
          </p:nvPr>
        </p:nvSpPr>
        <p:spPr>
          <a:xfrm>
            <a:off x="6743701" y="5223588"/>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0CE14F46-9EA2-9FF5-00DF-32589A51A587}"/>
              </a:ext>
            </a:extLst>
          </p:cNvPr>
          <p:cNvSpPr>
            <a:spLocks noGrp="1"/>
          </p:cNvSpPr>
          <p:nvPr>
            <p:ph type="body" sz="quarter" idx="37" hasCustomPrompt="1"/>
          </p:nvPr>
        </p:nvSpPr>
        <p:spPr>
          <a:xfrm>
            <a:off x="6743701" y="5610887"/>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3091966044"/>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4_photos_Case_Study_Intro_C">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2" y="1385887"/>
            <a:ext cx="3044952" cy="3343275"/>
          </a:xfrm>
          <a:prstGeom prst="rect">
            <a:avLst/>
          </a:prstGeom>
        </p:spPr>
        <p:txBody>
          <a:bodyPr/>
          <a:lstStyle/>
          <a:p>
            <a:endParaRPr lang="en-US"/>
          </a:p>
        </p:txBody>
      </p:sp>
      <p:sp>
        <p:nvSpPr>
          <p:cNvPr id="2" name="Picture Placeholder 12">
            <a:extLst>
              <a:ext uri="{FF2B5EF4-FFF2-40B4-BE49-F238E27FC236}">
                <a16:creationId xmlns:a16="http://schemas.microsoft.com/office/drawing/2014/main" id="{E055866F-C082-4D99-5B4E-3C63986AACF0}"/>
              </a:ext>
            </a:extLst>
          </p:cNvPr>
          <p:cNvSpPr>
            <a:spLocks noGrp="1"/>
          </p:cNvSpPr>
          <p:nvPr>
            <p:ph type="pic" sz="quarter" idx="26"/>
          </p:nvPr>
        </p:nvSpPr>
        <p:spPr>
          <a:xfrm>
            <a:off x="3049015" y="1"/>
            <a:ext cx="3044952" cy="3971924"/>
          </a:xfrm>
          <a:prstGeom prst="rect">
            <a:avLst/>
          </a:prstGeom>
        </p:spPr>
        <p:txBody>
          <a:bodyPr/>
          <a:lstStyle/>
          <a:p>
            <a:endParaRPr lang="en-US"/>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645642"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645642"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0" name="Text Placeholder 4">
            <a:extLst>
              <a:ext uri="{FF2B5EF4-FFF2-40B4-BE49-F238E27FC236}">
                <a16:creationId xmlns:a16="http://schemas.microsoft.com/office/drawing/2014/main" id="{827EC50B-97F1-95B1-1645-215DA9E1E3BF}"/>
              </a:ext>
            </a:extLst>
          </p:cNvPr>
          <p:cNvSpPr>
            <a:spLocks noGrp="1"/>
          </p:cNvSpPr>
          <p:nvPr>
            <p:ph type="body" sz="quarter" idx="32" hasCustomPrompt="1"/>
          </p:nvPr>
        </p:nvSpPr>
        <p:spPr>
          <a:xfrm>
            <a:off x="3733267"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9DB968DD-CEBD-F381-301F-90981E0D721D}"/>
              </a:ext>
            </a:extLst>
          </p:cNvPr>
          <p:cNvSpPr>
            <a:spLocks noGrp="1"/>
          </p:cNvSpPr>
          <p:nvPr>
            <p:ph type="body" sz="quarter" idx="33" hasCustomPrompt="1"/>
          </p:nvPr>
        </p:nvSpPr>
        <p:spPr>
          <a:xfrm>
            <a:off x="3733267"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6098032" y="1000125"/>
            <a:ext cx="3044952" cy="3346704"/>
          </a:xfrm>
          <a:prstGeom prst="rect">
            <a:avLst/>
          </a:prstGeom>
        </p:spPr>
        <p:txBody>
          <a:bodyPr/>
          <a:lstStyle/>
          <a:p>
            <a:endParaRPr lang="en-US"/>
          </a:p>
        </p:txBody>
      </p:sp>
      <p:sp>
        <p:nvSpPr>
          <p:cNvPr id="16" name="Picture Placeholder 12">
            <a:extLst>
              <a:ext uri="{FF2B5EF4-FFF2-40B4-BE49-F238E27FC236}">
                <a16:creationId xmlns:a16="http://schemas.microsoft.com/office/drawing/2014/main" id="{E55DC887-581D-F1A6-AE8A-07BF09DACBF5}"/>
              </a:ext>
            </a:extLst>
          </p:cNvPr>
          <p:cNvSpPr>
            <a:spLocks noGrp="1"/>
          </p:cNvSpPr>
          <p:nvPr>
            <p:ph type="pic" sz="quarter" idx="35"/>
          </p:nvPr>
        </p:nvSpPr>
        <p:spPr>
          <a:xfrm>
            <a:off x="9147048" y="1"/>
            <a:ext cx="3044952" cy="4729162"/>
          </a:xfrm>
          <a:prstGeom prst="rect">
            <a:avLst/>
          </a:prstGeom>
        </p:spPr>
        <p:txBody>
          <a:bodyPr/>
          <a:lstStyle/>
          <a:p>
            <a:endParaRPr lang="en-US"/>
          </a:p>
        </p:txBody>
      </p:sp>
      <p:sp>
        <p:nvSpPr>
          <p:cNvPr id="18" name="Text Placeholder 4">
            <a:extLst>
              <a:ext uri="{FF2B5EF4-FFF2-40B4-BE49-F238E27FC236}">
                <a16:creationId xmlns:a16="http://schemas.microsoft.com/office/drawing/2014/main" id="{9EB4AE85-0F02-5C55-08C2-B0140E9D257E}"/>
              </a:ext>
            </a:extLst>
          </p:cNvPr>
          <p:cNvSpPr>
            <a:spLocks noGrp="1"/>
          </p:cNvSpPr>
          <p:nvPr>
            <p:ph type="body" sz="quarter" idx="36" hasCustomPrompt="1"/>
          </p:nvPr>
        </p:nvSpPr>
        <p:spPr>
          <a:xfrm>
            <a:off x="6817843"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0" name="Text Placeholder 4">
            <a:extLst>
              <a:ext uri="{FF2B5EF4-FFF2-40B4-BE49-F238E27FC236}">
                <a16:creationId xmlns:a16="http://schemas.microsoft.com/office/drawing/2014/main" id="{03CE0690-30B8-D5A7-67CF-262217A974F3}"/>
              </a:ext>
            </a:extLst>
          </p:cNvPr>
          <p:cNvSpPr>
            <a:spLocks noGrp="1"/>
          </p:cNvSpPr>
          <p:nvPr>
            <p:ph type="body" sz="quarter" idx="37" hasCustomPrompt="1"/>
          </p:nvPr>
        </p:nvSpPr>
        <p:spPr>
          <a:xfrm>
            <a:off x="6817843"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21" name="Text Placeholder 4">
            <a:extLst>
              <a:ext uri="{FF2B5EF4-FFF2-40B4-BE49-F238E27FC236}">
                <a16:creationId xmlns:a16="http://schemas.microsoft.com/office/drawing/2014/main" id="{098EDDB7-B424-017D-C031-094E73D4E03E}"/>
              </a:ext>
            </a:extLst>
          </p:cNvPr>
          <p:cNvSpPr>
            <a:spLocks noGrp="1"/>
          </p:cNvSpPr>
          <p:nvPr>
            <p:ph type="body" sz="quarter" idx="38" hasCustomPrompt="1"/>
          </p:nvPr>
        </p:nvSpPr>
        <p:spPr>
          <a:xfrm>
            <a:off x="9905468"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2" name="Text Placeholder 4">
            <a:extLst>
              <a:ext uri="{FF2B5EF4-FFF2-40B4-BE49-F238E27FC236}">
                <a16:creationId xmlns:a16="http://schemas.microsoft.com/office/drawing/2014/main" id="{3415EB96-602E-D431-3713-AB005A9D7BA6}"/>
              </a:ext>
            </a:extLst>
          </p:cNvPr>
          <p:cNvSpPr>
            <a:spLocks noGrp="1"/>
          </p:cNvSpPr>
          <p:nvPr>
            <p:ph type="body" sz="quarter" idx="39" hasCustomPrompt="1"/>
          </p:nvPr>
        </p:nvSpPr>
        <p:spPr>
          <a:xfrm>
            <a:off x="9905468"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1628500965"/>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3_photos_Case_Study_Intro_C">
    <p:spTree>
      <p:nvGrpSpPr>
        <p:cNvPr id="1" name=""/>
        <p:cNvGrpSpPr/>
        <p:nvPr/>
      </p:nvGrpSpPr>
      <p:grpSpPr>
        <a:xfrm>
          <a:off x="0" y="0"/>
          <a:ext cx="0" cy="0"/>
          <a:chOff x="0" y="0"/>
          <a:chExt cx="0" cy="0"/>
        </a:xfrm>
      </p:grpSpPr>
      <p:sp>
        <p:nvSpPr>
          <p:cNvPr id="2" name="Picture Placeholder 12">
            <a:extLst>
              <a:ext uri="{FF2B5EF4-FFF2-40B4-BE49-F238E27FC236}">
                <a16:creationId xmlns:a16="http://schemas.microsoft.com/office/drawing/2014/main" id="{E055866F-C082-4D99-5B4E-3C63986AACF0}"/>
              </a:ext>
            </a:extLst>
          </p:cNvPr>
          <p:cNvSpPr>
            <a:spLocks noGrp="1"/>
          </p:cNvSpPr>
          <p:nvPr>
            <p:ph type="pic" sz="quarter" idx="26"/>
          </p:nvPr>
        </p:nvSpPr>
        <p:spPr>
          <a:xfrm>
            <a:off x="3414713" y="1"/>
            <a:ext cx="5372099" cy="3971924"/>
          </a:xfrm>
          <a:prstGeom prst="rect">
            <a:avLst/>
          </a:prstGeom>
        </p:spPr>
        <p:txBody>
          <a:bodyPr/>
          <a:lstStyle/>
          <a:p>
            <a:endParaRPr lang="en-US"/>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647700"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647700"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8803132" y="1000125"/>
            <a:ext cx="3388868" cy="3346704"/>
          </a:xfrm>
          <a:prstGeom prst="rect">
            <a:avLst/>
          </a:prstGeom>
        </p:spPr>
        <p:txBody>
          <a:bodyPr/>
          <a:lstStyle/>
          <a:p>
            <a:endParaRPr lang="en-US"/>
          </a:p>
        </p:txBody>
      </p:sp>
      <p:sp>
        <p:nvSpPr>
          <p:cNvPr id="18" name="Text Placeholder 4">
            <a:extLst>
              <a:ext uri="{FF2B5EF4-FFF2-40B4-BE49-F238E27FC236}">
                <a16:creationId xmlns:a16="http://schemas.microsoft.com/office/drawing/2014/main" id="{9EB4AE85-0F02-5C55-08C2-B0140E9D257E}"/>
              </a:ext>
            </a:extLst>
          </p:cNvPr>
          <p:cNvSpPr>
            <a:spLocks noGrp="1"/>
          </p:cNvSpPr>
          <p:nvPr>
            <p:ph type="body" sz="quarter" idx="36" hasCustomPrompt="1"/>
          </p:nvPr>
        </p:nvSpPr>
        <p:spPr>
          <a:xfrm>
            <a:off x="4762500"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0" name="Text Placeholder 4">
            <a:extLst>
              <a:ext uri="{FF2B5EF4-FFF2-40B4-BE49-F238E27FC236}">
                <a16:creationId xmlns:a16="http://schemas.microsoft.com/office/drawing/2014/main" id="{03CE0690-30B8-D5A7-67CF-262217A974F3}"/>
              </a:ext>
            </a:extLst>
          </p:cNvPr>
          <p:cNvSpPr>
            <a:spLocks noGrp="1"/>
          </p:cNvSpPr>
          <p:nvPr>
            <p:ph type="body" sz="quarter" idx="37" hasCustomPrompt="1"/>
          </p:nvPr>
        </p:nvSpPr>
        <p:spPr>
          <a:xfrm>
            <a:off x="4762500"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21" name="Text Placeholder 4">
            <a:extLst>
              <a:ext uri="{FF2B5EF4-FFF2-40B4-BE49-F238E27FC236}">
                <a16:creationId xmlns:a16="http://schemas.microsoft.com/office/drawing/2014/main" id="{098EDDB7-B424-017D-C031-094E73D4E03E}"/>
              </a:ext>
            </a:extLst>
          </p:cNvPr>
          <p:cNvSpPr>
            <a:spLocks noGrp="1"/>
          </p:cNvSpPr>
          <p:nvPr>
            <p:ph type="body" sz="quarter" idx="38" hasCustomPrompt="1"/>
          </p:nvPr>
        </p:nvSpPr>
        <p:spPr>
          <a:xfrm>
            <a:off x="9421751"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2" name="Text Placeholder 4">
            <a:extLst>
              <a:ext uri="{FF2B5EF4-FFF2-40B4-BE49-F238E27FC236}">
                <a16:creationId xmlns:a16="http://schemas.microsoft.com/office/drawing/2014/main" id="{3415EB96-602E-D431-3713-AB005A9D7BA6}"/>
              </a:ext>
            </a:extLst>
          </p:cNvPr>
          <p:cNvSpPr>
            <a:spLocks noGrp="1"/>
          </p:cNvSpPr>
          <p:nvPr>
            <p:ph type="body" sz="quarter" idx="39" hasCustomPrompt="1"/>
          </p:nvPr>
        </p:nvSpPr>
        <p:spPr>
          <a:xfrm>
            <a:off x="9421751"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5" name="Picture Placeholder 12">
            <a:extLst>
              <a:ext uri="{FF2B5EF4-FFF2-40B4-BE49-F238E27FC236}">
                <a16:creationId xmlns:a16="http://schemas.microsoft.com/office/drawing/2014/main" id="{0892A38E-DB30-CF79-A5B5-0EC6FE038BA6}"/>
              </a:ext>
            </a:extLst>
          </p:cNvPr>
          <p:cNvSpPr>
            <a:spLocks noGrp="1"/>
          </p:cNvSpPr>
          <p:nvPr>
            <p:ph type="pic" sz="quarter" idx="40"/>
          </p:nvPr>
        </p:nvSpPr>
        <p:spPr>
          <a:xfrm>
            <a:off x="0" y="1000125"/>
            <a:ext cx="3388868" cy="3346704"/>
          </a:xfrm>
          <a:prstGeom prst="rect">
            <a:avLst/>
          </a:prstGeom>
        </p:spPr>
        <p:txBody>
          <a:bodyPr/>
          <a:lstStyle/>
          <a:p>
            <a:endParaRPr lang="en-US"/>
          </a:p>
        </p:txBody>
      </p:sp>
    </p:spTree>
    <p:extLst>
      <p:ext uri="{BB962C8B-B14F-4D97-AF65-F5344CB8AC3E}">
        <p14:creationId xmlns:p14="http://schemas.microsoft.com/office/powerpoint/2010/main" val="3035750616"/>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2_photos_Case_Study_Intro_C">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647700"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647700"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4381500" y="0"/>
            <a:ext cx="7810500" cy="4944533"/>
          </a:xfrm>
          <a:prstGeom prst="rect">
            <a:avLst/>
          </a:prstGeom>
        </p:spPr>
        <p:txBody>
          <a:bodyPr/>
          <a:lstStyle/>
          <a:p>
            <a:endParaRPr lang="en-US"/>
          </a:p>
        </p:txBody>
      </p:sp>
      <p:sp>
        <p:nvSpPr>
          <p:cNvPr id="21" name="Text Placeholder 4">
            <a:extLst>
              <a:ext uri="{FF2B5EF4-FFF2-40B4-BE49-F238E27FC236}">
                <a16:creationId xmlns:a16="http://schemas.microsoft.com/office/drawing/2014/main" id="{098EDDB7-B424-017D-C031-094E73D4E03E}"/>
              </a:ext>
            </a:extLst>
          </p:cNvPr>
          <p:cNvSpPr>
            <a:spLocks noGrp="1"/>
          </p:cNvSpPr>
          <p:nvPr>
            <p:ph type="body" sz="quarter" idx="38" hasCustomPrompt="1"/>
          </p:nvPr>
        </p:nvSpPr>
        <p:spPr>
          <a:xfrm>
            <a:off x="4881034"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2" name="Text Placeholder 4">
            <a:extLst>
              <a:ext uri="{FF2B5EF4-FFF2-40B4-BE49-F238E27FC236}">
                <a16:creationId xmlns:a16="http://schemas.microsoft.com/office/drawing/2014/main" id="{3415EB96-602E-D431-3713-AB005A9D7BA6}"/>
              </a:ext>
            </a:extLst>
          </p:cNvPr>
          <p:cNvSpPr>
            <a:spLocks noGrp="1"/>
          </p:cNvSpPr>
          <p:nvPr>
            <p:ph type="body" sz="quarter" idx="39" hasCustomPrompt="1"/>
          </p:nvPr>
        </p:nvSpPr>
        <p:spPr>
          <a:xfrm>
            <a:off x="4881034"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5" name="Picture Placeholder 12">
            <a:extLst>
              <a:ext uri="{FF2B5EF4-FFF2-40B4-BE49-F238E27FC236}">
                <a16:creationId xmlns:a16="http://schemas.microsoft.com/office/drawing/2014/main" id="{0892A38E-DB30-CF79-A5B5-0EC6FE038BA6}"/>
              </a:ext>
            </a:extLst>
          </p:cNvPr>
          <p:cNvSpPr>
            <a:spLocks noGrp="1"/>
          </p:cNvSpPr>
          <p:nvPr>
            <p:ph type="pic" sz="quarter" idx="40"/>
          </p:nvPr>
        </p:nvSpPr>
        <p:spPr>
          <a:xfrm>
            <a:off x="0" y="915459"/>
            <a:ext cx="4381500" cy="3346704"/>
          </a:xfrm>
          <a:prstGeom prst="rect">
            <a:avLst/>
          </a:prstGeom>
        </p:spPr>
        <p:txBody>
          <a:bodyPr/>
          <a:lstStyle/>
          <a:p>
            <a:endParaRPr lang="en-US"/>
          </a:p>
        </p:txBody>
      </p:sp>
    </p:spTree>
    <p:extLst>
      <p:ext uri="{BB962C8B-B14F-4D97-AF65-F5344CB8AC3E}">
        <p14:creationId xmlns:p14="http://schemas.microsoft.com/office/powerpoint/2010/main" val="3073693132"/>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4_photos_Case_Study_Intro_D">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3955255" y="1819274"/>
            <a:ext cx="2616200" cy="2605088"/>
          </a:xfrm>
          <a:prstGeom prst="rect">
            <a:avLst/>
          </a:prstGeom>
        </p:spPr>
        <p:txBody>
          <a:bodyPr/>
          <a:lstStyle/>
          <a:p>
            <a:endParaRPr lang="en-US"/>
          </a:p>
        </p:txBody>
      </p:sp>
      <p:sp>
        <p:nvSpPr>
          <p:cNvPr id="15" name="Picture Placeholder 14">
            <a:extLst>
              <a:ext uri="{FF2B5EF4-FFF2-40B4-BE49-F238E27FC236}">
                <a16:creationId xmlns:a16="http://schemas.microsoft.com/office/drawing/2014/main" id="{4093A2EB-3C19-9E31-FDC7-914877B946FA}"/>
              </a:ext>
            </a:extLst>
          </p:cNvPr>
          <p:cNvSpPr>
            <a:spLocks noGrp="1"/>
          </p:cNvSpPr>
          <p:nvPr>
            <p:ph type="pic" sz="quarter" idx="14"/>
          </p:nvPr>
        </p:nvSpPr>
        <p:spPr>
          <a:xfrm>
            <a:off x="0" y="404812"/>
            <a:ext cx="3779476" cy="4210051"/>
          </a:xfrm>
          <a:prstGeom prst="rect">
            <a:avLst/>
          </a:prstGeom>
        </p:spPr>
        <p:txBody>
          <a:bodyPr/>
          <a:lstStyle/>
          <a:p>
            <a:endParaRPr lang="en-US"/>
          </a:p>
        </p:txBody>
      </p:sp>
      <p:sp>
        <p:nvSpPr>
          <p:cNvPr id="17" name="Picture Placeholder 16">
            <a:extLst>
              <a:ext uri="{FF2B5EF4-FFF2-40B4-BE49-F238E27FC236}">
                <a16:creationId xmlns:a16="http://schemas.microsoft.com/office/drawing/2014/main" id="{AD0AD93E-4D95-4081-4F15-A8D7B51D2526}"/>
              </a:ext>
            </a:extLst>
          </p:cNvPr>
          <p:cNvSpPr>
            <a:spLocks noGrp="1"/>
          </p:cNvSpPr>
          <p:nvPr>
            <p:ph type="pic" sz="quarter" idx="15"/>
          </p:nvPr>
        </p:nvSpPr>
        <p:spPr>
          <a:xfrm>
            <a:off x="9758363" y="1484311"/>
            <a:ext cx="2329046" cy="2614613"/>
          </a:xfrm>
          <a:prstGeom prst="rect">
            <a:avLst/>
          </a:prstGeom>
        </p:spPr>
        <p:txBody>
          <a:bodyPr/>
          <a:lstStyle/>
          <a:p>
            <a:endParaRPr lang="en-US"/>
          </a:p>
        </p:txBody>
      </p:sp>
      <p:sp>
        <p:nvSpPr>
          <p:cNvPr id="19" name="Picture Placeholder 18">
            <a:extLst>
              <a:ext uri="{FF2B5EF4-FFF2-40B4-BE49-F238E27FC236}">
                <a16:creationId xmlns:a16="http://schemas.microsoft.com/office/drawing/2014/main" id="{2F0AF10A-A1DF-4170-D2CD-EFCFAB551DAE}"/>
              </a:ext>
            </a:extLst>
          </p:cNvPr>
          <p:cNvSpPr>
            <a:spLocks noGrp="1"/>
          </p:cNvSpPr>
          <p:nvPr>
            <p:ph type="pic" sz="quarter" idx="16"/>
          </p:nvPr>
        </p:nvSpPr>
        <p:spPr>
          <a:xfrm>
            <a:off x="6747234" y="893762"/>
            <a:ext cx="2835349" cy="3721101"/>
          </a:xfrm>
          <a:prstGeom prst="rect">
            <a:avLst/>
          </a:prstGeom>
        </p:spPr>
        <p:txBody>
          <a:bodyPr/>
          <a:lstStyle/>
          <a:p>
            <a:endParaRPr lang="en-US"/>
          </a:p>
        </p:txBody>
      </p:sp>
      <p:sp>
        <p:nvSpPr>
          <p:cNvPr id="2" name="Text Placeholder 4">
            <a:extLst>
              <a:ext uri="{FF2B5EF4-FFF2-40B4-BE49-F238E27FC236}">
                <a16:creationId xmlns:a16="http://schemas.microsoft.com/office/drawing/2014/main" id="{A9BD9240-DA34-2B4B-C18E-E31B5F3E26A8}"/>
              </a:ext>
            </a:extLst>
          </p:cNvPr>
          <p:cNvSpPr>
            <a:spLocks noGrp="1"/>
          </p:cNvSpPr>
          <p:nvPr>
            <p:ph type="body" sz="quarter" idx="29" hasCustomPrompt="1"/>
          </p:nvPr>
        </p:nvSpPr>
        <p:spPr>
          <a:xfrm>
            <a:off x="757999"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5" name="Text Placeholder 4">
            <a:extLst>
              <a:ext uri="{FF2B5EF4-FFF2-40B4-BE49-F238E27FC236}">
                <a16:creationId xmlns:a16="http://schemas.microsoft.com/office/drawing/2014/main" id="{7B3FFB4A-48ED-CC59-1A90-5722D0CADC6B}"/>
              </a:ext>
            </a:extLst>
          </p:cNvPr>
          <p:cNvSpPr>
            <a:spLocks noGrp="1"/>
          </p:cNvSpPr>
          <p:nvPr>
            <p:ph type="body" sz="quarter" idx="30" hasCustomPrompt="1"/>
          </p:nvPr>
        </p:nvSpPr>
        <p:spPr>
          <a:xfrm>
            <a:off x="757999"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6" name="Text Placeholder 4">
            <a:extLst>
              <a:ext uri="{FF2B5EF4-FFF2-40B4-BE49-F238E27FC236}">
                <a16:creationId xmlns:a16="http://schemas.microsoft.com/office/drawing/2014/main" id="{A97C5544-D8B2-9AE0-9BC4-AF92DF9C6A04}"/>
              </a:ext>
            </a:extLst>
          </p:cNvPr>
          <p:cNvSpPr>
            <a:spLocks noGrp="1"/>
          </p:cNvSpPr>
          <p:nvPr>
            <p:ph type="body" sz="quarter" idx="32" hasCustomPrompt="1"/>
          </p:nvPr>
        </p:nvSpPr>
        <p:spPr>
          <a:xfrm>
            <a:off x="4023233"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7" name="Text Placeholder 4">
            <a:extLst>
              <a:ext uri="{FF2B5EF4-FFF2-40B4-BE49-F238E27FC236}">
                <a16:creationId xmlns:a16="http://schemas.microsoft.com/office/drawing/2014/main" id="{A4662A9F-9217-54A8-5072-93ABC9E8D412}"/>
              </a:ext>
            </a:extLst>
          </p:cNvPr>
          <p:cNvSpPr>
            <a:spLocks noGrp="1"/>
          </p:cNvSpPr>
          <p:nvPr>
            <p:ph type="body" sz="quarter" idx="33" hasCustomPrompt="1"/>
          </p:nvPr>
        </p:nvSpPr>
        <p:spPr>
          <a:xfrm>
            <a:off x="4023233"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8" name="Text Placeholder 4">
            <a:extLst>
              <a:ext uri="{FF2B5EF4-FFF2-40B4-BE49-F238E27FC236}">
                <a16:creationId xmlns:a16="http://schemas.microsoft.com/office/drawing/2014/main" id="{B8473845-42B3-319E-BAD5-25FF29ECDA22}"/>
              </a:ext>
            </a:extLst>
          </p:cNvPr>
          <p:cNvSpPr>
            <a:spLocks noGrp="1"/>
          </p:cNvSpPr>
          <p:nvPr>
            <p:ph type="body" sz="quarter" idx="36" hasCustomPrompt="1"/>
          </p:nvPr>
        </p:nvSpPr>
        <p:spPr>
          <a:xfrm>
            <a:off x="6816979"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9" name="Text Placeholder 4">
            <a:extLst>
              <a:ext uri="{FF2B5EF4-FFF2-40B4-BE49-F238E27FC236}">
                <a16:creationId xmlns:a16="http://schemas.microsoft.com/office/drawing/2014/main" id="{D087191E-6D99-69DB-18A5-0987DC62F1F8}"/>
              </a:ext>
            </a:extLst>
          </p:cNvPr>
          <p:cNvSpPr>
            <a:spLocks noGrp="1"/>
          </p:cNvSpPr>
          <p:nvPr>
            <p:ph type="body" sz="quarter" idx="37" hasCustomPrompt="1"/>
          </p:nvPr>
        </p:nvSpPr>
        <p:spPr>
          <a:xfrm>
            <a:off x="6816979"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0" name="Text Placeholder 4">
            <a:extLst>
              <a:ext uri="{FF2B5EF4-FFF2-40B4-BE49-F238E27FC236}">
                <a16:creationId xmlns:a16="http://schemas.microsoft.com/office/drawing/2014/main" id="{21B4FCF2-6DDE-B735-E462-BA93B8E84561}"/>
              </a:ext>
            </a:extLst>
          </p:cNvPr>
          <p:cNvSpPr>
            <a:spLocks noGrp="1"/>
          </p:cNvSpPr>
          <p:nvPr>
            <p:ph type="body" sz="quarter" idx="38" hasCustomPrompt="1"/>
          </p:nvPr>
        </p:nvSpPr>
        <p:spPr>
          <a:xfrm>
            <a:off x="9753600"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9B0E7436-EC01-5BA6-ACB7-295FD0FD554E}"/>
              </a:ext>
            </a:extLst>
          </p:cNvPr>
          <p:cNvSpPr>
            <a:spLocks noGrp="1"/>
          </p:cNvSpPr>
          <p:nvPr>
            <p:ph type="body" sz="quarter" idx="39" hasCustomPrompt="1"/>
          </p:nvPr>
        </p:nvSpPr>
        <p:spPr>
          <a:xfrm>
            <a:off x="9753600"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3526925755"/>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3_photos_Case_Study_Intro_D">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0" y="1614488"/>
            <a:ext cx="3357562" cy="2809874"/>
          </a:xfrm>
          <a:prstGeom prst="rect">
            <a:avLst/>
          </a:prstGeom>
        </p:spPr>
        <p:txBody>
          <a:bodyPr/>
          <a:lstStyle/>
          <a:p>
            <a:endParaRPr lang="en-US"/>
          </a:p>
        </p:txBody>
      </p:sp>
      <p:sp>
        <p:nvSpPr>
          <p:cNvPr id="15" name="Picture Placeholder 14">
            <a:extLst>
              <a:ext uri="{FF2B5EF4-FFF2-40B4-BE49-F238E27FC236}">
                <a16:creationId xmlns:a16="http://schemas.microsoft.com/office/drawing/2014/main" id="{4093A2EB-3C19-9E31-FDC7-914877B946FA}"/>
              </a:ext>
            </a:extLst>
          </p:cNvPr>
          <p:cNvSpPr>
            <a:spLocks noGrp="1"/>
          </p:cNvSpPr>
          <p:nvPr>
            <p:ph type="pic" sz="quarter" idx="14"/>
          </p:nvPr>
        </p:nvSpPr>
        <p:spPr>
          <a:xfrm>
            <a:off x="3571874" y="404812"/>
            <a:ext cx="5100639" cy="4210051"/>
          </a:xfrm>
          <a:prstGeom prst="rect">
            <a:avLst/>
          </a:prstGeom>
        </p:spPr>
        <p:txBody>
          <a:bodyPr/>
          <a:lstStyle/>
          <a:p>
            <a:endParaRPr lang="en-US"/>
          </a:p>
        </p:txBody>
      </p:sp>
      <p:sp>
        <p:nvSpPr>
          <p:cNvPr id="19" name="Picture Placeholder 18">
            <a:extLst>
              <a:ext uri="{FF2B5EF4-FFF2-40B4-BE49-F238E27FC236}">
                <a16:creationId xmlns:a16="http://schemas.microsoft.com/office/drawing/2014/main" id="{2F0AF10A-A1DF-4170-D2CD-EFCFAB551DAE}"/>
              </a:ext>
            </a:extLst>
          </p:cNvPr>
          <p:cNvSpPr>
            <a:spLocks noGrp="1"/>
          </p:cNvSpPr>
          <p:nvPr>
            <p:ph type="pic" sz="quarter" idx="16"/>
          </p:nvPr>
        </p:nvSpPr>
        <p:spPr>
          <a:xfrm>
            <a:off x="8858250" y="893762"/>
            <a:ext cx="3333750" cy="3535363"/>
          </a:xfrm>
          <a:prstGeom prst="rect">
            <a:avLst/>
          </a:prstGeom>
        </p:spPr>
        <p:txBody>
          <a:bodyPr/>
          <a:lstStyle/>
          <a:p>
            <a:endParaRPr lang="en-US"/>
          </a:p>
        </p:txBody>
      </p:sp>
      <p:sp>
        <p:nvSpPr>
          <p:cNvPr id="2" name="Text Placeholder 4">
            <a:extLst>
              <a:ext uri="{FF2B5EF4-FFF2-40B4-BE49-F238E27FC236}">
                <a16:creationId xmlns:a16="http://schemas.microsoft.com/office/drawing/2014/main" id="{A9BD9240-DA34-2B4B-C18E-E31B5F3E26A8}"/>
              </a:ext>
            </a:extLst>
          </p:cNvPr>
          <p:cNvSpPr>
            <a:spLocks noGrp="1"/>
          </p:cNvSpPr>
          <p:nvPr>
            <p:ph type="body" sz="quarter" idx="29" hasCustomPrompt="1"/>
          </p:nvPr>
        </p:nvSpPr>
        <p:spPr>
          <a:xfrm>
            <a:off x="757999"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5" name="Text Placeholder 4">
            <a:extLst>
              <a:ext uri="{FF2B5EF4-FFF2-40B4-BE49-F238E27FC236}">
                <a16:creationId xmlns:a16="http://schemas.microsoft.com/office/drawing/2014/main" id="{7B3FFB4A-48ED-CC59-1A90-5722D0CADC6B}"/>
              </a:ext>
            </a:extLst>
          </p:cNvPr>
          <p:cNvSpPr>
            <a:spLocks noGrp="1"/>
          </p:cNvSpPr>
          <p:nvPr>
            <p:ph type="body" sz="quarter" idx="30" hasCustomPrompt="1"/>
          </p:nvPr>
        </p:nvSpPr>
        <p:spPr>
          <a:xfrm>
            <a:off x="757999"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6" name="Text Placeholder 4">
            <a:extLst>
              <a:ext uri="{FF2B5EF4-FFF2-40B4-BE49-F238E27FC236}">
                <a16:creationId xmlns:a16="http://schemas.microsoft.com/office/drawing/2014/main" id="{A97C5544-D8B2-9AE0-9BC4-AF92DF9C6A04}"/>
              </a:ext>
            </a:extLst>
          </p:cNvPr>
          <p:cNvSpPr>
            <a:spLocks noGrp="1"/>
          </p:cNvSpPr>
          <p:nvPr>
            <p:ph type="body" sz="quarter" idx="32" hasCustomPrompt="1"/>
          </p:nvPr>
        </p:nvSpPr>
        <p:spPr>
          <a:xfrm>
            <a:off x="5086731"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7" name="Text Placeholder 4">
            <a:extLst>
              <a:ext uri="{FF2B5EF4-FFF2-40B4-BE49-F238E27FC236}">
                <a16:creationId xmlns:a16="http://schemas.microsoft.com/office/drawing/2014/main" id="{A4662A9F-9217-54A8-5072-93ABC9E8D412}"/>
              </a:ext>
            </a:extLst>
          </p:cNvPr>
          <p:cNvSpPr>
            <a:spLocks noGrp="1"/>
          </p:cNvSpPr>
          <p:nvPr>
            <p:ph type="body" sz="quarter" idx="33" hasCustomPrompt="1"/>
          </p:nvPr>
        </p:nvSpPr>
        <p:spPr>
          <a:xfrm>
            <a:off x="5086731"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0" name="Text Placeholder 4">
            <a:extLst>
              <a:ext uri="{FF2B5EF4-FFF2-40B4-BE49-F238E27FC236}">
                <a16:creationId xmlns:a16="http://schemas.microsoft.com/office/drawing/2014/main" id="{21B4FCF2-6DDE-B735-E462-BA93B8E84561}"/>
              </a:ext>
            </a:extLst>
          </p:cNvPr>
          <p:cNvSpPr>
            <a:spLocks noGrp="1"/>
          </p:cNvSpPr>
          <p:nvPr>
            <p:ph type="body" sz="quarter" idx="38" hasCustomPrompt="1"/>
          </p:nvPr>
        </p:nvSpPr>
        <p:spPr>
          <a:xfrm>
            <a:off x="9415462"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9B0E7436-EC01-5BA6-ACB7-295FD0FD554E}"/>
              </a:ext>
            </a:extLst>
          </p:cNvPr>
          <p:cNvSpPr>
            <a:spLocks noGrp="1"/>
          </p:cNvSpPr>
          <p:nvPr>
            <p:ph type="body" sz="quarter" idx="39" hasCustomPrompt="1"/>
          </p:nvPr>
        </p:nvSpPr>
        <p:spPr>
          <a:xfrm>
            <a:off x="9415462"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1411572278"/>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2_photos_Case_Study_Intro_D">
    <p:spTree>
      <p:nvGrpSpPr>
        <p:cNvPr id="1" name=""/>
        <p:cNvGrpSpPr/>
        <p:nvPr/>
      </p:nvGrpSpPr>
      <p:grpSpPr>
        <a:xfrm>
          <a:off x="0" y="0"/>
          <a:ext cx="0" cy="0"/>
          <a:chOff x="0" y="0"/>
          <a:chExt cx="0" cy="0"/>
        </a:xfrm>
      </p:grpSpPr>
      <p:sp>
        <p:nvSpPr>
          <p:cNvPr id="11" name="Picture Placeholder 12">
            <a:extLst>
              <a:ext uri="{FF2B5EF4-FFF2-40B4-BE49-F238E27FC236}">
                <a16:creationId xmlns:a16="http://schemas.microsoft.com/office/drawing/2014/main" id="{7248E6C1-AD8D-259C-5340-56A8EC44534C}"/>
              </a:ext>
            </a:extLst>
          </p:cNvPr>
          <p:cNvSpPr>
            <a:spLocks noGrp="1"/>
          </p:cNvSpPr>
          <p:nvPr>
            <p:ph type="pic" sz="quarter" idx="34"/>
          </p:nvPr>
        </p:nvSpPr>
        <p:spPr>
          <a:xfrm>
            <a:off x="4381500" y="419100"/>
            <a:ext cx="7810500" cy="4373033"/>
          </a:xfrm>
          <a:prstGeom prst="rect">
            <a:avLst/>
          </a:prstGeom>
        </p:spPr>
        <p:txBody>
          <a:bodyPr/>
          <a:lstStyle/>
          <a:p>
            <a:endParaRPr lang="en-US"/>
          </a:p>
        </p:txBody>
      </p:sp>
      <p:sp>
        <p:nvSpPr>
          <p:cNvPr id="18" name="Picture Placeholder 12">
            <a:extLst>
              <a:ext uri="{FF2B5EF4-FFF2-40B4-BE49-F238E27FC236}">
                <a16:creationId xmlns:a16="http://schemas.microsoft.com/office/drawing/2014/main" id="{9A18AC36-E872-0FBB-CCDF-E7487C47BED8}"/>
              </a:ext>
            </a:extLst>
          </p:cNvPr>
          <p:cNvSpPr>
            <a:spLocks noGrp="1"/>
          </p:cNvSpPr>
          <p:nvPr>
            <p:ph type="pic" sz="quarter" idx="40"/>
          </p:nvPr>
        </p:nvSpPr>
        <p:spPr>
          <a:xfrm>
            <a:off x="0" y="915459"/>
            <a:ext cx="4114800" cy="3346704"/>
          </a:xfrm>
          <a:prstGeom prst="rect">
            <a:avLst/>
          </a:prstGeom>
        </p:spPr>
        <p:txBody>
          <a:bodyPr/>
          <a:lstStyle/>
          <a:p>
            <a:endParaRPr lang="en-US"/>
          </a:p>
        </p:txBody>
      </p:sp>
      <p:sp>
        <p:nvSpPr>
          <p:cNvPr id="20" name="Text Placeholder 4">
            <a:extLst>
              <a:ext uri="{FF2B5EF4-FFF2-40B4-BE49-F238E27FC236}">
                <a16:creationId xmlns:a16="http://schemas.microsoft.com/office/drawing/2014/main" id="{AD4E9A13-72EC-7795-6682-8E9D5F884783}"/>
              </a:ext>
            </a:extLst>
          </p:cNvPr>
          <p:cNvSpPr>
            <a:spLocks noGrp="1"/>
          </p:cNvSpPr>
          <p:nvPr>
            <p:ph type="body" sz="quarter" idx="41" hasCustomPrompt="1"/>
          </p:nvPr>
        </p:nvSpPr>
        <p:spPr>
          <a:xfrm>
            <a:off x="651934"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1" name="Text Placeholder 4">
            <a:extLst>
              <a:ext uri="{FF2B5EF4-FFF2-40B4-BE49-F238E27FC236}">
                <a16:creationId xmlns:a16="http://schemas.microsoft.com/office/drawing/2014/main" id="{2AE7E2F1-8A7E-2749-7C23-12A180BF0CBA}"/>
              </a:ext>
            </a:extLst>
          </p:cNvPr>
          <p:cNvSpPr>
            <a:spLocks noGrp="1"/>
          </p:cNvSpPr>
          <p:nvPr>
            <p:ph type="body" sz="quarter" idx="42" hasCustomPrompt="1"/>
          </p:nvPr>
        </p:nvSpPr>
        <p:spPr>
          <a:xfrm>
            <a:off x="651934"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22" name="Text Placeholder 4">
            <a:extLst>
              <a:ext uri="{FF2B5EF4-FFF2-40B4-BE49-F238E27FC236}">
                <a16:creationId xmlns:a16="http://schemas.microsoft.com/office/drawing/2014/main" id="{A629CAEA-5BAE-C2BF-C737-48B738207AB3}"/>
              </a:ext>
            </a:extLst>
          </p:cNvPr>
          <p:cNvSpPr>
            <a:spLocks noGrp="1"/>
          </p:cNvSpPr>
          <p:nvPr>
            <p:ph type="body" sz="quarter" idx="38" hasCustomPrompt="1"/>
          </p:nvPr>
        </p:nvSpPr>
        <p:spPr>
          <a:xfrm>
            <a:off x="4881034"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3" name="Text Placeholder 4">
            <a:extLst>
              <a:ext uri="{FF2B5EF4-FFF2-40B4-BE49-F238E27FC236}">
                <a16:creationId xmlns:a16="http://schemas.microsoft.com/office/drawing/2014/main" id="{58F9ED73-42C5-93DF-AE80-AD7C5AF1BD6C}"/>
              </a:ext>
            </a:extLst>
          </p:cNvPr>
          <p:cNvSpPr>
            <a:spLocks noGrp="1"/>
          </p:cNvSpPr>
          <p:nvPr>
            <p:ph type="body" sz="quarter" idx="39" hasCustomPrompt="1"/>
          </p:nvPr>
        </p:nvSpPr>
        <p:spPr>
          <a:xfrm>
            <a:off x="4881034"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3901212629"/>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Arrow">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17DFB89-A9BD-47AC-B57A-7869039229B5}"/>
              </a:ext>
            </a:extLst>
          </p:cNvPr>
          <p:cNvSpPr/>
          <p:nvPr userDrawn="1"/>
        </p:nvSpPr>
        <p:spPr bwMode="auto">
          <a:xfrm>
            <a:off x="-34032" y="0"/>
            <a:ext cx="6022081" cy="6858000"/>
          </a:xfrm>
          <a:prstGeom prst="rect">
            <a:avLst/>
          </a:prstGeom>
          <a:solidFill>
            <a:schemeClr val="accent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7" name="Isosceles Triangle 13">
            <a:extLst>
              <a:ext uri="{FF2B5EF4-FFF2-40B4-BE49-F238E27FC236}">
                <a16:creationId xmlns:a16="http://schemas.microsoft.com/office/drawing/2014/main" id="{33DA4BCA-E06D-9C46-8E45-43243DD633D7}"/>
              </a:ext>
            </a:extLst>
          </p:cNvPr>
          <p:cNvSpPr/>
          <p:nvPr userDrawn="1"/>
        </p:nvSpPr>
        <p:spPr>
          <a:xfrm rot="5400000" flipH="1">
            <a:off x="2835445" y="3152602"/>
            <a:ext cx="6858002" cy="552793"/>
          </a:xfrm>
          <a:prstGeom prs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a:extLst>
              <a:ext uri="{FF2B5EF4-FFF2-40B4-BE49-F238E27FC236}">
                <a16:creationId xmlns:a16="http://schemas.microsoft.com/office/drawing/2014/main" id="{64C24334-259C-B34A-CF0B-6328CEB75E7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699" y="6416865"/>
            <a:ext cx="488145" cy="179465"/>
          </a:xfrm>
          <a:prstGeom prst="rect">
            <a:avLst/>
          </a:prstGeom>
        </p:spPr>
      </p:pic>
      <p:sp>
        <p:nvSpPr>
          <p:cNvPr id="2" name="Title 1">
            <a:extLst>
              <a:ext uri="{FF2B5EF4-FFF2-40B4-BE49-F238E27FC236}">
                <a16:creationId xmlns:a16="http://schemas.microsoft.com/office/drawing/2014/main" id="{434EEC63-D2A6-A479-4356-E9E6BC19098A}"/>
              </a:ext>
            </a:extLst>
          </p:cNvPr>
          <p:cNvSpPr>
            <a:spLocks noGrp="1"/>
          </p:cNvSpPr>
          <p:nvPr>
            <p:ph type="title" hasCustomPrompt="1"/>
          </p:nvPr>
        </p:nvSpPr>
        <p:spPr>
          <a:xfrm>
            <a:off x="633632" y="722842"/>
            <a:ext cx="465115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3" name="Text Placeholder 10">
            <a:extLst>
              <a:ext uri="{FF2B5EF4-FFF2-40B4-BE49-F238E27FC236}">
                <a16:creationId xmlns:a16="http://schemas.microsoft.com/office/drawing/2014/main" id="{8B2245E5-D2EB-1450-FEC1-6BEFE1F76A46}"/>
              </a:ext>
            </a:extLst>
          </p:cNvPr>
          <p:cNvSpPr>
            <a:spLocks noGrp="1"/>
          </p:cNvSpPr>
          <p:nvPr>
            <p:ph type="body" sz="quarter" idx="28" hasCustomPrompt="1"/>
          </p:nvPr>
        </p:nvSpPr>
        <p:spPr>
          <a:xfrm>
            <a:off x="633632" y="419099"/>
            <a:ext cx="465115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963126450"/>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Case Study-1/6">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69D76B9-5EAA-9E63-4059-21E83CD46A10}"/>
              </a:ext>
            </a:extLst>
          </p:cNvPr>
          <p:cNvSpPr/>
          <p:nvPr userDrawn="1"/>
        </p:nvSpPr>
        <p:spPr bwMode="auto">
          <a:xfrm>
            <a:off x="9753600" y="0"/>
            <a:ext cx="2438400" cy="6858000"/>
          </a:xfrm>
          <a:prstGeom prst="rect">
            <a:avLst/>
          </a:prstGeom>
          <a:solidFill>
            <a:schemeClr val="accent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9" name="TextBox 8">
            <a:extLst>
              <a:ext uri="{FF2B5EF4-FFF2-40B4-BE49-F238E27FC236}">
                <a16:creationId xmlns:a16="http://schemas.microsoft.com/office/drawing/2014/main" id="{CC2DA15A-8BB1-B824-E7EF-8D9046513FB2}"/>
              </a:ext>
            </a:extLst>
          </p:cNvPr>
          <p:cNvSpPr txBox="1"/>
          <p:nvPr userDrawn="1"/>
        </p:nvSpPr>
        <p:spPr>
          <a:xfrm>
            <a:off x="9517294"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12" name="Text Placeholder 3">
            <a:extLst>
              <a:ext uri="{FF2B5EF4-FFF2-40B4-BE49-F238E27FC236}">
                <a16:creationId xmlns:a16="http://schemas.microsoft.com/office/drawing/2014/main" id="{29A158B8-5C5D-7C73-B048-F98B170D7851}"/>
              </a:ext>
            </a:extLst>
          </p:cNvPr>
          <p:cNvSpPr txBox="1">
            <a:spLocks/>
          </p:cNvSpPr>
          <p:nvPr userDrawn="1"/>
        </p:nvSpPr>
        <p:spPr>
          <a:xfrm>
            <a:off x="11341864"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bg1"/>
                </a:solidFill>
              </a:rPr>
              <a:pPr lvl="0"/>
              <a:t>‹#›</a:t>
            </a:fld>
            <a:endParaRPr lang="en-US" sz="1000">
              <a:solidFill>
                <a:schemeClr val="bg1"/>
              </a:solidFill>
            </a:endParaRPr>
          </a:p>
        </p:txBody>
      </p:sp>
      <p:sp>
        <p:nvSpPr>
          <p:cNvPr id="2" name="Title 1">
            <a:extLst>
              <a:ext uri="{FF2B5EF4-FFF2-40B4-BE49-F238E27FC236}">
                <a16:creationId xmlns:a16="http://schemas.microsoft.com/office/drawing/2014/main" id="{E36773BA-924B-BAC6-7D25-ED7A9338BD2F}"/>
              </a:ext>
            </a:extLst>
          </p:cNvPr>
          <p:cNvSpPr>
            <a:spLocks noGrp="1"/>
          </p:cNvSpPr>
          <p:nvPr>
            <p:ph type="title" hasCustomPrompt="1"/>
          </p:nvPr>
        </p:nvSpPr>
        <p:spPr>
          <a:xfrm>
            <a:off x="633632" y="722842"/>
            <a:ext cx="839765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3" name="Text Placeholder 10">
            <a:extLst>
              <a:ext uri="{FF2B5EF4-FFF2-40B4-BE49-F238E27FC236}">
                <a16:creationId xmlns:a16="http://schemas.microsoft.com/office/drawing/2014/main" id="{12B58C1F-15E1-403E-C8DD-FB7FA7791D15}"/>
              </a:ext>
            </a:extLst>
          </p:cNvPr>
          <p:cNvSpPr>
            <a:spLocks noGrp="1"/>
          </p:cNvSpPr>
          <p:nvPr>
            <p:ph type="body" sz="quarter" idx="28" hasCustomPrompt="1"/>
          </p:nvPr>
        </p:nvSpPr>
        <p:spPr>
          <a:xfrm>
            <a:off x="633632" y="419099"/>
            <a:ext cx="839765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4108078665"/>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Case Study-1/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643804D-BD14-08D3-2752-570DB2A13AC1}"/>
              </a:ext>
            </a:extLst>
          </p:cNvPr>
          <p:cNvSpPr/>
          <p:nvPr userDrawn="1"/>
        </p:nvSpPr>
        <p:spPr bwMode="auto">
          <a:xfrm>
            <a:off x="7848600" y="0"/>
            <a:ext cx="4348260" cy="6858000"/>
          </a:xfrm>
          <a:prstGeom prst="rect">
            <a:avLst/>
          </a:prstGeom>
          <a:solidFill>
            <a:schemeClr val="accent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extBox 2">
            <a:extLst>
              <a:ext uri="{FF2B5EF4-FFF2-40B4-BE49-F238E27FC236}">
                <a16:creationId xmlns:a16="http://schemas.microsoft.com/office/drawing/2014/main" id="{8E3E35CB-4416-67B4-9A4B-0412315D4979}"/>
              </a:ext>
            </a:extLst>
          </p:cNvPr>
          <p:cNvSpPr txBox="1"/>
          <p:nvPr userDrawn="1"/>
        </p:nvSpPr>
        <p:spPr>
          <a:xfrm>
            <a:off x="9517294"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4" name="Text Placeholder 3">
            <a:extLst>
              <a:ext uri="{FF2B5EF4-FFF2-40B4-BE49-F238E27FC236}">
                <a16:creationId xmlns:a16="http://schemas.microsoft.com/office/drawing/2014/main" id="{88B57818-3DD1-DA7E-0C01-8FA58F5B3AE9}"/>
              </a:ext>
            </a:extLst>
          </p:cNvPr>
          <p:cNvSpPr txBox="1">
            <a:spLocks/>
          </p:cNvSpPr>
          <p:nvPr userDrawn="1"/>
        </p:nvSpPr>
        <p:spPr>
          <a:xfrm>
            <a:off x="11341864"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bg1"/>
                </a:solidFill>
              </a:rPr>
              <a:pPr lvl="0"/>
              <a:t>‹#›</a:t>
            </a:fld>
            <a:endParaRPr lang="en-US" sz="1000">
              <a:solidFill>
                <a:schemeClr val="bg1"/>
              </a:solidFill>
            </a:endParaRPr>
          </a:p>
        </p:txBody>
      </p:sp>
      <p:sp>
        <p:nvSpPr>
          <p:cNvPr id="5" name="Title 1">
            <a:extLst>
              <a:ext uri="{FF2B5EF4-FFF2-40B4-BE49-F238E27FC236}">
                <a16:creationId xmlns:a16="http://schemas.microsoft.com/office/drawing/2014/main" id="{43EB2ABD-8C1A-2F57-ED12-4A5372D24296}"/>
              </a:ext>
            </a:extLst>
          </p:cNvPr>
          <p:cNvSpPr>
            <a:spLocks noGrp="1"/>
          </p:cNvSpPr>
          <p:nvPr>
            <p:ph type="title" hasCustomPrompt="1"/>
          </p:nvPr>
        </p:nvSpPr>
        <p:spPr>
          <a:xfrm>
            <a:off x="633632" y="722842"/>
            <a:ext cx="6522818"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6" name="Text Placeholder 10">
            <a:extLst>
              <a:ext uri="{FF2B5EF4-FFF2-40B4-BE49-F238E27FC236}">
                <a16:creationId xmlns:a16="http://schemas.microsoft.com/office/drawing/2014/main" id="{2CBC5A8B-D655-9D1E-4EAD-6B7EF3CBD7BB}"/>
              </a:ext>
            </a:extLst>
          </p:cNvPr>
          <p:cNvSpPr>
            <a:spLocks noGrp="1"/>
          </p:cNvSpPr>
          <p:nvPr>
            <p:ph type="body" sz="quarter" idx="28" hasCustomPrompt="1"/>
          </p:nvPr>
        </p:nvSpPr>
        <p:spPr>
          <a:xfrm>
            <a:off x="633632" y="419099"/>
            <a:ext cx="6522818"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3096934413"/>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Case Study-1/2_B">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6095999" y="0"/>
            <a:ext cx="6096000" cy="6858000"/>
          </a:xfrm>
          <a:prstGeom prst="rect">
            <a:avLst/>
          </a:prstGeom>
          <a:solidFill>
            <a:schemeClr val="accent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9" name="Text Placeholder 10">
            <a:extLst>
              <a:ext uri="{FF2B5EF4-FFF2-40B4-BE49-F238E27FC236}">
                <a16:creationId xmlns:a16="http://schemas.microsoft.com/office/drawing/2014/main" id="{8BAA6E4E-7596-A644-93F2-6ABBAFCD6B70}"/>
              </a:ext>
            </a:extLst>
          </p:cNvPr>
          <p:cNvSpPr>
            <a:spLocks noGrp="1"/>
          </p:cNvSpPr>
          <p:nvPr>
            <p:ph type="body" sz="quarter" idx="10" hasCustomPrompt="1"/>
          </p:nvPr>
        </p:nvSpPr>
        <p:spPr>
          <a:xfrm>
            <a:off x="6582021" y="802983"/>
            <a:ext cx="2213811" cy="246221"/>
          </a:xfrm>
          <a:prstGeom prst="rect">
            <a:avLst/>
          </a:prstGeom>
          <a:noFill/>
        </p:spPr>
        <p:txBody>
          <a:bodyPr vert="horz" wrap="none" lIns="0" tIns="0" rIns="0" bIns="0" rtlCol="0" anchor="ctr">
            <a:spAutoFit/>
          </a:bodyPr>
          <a:lstStyle>
            <a:lvl1pPr>
              <a:defRPr lang="en-US" sz="1600" b="1" cap="none" spc="100" baseline="0" smtClean="0">
                <a:solidFill>
                  <a:schemeClr val="bg1"/>
                </a:solidFill>
                <a:ea typeface="+mj-ea"/>
                <a:cs typeface="+mj-cs"/>
              </a:defRPr>
            </a:lvl1pPr>
            <a:lvl2pPr marL="171450" indent="0">
              <a:buNone/>
              <a:defRPr lang="en-US" sz="1350" smtClean="0"/>
            </a:lvl2pPr>
            <a:lvl3pPr>
              <a:defRPr lang="en-US" sz="1350" smtClean="0"/>
            </a:lvl3pPr>
            <a:lvl4pPr>
              <a:defRPr lang="en-US" sz="1350" smtClean="0"/>
            </a:lvl4pPr>
            <a:lvl5pPr>
              <a:defRPr lang="en-US" sz="1350"/>
            </a:lvl5pPr>
          </a:lstStyle>
          <a:p>
            <a:pPr marL="0" lvl="0">
              <a:lnSpc>
                <a:spcPct val="100000"/>
              </a:lnSpc>
              <a:spcBef>
                <a:spcPct val="0"/>
              </a:spcBef>
              <a:buNone/>
            </a:pPr>
            <a:r>
              <a:rPr lang="en-US"/>
              <a:t>Edit Master Text Styles</a:t>
            </a:r>
          </a:p>
        </p:txBody>
      </p:sp>
      <p:sp>
        <p:nvSpPr>
          <p:cNvPr id="10" name="Text Placeholder 10">
            <a:extLst>
              <a:ext uri="{FF2B5EF4-FFF2-40B4-BE49-F238E27FC236}">
                <a16:creationId xmlns:a16="http://schemas.microsoft.com/office/drawing/2014/main" id="{182FF9AB-2A1C-E54B-B99E-245DE32DDE96}"/>
              </a:ext>
            </a:extLst>
          </p:cNvPr>
          <p:cNvSpPr>
            <a:spLocks noGrp="1"/>
          </p:cNvSpPr>
          <p:nvPr>
            <p:ph type="body" sz="quarter" idx="18" hasCustomPrompt="1"/>
          </p:nvPr>
        </p:nvSpPr>
        <p:spPr>
          <a:xfrm>
            <a:off x="6582020" y="3200114"/>
            <a:ext cx="2213811" cy="246221"/>
          </a:xfrm>
          <a:prstGeom prst="rect">
            <a:avLst/>
          </a:prstGeom>
          <a:noFill/>
        </p:spPr>
        <p:txBody>
          <a:bodyPr vert="horz" wrap="none" lIns="0" tIns="0" rIns="0" bIns="0" rtlCol="0" anchor="ctr">
            <a:spAutoFit/>
          </a:bodyPr>
          <a:lstStyle>
            <a:lvl1pPr>
              <a:defRPr lang="en-US" sz="1600" b="1" cap="none" spc="100" baseline="0" smtClean="0">
                <a:solidFill>
                  <a:schemeClr val="bg1"/>
                </a:solidFill>
                <a:ea typeface="+mj-ea"/>
                <a:cs typeface="+mj-cs"/>
              </a:defRPr>
            </a:lvl1pPr>
            <a:lvl2pPr marL="171450" indent="0">
              <a:buNone/>
              <a:defRPr lang="en-US" sz="1350" smtClean="0"/>
            </a:lvl2pPr>
            <a:lvl3pPr>
              <a:defRPr lang="en-US" sz="1350" smtClean="0"/>
            </a:lvl3pPr>
            <a:lvl4pPr>
              <a:defRPr lang="en-US" sz="1350" smtClean="0"/>
            </a:lvl4pPr>
            <a:lvl5pPr>
              <a:defRPr lang="en-US" sz="1350"/>
            </a:lvl5pPr>
          </a:lstStyle>
          <a:p>
            <a:pPr marL="0" lvl="0">
              <a:lnSpc>
                <a:spcPct val="100000"/>
              </a:lnSpc>
              <a:spcBef>
                <a:spcPct val="0"/>
              </a:spcBef>
              <a:buNone/>
            </a:pPr>
            <a:r>
              <a:rPr lang="en-US"/>
              <a:t>Edit Master Text Styles</a:t>
            </a:r>
          </a:p>
        </p:txBody>
      </p:sp>
      <p:sp>
        <p:nvSpPr>
          <p:cNvPr id="5" name="TextBox 4">
            <a:extLst>
              <a:ext uri="{FF2B5EF4-FFF2-40B4-BE49-F238E27FC236}">
                <a16:creationId xmlns:a16="http://schemas.microsoft.com/office/drawing/2014/main" id="{3B7D9537-B25D-7D96-9993-3FD73B2FDB2F}"/>
              </a:ext>
            </a:extLst>
          </p:cNvPr>
          <p:cNvSpPr txBox="1"/>
          <p:nvPr userDrawn="1"/>
        </p:nvSpPr>
        <p:spPr>
          <a:xfrm>
            <a:off x="9517294"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7" name="Text Placeholder 3">
            <a:extLst>
              <a:ext uri="{FF2B5EF4-FFF2-40B4-BE49-F238E27FC236}">
                <a16:creationId xmlns:a16="http://schemas.microsoft.com/office/drawing/2014/main" id="{8C1EAE48-670D-1E75-E1E5-6E8259532FEE}"/>
              </a:ext>
            </a:extLst>
          </p:cNvPr>
          <p:cNvSpPr txBox="1">
            <a:spLocks/>
          </p:cNvSpPr>
          <p:nvPr userDrawn="1"/>
        </p:nvSpPr>
        <p:spPr>
          <a:xfrm>
            <a:off x="11341864"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bg1"/>
                </a:solidFill>
              </a:rPr>
              <a:pPr lvl="0"/>
              <a:t>‹#›</a:t>
            </a:fld>
            <a:endParaRPr lang="en-US" sz="1000">
              <a:solidFill>
                <a:schemeClr val="bg1"/>
              </a:solidFill>
            </a:endParaRPr>
          </a:p>
        </p:txBody>
      </p:sp>
      <p:sp>
        <p:nvSpPr>
          <p:cNvPr id="3" name="Title 1">
            <a:extLst>
              <a:ext uri="{FF2B5EF4-FFF2-40B4-BE49-F238E27FC236}">
                <a16:creationId xmlns:a16="http://schemas.microsoft.com/office/drawing/2014/main" id="{E04B8001-80C4-3060-BD6B-437632BF7C77}"/>
              </a:ext>
            </a:extLst>
          </p:cNvPr>
          <p:cNvSpPr>
            <a:spLocks noGrp="1"/>
          </p:cNvSpPr>
          <p:nvPr>
            <p:ph type="title" hasCustomPrompt="1"/>
          </p:nvPr>
        </p:nvSpPr>
        <p:spPr>
          <a:xfrm>
            <a:off x="633632" y="722842"/>
            <a:ext cx="465115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4" name="Text Placeholder 10">
            <a:extLst>
              <a:ext uri="{FF2B5EF4-FFF2-40B4-BE49-F238E27FC236}">
                <a16:creationId xmlns:a16="http://schemas.microsoft.com/office/drawing/2014/main" id="{C73C2D60-2316-60E7-7382-870EBF68A7A1}"/>
              </a:ext>
            </a:extLst>
          </p:cNvPr>
          <p:cNvSpPr>
            <a:spLocks noGrp="1"/>
          </p:cNvSpPr>
          <p:nvPr>
            <p:ph type="body" sz="quarter" idx="28" hasCustomPrompt="1"/>
          </p:nvPr>
        </p:nvSpPr>
        <p:spPr>
          <a:xfrm>
            <a:off x="633632" y="419099"/>
            <a:ext cx="465115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4095985170"/>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Case Study-1/2-Picture">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3ECF38BD-32C9-894D-AB81-415CC476ECD6}"/>
              </a:ext>
            </a:extLst>
          </p:cNvPr>
          <p:cNvSpPr>
            <a:spLocks noGrp="1"/>
          </p:cNvSpPr>
          <p:nvPr>
            <p:ph type="pic" sz="quarter" idx="16"/>
          </p:nvPr>
        </p:nvSpPr>
        <p:spPr>
          <a:xfrm>
            <a:off x="6096000" y="0"/>
            <a:ext cx="6095999" cy="6858000"/>
          </a:xfrm>
          <a:prstGeom prst="rect">
            <a:avLst/>
          </a:prstGeom>
          <a:solidFill>
            <a:schemeClr val="accent1"/>
          </a:solidFill>
        </p:spPr>
        <p:txBody>
          <a:bodyPr/>
          <a:lstStyle/>
          <a:p>
            <a:endParaRPr lang="en-US"/>
          </a:p>
        </p:txBody>
      </p:sp>
      <p:sp>
        <p:nvSpPr>
          <p:cNvPr id="8" name="TextBox 7">
            <a:extLst>
              <a:ext uri="{FF2B5EF4-FFF2-40B4-BE49-F238E27FC236}">
                <a16:creationId xmlns:a16="http://schemas.microsoft.com/office/drawing/2014/main" id="{49A8AE99-B517-8AEB-D5E4-B09D52CA25AF}"/>
              </a:ext>
            </a:extLst>
          </p:cNvPr>
          <p:cNvSpPr txBox="1"/>
          <p:nvPr userDrawn="1"/>
        </p:nvSpPr>
        <p:spPr>
          <a:xfrm>
            <a:off x="9517294"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9" name="Text Placeholder 3">
            <a:extLst>
              <a:ext uri="{FF2B5EF4-FFF2-40B4-BE49-F238E27FC236}">
                <a16:creationId xmlns:a16="http://schemas.microsoft.com/office/drawing/2014/main" id="{3120F32B-02B9-F0A1-D25E-DE2CDA7F43C0}"/>
              </a:ext>
            </a:extLst>
          </p:cNvPr>
          <p:cNvSpPr txBox="1">
            <a:spLocks/>
          </p:cNvSpPr>
          <p:nvPr userDrawn="1"/>
        </p:nvSpPr>
        <p:spPr>
          <a:xfrm>
            <a:off x="11341864"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bg1"/>
                </a:solidFill>
              </a:rPr>
              <a:pPr lvl="0"/>
              <a:t>‹#›</a:t>
            </a:fld>
            <a:endParaRPr lang="en-US" sz="1000">
              <a:solidFill>
                <a:schemeClr val="bg1"/>
              </a:solidFill>
            </a:endParaRPr>
          </a:p>
        </p:txBody>
      </p:sp>
      <p:sp>
        <p:nvSpPr>
          <p:cNvPr id="2" name="Title 1">
            <a:extLst>
              <a:ext uri="{FF2B5EF4-FFF2-40B4-BE49-F238E27FC236}">
                <a16:creationId xmlns:a16="http://schemas.microsoft.com/office/drawing/2014/main" id="{8C1749E3-2785-6125-72F4-4CB2CF38880E}"/>
              </a:ext>
            </a:extLst>
          </p:cNvPr>
          <p:cNvSpPr>
            <a:spLocks noGrp="1"/>
          </p:cNvSpPr>
          <p:nvPr>
            <p:ph type="title" hasCustomPrompt="1"/>
          </p:nvPr>
        </p:nvSpPr>
        <p:spPr>
          <a:xfrm>
            <a:off x="633632" y="722842"/>
            <a:ext cx="465115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4" name="Text Placeholder 10">
            <a:extLst>
              <a:ext uri="{FF2B5EF4-FFF2-40B4-BE49-F238E27FC236}">
                <a16:creationId xmlns:a16="http://schemas.microsoft.com/office/drawing/2014/main" id="{F8F30B81-156F-78DF-062D-E4DD7907F0C8}"/>
              </a:ext>
            </a:extLst>
          </p:cNvPr>
          <p:cNvSpPr>
            <a:spLocks noGrp="1"/>
          </p:cNvSpPr>
          <p:nvPr>
            <p:ph type="body" sz="quarter" idx="28" hasCustomPrompt="1"/>
          </p:nvPr>
        </p:nvSpPr>
        <p:spPr>
          <a:xfrm>
            <a:off x="633632" y="419099"/>
            <a:ext cx="465115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3286607602"/>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Case Study-2/3 Picture">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1657C14D-88D4-2E4E-B3D4-C2C8ABFC1A31}"/>
              </a:ext>
            </a:extLst>
          </p:cNvPr>
          <p:cNvSpPr/>
          <p:nvPr userDrawn="1"/>
        </p:nvSpPr>
        <p:spPr bwMode="auto">
          <a:xfrm>
            <a:off x="4381500" y="0"/>
            <a:ext cx="7810499"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14" name="Picture Placeholder 2">
            <a:extLst>
              <a:ext uri="{FF2B5EF4-FFF2-40B4-BE49-F238E27FC236}">
                <a16:creationId xmlns:a16="http://schemas.microsoft.com/office/drawing/2014/main" id="{B0B5FC9B-C94B-DD4C-B568-43367EF1D400}"/>
              </a:ext>
            </a:extLst>
          </p:cNvPr>
          <p:cNvSpPr>
            <a:spLocks noGrp="1"/>
          </p:cNvSpPr>
          <p:nvPr>
            <p:ph type="pic" sz="quarter" idx="16"/>
          </p:nvPr>
        </p:nvSpPr>
        <p:spPr>
          <a:xfrm>
            <a:off x="4381500" y="0"/>
            <a:ext cx="7810500" cy="6858000"/>
          </a:xfrm>
          <a:prstGeom prst="rect">
            <a:avLst/>
          </a:prstGeom>
          <a:solidFill>
            <a:schemeClr val="accent1"/>
          </a:solidFill>
        </p:spPr>
        <p:txBody>
          <a:bodyPr/>
          <a:lstStyle/>
          <a:p>
            <a:endParaRPr lang="en-US"/>
          </a:p>
        </p:txBody>
      </p:sp>
      <p:sp>
        <p:nvSpPr>
          <p:cNvPr id="6" name="TextBox 5">
            <a:extLst>
              <a:ext uri="{FF2B5EF4-FFF2-40B4-BE49-F238E27FC236}">
                <a16:creationId xmlns:a16="http://schemas.microsoft.com/office/drawing/2014/main" id="{1776621A-DBD8-0204-830A-B611F2C50DB3}"/>
              </a:ext>
            </a:extLst>
          </p:cNvPr>
          <p:cNvSpPr txBox="1"/>
          <p:nvPr userDrawn="1"/>
        </p:nvSpPr>
        <p:spPr>
          <a:xfrm>
            <a:off x="9517294"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7" name="Text Placeholder 3">
            <a:extLst>
              <a:ext uri="{FF2B5EF4-FFF2-40B4-BE49-F238E27FC236}">
                <a16:creationId xmlns:a16="http://schemas.microsoft.com/office/drawing/2014/main" id="{2F4A5E9B-ED60-9026-0304-CC0E0C50B0BB}"/>
              </a:ext>
            </a:extLst>
          </p:cNvPr>
          <p:cNvSpPr txBox="1">
            <a:spLocks/>
          </p:cNvSpPr>
          <p:nvPr userDrawn="1"/>
        </p:nvSpPr>
        <p:spPr>
          <a:xfrm>
            <a:off x="11341864"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bg1"/>
                </a:solidFill>
              </a:rPr>
              <a:pPr lvl="0"/>
              <a:t>‹#›</a:t>
            </a:fld>
            <a:endParaRPr lang="en-US" sz="1000">
              <a:solidFill>
                <a:schemeClr val="bg1"/>
              </a:solidFill>
            </a:endParaRPr>
          </a:p>
        </p:txBody>
      </p:sp>
      <p:sp>
        <p:nvSpPr>
          <p:cNvPr id="2" name="Title 1">
            <a:extLst>
              <a:ext uri="{FF2B5EF4-FFF2-40B4-BE49-F238E27FC236}">
                <a16:creationId xmlns:a16="http://schemas.microsoft.com/office/drawing/2014/main" id="{74A259D8-8F7C-0047-F26B-69BFCE9B0D84}"/>
              </a:ext>
            </a:extLst>
          </p:cNvPr>
          <p:cNvSpPr>
            <a:spLocks noGrp="1"/>
          </p:cNvSpPr>
          <p:nvPr>
            <p:ph type="title" hasCustomPrompt="1"/>
          </p:nvPr>
        </p:nvSpPr>
        <p:spPr>
          <a:xfrm>
            <a:off x="633632" y="722842"/>
            <a:ext cx="3477993"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3" name="Text Placeholder 10">
            <a:extLst>
              <a:ext uri="{FF2B5EF4-FFF2-40B4-BE49-F238E27FC236}">
                <a16:creationId xmlns:a16="http://schemas.microsoft.com/office/drawing/2014/main" id="{8524263F-D90D-573F-672D-5622B33EAD0D}"/>
              </a:ext>
            </a:extLst>
          </p:cNvPr>
          <p:cNvSpPr>
            <a:spLocks noGrp="1"/>
          </p:cNvSpPr>
          <p:nvPr>
            <p:ph type="body" sz="quarter" idx="28" hasCustomPrompt="1"/>
          </p:nvPr>
        </p:nvSpPr>
        <p:spPr>
          <a:xfrm>
            <a:off x="633632" y="419099"/>
            <a:ext cx="3477993"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2618465777"/>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Case Study_Mockup">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552DE14-65C1-7956-7013-27CD9E260F56}"/>
              </a:ext>
            </a:extLst>
          </p:cNvPr>
          <p:cNvSpPr/>
          <p:nvPr userDrawn="1"/>
        </p:nvSpPr>
        <p:spPr bwMode="auto">
          <a:xfrm>
            <a:off x="0" y="0"/>
            <a:ext cx="2438400" cy="6858000"/>
          </a:xfrm>
          <a:prstGeom prst="rect">
            <a:avLst/>
          </a:prstGeom>
          <a:solidFill>
            <a:schemeClr val="accent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6" name="Text Placeholder 2">
            <a:extLst>
              <a:ext uri="{FF2B5EF4-FFF2-40B4-BE49-F238E27FC236}">
                <a16:creationId xmlns:a16="http://schemas.microsoft.com/office/drawing/2014/main" id="{79C365B7-BDA2-A1BA-99C3-FAE4F63E6178}"/>
              </a:ext>
            </a:extLst>
          </p:cNvPr>
          <p:cNvSpPr>
            <a:spLocks noGrp="1"/>
          </p:cNvSpPr>
          <p:nvPr>
            <p:ph type="body" sz="quarter" idx="17" hasCustomPrompt="1"/>
          </p:nvPr>
        </p:nvSpPr>
        <p:spPr>
          <a:xfrm>
            <a:off x="4365652" y="2286000"/>
            <a:ext cx="4784852" cy="3657600"/>
          </a:xfrm>
          <a:prstGeom prst="rect">
            <a:avLst/>
          </a:prstGeom>
        </p:spPr>
        <p:txBody>
          <a:bodyPr/>
          <a:lstStyle>
            <a:lvl1pPr>
              <a:lnSpc>
                <a:spcPts val="2000"/>
              </a:lnSpc>
              <a:defRPr sz="1400" b="0" i="0">
                <a:solidFill>
                  <a:schemeClr val="bg1"/>
                </a:solidFill>
                <a:latin typeface="Calibri Light" panose="020F0302020204030204" pitchFamily="34" charset="0"/>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 scrambled it to make a type specimen book. It has survived not only five centuries, but also the leap into electronic typesetting, remaining essentially unchanged.</a:t>
            </a:r>
          </a:p>
        </p:txBody>
      </p:sp>
      <p:pic>
        <p:nvPicPr>
          <p:cNvPr id="11" name="Picture 10">
            <a:extLst>
              <a:ext uri="{FF2B5EF4-FFF2-40B4-BE49-F238E27FC236}">
                <a16:creationId xmlns:a16="http://schemas.microsoft.com/office/drawing/2014/main" id="{809CE349-346A-D8D6-57AD-5723D88B673A}"/>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58851" y="6416865"/>
            <a:ext cx="488145" cy="179465"/>
          </a:xfrm>
          <a:prstGeom prst="rect">
            <a:avLst/>
          </a:prstGeom>
        </p:spPr>
      </p:pic>
      <p:sp>
        <p:nvSpPr>
          <p:cNvPr id="3" name="Title 1">
            <a:extLst>
              <a:ext uri="{FF2B5EF4-FFF2-40B4-BE49-F238E27FC236}">
                <a16:creationId xmlns:a16="http://schemas.microsoft.com/office/drawing/2014/main" id="{39E35029-5964-C030-FE93-F157EF1D672E}"/>
              </a:ext>
            </a:extLst>
          </p:cNvPr>
          <p:cNvSpPr txBox="1">
            <a:spLocks/>
          </p:cNvSpPr>
          <p:nvPr userDrawn="1"/>
        </p:nvSpPr>
        <p:spPr>
          <a:xfrm>
            <a:off x="4365652" y="1688770"/>
            <a:ext cx="3474720" cy="338554"/>
          </a:xfrm>
          <a:prstGeom prst="rect">
            <a:avLst/>
          </a:prstGeom>
        </p:spPr>
        <p:txBody>
          <a:bodyPr lIns="0" tIns="0" rIns="0" bIns="0">
            <a:noAutofit/>
          </a:bodyPr>
          <a:lstStyle>
            <a:lvl1pPr lvl="0" indent="0">
              <a:lnSpc>
                <a:spcPct val="100000"/>
              </a:lnSpc>
              <a:spcBef>
                <a:spcPts val="0"/>
              </a:spcBef>
              <a:spcAft>
                <a:spcPts val="0"/>
              </a:spcAft>
              <a:buFont typeface="Arial" panose="020B0604020202020204" pitchFamily="34" charset="0"/>
              <a:buNone/>
              <a:defRPr lang="en-US" sz="2200" b="1" i="0" spc="0" dirty="0">
                <a:gradFill>
                  <a:gsLst>
                    <a:gs pos="0">
                      <a:schemeClr val="accent3"/>
                    </a:gs>
                    <a:gs pos="45000">
                      <a:schemeClr val="accent3"/>
                    </a:gs>
                    <a:gs pos="100000">
                      <a:schemeClr val="accent4"/>
                    </a:gs>
                  </a:gsLst>
                  <a:lin ang="1200000" scaled="0"/>
                </a:gradFill>
                <a:effectLst/>
                <a:latin typeface="+mj-lt"/>
                <a:ea typeface="Calibri" panose="020F0502020204030204" pitchFamily="34" charset="0"/>
                <a:cs typeface="Calibri" panose="020F0502020204030204" pitchFamily="34" charset="0"/>
              </a:defRPr>
            </a:lvl1pPr>
          </a:lstStyle>
          <a:p>
            <a:pPr lvl="0"/>
            <a:r>
              <a:rPr lang="en-US">
                <a:solidFill>
                  <a:schemeClr val="bg1"/>
                </a:solidFill>
              </a:rPr>
              <a:t>Title Goes Here</a:t>
            </a:r>
          </a:p>
        </p:txBody>
      </p:sp>
    </p:spTree>
    <p:extLst>
      <p:ext uri="{BB962C8B-B14F-4D97-AF65-F5344CB8AC3E}">
        <p14:creationId xmlns:p14="http://schemas.microsoft.com/office/powerpoint/2010/main" val="709540808"/>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Narrow">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17DFB89-A9BD-47AC-B57A-7869039229B5}"/>
              </a:ext>
            </a:extLst>
          </p:cNvPr>
          <p:cNvSpPr/>
          <p:nvPr userDrawn="1"/>
        </p:nvSpPr>
        <p:spPr bwMode="auto">
          <a:xfrm>
            <a:off x="0" y="0"/>
            <a:ext cx="3429000" cy="6858000"/>
          </a:xfrm>
          <a:prstGeom prst="rect">
            <a:avLst/>
          </a:prstGeom>
          <a:solidFill>
            <a:schemeClr val="accent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7" name="Picture Placeholder 2">
            <a:extLst>
              <a:ext uri="{FF2B5EF4-FFF2-40B4-BE49-F238E27FC236}">
                <a16:creationId xmlns:a16="http://schemas.microsoft.com/office/drawing/2014/main" id="{CE8FAB7B-4710-4747-B680-F6B4F0097B29}"/>
              </a:ext>
            </a:extLst>
          </p:cNvPr>
          <p:cNvSpPr>
            <a:spLocks noGrp="1"/>
          </p:cNvSpPr>
          <p:nvPr>
            <p:ph type="pic" sz="quarter" idx="16"/>
          </p:nvPr>
        </p:nvSpPr>
        <p:spPr>
          <a:xfrm>
            <a:off x="3429000" y="0"/>
            <a:ext cx="8763000" cy="6858000"/>
          </a:xfrm>
          <a:prstGeom prst="rect">
            <a:avLst/>
          </a:prstGeom>
        </p:spPr>
        <p:txBody>
          <a:bodyPr/>
          <a:lstStyle/>
          <a:p>
            <a:endParaRPr lang="en-US"/>
          </a:p>
        </p:txBody>
      </p:sp>
      <p:pic>
        <p:nvPicPr>
          <p:cNvPr id="13" name="Picture 12">
            <a:extLst>
              <a:ext uri="{FF2B5EF4-FFF2-40B4-BE49-F238E27FC236}">
                <a16:creationId xmlns:a16="http://schemas.microsoft.com/office/drawing/2014/main" id="{8CC0D0B5-8985-C0CF-E031-72C099F136E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700" y="6416865"/>
            <a:ext cx="488145" cy="179465"/>
          </a:xfrm>
          <a:prstGeom prst="rect">
            <a:avLst/>
          </a:prstGeom>
        </p:spPr>
      </p:pic>
      <p:sp>
        <p:nvSpPr>
          <p:cNvPr id="6" name="Title 1">
            <a:extLst>
              <a:ext uri="{FF2B5EF4-FFF2-40B4-BE49-F238E27FC236}">
                <a16:creationId xmlns:a16="http://schemas.microsoft.com/office/drawing/2014/main" id="{A44169FF-3519-85C9-0F2D-26C1E7EAB350}"/>
              </a:ext>
            </a:extLst>
          </p:cNvPr>
          <p:cNvSpPr>
            <a:spLocks noGrp="1"/>
          </p:cNvSpPr>
          <p:nvPr>
            <p:ph type="title" hasCustomPrompt="1"/>
          </p:nvPr>
        </p:nvSpPr>
        <p:spPr>
          <a:xfrm>
            <a:off x="633632" y="722843"/>
            <a:ext cx="2618014" cy="338554"/>
          </a:xfrm>
          <a:prstGeom prst="rect">
            <a:avLst/>
          </a:prstGeom>
        </p:spPr>
        <p:txBody>
          <a:bodyPr lIns="0" tIns="0" rIns="0" bIns="0">
            <a:noAutofit/>
          </a:bodyPr>
          <a:lstStyle>
            <a:lvl1pPr>
              <a:defRPr lang="en-US" dirty="0">
                <a:solidFill>
                  <a:schemeClr val="bg1"/>
                </a:solidFill>
                <a:latin typeface="+mj-lt"/>
              </a:defRPr>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8" name="Text Placeholder 10">
            <a:extLst>
              <a:ext uri="{FF2B5EF4-FFF2-40B4-BE49-F238E27FC236}">
                <a16:creationId xmlns:a16="http://schemas.microsoft.com/office/drawing/2014/main" id="{5E92AB95-E16F-C12B-B3CB-DCDED8BB72C8}"/>
              </a:ext>
            </a:extLst>
          </p:cNvPr>
          <p:cNvSpPr>
            <a:spLocks noGrp="1"/>
          </p:cNvSpPr>
          <p:nvPr>
            <p:ph type="body" sz="quarter" idx="28" hasCustomPrompt="1"/>
          </p:nvPr>
        </p:nvSpPr>
        <p:spPr>
          <a:xfrm>
            <a:off x="633632" y="419100"/>
            <a:ext cx="2618014" cy="225706"/>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3721544444"/>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Case Study-2/3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4354513" cy="6858000"/>
          </a:xfrm>
          <a:prstGeom prst="rect">
            <a:avLst/>
          </a:prstGeom>
          <a:solidFill>
            <a:schemeClr val="accent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5" name="Picture 4">
            <a:extLst>
              <a:ext uri="{FF2B5EF4-FFF2-40B4-BE49-F238E27FC236}">
                <a16:creationId xmlns:a16="http://schemas.microsoft.com/office/drawing/2014/main" id="{F4D0723C-92A3-529E-5B7C-80EDBC262258}"/>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700" y="6416865"/>
            <a:ext cx="488145" cy="179465"/>
          </a:xfrm>
          <a:prstGeom prst="rect">
            <a:avLst/>
          </a:prstGeom>
        </p:spPr>
      </p:pic>
      <p:sp>
        <p:nvSpPr>
          <p:cNvPr id="6" name="Title 1">
            <a:extLst>
              <a:ext uri="{FF2B5EF4-FFF2-40B4-BE49-F238E27FC236}">
                <a16:creationId xmlns:a16="http://schemas.microsoft.com/office/drawing/2014/main" id="{D80312C7-4EE9-90CF-47E1-087BF0744BD8}"/>
              </a:ext>
            </a:extLst>
          </p:cNvPr>
          <p:cNvSpPr>
            <a:spLocks noGrp="1"/>
          </p:cNvSpPr>
          <p:nvPr>
            <p:ph type="title" hasCustomPrompt="1"/>
          </p:nvPr>
        </p:nvSpPr>
        <p:spPr>
          <a:xfrm>
            <a:off x="633632" y="722843"/>
            <a:ext cx="3474720" cy="338554"/>
          </a:xfrm>
          <a:prstGeom prst="rect">
            <a:avLst/>
          </a:prstGeom>
        </p:spPr>
        <p:txBody>
          <a:bodyPr lIns="0" tIns="0" rIns="0" bIns="0">
            <a:noAutofit/>
          </a:bodyPr>
          <a:lstStyle>
            <a:lvl1pPr>
              <a:defRPr lang="en-US" dirty="0">
                <a:solidFill>
                  <a:schemeClr val="bg1"/>
                </a:solidFill>
                <a:latin typeface="+mj-lt"/>
              </a:defRPr>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7" name="Text Placeholder 10">
            <a:extLst>
              <a:ext uri="{FF2B5EF4-FFF2-40B4-BE49-F238E27FC236}">
                <a16:creationId xmlns:a16="http://schemas.microsoft.com/office/drawing/2014/main" id="{1B4920DC-0C83-DBD1-A7BA-450D741C9E1C}"/>
              </a:ext>
            </a:extLst>
          </p:cNvPr>
          <p:cNvSpPr>
            <a:spLocks noGrp="1"/>
          </p:cNvSpPr>
          <p:nvPr>
            <p:ph type="body" sz="quarter" idx="28" hasCustomPrompt="1"/>
          </p:nvPr>
        </p:nvSpPr>
        <p:spPr>
          <a:xfrm>
            <a:off x="633632" y="419100"/>
            <a:ext cx="3474720" cy="225706"/>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237404992"/>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Case Study_Mockup_Left">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CA393A3-BED5-A4B8-2CC9-68028E8F7DD4}"/>
              </a:ext>
            </a:extLst>
          </p:cNvPr>
          <p:cNvSpPr/>
          <p:nvPr userDrawn="1"/>
        </p:nvSpPr>
        <p:spPr bwMode="auto">
          <a:xfrm>
            <a:off x="0" y="0"/>
            <a:ext cx="7156450" cy="6858000"/>
          </a:xfrm>
          <a:prstGeom prst="rect">
            <a:avLst/>
          </a:prstGeom>
          <a:solidFill>
            <a:schemeClr val="accent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5" name="Picture 4">
            <a:extLst>
              <a:ext uri="{FF2B5EF4-FFF2-40B4-BE49-F238E27FC236}">
                <a16:creationId xmlns:a16="http://schemas.microsoft.com/office/drawing/2014/main" id="{F7B52ADC-08BB-44B3-7F3D-505CD63B753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699" y="6416865"/>
            <a:ext cx="488145" cy="179465"/>
          </a:xfrm>
          <a:prstGeom prst="rect">
            <a:avLst/>
          </a:prstGeom>
        </p:spPr>
      </p:pic>
      <p:sp>
        <p:nvSpPr>
          <p:cNvPr id="3" name="Title 1">
            <a:extLst>
              <a:ext uri="{FF2B5EF4-FFF2-40B4-BE49-F238E27FC236}">
                <a16:creationId xmlns:a16="http://schemas.microsoft.com/office/drawing/2014/main" id="{F73605A9-1E62-45FD-73A7-1EA66A44C762}"/>
              </a:ext>
            </a:extLst>
          </p:cNvPr>
          <p:cNvSpPr>
            <a:spLocks noGrp="1"/>
          </p:cNvSpPr>
          <p:nvPr>
            <p:ph type="title" hasCustomPrompt="1"/>
          </p:nvPr>
        </p:nvSpPr>
        <p:spPr>
          <a:xfrm>
            <a:off x="633632" y="722843"/>
            <a:ext cx="3474720" cy="338554"/>
          </a:xfrm>
          <a:prstGeom prst="rect">
            <a:avLst/>
          </a:prstGeom>
        </p:spPr>
        <p:txBody>
          <a:bodyPr lIns="0" tIns="0" rIns="0" bIns="0">
            <a:noAutofit/>
          </a:bodyPr>
          <a:lstStyle>
            <a:lvl1pPr>
              <a:defRPr lang="en-US" dirty="0">
                <a:solidFill>
                  <a:schemeClr val="bg1"/>
                </a:solidFill>
                <a:latin typeface="+mj-lt"/>
              </a:defRPr>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4" name="Text Placeholder 10">
            <a:extLst>
              <a:ext uri="{FF2B5EF4-FFF2-40B4-BE49-F238E27FC236}">
                <a16:creationId xmlns:a16="http://schemas.microsoft.com/office/drawing/2014/main" id="{E0308101-6824-4317-B732-39B094E4FA53}"/>
              </a:ext>
            </a:extLst>
          </p:cNvPr>
          <p:cNvSpPr>
            <a:spLocks noGrp="1"/>
          </p:cNvSpPr>
          <p:nvPr>
            <p:ph type="body" sz="quarter" idx="28" hasCustomPrompt="1"/>
          </p:nvPr>
        </p:nvSpPr>
        <p:spPr>
          <a:xfrm>
            <a:off x="633632" y="419100"/>
            <a:ext cx="3474720" cy="225706"/>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2578160548"/>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Photo">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7FD4578C-8BBA-DD7F-1D7F-67C3334C4001}"/>
              </a:ext>
            </a:extLst>
          </p:cNvPr>
          <p:cNvSpPr>
            <a:spLocks noGrp="1"/>
          </p:cNvSpPr>
          <p:nvPr>
            <p:ph type="pic" sz="quarter" idx="12"/>
          </p:nvPr>
        </p:nvSpPr>
        <p:spPr>
          <a:xfrm>
            <a:off x="0" y="0"/>
            <a:ext cx="12192000" cy="6858000"/>
          </a:xfrm>
          <a:prstGeom prst="rect">
            <a:avLst/>
          </a:prstGeom>
        </p:spPr>
        <p:txBody>
          <a:bodyPr/>
          <a:lstStyle/>
          <a:p>
            <a:endParaRPr lang="en-US"/>
          </a:p>
        </p:txBody>
      </p:sp>
    </p:spTree>
    <p:extLst>
      <p:ext uri="{BB962C8B-B14F-4D97-AF65-F5344CB8AC3E}">
        <p14:creationId xmlns:p14="http://schemas.microsoft.com/office/powerpoint/2010/main" val="3510511831"/>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2_Custom Layout">
    <p:bg>
      <p:bgPr>
        <a:blipFill dpi="0" rotWithShape="1">
          <a:blip r:embed="rId2">
            <a:lum/>
          </a:blip>
          <a:srcRect/>
          <a:stretch>
            <a:fillRect t="-6000" b="-6000"/>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94778551"/>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3_Custom Layout">
    <p:bg>
      <p:bgPr>
        <a:blipFill dpi="0" rotWithShape="1">
          <a:blip r:embed="rId2">
            <a:lum/>
          </a:blip>
          <a:srcRect/>
          <a:stretch>
            <a:fillRect t="-6000" b="-6000"/>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82828043"/>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4_Custom Layout">
    <p:bg>
      <p:bgPr>
        <a:blipFill dpi="0" rotWithShape="1">
          <a:blip r:embed="rId2">
            <a:lum/>
          </a:blip>
          <a:srcRect/>
          <a:stretch>
            <a:fillRect t="-6000" b="-6000"/>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96977987"/>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Custom Layout">
    <p:bg>
      <p:bgPr>
        <a:blipFill dpi="0" rotWithShape="1">
          <a:blip r:embed="rId2">
            <a:lum/>
          </a:blip>
          <a:srcRect/>
          <a:stretch>
            <a:fillRect l="-2000" r="-2000"/>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64886375"/>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userDrawn="1">
  <p:cSld name="Thank_you">
    <p:spTree>
      <p:nvGrpSpPr>
        <p:cNvPr id="1" name=""/>
        <p:cNvGrpSpPr/>
        <p:nvPr/>
      </p:nvGrpSpPr>
      <p:grpSpPr>
        <a:xfrm>
          <a:off x="0" y="0"/>
          <a:ext cx="0" cy="0"/>
          <a:chOff x="0" y="0"/>
          <a:chExt cx="0" cy="0"/>
        </a:xfrm>
      </p:grpSpPr>
      <p:sp>
        <p:nvSpPr>
          <p:cNvPr id="6" name="Text Placeholder 2">
            <a:extLst>
              <a:ext uri="{FF2B5EF4-FFF2-40B4-BE49-F238E27FC236}">
                <a16:creationId xmlns:a16="http://schemas.microsoft.com/office/drawing/2014/main" id="{32B93596-9EFA-D1CF-1891-B79E8C134296}"/>
              </a:ext>
            </a:extLst>
          </p:cNvPr>
          <p:cNvSpPr>
            <a:spLocks noGrp="1"/>
          </p:cNvSpPr>
          <p:nvPr>
            <p:ph type="body" sz="quarter" idx="12"/>
          </p:nvPr>
        </p:nvSpPr>
        <p:spPr>
          <a:xfrm>
            <a:off x="6008594" y="1585875"/>
            <a:ext cx="3827462" cy="257250"/>
          </a:xfrm>
          <a:prstGeom prst="rect">
            <a:avLst/>
          </a:prstGeom>
        </p:spPr>
        <p:txBody>
          <a:bodyPr/>
          <a:lstStyle>
            <a:lvl1pPr>
              <a:defRPr sz="1600" b="0" i="0">
                <a:latin typeface="Calibri" panose="020F0502020204030204" pitchFamily="34" charset="0"/>
                <a:cs typeface="Calibri" panose="020F0502020204030204" pitchFamily="34" charset="0"/>
              </a:defRPr>
            </a:lvl1pPr>
          </a:lstStyle>
          <a:p>
            <a:r>
              <a:rPr lang="en-US"/>
              <a:t>For more information, contact</a:t>
            </a:r>
          </a:p>
        </p:txBody>
      </p:sp>
      <p:sp>
        <p:nvSpPr>
          <p:cNvPr id="7" name="Text Placeholder 3">
            <a:extLst>
              <a:ext uri="{FF2B5EF4-FFF2-40B4-BE49-F238E27FC236}">
                <a16:creationId xmlns:a16="http://schemas.microsoft.com/office/drawing/2014/main" id="{6FDC7A20-9DDC-243D-12E0-D419647A673B}"/>
              </a:ext>
            </a:extLst>
          </p:cNvPr>
          <p:cNvSpPr>
            <a:spLocks noGrp="1"/>
          </p:cNvSpPr>
          <p:nvPr>
            <p:ph type="body" sz="quarter" idx="13"/>
          </p:nvPr>
        </p:nvSpPr>
        <p:spPr>
          <a:xfrm>
            <a:off x="6008594" y="2359058"/>
            <a:ext cx="3827462" cy="289438"/>
          </a:xfrm>
          <a:prstGeom prst="rect">
            <a:avLst/>
          </a:prstGeom>
        </p:spPr>
        <p:txBody>
          <a:bodyPr/>
          <a:lstStyle>
            <a:lvl1pPr>
              <a:defRPr sz="1800" b="1" i="0">
                <a:solidFill>
                  <a:schemeClr val="accent2"/>
                </a:solidFill>
                <a:latin typeface="Calibri" panose="020F0502020204030204" pitchFamily="34" charset="0"/>
                <a:cs typeface="Calibri" panose="020F0502020204030204" pitchFamily="34" charset="0"/>
              </a:defRPr>
            </a:lvl1pPr>
          </a:lstStyle>
          <a:p>
            <a:r>
              <a:rPr lang="en-US"/>
              <a:t>Name</a:t>
            </a:r>
          </a:p>
        </p:txBody>
      </p:sp>
      <p:sp>
        <p:nvSpPr>
          <p:cNvPr id="8" name="Text Placeholder 4">
            <a:extLst>
              <a:ext uri="{FF2B5EF4-FFF2-40B4-BE49-F238E27FC236}">
                <a16:creationId xmlns:a16="http://schemas.microsoft.com/office/drawing/2014/main" id="{DF0BB83A-8F61-9449-F88A-D14428FB92FB}"/>
              </a:ext>
            </a:extLst>
          </p:cNvPr>
          <p:cNvSpPr>
            <a:spLocks noGrp="1"/>
          </p:cNvSpPr>
          <p:nvPr>
            <p:ph type="body" sz="quarter" idx="14"/>
          </p:nvPr>
        </p:nvSpPr>
        <p:spPr>
          <a:xfrm>
            <a:off x="6008594" y="2744373"/>
            <a:ext cx="3827462" cy="225126"/>
          </a:xfrm>
          <a:prstGeom prst="rect">
            <a:avLst/>
          </a:prstGeom>
        </p:spPr>
        <p:txBody>
          <a:bodyPr/>
          <a:lstStyle>
            <a:lvl1pPr>
              <a:defRPr sz="1400" b="0" i="0">
                <a:solidFill>
                  <a:schemeClr val="accent2"/>
                </a:solidFill>
                <a:latin typeface="Calibri Light" panose="020F0302020204030204" pitchFamily="34" charset="0"/>
                <a:cs typeface="Calibri Light" panose="020F0302020204030204" pitchFamily="34" charset="0"/>
              </a:defRPr>
            </a:lvl1pPr>
          </a:lstStyle>
          <a:p>
            <a:r>
              <a:rPr lang="en-US"/>
              <a:t>Position title</a:t>
            </a:r>
          </a:p>
        </p:txBody>
      </p:sp>
      <p:sp>
        <p:nvSpPr>
          <p:cNvPr id="9" name="Text Placeholder 5">
            <a:extLst>
              <a:ext uri="{FF2B5EF4-FFF2-40B4-BE49-F238E27FC236}">
                <a16:creationId xmlns:a16="http://schemas.microsoft.com/office/drawing/2014/main" id="{928CEB9B-E281-2F84-4094-6D6C75AE1667}"/>
              </a:ext>
            </a:extLst>
          </p:cNvPr>
          <p:cNvSpPr>
            <a:spLocks noGrp="1"/>
          </p:cNvSpPr>
          <p:nvPr>
            <p:ph type="body" sz="quarter" idx="15"/>
          </p:nvPr>
        </p:nvSpPr>
        <p:spPr>
          <a:xfrm>
            <a:off x="6008594" y="3273458"/>
            <a:ext cx="3827462" cy="225126"/>
          </a:xfrm>
          <a:prstGeom prst="rect">
            <a:avLst/>
          </a:prstGeom>
        </p:spPr>
        <p:txBody>
          <a:bodyPr/>
          <a:lstStyle>
            <a:lvl1pPr>
              <a:defRPr sz="1400" b="0" i="0">
                <a:latin typeface="Calibri Light" panose="020F0302020204030204" pitchFamily="34" charset="0"/>
                <a:cs typeface="Calibri Light" panose="020F0302020204030204" pitchFamily="34" charset="0"/>
              </a:defRPr>
            </a:lvl1pPr>
          </a:lstStyle>
          <a:p>
            <a:r>
              <a:rPr lang="en-US"/>
              <a:t>Insert email</a:t>
            </a:r>
          </a:p>
        </p:txBody>
      </p:sp>
      <p:sp>
        <p:nvSpPr>
          <p:cNvPr id="10" name="Text Placeholder 6">
            <a:extLst>
              <a:ext uri="{FF2B5EF4-FFF2-40B4-BE49-F238E27FC236}">
                <a16:creationId xmlns:a16="http://schemas.microsoft.com/office/drawing/2014/main" id="{4B5D4FBD-9119-A47E-823E-8468ED6CF450}"/>
              </a:ext>
            </a:extLst>
          </p:cNvPr>
          <p:cNvSpPr>
            <a:spLocks noGrp="1"/>
          </p:cNvSpPr>
          <p:nvPr>
            <p:ph type="body" sz="quarter" idx="16"/>
          </p:nvPr>
        </p:nvSpPr>
        <p:spPr>
          <a:xfrm>
            <a:off x="6008594" y="3560388"/>
            <a:ext cx="3827462" cy="225126"/>
          </a:xfrm>
          <a:prstGeom prst="rect">
            <a:avLst/>
          </a:prstGeom>
        </p:spPr>
        <p:txBody>
          <a:bodyPr/>
          <a:lstStyle>
            <a:lvl1pPr>
              <a:defRPr sz="1400" b="0" i="0">
                <a:latin typeface="Calibri Light" panose="020F0302020204030204" pitchFamily="34" charset="0"/>
                <a:cs typeface="Calibri Light" panose="020F0302020204030204" pitchFamily="34" charset="0"/>
              </a:defRPr>
            </a:lvl1pPr>
          </a:lstStyle>
          <a:p>
            <a:r>
              <a:rPr lang="en-US"/>
              <a:t>+1 000 000 000</a:t>
            </a:r>
          </a:p>
        </p:txBody>
      </p:sp>
      <p:sp>
        <p:nvSpPr>
          <p:cNvPr id="11" name="Text Placeholder 7">
            <a:extLst>
              <a:ext uri="{FF2B5EF4-FFF2-40B4-BE49-F238E27FC236}">
                <a16:creationId xmlns:a16="http://schemas.microsoft.com/office/drawing/2014/main" id="{C67B81F6-EE7E-69A9-E411-F7C52303401A}"/>
              </a:ext>
            </a:extLst>
          </p:cNvPr>
          <p:cNvSpPr>
            <a:spLocks noGrp="1"/>
          </p:cNvSpPr>
          <p:nvPr>
            <p:ph type="body" sz="quarter" idx="17"/>
          </p:nvPr>
        </p:nvSpPr>
        <p:spPr>
          <a:xfrm>
            <a:off x="6008594" y="4117149"/>
            <a:ext cx="3827462" cy="1173078"/>
          </a:xfrm>
          <a:prstGeom prst="rect">
            <a:avLst/>
          </a:prstGeom>
        </p:spPr>
        <p:txBody>
          <a:bodyPr/>
          <a:lstStyle>
            <a:lvl1pPr>
              <a:defRPr sz="1400" b="0" i="0">
                <a:latin typeface="Calibri Light" panose="020F0302020204030204" pitchFamily="34" charset="0"/>
                <a:cs typeface="Calibri Light" panose="020F0302020204030204" pitchFamily="34" charset="0"/>
              </a:defRPr>
            </a:lvl1pPr>
          </a:lstStyle>
          <a:p>
            <a:r>
              <a:rPr lang="en-US"/>
              <a:t>Address Line 1</a:t>
            </a:r>
          </a:p>
          <a:p>
            <a:r>
              <a:rPr lang="en-US"/>
              <a:t>Address Line 2</a:t>
            </a:r>
          </a:p>
          <a:p>
            <a:r>
              <a:rPr lang="en-US"/>
              <a:t>Zip Code</a:t>
            </a:r>
          </a:p>
          <a:p>
            <a:r>
              <a:rPr lang="en-US"/>
              <a:t>Country</a:t>
            </a:r>
          </a:p>
        </p:txBody>
      </p:sp>
      <p:sp>
        <p:nvSpPr>
          <p:cNvPr id="12" name="Title 2">
            <a:extLst>
              <a:ext uri="{FF2B5EF4-FFF2-40B4-BE49-F238E27FC236}">
                <a16:creationId xmlns:a16="http://schemas.microsoft.com/office/drawing/2014/main" id="{7D40B0A2-8366-4164-6D42-A15D2F6F574B}"/>
              </a:ext>
            </a:extLst>
          </p:cNvPr>
          <p:cNvSpPr>
            <a:spLocks noGrp="1"/>
          </p:cNvSpPr>
          <p:nvPr>
            <p:ph type="title" hasCustomPrompt="1"/>
          </p:nvPr>
        </p:nvSpPr>
        <p:spPr>
          <a:xfrm>
            <a:off x="647700" y="1353882"/>
            <a:ext cx="4220135" cy="1107996"/>
          </a:xfrm>
          <a:prstGeom prst="rect">
            <a:avLst/>
          </a:prstGeom>
        </p:spPr>
        <p:txBody>
          <a:bodyPr wrap="square">
            <a:spAutoFit/>
          </a:bodyPr>
          <a:lstStyle>
            <a:lvl1pPr>
              <a:defRPr sz="7200" b="0" i="0">
                <a:gradFill>
                  <a:gsLst>
                    <a:gs pos="0">
                      <a:srgbClr val="00F6FF"/>
                    </a:gs>
                    <a:gs pos="56000">
                      <a:srgbClr val="00FFF0"/>
                    </a:gs>
                    <a:gs pos="100000">
                      <a:srgbClr val="B896FF"/>
                    </a:gs>
                  </a:gsLst>
                  <a:lin ang="0" scaled="0"/>
                </a:gradFill>
                <a:latin typeface="Calibri" panose="020F0502020204030204" pitchFamily="34" charset="0"/>
                <a:cs typeface="Calibri" panose="020F0502020204030204" pitchFamily="34" charset="0"/>
              </a:defRPr>
            </a:lvl1pPr>
          </a:lstStyle>
          <a:p>
            <a:r>
              <a:rPr lang="en-US"/>
              <a:t>Thank you!</a:t>
            </a:r>
          </a:p>
        </p:txBody>
      </p:sp>
      <p:cxnSp>
        <p:nvCxnSpPr>
          <p:cNvPr id="16" name="Straight Connector 15">
            <a:extLst>
              <a:ext uri="{FF2B5EF4-FFF2-40B4-BE49-F238E27FC236}">
                <a16:creationId xmlns:a16="http://schemas.microsoft.com/office/drawing/2014/main" id="{32A2464A-FAB8-9787-5897-30B871357252}"/>
              </a:ext>
            </a:extLst>
          </p:cNvPr>
          <p:cNvCxnSpPr>
            <a:cxnSpLocks/>
          </p:cNvCxnSpPr>
          <p:nvPr userDrawn="1"/>
        </p:nvCxnSpPr>
        <p:spPr>
          <a:xfrm>
            <a:off x="6008594" y="1981200"/>
            <a:ext cx="6248400"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874838"/>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userDrawn="1">
  <p:cSld name="Thank_you_photo">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79C487BF-0EFB-7D6C-3495-E817AE08A6AD}"/>
              </a:ext>
            </a:extLst>
          </p:cNvPr>
          <p:cNvSpPr>
            <a:spLocks noGrp="1"/>
          </p:cNvSpPr>
          <p:nvPr>
            <p:ph type="pic" sz="quarter" idx="24"/>
          </p:nvPr>
        </p:nvSpPr>
        <p:spPr>
          <a:xfrm>
            <a:off x="6096000" y="0"/>
            <a:ext cx="6096000" cy="6858000"/>
          </a:xfrm>
          <a:prstGeom prst="rect">
            <a:avLst/>
          </a:prstGeom>
        </p:spPr>
        <p:txBody>
          <a:bodyPr/>
          <a:lstStyle/>
          <a:p>
            <a:endParaRPr lang="en-US"/>
          </a:p>
        </p:txBody>
      </p:sp>
      <p:sp>
        <p:nvSpPr>
          <p:cNvPr id="2" name="Title 2">
            <a:extLst>
              <a:ext uri="{FF2B5EF4-FFF2-40B4-BE49-F238E27FC236}">
                <a16:creationId xmlns:a16="http://schemas.microsoft.com/office/drawing/2014/main" id="{C4526B2C-80FA-F150-338B-DB03C5073388}"/>
              </a:ext>
            </a:extLst>
          </p:cNvPr>
          <p:cNvSpPr>
            <a:spLocks noGrp="1"/>
          </p:cNvSpPr>
          <p:nvPr>
            <p:ph type="title" hasCustomPrompt="1"/>
          </p:nvPr>
        </p:nvSpPr>
        <p:spPr>
          <a:xfrm>
            <a:off x="647700" y="1035424"/>
            <a:ext cx="4648200" cy="1107996"/>
          </a:xfrm>
          <a:prstGeom prst="rect">
            <a:avLst/>
          </a:prstGeom>
        </p:spPr>
        <p:txBody>
          <a:bodyPr wrap="square" lIns="0" tIns="0" rIns="0" bIns="0">
            <a:spAutoFit/>
          </a:bodyPr>
          <a:lstStyle>
            <a:lvl1pPr>
              <a:defRPr lang="en-US" sz="7200" b="0">
                <a:gradFill>
                  <a:gsLst>
                    <a:gs pos="0">
                      <a:srgbClr val="00F6FF"/>
                    </a:gs>
                    <a:gs pos="56000">
                      <a:srgbClr val="00FFF0"/>
                    </a:gs>
                    <a:gs pos="100000">
                      <a:srgbClr val="B896FF"/>
                    </a:gs>
                  </a:gsLst>
                  <a:lin ang="0" scaled="0"/>
                </a:gradFill>
              </a:defRPr>
            </a:lvl1pPr>
          </a:lstStyle>
          <a:p>
            <a:pPr lvl="0"/>
            <a:r>
              <a:rPr lang="en-US"/>
              <a:t>Thank you!</a:t>
            </a:r>
          </a:p>
        </p:txBody>
      </p:sp>
      <p:sp>
        <p:nvSpPr>
          <p:cNvPr id="5" name="Text Placeholder 2">
            <a:extLst>
              <a:ext uri="{FF2B5EF4-FFF2-40B4-BE49-F238E27FC236}">
                <a16:creationId xmlns:a16="http://schemas.microsoft.com/office/drawing/2014/main" id="{7AF9CC8A-BAB0-4529-6083-A3D7F01CE458}"/>
              </a:ext>
            </a:extLst>
          </p:cNvPr>
          <p:cNvSpPr>
            <a:spLocks noGrp="1"/>
          </p:cNvSpPr>
          <p:nvPr>
            <p:ph type="body" sz="quarter" idx="12"/>
          </p:nvPr>
        </p:nvSpPr>
        <p:spPr>
          <a:xfrm>
            <a:off x="647700" y="2540616"/>
            <a:ext cx="3827462" cy="257250"/>
          </a:xfrm>
          <a:prstGeom prst="rect">
            <a:avLst/>
          </a:prstGeom>
        </p:spPr>
        <p:txBody>
          <a:bodyPr/>
          <a:lstStyle>
            <a:lvl1pPr>
              <a:defRPr sz="1600" b="0" i="0">
                <a:latin typeface="Calibri" panose="020F0502020204030204" pitchFamily="34" charset="0"/>
                <a:cs typeface="Calibri" panose="020F0502020204030204" pitchFamily="34" charset="0"/>
              </a:defRPr>
            </a:lvl1pPr>
          </a:lstStyle>
          <a:p>
            <a:r>
              <a:rPr lang="en-US"/>
              <a:t>For more information, contact</a:t>
            </a:r>
          </a:p>
        </p:txBody>
      </p:sp>
      <p:sp>
        <p:nvSpPr>
          <p:cNvPr id="6" name="Text Placeholder 3">
            <a:extLst>
              <a:ext uri="{FF2B5EF4-FFF2-40B4-BE49-F238E27FC236}">
                <a16:creationId xmlns:a16="http://schemas.microsoft.com/office/drawing/2014/main" id="{25054708-622B-37B7-6E33-486A71C9526E}"/>
              </a:ext>
            </a:extLst>
          </p:cNvPr>
          <p:cNvSpPr>
            <a:spLocks noGrp="1"/>
          </p:cNvSpPr>
          <p:nvPr>
            <p:ph type="body" sz="quarter" idx="13"/>
          </p:nvPr>
        </p:nvSpPr>
        <p:spPr>
          <a:xfrm>
            <a:off x="647700" y="3313799"/>
            <a:ext cx="3827462" cy="289438"/>
          </a:xfrm>
          <a:prstGeom prst="rect">
            <a:avLst/>
          </a:prstGeom>
        </p:spPr>
        <p:txBody>
          <a:bodyPr/>
          <a:lstStyle>
            <a:lvl1pPr>
              <a:defRPr sz="1800" b="1" i="0">
                <a:solidFill>
                  <a:schemeClr val="accent2"/>
                </a:solidFill>
                <a:latin typeface="Calibri" panose="020F0502020204030204" pitchFamily="34" charset="0"/>
                <a:cs typeface="Calibri" panose="020F0502020204030204" pitchFamily="34" charset="0"/>
              </a:defRPr>
            </a:lvl1pPr>
          </a:lstStyle>
          <a:p>
            <a:r>
              <a:rPr lang="en-US"/>
              <a:t>Name</a:t>
            </a:r>
          </a:p>
        </p:txBody>
      </p:sp>
      <p:sp>
        <p:nvSpPr>
          <p:cNvPr id="7" name="Text Placeholder 4">
            <a:extLst>
              <a:ext uri="{FF2B5EF4-FFF2-40B4-BE49-F238E27FC236}">
                <a16:creationId xmlns:a16="http://schemas.microsoft.com/office/drawing/2014/main" id="{756D2A3F-CCA1-F399-D035-1BB32FED6345}"/>
              </a:ext>
            </a:extLst>
          </p:cNvPr>
          <p:cNvSpPr>
            <a:spLocks noGrp="1"/>
          </p:cNvSpPr>
          <p:nvPr>
            <p:ph type="body" sz="quarter" idx="14"/>
          </p:nvPr>
        </p:nvSpPr>
        <p:spPr>
          <a:xfrm>
            <a:off x="647700" y="3672220"/>
            <a:ext cx="3827462" cy="225126"/>
          </a:xfrm>
          <a:prstGeom prst="rect">
            <a:avLst/>
          </a:prstGeom>
        </p:spPr>
        <p:txBody>
          <a:bodyPr/>
          <a:lstStyle>
            <a:lvl1pPr>
              <a:defRPr sz="1400" b="0" i="0">
                <a:solidFill>
                  <a:schemeClr val="accent2"/>
                </a:solidFill>
                <a:latin typeface="Calibri Light" panose="020F0302020204030204" pitchFamily="34" charset="0"/>
                <a:cs typeface="Calibri Light" panose="020F0302020204030204" pitchFamily="34" charset="0"/>
              </a:defRPr>
            </a:lvl1pPr>
          </a:lstStyle>
          <a:p>
            <a:r>
              <a:rPr lang="en-US"/>
              <a:t>Position title</a:t>
            </a:r>
          </a:p>
        </p:txBody>
      </p:sp>
      <p:sp>
        <p:nvSpPr>
          <p:cNvPr id="8" name="Text Placeholder 5">
            <a:extLst>
              <a:ext uri="{FF2B5EF4-FFF2-40B4-BE49-F238E27FC236}">
                <a16:creationId xmlns:a16="http://schemas.microsoft.com/office/drawing/2014/main" id="{D50C7B71-5C80-8C3A-B66C-42F7296EB9CC}"/>
              </a:ext>
            </a:extLst>
          </p:cNvPr>
          <p:cNvSpPr>
            <a:spLocks noGrp="1"/>
          </p:cNvSpPr>
          <p:nvPr>
            <p:ph type="body" sz="quarter" idx="15"/>
          </p:nvPr>
        </p:nvSpPr>
        <p:spPr>
          <a:xfrm>
            <a:off x="647700" y="4201305"/>
            <a:ext cx="3827462" cy="225126"/>
          </a:xfrm>
          <a:prstGeom prst="rect">
            <a:avLst/>
          </a:prstGeom>
        </p:spPr>
        <p:txBody>
          <a:bodyPr/>
          <a:lstStyle>
            <a:lvl1pPr>
              <a:defRPr sz="1400" b="0" i="0">
                <a:latin typeface="Calibri Light" panose="020F0302020204030204" pitchFamily="34" charset="0"/>
                <a:cs typeface="Calibri Light" panose="020F0302020204030204" pitchFamily="34" charset="0"/>
              </a:defRPr>
            </a:lvl1pPr>
          </a:lstStyle>
          <a:p>
            <a:r>
              <a:rPr lang="en-US"/>
              <a:t>Insert email</a:t>
            </a:r>
          </a:p>
        </p:txBody>
      </p:sp>
      <p:sp>
        <p:nvSpPr>
          <p:cNvPr id="9" name="Text Placeholder 6">
            <a:extLst>
              <a:ext uri="{FF2B5EF4-FFF2-40B4-BE49-F238E27FC236}">
                <a16:creationId xmlns:a16="http://schemas.microsoft.com/office/drawing/2014/main" id="{0BFDDCB6-69BB-2359-40AB-46BA1DA744F3}"/>
              </a:ext>
            </a:extLst>
          </p:cNvPr>
          <p:cNvSpPr>
            <a:spLocks noGrp="1"/>
          </p:cNvSpPr>
          <p:nvPr>
            <p:ph type="body" sz="quarter" idx="16"/>
          </p:nvPr>
        </p:nvSpPr>
        <p:spPr>
          <a:xfrm>
            <a:off x="647700" y="4488235"/>
            <a:ext cx="3827462" cy="225126"/>
          </a:xfrm>
          <a:prstGeom prst="rect">
            <a:avLst/>
          </a:prstGeom>
        </p:spPr>
        <p:txBody>
          <a:bodyPr/>
          <a:lstStyle>
            <a:lvl1pPr>
              <a:defRPr sz="1400" b="0" i="0">
                <a:latin typeface="Calibri Light" panose="020F0302020204030204" pitchFamily="34" charset="0"/>
                <a:cs typeface="Calibri Light" panose="020F0302020204030204" pitchFamily="34" charset="0"/>
              </a:defRPr>
            </a:lvl1pPr>
          </a:lstStyle>
          <a:p>
            <a:r>
              <a:rPr lang="en-US"/>
              <a:t>+1 000 000 000</a:t>
            </a:r>
          </a:p>
        </p:txBody>
      </p:sp>
      <p:sp>
        <p:nvSpPr>
          <p:cNvPr id="10" name="Text Placeholder 7">
            <a:extLst>
              <a:ext uri="{FF2B5EF4-FFF2-40B4-BE49-F238E27FC236}">
                <a16:creationId xmlns:a16="http://schemas.microsoft.com/office/drawing/2014/main" id="{3D16F9E7-5E17-1B62-F499-C761278885E7}"/>
              </a:ext>
            </a:extLst>
          </p:cNvPr>
          <p:cNvSpPr>
            <a:spLocks noGrp="1"/>
          </p:cNvSpPr>
          <p:nvPr>
            <p:ph type="body" sz="quarter" idx="17"/>
          </p:nvPr>
        </p:nvSpPr>
        <p:spPr>
          <a:xfrm>
            <a:off x="647700" y="4897078"/>
            <a:ext cx="3827462" cy="1173078"/>
          </a:xfrm>
          <a:prstGeom prst="rect">
            <a:avLst/>
          </a:prstGeom>
        </p:spPr>
        <p:txBody>
          <a:bodyPr/>
          <a:lstStyle>
            <a:lvl1pPr>
              <a:defRPr sz="1400" b="0" i="0">
                <a:latin typeface="Calibri Light" panose="020F0302020204030204" pitchFamily="34" charset="0"/>
                <a:cs typeface="Calibri Light" panose="020F0302020204030204" pitchFamily="34" charset="0"/>
              </a:defRPr>
            </a:lvl1pPr>
          </a:lstStyle>
          <a:p>
            <a:r>
              <a:rPr lang="en-US"/>
              <a:t>Address Line 1</a:t>
            </a:r>
          </a:p>
          <a:p>
            <a:r>
              <a:rPr lang="en-US"/>
              <a:t>Address Line 2</a:t>
            </a:r>
          </a:p>
          <a:p>
            <a:r>
              <a:rPr lang="en-US"/>
              <a:t>Zip Code</a:t>
            </a:r>
          </a:p>
          <a:p>
            <a:r>
              <a:rPr lang="en-US"/>
              <a:t>Country</a:t>
            </a:r>
          </a:p>
        </p:txBody>
      </p:sp>
      <p:cxnSp>
        <p:nvCxnSpPr>
          <p:cNvPr id="11" name="Straight Connector 10">
            <a:extLst>
              <a:ext uri="{FF2B5EF4-FFF2-40B4-BE49-F238E27FC236}">
                <a16:creationId xmlns:a16="http://schemas.microsoft.com/office/drawing/2014/main" id="{68FF80AE-E38B-EC18-E1B5-2B5AAE36C2F4}"/>
              </a:ext>
            </a:extLst>
          </p:cNvPr>
          <p:cNvCxnSpPr>
            <a:cxnSpLocks/>
          </p:cNvCxnSpPr>
          <p:nvPr userDrawn="1"/>
        </p:nvCxnSpPr>
        <p:spPr>
          <a:xfrm>
            <a:off x="647700" y="2935941"/>
            <a:ext cx="3534335"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2237638"/>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userDrawn="1">
  <p:cSld name="x_Photo_+_Caption_A">
    <p:bg>
      <p:bgPr>
        <a:solidFill>
          <a:schemeClr val="bg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C50EF9F7-1BDD-C412-DA7B-D3D0D1ABA091}"/>
              </a:ext>
            </a:extLst>
          </p:cNvPr>
          <p:cNvSpPr>
            <a:spLocks noGrp="1"/>
          </p:cNvSpPr>
          <p:nvPr>
            <p:ph type="pic" sz="quarter" idx="13"/>
          </p:nvPr>
        </p:nvSpPr>
        <p:spPr>
          <a:xfrm>
            <a:off x="647700" y="670773"/>
            <a:ext cx="10896600" cy="5539527"/>
          </a:xfrm>
          <a:prstGeom prst="rect">
            <a:avLst/>
          </a:prstGeom>
        </p:spPr>
        <p:txBody>
          <a:bodyPr/>
          <a:lstStyle/>
          <a:p>
            <a:endParaRPr lang="en-US"/>
          </a:p>
        </p:txBody>
      </p:sp>
      <p:sp>
        <p:nvSpPr>
          <p:cNvPr id="2" name="Rectangle 1">
            <a:extLst>
              <a:ext uri="{FF2B5EF4-FFF2-40B4-BE49-F238E27FC236}">
                <a16:creationId xmlns:a16="http://schemas.microsoft.com/office/drawing/2014/main" id="{F7C1B8CB-9FFB-8D0A-F788-18710501B096}"/>
              </a:ext>
            </a:extLst>
          </p:cNvPr>
          <p:cNvSpPr/>
          <p:nvPr userDrawn="1"/>
        </p:nvSpPr>
        <p:spPr bwMode="auto">
          <a:xfrm>
            <a:off x="0" y="2679405"/>
            <a:ext cx="4924396" cy="4178595"/>
          </a:xfrm>
          <a:prstGeom prst="rect">
            <a:avLst/>
          </a:prstGeom>
          <a:solidFill>
            <a:srgbClr val="161616"/>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8" name="Oval 7">
            <a:extLst>
              <a:ext uri="{FF2B5EF4-FFF2-40B4-BE49-F238E27FC236}">
                <a16:creationId xmlns:a16="http://schemas.microsoft.com/office/drawing/2014/main" id="{08E94620-1500-8D43-BD64-006D83AE4B8E}"/>
              </a:ext>
            </a:extLst>
          </p:cNvPr>
          <p:cNvSpPr/>
          <p:nvPr userDrawn="1"/>
        </p:nvSpPr>
        <p:spPr bwMode="auto">
          <a:xfrm>
            <a:off x="-2151983" y="5103629"/>
            <a:ext cx="3848986" cy="3848986"/>
          </a:xfrm>
          <a:prstGeom prst="ellipse">
            <a:avLst/>
          </a:prstGeom>
          <a:solidFill>
            <a:srgbClr val="8B97FF">
              <a:alpha val="65000"/>
            </a:srgbClr>
          </a:solidFill>
          <a:ln>
            <a:noFill/>
          </a:ln>
          <a:effectLst>
            <a:softEdge rad="805949"/>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5" name="Text Placeholder 4">
            <a:extLst>
              <a:ext uri="{FF2B5EF4-FFF2-40B4-BE49-F238E27FC236}">
                <a16:creationId xmlns:a16="http://schemas.microsoft.com/office/drawing/2014/main" id="{A2159C2A-0FC8-422F-92E4-B92935AAE5A0}"/>
              </a:ext>
            </a:extLst>
          </p:cNvPr>
          <p:cNvSpPr>
            <a:spLocks noGrp="1"/>
          </p:cNvSpPr>
          <p:nvPr>
            <p:ph type="body" sz="quarter" idx="10" hasCustomPrompt="1"/>
          </p:nvPr>
        </p:nvSpPr>
        <p:spPr>
          <a:xfrm>
            <a:off x="647699" y="3809007"/>
            <a:ext cx="3722281" cy="1169551"/>
          </a:xfrm>
          <a:prstGeom prst="rect">
            <a:avLst/>
          </a:prstGeom>
        </p:spPr>
        <p:txBody>
          <a:bodyPr wrap="square">
            <a:spAutoFit/>
          </a:bodyPr>
          <a:lstStyle>
            <a:lvl1pPr>
              <a:lnSpc>
                <a:spcPct val="100000"/>
              </a:lnSpc>
              <a:spcBef>
                <a:spcPts val="0"/>
              </a:spcBef>
              <a:defRPr sz="3800" b="0" i="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t>Caption with two or more lines</a:t>
            </a:r>
          </a:p>
        </p:txBody>
      </p:sp>
      <p:sp>
        <p:nvSpPr>
          <p:cNvPr id="13" name="Text Placeholder 4">
            <a:extLst>
              <a:ext uri="{FF2B5EF4-FFF2-40B4-BE49-F238E27FC236}">
                <a16:creationId xmlns:a16="http://schemas.microsoft.com/office/drawing/2014/main" id="{B8E369A2-FC86-4140-9080-E549260B9180}"/>
              </a:ext>
            </a:extLst>
          </p:cNvPr>
          <p:cNvSpPr>
            <a:spLocks noGrp="1"/>
          </p:cNvSpPr>
          <p:nvPr>
            <p:ph type="body" sz="quarter" idx="11" hasCustomPrompt="1"/>
          </p:nvPr>
        </p:nvSpPr>
        <p:spPr>
          <a:xfrm>
            <a:off x="647700" y="3428999"/>
            <a:ext cx="3732914" cy="184666"/>
          </a:xfrm>
          <a:prstGeom prst="rect">
            <a:avLst/>
          </a:prstGeom>
        </p:spPr>
        <p:txBody>
          <a:bodyPr wrap="square">
            <a:spAutoFit/>
          </a:bodyPr>
          <a:lstStyle>
            <a:lvl1pPr>
              <a:lnSpc>
                <a:spcPct val="100000"/>
              </a:lnSpc>
              <a:spcBef>
                <a:spcPts val="0"/>
              </a:spcBef>
              <a:defRPr sz="1200" b="1" spc="300">
                <a:solidFill>
                  <a:schemeClr val="bg1"/>
                </a:solidFill>
                <a:latin typeface="+mj-lt"/>
                <a:cs typeface="Calibri Light" panose="020F0302020204030204" pitchFamily="34" charset="0"/>
              </a:defRPr>
            </a:lvl1pPr>
            <a:lvl2pPr>
              <a:buNone/>
              <a:defRPr/>
            </a:lvl2pPr>
          </a:lstStyle>
          <a:p>
            <a:pPr lvl="0"/>
            <a:r>
              <a:rPr lang="en-US">
                <a:effectLst/>
              </a:rPr>
              <a:t>PREHEADER</a:t>
            </a:r>
            <a:endParaRPr lang="en-US"/>
          </a:p>
        </p:txBody>
      </p:sp>
      <p:sp>
        <p:nvSpPr>
          <p:cNvPr id="3" name="Text Placeholder 4">
            <a:extLst>
              <a:ext uri="{FF2B5EF4-FFF2-40B4-BE49-F238E27FC236}">
                <a16:creationId xmlns:a16="http://schemas.microsoft.com/office/drawing/2014/main" id="{184CEF6B-33E9-BCE0-3818-CFEBB6352D89}"/>
              </a:ext>
            </a:extLst>
          </p:cNvPr>
          <p:cNvSpPr>
            <a:spLocks noGrp="1"/>
          </p:cNvSpPr>
          <p:nvPr>
            <p:ph type="body" sz="quarter" idx="12" hasCustomPrompt="1"/>
          </p:nvPr>
        </p:nvSpPr>
        <p:spPr>
          <a:xfrm>
            <a:off x="647700" y="5438001"/>
            <a:ext cx="3690384" cy="276999"/>
          </a:xfrm>
          <a:prstGeom prst="rect">
            <a:avLst/>
          </a:prstGeom>
        </p:spPr>
        <p:txBody>
          <a:bodyPr wrap="square">
            <a:spAutoFit/>
          </a:bodyPr>
          <a:lstStyle>
            <a:lvl1pPr>
              <a:lnSpc>
                <a:spcPct val="100000"/>
              </a:lnSpc>
              <a:spcBef>
                <a:spcPts val="0"/>
              </a:spcBef>
              <a:defRPr sz="18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a:t>
            </a:r>
            <a:endParaRPr lang="en-US"/>
          </a:p>
        </p:txBody>
      </p:sp>
      <p:sp>
        <p:nvSpPr>
          <p:cNvPr id="4" name="TextBox 3">
            <a:extLst>
              <a:ext uri="{FF2B5EF4-FFF2-40B4-BE49-F238E27FC236}">
                <a16:creationId xmlns:a16="http://schemas.microsoft.com/office/drawing/2014/main" id="{332FADFE-CDC9-BCE0-575D-8C2B21EF5ECA}"/>
              </a:ext>
            </a:extLst>
          </p:cNvPr>
          <p:cNvSpPr txBox="1"/>
          <p:nvPr userDrawn="1"/>
        </p:nvSpPr>
        <p:spPr>
          <a:xfrm>
            <a:off x="2271713" y="-857250"/>
            <a:ext cx="0" cy="0"/>
          </a:xfrm>
          <a:prstGeom prst="rect">
            <a:avLst/>
          </a:prstGeom>
          <a:noFill/>
        </p:spPr>
        <p:txBody>
          <a:bodyPr wrap="none" lIns="0" tIns="0" rIns="0" bIns="0" rtlCol="0">
            <a:noAutofit/>
          </a:bodyPr>
          <a:lstStyle/>
          <a:p>
            <a:pPr>
              <a:lnSpc>
                <a:spcPct val="110000"/>
              </a:lnSpc>
              <a:spcBef>
                <a:spcPts val="600"/>
              </a:spcBef>
            </a:pPr>
            <a:endParaRPr lang="en-US" sz="1200" err="1">
              <a:ea typeface="Human Sans" charset="0"/>
              <a:cs typeface="Human Sans" charset="0"/>
            </a:endParaRPr>
          </a:p>
        </p:txBody>
      </p:sp>
      <p:pic>
        <p:nvPicPr>
          <p:cNvPr id="6" name="Picture 5">
            <a:extLst>
              <a:ext uri="{FF2B5EF4-FFF2-40B4-BE49-F238E27FC236}">
                <a16:creationId xmlns:a16="http://schemas.microsoft.com/office/drawing/2014/main" id="{B7FE3F6A-717B-D671-C21C-B99B4FB2316A}"/>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701" y="237004"/>
            <a:ext cx="495300" cy="182096"/>
          </a:xfrm>
          <a:prstGeom prst="rect">
            <a:avLst/>
          </a:prstGeom>
        </p:spPr>
      </p:pic>
      <p:sp>
        <p:nvSpPr>
          <p:cNvPr id="9" name="TextBox 8">
            <a:extLst>
              <a:ext uri="{FF2B5EF4-FFF2-40B4-BE49-F238E27FC236}">
                <a16:creationId xmlns:a16="http://schemas.microsoft.com/office/drawing/2014/main" id="{E5AA398A-2E47-0C00-F4A0-87498FC7BBC1}"/>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10" name="Text Placeholder 3">
            <a:extLst>
              <a:ext uri="{FF2B5EF4-FFF2-40B4-BE49-F238E27FC236}">
                <a16:creationId xmlns:a16="http://schemas.microsoft.com/office/drawing/2014/main" id="{E8E7F306-CD25-215E-BBB0-42720869F90C}"/>
              </a:ext>
            </a:extLst>
          </p:cNvPr>
          <p:cNvSpPr txBox="1">
            <a:spLocks/>
          </p:cNvSpPr>
          <p:nvPr userDrawn="1"/>
        </p:nvSpPr>
        <p:spPr>
          <a:xfrm>
            <a:off x="11340916"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tx1"/>
                </a:solidFill>
              </a:rPr>
              <a:pPr lvl="0"/>
              <a:t>‹#›</a:t>
            </a:fld>
            <a:endParaRPr lang="en-US" sz="1000">
              <a:solidFill>
                <a:schemeClr val="tx1"/>
              </a:solidFill>
            </a:endParaRPr>
          </a:p>
        </p:txBody>
      </p:sp>
    </p:spTree>
    <p:extLst>
      <p:ext uri="{BB962C8B-B14F-4D97-AF65-F5344CB8AC3E}">
        <p14:creationId xmlns:p14="http://schemas.microsoft.com/office/powerpoint/2010/main" val="733295047"/>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userDrawn="1">
  <p:cSld name="Black-Title">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190717A-8E85-0A40-B27D-E9A4F8826E8E}"/>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7" name="Graphic 6">
            <a:extLst>
              <a:ext uri="{FF2B5EF4-FFF2-40B4-BE49-F238E27FC236}">
                <a16:creationId xmlns:a16="http://schemas.microsoft.com/office/drawing/2014/main" id="{218CE59C-541D-F946-A8DA-A4B9F8BF479B}"/>
              </a:ext>
            </a:extLst>
          </p:cNvPr>
          <p:cNvPicPr>
            <a:picLocks noChangeAspect="1"/>
          </p:cNvPicPr>
          <p:nvPr userDrawn="1"/>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10" name="TextBox 9">
            <a:extLst>
              <a:ext uri="{FF2B5EF4-FFF2-40B4-BE49-F238E27FC236}">
                <a16:creationId xmlns:a16="http://schemas.microsoft.com/office/drawing/2014/main" id="{3F83E1B4-D017-3E4B-8268-79DFC41DB4DB}"/>
              </a:ext>
            </a:extLst>
          </p:cNvPr>
          <p:cNvSpPr txBox="1"/>
          <p:nvPr userDrawn="1"/>
        </p:nvSpPr>
        <p:spPr>
          <a:xfrm>
            <a:off x="10505872" y="6406591"/>
            <a:ext cx="939818"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lvl="0"/>
            <a:r>
              <a:rPr lang="en-US">
                <a:solidFill>
                  <a:schemeClr val="bg1"/>
                </a:solidFill>
              </a:rPr>
              <a:t>CONFIDENTIAL. Copyright ©</a:t>
            </a:r>
          </a:p>
        </p:txBody>
      </p:sp>
      <p:sp>
        <p:nvSpPr>
          <p:cNvPr id="8" name="Title 1">
            <a:extLst>
              <a:ext uri="{FF2B5EF4-FFF2-40B4-BE49-F238E27FC236}">
                <a16:creationId xmlns:a16="http://schemas.microsoft.com/office/drawing/2014/main" id="{267E2E61-17F9-0842-9210-A1111E25B866}"/>
              </a:ext>
            </a:extLst>
          </p:cNvPr>
          <p:cNvSpPr>
            <a:spLocks noGrp="1"/>
          </p:cNvSpPr>
          <p:nvPr>
            <p:ph type="title"/>
          </p:nvPr>
        </p:nvSpPr>
        <p:spPr>
          <a:xfrm>
            <a:off x="457200" y="457200"/>
            <a:ext cx="11274552" cy="457200"/>
          </a:xfrm>
        </p:spPr>
        <p:txBody>
          <a:bodyPr/>
          <a:lstStyle>
            <a:lvl1pPr>
              <a:defRPr b="1">
                <a:solidFill>
                  <a:schemeClr val="bg1"/>
                </a:solidFill>
                <a:latin typeface="+mn-lt"/>
              </a:defRPr>
            </a:lvl1pPr>
          </a:lstStyle>
          <a:p>
            <a:r>
              <a:rPr lang="en-US"/>
              <a:t>Click to edit Master title style</a:t>
            </a:r>
          </a:p>
        </p:txBody>
      </p:sp>
      <p:sp>
        <p:nvSpPr>
          <p:cNvPr id="9" name="Text Placeholder 10">
            <a:extLst>
              <a:ext uri="{FF2B5EF4-FFF2-40B4-BE49-F238E27FC236}">
                <a16:creationId xmlns:a16="http://schemas.microsoft.com/office/drawing/2014/main" id="{0548B8AD-0CC3-5248-932C-F8A325C1B475}"/>
              </a:ext>
            </a:extLst>
          </p:cNvPr>
          <p:cNvSpPr>
            <a:spLocks noGrp="1"/>
          </p:cNvSpPr>
          <p:nvPr>
            <p:ph type="body" sz="quarter" idx="15" hasCustomPrompt="1"/>
          </p:nvPr>
        </p:nvSpPr>
        <p:spPr>
          <a:xfrm>
            <a:off x="457200" y="231494"/>
            <a:ext cx="3611880" cy="225706"/>
          </a:xfrm>
          <a:prstGeom prst="rect">
            <a:avLst/>
          </a:prstGeom>
        </p:spPr>
        <p:txBody>
          <a:bodyPr/>
          <a:lstStyle>
            <a:lvl1pPr>
              <a:defRPr sz="1000" b="1" cap="all" baseline="0">
                <a:solidFill>
                  <a:schemeClr val="tx2"/>
                </a:solidFill>
                <a:latin typeface="+mn-lt"/>
              </a:defRPr>
            </a:lvl1pPr>
          </a:lstStyle>
          <a:p>
            <a:pPr lvl="0"/>
            <a:r>
              <a:rPr lang="en-US"/>
              <a:t>Click to add section title</a:t>
            </a:r>
          </a:p>
        </p:txBody>
      </p:sp>
      <p:sp>
        <p:nvSpPr>
          <p:cNvPr id="12" name="Text Placeholder 3">
            <a:extLst>
              <a:ext uri="{FF2B5EF4-FFF2-40B4-BE49-F238E27FC236}">
                <a16:creationId xmlns:a16="http://schemas.microsoft.com/office/drawing/2014/main" id="{E4D782FD-394E-974B-830A-5392AB47CB04}"/>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483904701"/>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3272CD-79DE-1BE6-11CD-A42CBD8D2DD1}"/>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2B54B8FE-9DAF-EC35-942B-2B5FE0B93F1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DA58A17-B6DB-0767-A7C4-2A41C82C6D87}"/>
              </a:ext>
            </a:extLst>
          </p:cNvPr>
          <p:cNvSpPr>
            <a:spLocks noGrp="1"/>
          </p:cNvSpPr>
          <p:nvPr>
            <p:ph type="dt" sz="half" idx="10"/>
          </p:nvPr>
        </p:nvSpPr>
        <p:spPr/>
        <p:txBody>
          <a:bodyPr/>
          <a:lstStyle/>
          <a:p>
            <a:fld id="{8CA26682-55A4-4041-A0AA-7C6726A46C73}" type="datetimeFigureOut">
              <a:rPr lang="en-GB" smtClean="0"/>
              <a:t>19/05/2026</a:t>
            </a:fld>
            <a:endParaRPr lang="en-GB"/>
          </a:p>
        </p:txBody>
      </p:sp>
      <p:sp>
        <p:nvSpPr>
          <p:cNvPr id="5" name="Footer Placeholder 4">
            <a:extLst>
              <a:ext uri="{FF2B5EF4-FFF2-40B4-BE49-F238E27FC236}">
                <a16:creationId xmlns:a16="http://schemas.microsoft.com/office/drawing/2014/main" id="{71D8741C-934C-7007-DE0D-593BD1F0B82F}"/>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0B6F6C0E-9D03-E592-6085-69AB5DE7BA25}"/>
              </a:ext>
            </a:extLst>
          </p:cNvPr>
          <p:cNvSpPr>
            <a:spLocks noGrp="1"/>
          </p:cNvSpPr>
          <p:nvPr>
            <p:ph type="sldNum" sz="quarter" idx="12"/>
          </p:nvPr>
        </p:nvSpPr>
        <p:spPr/>
        <p:txBody>
          <a:bodyPr/>
          <a:lstStyle/>
          <a:p>
            <a:fld id="{8BED5299-1196-4AA4-A34D-634B8F533781}" type="slidenum">
              <a:rPr lang="en-GB" smtClean="0"/>
              <a:t>‹#›</a:t>
            </a:fld>
            <a:endParaRPr lang="en-GB"/>
          </a:p>
        </p:txBody>
      </p:sp>
    </p:spTree>
    <p:extLst>
      <p:ext uri="{BB962C8B-B14F-4D97-AF65-F5344CB8AC3E}">
        <p14:creationId xmlns:p14="http://schemas.microsoft.com/office/powerpoint/2010/main" val="2133691890"/>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9E4DA5-8FBA-2321-7F51-C29C9DB4B6C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7A5A5DC-23E3-B8BC-9EDA-11492C2A4A6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FB96008-BDBD-149B-F6D3-A17670F6729C}"/>
              </a:ext>
            </a:extLst>
          </p:cNvPr>
          <p:cNvSpPr>
            <a:spLocks noGrp="1"/>
          </p:cNvSpPr>
          <p:nvPr>
            <p:ph type="dt" sz="half" idx="10"/>
          </p:nvPr>
        </p:nvSpPr>
        <p:spPr/>
        <p:txBody>
          <a:bodyPr/>
          <a:lstStyle/>
          <a:p>
            <a:fld id="{9101E36A-B9D7-4A61-BB8B-058E25A49AC9}" type="datetimeFigureOut">
              <a:rPr lang="en-US" smtClean="0"/>
              <a:t>5/19/26</a:t>
            </a:fld>
            <a:endParaRPr lang="en-US"/>
          </a:p>
        </p:txBody>
      </p:sp>
      <p:sp>
        <p:nvSpPr>
          <p:cNvPr id="5" name="Footer Placeholder 4">
            <a:extLst>
              <a:ext uri="{FF2B5EF4-FFF2-40B4-BE49-F238E27FC236}">
                <a16:creationId xmlns:a16="http://schemas.microsoft.com/office/drawing/2014/main" id="{3861F9F8-51DF-C97E-0D71-C010A2B9E36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D9C3BF3-180E-BC2B-F5F7-F1AB71DEF8EC}"/>
              </a:ext>
            </a:extLst>
          </p:cNvPr>
          <p:cNvSpPr>
            <a:spLocks noGrp="1"/>
          </p:cNvSpPr>
          <p:nvPr>
            <p:ph type="sldNum" sz="quarter" idx="12"/>
          </p:nvPr>
        </p:nvSpPr>
        <p:spPr/>
        <p:txBody>
          <a:bodyPr/>
          <a:lstStyle/>
          <a:p>
            <a:fld id="{9C7CB89D-22DE-446E-A163-591E266283BD}" type="slidenum">
              <a:rPr lang="en-US" smtClean="0"/>
              <a:t>‹#›</a:t>
            </a:fld>
            <a:endParaRPr lang="en-US"/>
          </a:p>
        </p:txBody>
      </p:sp>
    </p:spTree>
    <p:extLst>
      <p:ext uri="{BB962C8B-B14F-4D97-AF65-F5344CB8AC3E}">
        <p14:creationId xmlns:p14="http://schemas.microsoft.com/office/powerpoint/2010/main" val="898835057"/>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showMasterSp="0" preserve="1" userDrawn="1">
  <p:cSld name="Cover_Image">
    <p:bg>
      <p:bgPr>
        <a:solidFill>
          <a:schemeClr val="bg1"/>
        </a:solidFill>
        <a:effectLst/>
      </p:bgPr>
    </p:bg>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A2159C2A-0FC8-422F-92E4-B92935AAE5A0}"/>
              </a:ext>
            </a:extLst>
          </p:cNvPr>
          <p:cNvSpPr>
            <a:spLocks noGrp="1"/>
          </p:cNvSpPr>
          <p:nvPr>
            <p:ph type="body" sz="quarter" idx="10" hasCustomPrompt="1"/>
          </p:nvPr>
        </p:nvSpPr>
        <p:spPr>
          <a:xfrm>
            <a:off x="639074" y="1655821"/>
            <a:ext cx="8060366" cy="2103140"/>
          </a:xfrm>
          <a:prstGeom prst="rect">
            <a:avLst/>
          </a:prstGeom>
        </p:spPr>
        <p:txBody>
          <a:bodyPr wrap="square">
            <a:spAutoFit/>
          </a:bodyPr>
          <a:lstStyle>
            <a:lvl1pPr>
              <a:lnSpc>
                <a:spcPts val="8200"/>
              </a:lnSpc>
              <a:spcBef>
                <a:spcPts val="0"/>
              </a:spcBef>
              <a:defRPr sz="8000" b="0" i="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t>Presentation Cover with Longer Title</a:t>
            </a:r>
          </a:p>
        </p:txBody>
      </p:sp>
      <p:sp>
        <p:nvSpPr>
          <p:cNvPr id="13" name="Text Placeholder 4">
            <a:extLst>
              <a:ext uri="{FF2B5EF4-FFF2-40B4-BE49-F238E27FC236}">
                <a16:creationId xmlns:a16="http://schemas.microsoft.com/office/drawing/2014/main" id="{B8E369A2-FC86-4140-9080-E549260B9180}"/>
              </a:ext>
            </a:extLst>
          </p:cNvPr>
          <p:cNvSpPr>
            <a:spLocks noGrp="1"/>
          </p:cNvSpPr>
          <p:nvPr>
            <p:ph type="body" sz="quarter" idx="11" hasCustomPrompt="1"/>
          </p:nvPr>
        </p:nvSpPr>
        <p:spPr>
          <a:xfrm>
            <a:off x="639074" y="4670399"/>
            <a:ext cx="10515600" cy="455381"/>
          </a:xfrm>
          <a:prstGeom prst="rect">
            <a:avLst/>
          </a:prstGeom>
        </p:spPr>
        <p:txBody>
          <a:bodyPr wrap="square">
            <a:spAutoFit/>
          </a:bodyPr>
          <a:lstStyle>
            <a:lvl1pPr>
              <a:lnSpc>
                <a:spcPct val="150000"/>
              </a:lnSpc>
              <a:spcBef>
                <a:spcPts val="0"/>
              </a:spcBef>
              <a:defRPr sz="220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14" name="Text Placeholder 4">
            <a:extLst>
              <a:ext uri="{FF2B5EF4-FFF2-40B4-BE49-F238E27FC236}">
                <a16:creationId xmlns:a16="http://schemas.microsoft.com/office/drawing/2014/main" id="{2F6A18E7-9305-4C6B-A5A3-4962D30A22A2}"/>
              </a:ext>
            </a:extLst>
          </p:cNvPr>
          <p:cNvSpPr>
            <a:spLocks noGrp="1"/>
          </p:cNvSpPr>
          <p:nvPr>
            <p:ph type="body" sz="quarter" idx="12" hasCustomPrompt="1"/>
          </p:nvPr>
        </p:nvSpPr>
        <p:spPr>
          <a:xfrm>
            <a:off x="639074" y="5393921"/>
            <a:ext cx="6489700" cy="200055"/>
          </a:xfrm>
          <a:prstGeom prst="rect">
            <a:avLst/>
          </a:prstGeom>
        </p:spPr>
        <p:txBody>
          <a:bodyPr>
            <a:spAutoFit/>
          </a:bodyPr>
          <a:lstStyle>
            <a:lvl1pPr>
              <a:lnSpc>
                <a:spcPct val="100000"/>
              </a:lnSpc>
              <a:spcBef>
                <a:spcPts val="0"/>
              </a:spcBef>
              <a:defRPr sz="1300" b="1" i="0" spc="400" baseline="0">
                <a:solidFill>
                  <a:schemeClr val="accent2"/>
                </a:solidFill>
                <a:latin typeface="Calibri" panose="020F0502020204030204" pitchFamily="34" charset="0"/>
                <a:cs typeface="Calibri" panose="020F0502020204030204" pitchFamily="34" charset="0"/>
              </a:defRPr>
            </a:lvl1pPr>
            <a:lvl2pPr>
              <a:buNone/>
              <a:defRPr/>
            </a:lvl2pPr>
          </a:lstStyle>
          <a:p>
            <a:pPr lvl="0"/>
            <a:r>
              <a:rPr lang="en-US">
                <a:effectLst/>
              </a:rPr>
              <a:t>DECEMBER 2022</a:t>
            </a:r>
            <a:endParaRPr lang="en-US"/>
          </a:p>
        </p:txBody>
      </p:sp>
      <p:sp>
        <p:nvSpPr>
          <p:cNvPr id="2" name="Footer Placeholder 5">
            <a:extLst>
              <a:ext uri="{FF2B5EF4-FFF2-40B4-BE49-F238E27FC236}">
                <a16:creationId xmlns:a16="http://schemas.microsoft.com/office/drawing/2014/main" id="{88D4788E-EE52-507E-7D71-0F24A4DBD2C0}"/>
              </a:ext>
            </a:extLst>
          </p:cNvPr>
          <p:cNvSpPr>
            <a:spLocks noGrp="1"/>
          </p:cNvSpPr>
          <p:nvPr>
            <p:ph type="ftr" sz="quarter" idx="3"/>
          </p:nvPr>
        </p:nvSpPr>
        <p:spPr>
          <a:xfrm>
            <a:off x="639074" y="6403340"/>
            <a:ext cx="1645920" cy="226060"/>
          </a:xfrm>
          <a:prstGeom prst="rect">
            <a:avLst/>
          </a:prstGeom>
        </p:spPr>
        <p:txBody>
          <a:bodyPr vert="horz" lIns="0" tIns="0" rIns="0" bIns="0" rtlCol="0" anchor="ctr"/>
          <a:lstStyle>
            <a:lvl1pPr algn="l">
              <a:defRPr kumimoji="0" lang="en-US" sz="600" b="0" i="0" u="none" strike="noStrike" cap="none" spc="0" normalizeH="0" baseline="0" dirty="0" smtClean="0">
                <a:ln>
                  <a:noFill/>
                </a:ln>
                <a:solidFill>
                  <a:schemeClr val="tx1"/>
                </a:solidFill>
                <a:effectLst/>
                <a:uLnTx/>
                <a:uFillTx/>
                <a:ea typeface="Calibri" panose="020F0502020204030204" pitchFamily="34" charset="0"/>
                <a:cs typeface="Calibri" panose="020F0502020204030204" pitchFamily="34" charset="0"/>
              </a:defRPr>
            </a:lvl1pPr>
          </a:lstStyle>
          <a:p>
            <a:r>
              <a:rPr lang="en-US"/>
              <a:t>EPAM Proprietary &amp; Confidential.</a:t>
            </a:r>
          </a:p>
        </p:txBody>
      </p:sp>
      <p:sp>
        <p:nvSpPr>
          <p:cNvPr id="6" name="Picture Placeholder 5">
            <a:extLst>
              <a:ext uri="{FF2B5EF4-FFF2-40B4-BE49-F238E27FC236}">
                <a16:creationId xmlns:a16="http://schemas.microsoft.com/office/drawing/2014/main" id="{0374159C-7297-E470-BBCD-D20C41E7AF68}"/>
              </a:ext>
            </a:extLst>
          </p:cNvPr>
          <p:cNvSpPr>
            <a:spLocks noGrp="1"/>
          </p:cNvSpPr>
          <p:nvPr>
            <p:ph type="pic" sz="quarter" idx="13"/>
          </p:nvPr>
        </p:nvSpPr>
        <p:spPr>
          <a:xfrm>
            <a:off x="0" y="0"/>
            <a:ext cx="12192000" cy="6858000"/>
          </a:xfrm>
          <a:prstGeom prst="rect">
            <a:avLst/>
          </a:prstGeom>
        </p:spPr>
        <p:txBody>
          <a:bodyPr/>
          <a:lstStyle/>
          <a:p>
            <a:r>
              <a:rPr lang="en-US"/>
              <a:t>Click icon to add picture</a:t>
            </a:r>
          </a:p>
        </p:txBody>
      </p:sp>
      <p:pic>
        <p:nvPicPr>
          <p:cNvPr id="4" name="Picture 3">
            <a:extLst>
              <a:ext uri="{FF2B5EF4-FFF2-40B4-BE49-F238E27FC236}">
                <a16:creationId xmlns:a16="http://schemas.microsoft.com/office/drawing/2014/main" id="{7B9BE64C-8C5D-6F41-B4B2-4AE5FC1F4D85}"/>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47699" y="716555"/>
            <a:ext cx="646663" cy="237744"/>
          </a:xfrm>
          <a:prstGeom prst="rect">
            <a:avLst/>
          </a:prstGeom>
        </p:spPr>
      </p:pic>
    </p:spTree>
    <p:extLst>
      <p:ext uri="{BB962C8B-B14F-4D97-AF65-F5344CB8AC3E}">
        <p14:creationId xmlns:p14="http://schemas.microsoft.com/office/powerpoint/2010/main" val="965490582"/>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showMasterSp="0" preserve="1" userDrawn="1">
  <p:cSld name="Cover_Light_Picture">
    <p:bg>
      <p:bgPr>
        <a:solidFill>
          <a:schemeClr val="bg1"/>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BDB3BCBD-094A-89F2-36B2-991FE93DA7AB}"/>
              </a:ext>
            </a:extLst>
          </p:cNvPr>
          <p:cNvSpPr/>
          <p:nvPr userDrawn="1"/>
        </p:nvSpPr>
        <p:spPr bwMode="auto">
          <a:xfrm>
            <a:off x="0" y="0"/>
            <a:ext cx="12191999" cy="6858000"/>
          </a:xfrm>
          <a:prstGeom prst="rect">
            <a:avLst/>
          </a:prstGeom>
          <a:gradFill flip="none" rotWithShape="1">
            <a:gsLst>
              <a:gs pos="100000">
                <a:schemeClr val="bg1">
                  <a:alpha val="0"/>
                </a:schemeClr>
              </a:gs>
              <a:gs pos="45000">
                <a:schemeClr val="bg1"/>
              </a:gs>
            </a:gsLst>
            <a:lin ang="0" scaled="0"/>
            <a:tileRect/>
          </a:gra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Picture Placeholder 5">
            <a:extLst>
              <a:ext uri="{FF2B5EF4-FFF2-40B4-BE49-F238E27FC236}">
                <a16:creationId xmlns:a16="http://schemas.microsoft.com/office/drawing/2014/main" id="{0AA22CD8-EFF5-B4F0-9996-5D1D7528FAA5}"/>
              </a:ext>
            </a:extLst>
          </p:cNvPr>
          <p:cNvSpPr>
            <a:spLocks noGrp="1"/>
          </p:cNvSpPr>
          <p:nvPr>
            <p:ph type="pic" sz="quarter" idx="13"/>
          </p:nvPr>
        </p:nvSpPr>
        <p:spPr>
          <a:xfrm>
            <a:off x="0" y="0"/>
            <a:ext cx="12192000" cy="6858000"/>
          </a:xfrm>
          <a:prstGeom prst="rect">
            <a:avLst/>
          </a:prstGeom>
        </p:spPr>
        <p:txBody>
          <a:bodyPr/>
          <a:lstStyle/>
          <a:p>
            <a:r>
              <a:rPr lang="en-US"/>
              <a:t>Click icon to add picture</a:t>
            </a:r>
          </a:p>
        </p:txBody>
      </p:sp>
      <p:sp>
        <p:nvSpPr>
          <p:cNvPr id="13" name="Text Placeholder 4">
            <a:extLst>
              <a:ext uri="{FF2B5EF4-FFF2-40B4-BE49-F238E27FC236}">
                <a16:creationId xmlns:a16="http://schemas.microsoft.com/office/drawing/2014/main" id="{B8E369A2-FC86-4140-9080-E549260B9180}"/>
              </a:ext>
            </a:extLst>
          </p:cNvPr>
          <p:cNvSpPr>
            <a:spLocks noGrp="1"/>
          </p:cNvSpPr>
          <p:nvPr>
            <p:ph type="body" sz="quarter" idx="11" hasCustomPrompt="1"/>
          </p:nvPr>
        </p:nvSpPr>
        <p:spPr>
          <a:xfrm>
            <a:off x="639074" y="4670399"/>
            <a:ext cx="7068944" cy="455381"/>
          </a:xfrm>
          <a:prstGeom prst="rect">
            <a:avLst/>
          </a:prstGeom>
        </p:spPr>
        <p:txBody>
          <a:bodyPr wrap="square">
            <a:spAutoFit/>
          </a:bodyPr>
          <a:lstStyle>
            <a:lvl1pPr>
              <a:lnSpc>
                <a:spcPct val="150000"/>
              </a:lnSpc>
              <a:spcBef>
                <a:spcPts val="0"/>
              </a:spcBef>
              <a:defRPr sz="220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14" name="Text Placeholder 4">
            <a:extLst>
              <a:ext uri="{FF2B5EF4-FFF2-40B4-BE49-F238E27FC236}">
                <a16:creationId xmlns:a16="http://schemas.microsoft.com/office/drawing/2014/main" id="{2F6A18E7-9305-4C6B-A5A3-4962D30A22A2}"/>
              </a:ext>
            </a:extLst>
          </p:cNvPr>
          <p:cNvSpPr>
            <a:spLocks noGrp="1"/>
          </p:cNvSpPr>
          <p:nvPr>
            <p:ph type="body" sz="quarter" idx="12" hasCustomPrompt="1"/>
          </p:nvPr>
        </p:nvSpPr>
        <p:spPr>
          <a:xfrm>
            <a:off x="639074" y="5393921"/>
            <a:ext cx="6489700" cy="200055"/>
          </a:xfrm>
          <a:prstGeom prst="rect">
            <a:avLst/>
          </a:prstGeom>
        </p:spPr>
        <p:txBody>
          <a:bodyPr>
            <a:spAutoFit/>
          </a:bodyPr>
          <a:lstStyle>
            <a:lvl1pPr>
              <a:lnSpc>
                <a:spcPct val="100000"/>
              </a:lnSpc>
              <a:spcBef>
                <a:spcPts val="0"/>
              </a:spcBef>
              <a:defRPr sz="1300" b="1" i="0" spc="400" baseline="0">
                <a:solidFill>
                  <a:schemeClr val="accent2"/>
                </a:solidFill>
                <a:latin typeface="Calibri" panose="020F0502020204030204" pitchFamily="34" charset="0"/>
                <a:cs typeface="Calibri" panose="020F0502020204030204" pitchFamily="34" charset="0"/>
              </a:defRPr>
            </a:lvl1pPr>
            <a:lvl2pPr>
              <a:buNone/>
              <a:defRPr/>
            </a:lvl2pPr>
          </a:lstStyle>
          <a:p>
            <a:pPr lvl="0"/>
            <a:r>
              <a:rPr lang="en-US">
                <a:effectLst/>
              </a:rPr>
              <a:t>DECEMBER 2022</a:t>
            </a:r>
            <a:endParaRPr lang="en-US"/>
          </a:p>
        </p:txBody>
      </p:sp>
      <p:sp>
        <p:nvSpPr>
          <p:cNvPr id="2" name="Footer Placeholder 5">
            <a:extLst>
              <a:ext uri="{FF2B5EF4-FFF2-40B4-BE49-F238E27FC236}">
                <a16:creationId xmlns:a16="http://schemas.microsoft.com/office/drawing/2014/main" id="{88D4788E-EE52-507E-7D71-0F24A4DBD2C0}"/>
              </a:ext>
            </a:extLst>
          </p:cNvPr>
          <p:cNvSpPr>
            <a:spLocks noGrp="1"/>
          </p:cNvSpPr>
          <p:nvPr>
            <p:ph type="ftr" sz="quarter" idx="3"/>
          </p:nvPr>
        </p:nvSpPr>
        <p:spPr>
          <a:xfrm>
            <a:off x="639074" y="6403340"/>
            <a:ext cx="1645920" cy="226060"/>
          </a:xfrm>
          <a:prstGeom prst="rect">
            <a:avLst/>
          </a:prstGeom>
        </p:spPr>
        <p:txBody>
          <a:bodyPr vert="horz" lIns="0" tIns="0" rIns="0" bIns="0" rtlCol="0" anchor="ctr"/>
          <a:lstStyle>
            <a:lvl1pPr algn="l">
              <a:defRPr kumimoji="0" lang="en-US" sz="600" b="0" i="0" u="none" strike="noStrike" cap="none" spc="0" normalizeH="0" baseline="0" dirty="0" smtClean="0">
                <a:ln>
                  <a:noFill/>
                </a:ln>
                <a:solidFill>
                  <a:schemeClr val="tx2"/>
                </a:solidFill>
                <a:effectLst/>
                <a:uLnTx/>
                <a:uFillTx/>
                <a:ea typeface="Calibri" panose="020F0502020204030204" pitchFamily="34" charset="0"/>
                <a:cs typeface="Calibri" panose="020F0502020204030204" pitchFamily="34" charset="0"/>
              </a:defRPr>
            </a:lvl1pPr>
          </a:lstStyle>
          <a:p>
            <a:r>
              <a:rPr lang="en-US"/>
              <a:t>EPAM Proprietary &amp; Confidential.</a:t>
            </a:r>
          </a:p>
        </p:txBody>
      </p:sp>
      <p:sp>
        <p:nvSpPr>
          <p:cNvPr id="8" name="Text Placeholder 4">
            <a:extLst>
              <a:ext uri="{FF2B5EF4-FFF2-40B4-BE49-F238E27FC236}">
                <a16:creationId xmlns:a16="http://schemas.microsoft.com/office/drawing/2014/main" id="{DF86B7FC-77D7-4734-103B-B7BEE343FE4C}"/>
              </a:ext>
            </a:extLst>
          </p:cNvPr>
          <p:cNvSpPr>
            <a:spLocks noGrp="1"/>
          </p:cNvSpPr>
          <p:nvPr>
            <p:ph type="body" sz="quarter" idx="10" hasCustomPrompt="1"/>
          </p:nvPr>
        </p:nvSpPr>
        <p:spPr>
          <a:xfrm>
            <a:off x="639074" y="1653938"/>
            <a:ext cx="8060366" cy="2103140"/>
          </a:xfrm>
          <a:prstGeom prst="rect">
            <a:avLst/>
          </a:prstGeom>
        </p:spPr>
        <p:txBody>
          <a:bodyPr wrap="square">
            <a:spAutoFit/>
          </a:bodyPr>
          <a:lstStyle>
            <a:lvl1pPr>
              <a:lnSpc>
                <a:spcPts val="8200"/>
              </a:lnSpc>
              <a:spcBef>
                <a:spcPts val="0"/>
              </a:spcBef>
              <a:defRPr sz="8000" b="0" i="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t>Presentation Cover with Longer Title</a:t>
            </a:r>
          </a:p>
        </p:txBody>
      </p:sp>
      <p:pic>
        <p:nvPicPr>
          <p:cNvPr id="5" name="Picture 4">
            <a:extLst>
              <a:ext uri="{FF2B5EF4-FFF2-40B4-BE49-F238E27FC236}">
                <a16:creationId xmlns:a16="http://schemas.microsoft.com/office/drawing/2014/main" id="{4B2CBA10-B1F8-6997-AD70-9626FD79743A}"/>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47699" y="716555"/>
            <a:ext cx="646663" cy="237744"/>
          </a:xfrm>
          <a:prstGeom prst="rect">
            <a:avLst/>
          </a:prstGeom>
        </p:spPr>
      </p:pic>
    </p:spTree>
    <p:extLst>
      <p:ext uri="{BB962C8B-B14F-4D97-AF65-F5344CB8AC3E}">
        <p14:creationId xmlns:p14="http://schemas.microsoft.com/office/powerpoint/2010/main" val="3337457996"/>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showMasterSp="0" preserve="1" userDrawn="1">
  <p:cSld name="Cover_Light-G1">
    <p:bg>
      <p:bgPr>
        <a:solidFill>
          <a:schemeClr val="bg1"/>
        </a:solidFill>
        <a:effectLst/>
      </p:bgPr>
    </p:bg>
    <p:spTree>
      <p:nvGrpSpPr>
        <p:cNvPr id="1" name=""/>
        <p:cNvGrpSpPr/>
        <p:nvPr/>
      </p:nvGrpSpPr>
      <p:grpSpPr>
        <a:xfrm>
          <a:off x="0" y="0"/>
          <a:ext cx="0" cy="0"/>
          <a:chOff x="0" y="0"/>
          <a:chExt cx="0" cy="0"/>
        </a:xfrm>
      </p:grpSpPr>
      <p:pic>
        <p:nvPicPr>
          <p:cNvPr id="4" name="Picture 3" descr="Background pattern  Description automatically generated">
            <a:extLst>
              <a:ext uri="{FF2B5EF4-FFF2-40B4-BE49-F238E27FC236}">
                <a16:creationId xmlns:a16="http://schemas.microsoft.com/office/drawing/2014/main" id="{38849588-3964-452F-8424-AEC7C9F26E9B}"/>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0" y="0"/>
            <a:ext cx="12192000" cy="6858000"/>
          </a:xfrm>
          <a:prstGeom prst="rect">
            <a:avLst/>
          </a:prstGeom>
        </p:spPr>
      </p:pic>
      <p:sp>
        <p:nvSpPr>
          <p:cNvPr id="13" name="Text Placeholder 4">
            <a:extLst>
              <a:ext uri="{FF2B5EF4-FFF2-40B4-BE49-F238E27FC236}">
                <a16:creationId xmlns:a16="http://schemas.microsoft.com/office/drawing/2014/main" id="{B8E369A2-FC86-4140-9080-E549260B9180}"/>
              </a:ext>
            </a:extLst>
          </p:cNvPr>
          <p:cNvSpPr>
            <a:spLocks noGrp="1"/>
          </p:cNvSpPr>
          <p:nvPr>
            <p:ph type="body" sz="quarter" idx="11" hasCustomPrompt="1"/>
          </p:nvPr>
        </p:nvSpPr>
        <p:spPr>
          <a:xfrm>
            <a:off x="639074" y="4670399"/>
            <a:ext cx="7068944" cy="455381"/>
          </a:xfrm>
          <a:prstGeom prst="rect">
            <a:avLst/>
          </a:prstGeom>
        </p:spPr>
        <p:txBody>
          <a:bodyPr wrap="square">
            <a:spAutoFit/>
          </a:bodyPr>
          <a:lstStyle>
            <a:lvl1pPr>
              <a:lnSpc>
                <a:spcPct val="150000"/>
              </a:lnSpc>
              <a:spcBef>
                <a:spcPts val="0"/>
              </a:spcBef>
              <a:defRPr sz="220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14" name="Text Placeholder 4">
            <a:extLst>
              <a:ext uri="{FF2B5EF4-FFF2-40B4-BE49-F238E27FC236}">
                <a16:creationId xmlns:a16="http://schemas.microsoft.com/office/drawing/2014/main" id="{2F6A18E7-9305-4C6B-A5A3-4962D30A22A2}"/>
              </a:ext>
            </a:extLst>
          </p:cNvPr>
          <p:cNvSpPr>
            <a:spLocks noGrp="1"/>
          </p:cNvSpPr>
          <p:nvPr>
            <p:ph type="body" sz="quarter" idx="12" hasCustomPrompt="1"/>
          </p:nvPr>
        </p:nvSpPr>
        <p:spPr>
          <a:xfrm>
            <a:off x="639074" y="5393921"/>
            <a:ext cx="6489700" cy="200055"/>
          </a:xfrm>
          <a:prstGeom prst="rect">
            <a:avLst/>
          </a:prstGeom>
        </p:spPr>
        <p:txBody>
          <a:bodyPr>
            <a:spAutoFit/>
          </a:bodyPr>
          <a:lstStyle>
            <a:lvl1pPr>
              <a:lnSpc>
                <a:spcPct val="100000"/>
              </a:lnSpc>
              <a:spcBef>
                <a:spcPts val="0"/>
              </a:spcBef>
              <a:defRPr sz="1300" b="1" i="0" spc="400" baseline="0">
                <a:solidFill>
                  <a:schemeClr val="accent2"/>
                </a:solidFill>
                <a:latin typeface="Calibri" panose="020F0502020204030204" pitchFamily="34" charset="0"/>
                <a:cs typeface="Calibri" panose="020F0502020204030204" pitchFamily="34" charset="0"/>
              </a:defRPr>
            </a:lvl1pPr>
            <a:lvl2pPr>
              <a:buNone/>
              <a:defRPr/>
            </a:lvl2pPr>
          </a:lstStyle>
          <a:p>
            <a:pPr lvl="0"/>
            <a:r>
              <a:rPr lang="en-US">
                <a:effectLst/>
              </a:rPr>
              <a:t>DECEMBER 2022</a:t>
            </a:r>
            <a:endParaRPr lang="en-US"/>
          </a:p>
        </p:txBody>
      </p:sp>
      <p:sp>
        <p:nvSpPr>
          <p:cNvPr id="2" name="Footer Placeholder 5">
            <a:extLst>
              <a:ext uri="{FF2B5EF4-FFF2-40B4-BE49-F238E27FC236}">
                <a16:creationId xmlns:a16="http://schemas.microsoft.com/office/drawing/2014/main" id="{88D4788E-EE52-507E-7D71-0F24A4DBD2C0}"/>
              </a:ext>
            </a:extLst>
          </p:cNvPr>
          <p:cNvSpPr>
            <a:spLocks noGrp="1"/>
          </p:cNvSpPr>
          <p:nvPr>
            <p:ph type="ftr" sz="quarter" idx="3"/>
          </p:nvPr>
        </p:nvSpPr>
        <p:spPr>
          <a:xfrm>
            <a:off x="639074" y="6403340"/>
            <a:ext cx="1645920" cy="226060"/>
          </a:xfrm>
          <a:prstGeom prst="rect">
            <a:avLst/>
          </a:prstGeom>
        </p:spPr>
        <p:txBody>
          <a:bodyPr vert="horz" lIns="0" tIns="0" rIns="0" bIns="0" rtlCol="0" anchor="ctr"/>
          <a:lstStyle>
            <a:lvl1pPr algn="l">
              <a:defRPr kumimoji="0" lang="en-US" sz="600" b="0" i="0" u="none" strike="noStrike" cap="none" spc="0" normalizeH="0" baseline="0" dirty="0" smtClean="0">
                <a:ln>
                  <a:noFill/>
                </a:ln>
                <a:solidFill>
                  <a:schemeClr val="tx2"/>
                </a:solidFill>
                <a:effectLst/>
                <a:uLnTx/>
                <a:uFillTx/>
                <a:ea typeface="Calibri" panose="020F0502020204030204" pitchFamily="34" charset="0"/>
                <a:cs typeface="Calibri" panose="020F0502020204030204" pitchFamily="34" charset="0"/>
              </a:defRPr>
            </a:lvl1pPr>
          </a:lstStyle>
          <a:p>
            <a:r>
              <a:rPr lang="en-US"/>
              <a:t>EPAM Proprietary &amp; Confidential.</a:t>
            </a:r>
          </a:p>
        </p:txBody>
      </p:sp>
      <p:sp>
        <p:nvSpPr>
          <p:cNvPr id="8" name="Text Placeholder 4">
            <a:extLst>
              <a:ext uri="{FF2B5EF4-FFF2-40B4-BE49-F238E27FC236}">
                <a16:creationId xmlns:a16="http://schemas.microsoft.com/office/drawing/2014/main" id="{DF86B7FC-77D7-4734-103B-B7BEE343FE4C}"/>
              </a:ext>
            </a:extLst>
          </p:cNvPr>
          <p:cNvSpPr>
            <a:spLocks noGrp="1"/>
          </p:cNvSpPr>
          <p:nvPr>
            <p:ph type="body" sz="quarter" idx="10" hasCustomPrompt="1"/>
          </p:nvPr>
        </p:nvSpPr>
        <p:spPr>
          <a:xfrm>
            <a:off x="639074" y="1653938"/>
            <a:ext cx="8060366" cy="2103140"/>
          </a:xfrm>
          <a:prstGeom prst="rect">
            <a:avLst/>
          </a:prstGeom>
        </p:spPr>
        <p:txBody>
          <a:bodyPr wrap="square">
            <a:spAutoFit/>
          </a:bodyPr>
          <a:lstStyle>
            <a:lvl1pPr>
              <a:lnSpc>
                <a:spcPts val="8200"/>
              </a:lnSpc>
              <a:spcBef>
                <a:spcPts val="0"/>
              </a:spcBef>
              <a:defRPr sz="8000" b="0" i="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t>Presentation Cover with Longer Title</a:t>
            </a:r>
          </a:p>
        </p:txBody>
      </p:sp>
      <p:pic>
        <p:nvPicPr>
          <p:cNvPr id="5" name="Picture 4">
            <a:extLst>
              <a:ext uri="{FF2B5EF4-FFF2-40B4-BE49-F238E27FC236}">
                <a16:creationId xmlns:a16="http://schemas.microsoft.com/office/drawing/2014/main" id="{4B2CBA10-B1F8-6997-AD70-9626FD79743A}"/>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647699" y="716555"/>
            <a:ext cx="646663" cy="237744"/>
          </a:xfrm>
          <a:prstGeom prst="rect">
            <a:avLst/>
          </a:prstGeom>
        </p:spPr>
      </p:pic>
    </p:spTree>
    <p:extLst>
      <p:ext uri="{BB962C8B-B14F-4D97-AF65-F5344CB8AC3E}">
        <p14:creationId xmlns:p14="http://schemas.microsoft.com/office/powerpoint/2010/main" val="373463738"/>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showMasterSp="0" preserve="1" userDrawn="1">
  <p:cSld name="Cover_Light-G2">
    <p:bg>
      <p:bgPr>
        <a:solidFill>
          <a:schemeClr val="bg1"/>
        </a:solidFill>
        <a:effectLst/>
      </p:bgPr>
    </p:bg>
    <p:spTree>
      <p:nvGrpSpPr>
        <p:cNvPr id="1" name=""/>
        <p:cNvGrpSpPr/>
        <p:nvPr/>
      </p:nvGrpSpPr>
      <p:grpSpPr>
        <a:xfrm>
          <a:off x="0" y="0"/>
          <a:ext cx="0" cy="0"/>
          <a:chOff x="0" y="0"/>
          <a:chExt cx="0" cy="0"/>
        </a:xfrm>
      </p:grpSpPr>
      <p:sp>
        <p:nvSpPr>
          <p:cNvPr id="13" name="Text Placeholder 4">
            <a:extLst>
              <a:ext uri="{FF2B5EF4-FFF2-40B4-BE49-F238E27FC236}">
                <a16:creationId xmlns:a16="http://schemas.microsoft.com/office/drawing/2014/main" id="{B8E369A2-FC86-4140-9080-E549260B9180}"/>
              </a:ext>
            </a:extLst>
          </p:cNvPr>
          <p:cNvSpPr>
            <a:spLocks noGrp="1"/>
          </p:cNvSpPr>
          <p:nvPr>
            <p:ph type="body" sz="quarter" idx="11" hasCustomPrompt="1"/>
          </p:nvPr>
        </p:nvSpPr>
        <p:spPr>
          <a:xfrm>
            <a:off x="639074" y="4670399"/>
            <a:ext cx="7068944" cy="455381"/>
          </a:xfrm>
          <a:prstGeom prst="rect">
            <a:avLst/>
          </a:prstGeom>
        </p:spPr>
        <p:txBody>
          <a:bodyPr wrap="square">
            <a:spAutoFit/>
          </a:bodyPr>
          <a:lstStyle>
            <a:lvl1pPr>
              <a:lnSpc>
                <a:spcPct val="150000"/>
              </a:lnSpc>
              <a:spcBef>
                <a:spcPts val="0"/>
              </a:spcBef>
              <a:defRPr sz="220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14" name="Text Placeholder 4">
            <a:extLst>
              <a:ext uri="{FF2B5EF4-FFF2-40B4-BE49-F238E27FC236}">
                <a16:creationId xmlns:a16="http://schemas.microsoft.com/office/drawing/2014/main" id="{2F6A18E7-9305-4C6B-A5A3-4962D30A22A2}"/>
              </a:ext>
            </a:extLst>
          </p:cNvPr>
          <p:cNvSpPr>
            <a:spLocks noGrp="1"/>
          </p:cNvSpPr>
          <p:nvPr>
            <p:ph type="body" sz="quarter" idx="12" hasCustomPrompt="1"/>
          </p:nvPr>
        </p:nvSpPr>
        <p:spPr>
          <a:xfrm>
            <a:off x="639074" y="5393921"/>
            <a:ext cx="6489700" cy="200055"/>
          </a:xfrm>
          <a:prstGeom prst="rect">
            <a:avLst/>
          </a:prstGeom>
        </p:spPr>
        <p:txBody>
          <a:bodyPr>
            <a:spAutoFit/>
          </a:bodyPr>
          <a:lstStyle>
            <a:lvl1pPr>
              <a:lnSpc>
                <a:spcPct val="100000"/>
              </a:lnSpc>
              <a:spcBef>
                <a:spcPts val="0"/>
              </a:spcBef>
              <a:defRPr sz="1300" b="1" i="0" spc="400" baseline="0">
                <a:solidFill>
                  <a:schemeClr val="accent2"/>
                </a:solidFill>
                <a:latin typeface="Calibri" panose="020F0502020204030204" pitchFamily="34" charset="0"/>
                <a:cs typeface="Calibri" panose="020F0502020204030204" pitchFamily="34" charset="0"/>
              </a:defRPr>
            </a:lvl1pPr>
            <a:lvl2pPr>
              <a:buNone/>
              <a:defRPr/>
            </a:lvl2pPr>
          </a:lstStyle>
          <a:p>
            <a:pPr lvl="0"/>
            <a:r>
              <a:rPr lang="en-US">
                <a:effectLst/>
              </a:rPr>
              <a:t>DECEMBER 2022</a:t>
            </a:r>
            <a:endParaRPr lang="en-US"/>
          </a:p>
        </p:txBody>
      </p:sp>
      <p:sp>
        <p:nvSpPr>
          <p:cNvPr id="2" name="Footer Placeholder 5">
            <a:extLst>
              <a:ext uri="{FF2B5EF4-FFF2-40B4-BE49-F238E27FC236}">
                <a16:creationId xmlns:a16="http://schemas.microsoft.com/office/drawing/2014/main" id="{88D4788E-EE52-507E-7D71-0F24A4DBD2C0}"/>
              </a:ext>
            </a:extLst>
          </p:cNvPr>
          <p:cNvSpPr>
            <a:spLocks noGrp="1"/>
          </p:cNvSpPr>
          <p:nvPr>
            <p:ph type="ftr" sz="quarter" idx="3"/>
          </p:nvPr>
        </p:nvSpPr>
        <p:spPr>
          <a:xfrm>
            <a:off x="639074" y="6403340"/>
            <a:ext cx="1645920" cy="226060"/>
          </a:xfrm>
          <a:prstGeom prst="rect">
            <a:avLst/>
          </a:prstGeom>
        </p:spPr>
        <p:txBody>
          <a:bodyPr vert="horz" lIns="0" tIns="0" rIns="0" bIns="0" rtlCol="0" anchor="ctr"/>
          <a:lstStyle>
            <a:lvl1pPr algn="l">
              <a:defRPr kumimoji="0" lang="en-US" sz="600" b="0" i="0" u="none" strike="noStrike" cap="none" spc="0" normalizeH="0" baseline="0" dirty="0" smtClean="0">
                <a:ln>
                  <a:noFill/>
                </a:ln>
                <a:solidFill>
                  <a:schemeClr val="tx2"/>
                </a:solidFill>
                <a:effectLst/>
                <a:uLnTx/>
                <a:uFillTx/>
                <a:ea typeface="Calibri" panose="020F0502020204030204" pitchFamily="34" charset="0"/>
                <a:cs typeface="Calibri" panose="020F0502020204030204" pitchFamily="34" charset="0"/>
              </a:defRPr>
            </a:lvl1pPr>
          </a:lstStyle>
          <a:p>
            <a:r>
              <a:rPr lang="en-US"/>
              <a:t>EPAM Proprietary &amp; Confidential.</a:t>
            </a:r>
          </a:p>
        </p:txBody>
      </p:sp>
      <p:sp>
        <p:nvSpPr>
          <p:cNvPr id="8" name="Text Placeholder 4">
            <a:extLst>
              <a:ext uri="{FF2B5EF4-FFF2-40B4-BE49-F238E27FC236}">
                <a16:creationId xmlns:a16="http://schemas.microsoft.com/office/drawing/2014/main" id="{DF86B7FC-77D7-4734-103B-B7BEE343FE4C}"/>
              </a:ext>
            </a:extLst>
          </p:cNvPr>
          <p:cNvSpPr>
            <a:spLocks noGrp="1"/>
          </p:cNvSpPr>
          <p:nvPr>
            <p:ph type="body" sz="quarter" idx="10" hasCustomPrompt="1"/>
          </p:nvPr>
        </p:nvSpPr>
        <p:spPr>
          <a:xfrm>
            <a:off x="639074" y="1653938"/>
            <a:ext cx="8060366" cy="2103140"/>
          </a:xfrm>
          <a:prstGeom prst="rect">
            <a:avLst/>
          </a:prstGeom>
        </p:spPr>
        <p:txBody>
          <a:bodyPr wrap="square">
            <a:spAutoFit/>
          </a:bodyPr>
          <a:lstStyle>
            <a:lvl1pPr>
              <a:lnSpc>
                <a:spcPts val="8200"/>
              </a:lnSpc>
              <a:spcBef>
                <a:spcPts val="0"/>
              </a:spcBef>
              <a:defRPr sz="8000" b="0" i="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t>Presentation Cover with Longer Title</a:t>
            </a:r>
          </a:p>
        </p:txBody>
      </p:sp>
      <p:pic>
        <p:nvPicPr>
          <p:cNvPr id="5" name="Picture 4">
            <a:extLst>
              <a:ext uri="{FF2B5EF4-FFF2-40B4-BE49-F238E27FC236}">
                <a16:creationId xmlns:a16="http://schemas.microsoft.com/office/drawing/2014/main" id="{4B2CBA10-B1F8-6997-AD70-9626FD79743A}"/>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47699" y="716555"/>
            <a:ext cx="646663" cy="237744"/>
          </a:xfrm>
          <a:prstGeom prst="rect">
            <a:avLst/>
          </a:prstGeom>
        </p:spPr>
      </p:pic>
      <p:pic>
        <p:nvPicPr>
          <p:cNvPr id="4" name="Picture 3" descr="Background pattern  Description automatically generated">
            <a:extLst>
              <a:ext uri="{FF2B5EF4-FFF2-40B4-BE49-F238E27FC236}">
                <a16:creationId xmlns:a16="http://schemas.microsoft.com/office/drawing/2014/main" id="{1F175C76-1AF3-1FC2-AED0-8D15C0D10160}"/>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4419600" y="2483117"/>
            <a:ext cx="7772400" cy="4374883"/>
          </a:xfrm>
          <a:prstGeom prst="rect">
            <a:avLst/>
          </a:prstGeom>
        </p:spPr>
      </p:pic>
    </p:spTree>
    <p:extLst>
      <p:ext uri="{BB962C8B-B14F-4D97-AF65-F5344CB8AC3E}">
        <p14:creationId xmlns:p14="http://schemas.microsoft.com/office/powerpoint/2010/main" val="1303633340"/>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showMasterSp="0" preserve="1" userDrawn="1">
  <p:cSld name="Cover_Light">
    <p:bg>
      <p:bgPr>
        <a:solidFill>
          <a:schemeClr val="bg1"/>
        </a:solidFill>
        <a:effectLst/>
      </p:bgPr>
    </p:bg>
    <p:spTree>
      <p:nvGrpSpPr>
        <p:cNvPr id="1" name=""/>
        <p:cNvGrpSpPr/>
        <p:nvPr/>
      </p:nvGrpSpPr>
      <p:grpSpPr>
        <a:xfrm>
          <a:off x="0" y="0"/>
          <a:ext cx="0" cy="0"/>
          <a:chOff x="0" y="0"/>
          <a:chExt cx="0" cy="0"/>
        </a:xfrm>
      </p:grpSpPr>
      <p:sp>
        <p:nvSpPr>
          <p:cNvPr id="13" name="Text Placeholder 4">
            <a:extLst>
              <a:ext uri="{FF2B5EF4-FFF2-40B4-BE49-F238E27FC236}">
                <a16:creationId xmlns:a16="http://schemas.microsoft.com/office/drawing/2014/main" id="{B8E369A2-FC86-4140-9080-E549260B9180}"/>
              </a:ext>
            </a:extLst>
          </p:cNvPr>
          <p:cNvSpPr>
            <a:spLocks noGrp="1"/>
          </p:cNvSpPr>
          <p:nvPr>
            <p:ph type="body" sz="quarter" idx="11" hasCustomPrompt="1"/>
          </p:nvPr>
        </p:nvSpPr>
        <p:spPr>
          <a:xfrm>
            <a:off x="639074" y="4670399"/>
            <a:ext cx="7068944" cy="455381"/>
          </a:xfrm>
          <a:prstGeom prst="rect">
            <a:avLst/>
          </a:prstGeom>
        </p:spPr>
        <p:txBody>
          <a:bodyPr wrap="square">
            <a:spAutoFit/>
          </a:bodyPr>
          <a:lstStyle>
            <a:lvl1pPr>
              <a:lnSpc>
                <a:spcPct val="150000"/>
              </a:lnSpc>
              <a:spcBef>
                <a:spcPts val="0"/>
              </a:spcBef>
              <a:defRPr sz="220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14" name="Text Placeholder 4">
            <a:extLst>
              <a:ext uri="{FF2B5EF4-FFF2-40B4-BE49-F238E27FC236}">
                <a16:creationId xmlns:a16="http://schemas.microsoft.com/office/drawing/2014/main" id="{2F6A18E7-9305-4C6B-A5A3-4962D30A22A2}"/>
              </a:ext>
            </a:extLst>
          </p:cNvPr>
          <p:cNvSpPr>
            <a:spLocks noGrp="1"/>
          </p:cNvSpPr>
          <p:nvPr>
            <p:ph type="body" sz="quarter" idx="12" hasCustomPrompt="1"/>
          </p:nvPr>
        </p:nvSpPr>
        <p:spPr>
          <a:xfrm>
            <a:off x="639074" y="5393921"/>
            <a:ext cx="6489700" cy="200055"/>
          </a:xfrm>
          <a:prstGeom prst="rect">
            <a:avLst/>
          </a:prstGeom>
        </p:spPr>
        <p:txBody>
          <a:bodyPr>
            <a:spAutoFit/>
          </a:bodyPr>
          <a:lstStyle>
            <a:lvl1pPr>
              <a:lnSpc>
                <a:spcPct val="100000"/>
              </a:lnSpc>
              <a:spcBef>
                <a:spcPts val="0"/>
              </a:spcBef>
              <a:defRPr sz="1300" b="1" i="0" spc="400" baseline="0">
                <a:solidFill>
                  <a:schemeClr val="accent2"/>
                </a:solidFill>
                <a:latin typeface="Calibri" panose="020F0502020204030204" pitchFamily="34" charset="0"/>
                <a:cs typeface="Calibri" panose="020F0502020204030204" pitchFamily="34" charset="0"/>
              </a:defRPr>
            </a:lvl1pPr>
            <a:lvl2pPr>
              <a:buNone/>
              <a:defRPr/>
            </a:lvl2pPr>
          </a:lstStyle>
          <a:p>
            <a:pPr lvl="0"/>
            <a:r>
              <a:rPr lang="en-US">
                <a:effectLst/>
              </a:rPr>
              <a:t>DECEMBER 2022</a:t>
            </a:r>
            <a:endParaRPr lang="en-US"/>
          </a:p>
        </p:txBody>
      </p:sp>
      <p:sp>
        <p:nvSpPr>
          <p:cNvPr id="2" name="Footer Placeholder 5">
            <a:extLst>
              <a:ext uri="{FF2B5EF4-FFF2-40B4-BE49-F238E27FC236}">
                <a16:creationId xmlns:a16="http://schemas.microsoft.com/office/drawing/2014/main" id="{88D4788E-EE52-507E-7D71-0F24A4DBD2C0}"/>
              </a:ext>
            </a:extLst>
          </p:cNvPr>
          <p:cNvSpPr>
            <a:spLocks noGrp="1"/>
          </p:cNvSpPr>
          <p:nvPr>
            <p:ph type="ftr" sz="quarter" idx="3"/>
          </p:nvPr>
        </p:nvSpPr>
        <p:spPr>
          <a:xfrm>
            <a:off x="639074" y="6403340"/>
            <a:ext cx="1645920" cy="226060"/>
          </a:xfrm>
          <a:prstGeom prst="rect">
            <a:avLst/>
          </a:prstGeom>
        </p:spPr>
        <p:txBody>
          <a:bodyPr vert="horz" lIns="0" tIns="0" rIns="0" bIns="0" rtlCol="0" anchor="ctr"/>
          <a:lstStyle>
            <a:lvl1pPr algn="l">
              <a:defRPr kumimoji="0" lang="en-US" sz="600" b="0" i="0" u="none" strike="noStrike" cap="none" spc="0" normalizeH="0" baseline="0" dirty="0" smtClean="0">
                <a:ln>
                  <a:noFill/>
                </a:ln>
                <a:solidFill>
                  <a:schemeClr val="tx2"/>
                </a:solidFill>
                <a:effectLst/>
                <a:uLnTx/>
                <a:uFillTx/>
                <a:ea typeface="Calibri" panose="020F0502020204030204" pitchFamily="34" charset="0"/>
                <a:cs typeface="Calibri" panose="020F0502020204030204" pitchFamily="34" charset="0"/>
              </a:defRPr>
            </a:lvl1pPr>
          </a:lstStyle>
          <a:p>
            <a:r>
              <a:rPr lang="en-US"/>
              <a:t>EPAM Proprietary &amp; Confidential.</a:t>
            </a:r>
          </a:p>
        </p:txBody>
      </p:sp>
      <p:sp>
        <p:nvSpPr>
          <p:cNvPr id="8" name="Text Placeholder 4">
            <a:extLst>
              <a:ext uri="{FF2B5EF4-FFF2-40B4-BE49-F238E27FC236}">
                <a16:creationId xmlns:a16="http://schemas.microsoft.com/office/drawing/2014/main" id="{DF86B7FC-77D7-4734-103B-B7BEE343FE4C}"/>
              </a:ext>
            </a:extLst>
          </p:cNvPr>
          <p:cNvSpPr>
            <a:spLocks noGrp="1"/>
          </p:cNvSpPr>
          <p:nvPr>
            <p:ph type="body" sz="quarter" idx="10" hasCustomPrompt="1"/>
          </p:nvPr>
        </p:nvSpPr>
        <p:spPr>
          <a:xfrm>
            <a:off x="639074" y="1653938"/>
            <a:ext cx="8060366" cy="2103140"/>
          </a:xfrm>
          <a:prstGeom prst="rect">
            <a:avLst/>
          </a:prstGeom>
        </p:spPr>
        <p:txBody>
          <a:bodyPr wrap="square">
            <a:spAutoFit/>
          </a:bodyPr>
          <a:lstStyle>
            <a:lvl1pPr>
              <a:lnSpc>
                <a:spcPts val="8200"/>
              </a:lnSpc>
              <a:spcBef>
                <a:spcPts val="0"/>
              </a:spcBef>
              <a:defRPr sz="8000" b="0" i="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t>Presentation Cover with Longer Title</a:t>
            </a:r>
          </a:p>
        </p:txBody>
      </p:sp>
      <p:pic>
        <p:nvPicPr>
          <p:cNvPr id="5" name="Picture 4">
            <a:extLst>
              <a:ext uri="{FF2B5EF4-FFF2-40B4-BE49-F238E27FC236}">
                <a16:creationId xmlns:a16="http://schemas.microsoft.com/office/drawing/2014/main" id="{4B2CBA10-B1F8-6997-AD70-9626FD79743A}"/>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47699" y="716555"/>
            <a:ext cx="646663" cy="237744"/>
          </a:xfrm>
          <a:prstGeom prst="rect">
            <a:avLst/>
          </a:prstGeom>
        </p:spPr>
      </p:pic>
    </p:spTree>
    <p:extLst>
      <p:ext uri="{BB962C8B-B14F-4D97-AF65-F5344CB8AC3E}">
        <p14:creationId xmlns:p14="http://schemas.microsoft.com/office/powerpoint/2010/main" val="3154688678"/>
      </p:ext>
    </p:extLst>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preserve="1" userDrawn="1">
  <p:cSld name="Cover_Shorter_Title_Half_Page">
    <p:spTree>
      <p:nvGrpSpPr>
        <p:cNvPr id="1" name=""/>
        <p:cNvGrpSpPr/>
        <p:nvPr/>
      </p:nvGrpSpPr>
      <p:grpSpPr>
        <a:xfrm>
          <a:off x="0" y="0"/>
          <a:ext cx="0" cy="0"/>
          <a:chOff x="0" y="0"/>
          <a:chExt cx="0" cy="0"/>
        </a:xfrm>
      </p:grpSpPr>
      <p:sp>
        <p:nvSpPr>
          <p:cNvPr id="5" name="Picture Placeholder 2">
            <a:extLst>
              <a:ext uri="{FF2B5EF4-FFF2-40B4-BE49-F238E27FC236}">
                <a16:creationId xmlns:a16="http://schemas.microsoft.com/office/drawing/2014/main" id="{040E1BA6-2B94-3FB9-8A61-22A11D25EDE1}"/>
              </a:ext>
            </a:extLst>
          </p:cNvPr>
          <p:cNvSpPr>
            <a:spLocks noGrp="1"/>
          </p:cNvSpPr>
          <p:nvPr>
            <p:ph type="pic" sz="quarter" idx="24"/>
          </p:nvPr>
        </p:nvSpPr>
        <p:spPr>
          <a:xfrm>
            <a:off x="6123008" y="0"/>
            <a:ext cx="6068992" cy="6858000"/>
          </a:xfrm>
          <a:prstGeom prst="rect">
            <a:avLst/>
          </a:prstGeom>
        </p:spPr>
        <p:txBody>
          <a:bodyPr/>
          <a:lstStyle/>
          <a:p>
            <a:r>
              <a:rPr lang="en-US"/>
              <a:t>Click icon to add picture</a:t>
            </a:r>
          </a:p>
        </p:txBody>
      </p:sp>
      <p:sp>
        <p:nvSpPr>
          <p:cNvPr id="6" name="Text Placeholder 4">
            <a:extLst>
              <a:ext uri="{FF2B5EF4-FFF2-40B4-BE49-F238E27FC236}">
                <a16:creationId xmlns:a16="http://schemas.microsoft.com/office/drawing/2014/main" id="{5DF60C00-4DF7-EA8B-64E5-6D8707C3F163}"/>
              </a:ext>
            </a:extLst>
          </p:cNvPr>
          <p:cNvSpPr>
            <a:spLocks noGrp="1"/>
          </p:cNvSpPr>
          <p:nvPr>
            <p:ph type="body" sz="quarter" idx="25" hasCustomPrompt="1"/>
          </p:nvPr>
        </p:nvSpPr>
        <p:spPr>
          <a:xfrm>
            <a:off x="639074" y="4670399"/>
            <a:ext cx="5151216" cy="372538"/>
          </a:xfrm>
          <a:prstGeom prst="rect">
            <a:avLst/>
          </a:prstGeom>
        </p:spPr>
        <p:txBody>
          <a:bodyPr wrap="square">
            <a:spAutoFit/>
          </a:bodyPr>
          <a:lstStyle>
            <a:lvl1pPr>
              <a:lnSpc>
                <a:spcPct val="150000"/>
              </a:lnSpc>
              <a:spcBef>
                <a:spcPts val="0"/>
              </a:spcBef>
              <a:defRPr sz="180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7" name="Text Placeholder 4">
            <a:extLst>
              <a:ext uri="{FF2B5EF4-FFF2-40B4-BE49-F238E27FC236}">
                <a16:creationId xmlns:a16="http://schemas.microsoft.com/office/drawing/2014/main" id="{1CED6F17-ABB3-3BF2-0943-BB3D363DB394}"/>
              </a:ext>
            </a:extLst>
          </p:cNvPr>
          <p:cNvSpPr>
            <a:spLocks noGrp="1"/>
          </p:cNvSpPr>
          <p:nvPr>
            <p:ph type="body" sz="quarter" idx="12" hasCustomPrompt="1"/>
          </p:nvPr>
        </p:nvSpPr>
        <p:spPr>
          <a:xfrm>
            <a:off x="639074" y="5393921"/>
            <a:ext cx="5185941" cy="200055"/>
          </a:xfrm>
          <a:prstGeom prst="rect">
            <a:avLst/>
          </a:prstGeom>
        </p:spPr>
        <p:txBody>
          <a:bodyPr wrap="square">
            <a:spAutoFit/>
          </a:bodyPr>
          <a:lstStyle>
            <a:lvl1pPr>
              <a:lnSpc>
                <a:spcPct val="100000"/>
              </a:lnSpc>
              <a:spcBef>
                <a:spcPts val="0"/>
              </a:spcBef>
              <a:defRPr sz="1300" b="1" i="0" spc="400" baseline="0">
                <a:solidFill>
                  <a:schemeClr val="accent2"/>
                </a:solidFill>
                <a:latin typeface="Calibri" panose="020F0502020204030204" pitchFamily="34" charset="0"/>
                <a:cs typeface="Calibri" panose="020F0502020204030204" pitchFamily="34" charset="0"/>
              </a:defRPr>
            </a:lvl1pPr>
            <a:lvl2pPr>
              <a:buNone/>
              <a:defRPr/>
            </a:lvl2pPr>
          </a:lstStyle>
          <a:p>
            <a:pPr lvl="0"/>
            <a:r>
              <a:rPr lang="en-US">
                <a:effectLst/>
              </a:rPr>
              <a:t>DECEMBER 2022</a:t>
            </a:r>
            <a:endParaRPr lang="en-US"/>
          </a:p>
        </p:txBody>
      </p:sp>
      <p:sp>
        <p:nvSpPr>
          <p:cNvPr id="8" name="Text Placeholder 4">
            <a:extLst>
              <a:ext uri="{FF2B5EF4-FFF2-40B4-BE49-F238E27FC236}">
                <a16:creationId xmlns:a16="http://schemas.microsoft.com/office/drawing/2014/main" id="{03242F72-C056-2877-37FC-0C0E8E2FA1E4}"/>
              </a:ext>
            </a:extLst>
          </p:cNvPr>
          <p:cNvSpPr>
            <a:spLocks noGrp="1"/>
          </p:cNvSpPr>
          <p:nvPr>
            <p:ph type="body" sz="quarter" idx="26" hasCustomPrompt="1"/>
          </p:nvPr>
        </p:nvSpPr>
        <p:spPr>
          <a:xfrm>
            <a:off x="639074" y="1653938"/>
            <a:ext cx="5139642" cy="1846659"/>
          </a:xfrm>
          <a:prstGeom prst="rect">
            <a:avLst/>
          </a:prstGeom>
        </p:spPr>
        <p:txBody>
          <a:bodyPr wrap="square">
            <a:spAutoFit/>
          </a:bodyPr>
          <a:lstStyle>
            <a:lvl1pPr>
              <a:lnSpc>
                <a:spcPct val="100000"/>
              </a:lnSpc>
              <a:spcBef>
                <a:spcPts val="0"/>
              </a:spcBef>
              <a:defRPr sz="6000" b="0" i="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t>Cover with Shorter Title</a:t>
            </a:r>
          </a:p>
        </p:txBody>
      </p:sp>
      <p:pic>
        <p:nvPicPr>
          <p:cNvPr id="9" name="Picture 8">
            <a:extLst>
              <a:ext uri="{FF2B5EF4-FFF2-40B4-BE49-F238E27FC236}">
                <a16:creationId xmlns:a16="http://schemas.microsoft.com/office/drawing/2014/main" id="{522237D0-4B7C-4C74-1B34-6585F8B84CE3}"/>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47699" y="716555"/>
            <a:ext cx="658001" cy="241912"/>
          </a:xfrm>
          <a:prstGeom prst="rect">
            <a:avLst/>
          </a:prstGeom>
        </p:spPr>
      </p:pic>
    </p:spTree>
    <p:extLst>
      <p:ext uri="{BB962C8B-B14F-4D97-AF65-F5344CB8AC3E}">
        <p14:creationId xmlns:p14="http://schemas.microsoft.com/office/powerpoint/2010/main" val="4024105703"/>
      </p:ext>
    </p:extLst>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preserve="1" userDrawn="1">
  <p:cSld name="Content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2CC2842-970F-4D83-A7C9-C111F3E9E8F4}"/>
              </a:ext>
            </a:extLst>
          </p:cNvPr>
          <p:cNvSpPr>
            <a:spLocks noGrp="1"/>
          </p:cNvSpPr>
          <p:nvPr>
            <p:ph type="title" hasCustomPrompt="1"/>
          </p:nvPr>
        </p:nvSpPr>
        <p:spPr>
          <a:xfrm>
            <a:off x="639074" y="1350512"/>
            <a:ext cx="3594735" cy="923330"/>
          </a:xfrm>
          <a:prstGeom prst="rect">
            <a:avLst/>
          </a:prstGeom>
        </p:spPr>
        <p:txBody>
          <a:bodyPr wrap="square">
            <a:spAutoFit/>
          </a:bodyPr>
          <a:lstStyle>
            <a:lvl1pPr>
              <a:defRPr sz="6000" b="0" i="0">
                <a:gradFill>
                  <a:gsLst>
                    <a:gs pos="0">
                      <a:schemeClr val="accent3"/>
                    </a:gs>
                    <a:gs pos="55000">
                      <a:schemeClr val="accent2"/>
                    </a:gs>
                    <a:gs pos="100000">
                      <a:schemeClr val="accent4"/>
                    </a:gs>
                  </a:gsLst>
                  <a:lin ang="0" scaled="0"/>
                </a:gradFill>
                <a:latin typeface="Calibri" panose="020F0502020204030204" pitchFamily="34" charset="0"/>
                <a:cs typeface="Calibri" panose="020F0502020204030204" pitchFamily="34" charset="0"/>
              </a:defRPr>
            </a:lvl1pPr>
          </a:lstStyle>
          <a:p>
            <a:r>
              <a:rPr lang="en-US"/>
              <a:t>Contents</a:t>
            </a:r>
          </a:p>
        </p:txBody>
      </p:sp>
      <p:sp>
        <p:nvSpPr>
          <p:cNvPr id="5" name="Text Placeholder 4">
            <a:extLst>
              <a:ext uri="{FF2B5EF4-FFF2-40B4-BE49-F238E27FC236}">
                <a16:creationId xmlns:a16="http://schemas.microsoft.com/office/drawing/2014/main" id="{0B94A4A7-1D42-43C4-8DAE-D39D6017417F}"/>
              </a:ext>
            </a:extLst>
          </p:cNvPr>
          <p:cNvSpPr>
            <a:spLocks noGrp="1"/>
          </p:cNvSpPr>
          <p:nvPr>
            <p:ph type="body" sz="quarter" idx="10" hasCustomPrompt="1"/>
          </p:nvPr>
        </p:nvSpPr>
        <p:spPr>
          <a:xfrm>
            <a:off x="4566051" y="1542286"/>
            <a:ext cx="498928" cy="307777"/>
          </a:xfrm>
          <a:prstGeom prst="rect">
            <a:avLst/>
          </a:prstGeom>
        </p:spPr>
        <p:txBody>
          <a:bodyPr wrap="square" anchor="t" anchorCtr="0">
            <a:spAutoFit/>
          </a:bodyPr>
          <a:lstStyle>
            <a:lvl1pPr algn="r">
              <a:defRPr sz="2000" b="1">
                <a:solidFill>
                  <a:schemeClr val="accent2"/>
                </a:solidFill>
              </a:defRPr>
            </a:lvl1pPr>
          </a:lstStyle>
          <a:p>
            <a:pPr lvl="0"/>
            <a:r>
              <a:rPr lang="en-US"/>
              <a:t>01</a:t>
            </a:r>
          </a:p>
        </p:txBody>
      </p:sp>
      <p:sp>
        <p:nvSpPr>
          <p:cNvPr id="9" name="Text Placeholder 4">
            <a:extLst>
              <a:ext uri="{FF2B5EF4-FFF2-40B4-BE49-F238E27FC236}">
                <a16:creationId xmlns:a16="http://schemas.microsoft.com/office/drawing/2014/main" id="{914B7CA8-C6E3-4D9A-BDD1-5A660A9FF442}"/>
              </a:ext>
            </a:extLst>
          </p:cNvPr>
          <p:cNvSpPr>
            <a:spLocks noGrp="1"/>
          </p:cNvSpPr>
          <p:nvPr>
            <p:ph type="body" sz="quarter" idx="11" hasCustomPrompt="1"/>
          </p:nvPr>
        </p:nvSpPr>
        <p:spPr>
          <a:xfrm>
            <a:off x="4566051" y="2235353"/>
            <a:ext cx="498928" cy="307777"/>
          </a:xfrm>
          <a:prstGeom prst="rect">
            <a:avLst/>
          </a:prstGeom>
        </p:spPr>
        <p:txBody>
          <a:bodyPr wrap="square" anchor="t" anchorCtr="0">
            <a:spAutoFit/>
          </a:bodyPr>
          <a:lstStyle>
            <a:lvl1pPr algn="r">
              <a:defRPr sz="2000" b="1">
                <a:solidFill>
                  <a:schemeClr val="accent2"/>
                </a:solidFill>
              </a:defRPr>
            </a:lvl1pPr>
          </a:lstStyle>
          <a:p>
            <a:pPr lvl="0"/>
            <a:r>
              <a:rPr lang="en-US"/>
              <a:t>02</a:t>
            </a:r>
          </a:p>
        </p:txBody>
      </p:sp>
      <p:sp>
        <p:nvSpPr>
          <p:cNvPr id="13" name="Text Placeholder 4">
            <a:extLst>
              <a:ext uri="{FF2B5EF4-FFF2-40B4-BE49-F238E27FC236}">
                <a16:creationId xmlns:a16="http://schemas.microsoft.com/office/drawing/2014/main" id="{29CF7C84-314E-4FB2-901C-E4AD0E759351}"/>
              </a:ext>
            </a:extLst>
          </p:cNvPr>
          <p:cNvSpPr>
            <a:spLocks noGrp="1"/>
          </p:cNvSpPr>
          <p:nvPr>
            <p:ph type="body" sz="quarter" idx="12" hasCustomPrompt="1"/>
          </p:nvPr>
        </p:nvSpPr>
        <p:spPr>
          <a:xfrm>
            <a:off x="4566051" y="2918259"/>
            <a:ext cx="498928" cy="307777"/>
          </a:xfrm>
          <a:prstGeom prst="rect">
            <a:avLst/>
          </a:prstGeom>
        </p:spPr>
        <p:txBody>
          <a:bodyPr wrap="square" anchor="t" anchorCtr="0">
            <a:spAutoFit/>
          </a:bodyPr>
          <a:lstStyle>
            <a:lvl1pPr algn="r">
              <a:defRPr sz="2000" b="1">
                <a:solidFill>
                  <a:schemeClr val="accent2"/>
                </a:solidFill>
              </a:defRPr>
            </a:lvl1pPr>
          </a:lstStyle>
          <a:p>
            <a:pPr lvl="0"/>
            <a:r>
              <a:rPr lang="en-US"/>
              <a:t>03</a:t>
            </a:r>
          </a:p>
        </p:txBody>
      </p:sp>
      <p:sp>
        <p:nvSpPr>
          <p:cNvPr id="14" name="Text Placeholder 4">
            <a:extLst>
              <a:ext uri="{FF2B5EF4-FFF2-40B4-BE49-F238E27FC236}">
                <a16:creationId xmlns:a16="http://schemas.microsoft.com/office/drawing/2014/main" id="{F4E24727-48EE-48AA-9B6F-F26524FCED2B}"/>
              </a:ext>
            </a:extLst>
          </p:cNvPr>
          <p:cNvSpPr>
            <a:spLocks noGrp="1"/>
          </p:cNvSpPr>
          <p:nvPr>
            <p:ph type="body" sz="quarter" idx="13" hasCustomPrompt="1"/>
          </p:nvPr>
        </p:nvSpPr>
        <p:spPr>
          <a:xfrm>
            <a:off x="4566051" y="3611326"/>
            <a:ext cx="498928" cy="307777"/>
          </a:xfrm>
          <a:prstGeom prst="rect">
            <a:avLst/>
          </a:prstGeom>
        </p:spPr>
        <p:txBody>
          <a:bodyPr wrap="square" anchor="t" anchorCtr="0">
            <a:spAutoFit/>
          </a:bodyPr>
          <a:lstStyle>
            <a:lvl1pPr algn="r">
              <a:defRPr sz="2000" b="1">
                <a:solidFill>
                  <a:schemeClr val="accent2"/>
                </a:solidFill>
              </a:defRPr>
            </a:lvl1pPr>
          </a:lstStyle>
          <a:p>
            <a:pPr lvl="0"/>
            <a:r>
              <a:rPr lang="en-US"/>
              <a:t>04</a:t>
            </a:r>
          </a:p>
        </p:txBody>
      </p:sp>
      <p:sp>
        <p:nvSpPr>
          <p:cNvPr id="15" name="Text Placeholder 4">
            <a:extLst>
              <a:ext uri="{FF2B5EF4-FFF2-40B4-BE49-F238E27FC236}">
                <a16:creationId xmlns:a16="http://schemas.microsoft.com/office/drawing/2014/main" id="{18BC4A81-2FF3-4AC4-8F40-4F95105F594C}"/>
              </a:ext>
            </a:extLst>
          </p:cNvPr>
          <p:cNvSpPr>
            <a:spLocks noGrp="1"/>
          </p:cNvSpPr>
          <p:nvPr>
            <p:ph type="body" sz="quarter" idx="14" hasCustomPrompt="1"/>
          </p:nvPr>
        </p:nvSpPr>
        <p:spPr>
          <a:xfrm>
            <a:off x="4566051" y="4294232"/>
            <a:ext cx="498928" cy="307777"/>
          </a:xfrm>
          <a:prstGeom prst="rect">
            <a:avLst/>
          </a:prstGeom>
        </p:spPr>
        <p:txBody>
          <a:bodyPr wrap="square" anchor="t" anchorCtr="0">
            <a:spAutoFit/>
          </a:bodyPr>
          <a:lstStyle>
            <a:lvl1pPr algn="r">
              <a:defRPr sz="2000" b="1">
                <a:solidFill>
                  <a:schemeClr val="accent2"/>
                </a:solidFill>
              </a:defRPr>
            </a:lvl1pPr>
          </a:lstStyle>
          <a:p>
            <a:pPr lvl="0"/>
            <a:r>
              <a:rPr lang="en-US"/>
              <a:t>05</a:t>
            </a:r>
          </a:p>
        </p:txBody>
      </p:sp>
      <p:sp>
        <p:nvSpPr>
          <p:cNvPr id="16" name="Text Placeholder 4">
            <a:extLst>
              <a:ext uri="{FF2B5EF4-FFF2-40B4-BE49-F238E27FC236}">
                <a16:creationId xmlns:a16="http://schemas.microsoft.com/office/drawing/2014/main" id="{A53DF3A1-A093-468B-B30D-D2DB4C1595BF}"/>
              </a:ext>
            </a:extLst>
          </p:cNvPr>
          <p:cNvSpPr>
            <a:spLocks noGrp="1"/>
          </p:cNvSpPr>
          <p:nvPr>
            <p:ph type="body" sz="quarter" idx="15" hasCustomPrompt="1"/>
          </p:nvPr>
        </p:nvSpPr>
        <p:spPr>
          <a:xfrm>
            <a:off x="4566051" y="4977139"/>
            <a:ext cx="498928" cy="307777"/>
          </a:xfrm>
          <a:prstGeom prst="rect">
            <a:avLst/>
          </a:prstGeom>
        </p:spPr>
        <p:txBody>
          <a:bodyPr wrap="square" anchor="t" anchorCtr="0">
            <a:spAutoFit/>
          </a:bodyPr>
          <a:lstStyle>
            <a:lvl1pPr algn="r">
              <a:defRPr sz="2000" b="1">
                <a:solidFill>
                  <a:schemeClr val="accent2"/>
                </a:solidFill>
              </a:defRPr>
            </a:lvl1pPr>
          </a:lstStyle>
          <a:p>
            <a:pPr lvl="0"/>
            <a:r>
              <a:rPr lang="en-US"/>
              <a:t>06</a:t>
            </a:r>
          </a:p>
        </p:txBody>
      </p:sp>
      <p:sp>
        <p:nvSpPr>
          <p:cNvPr id="17" name="Text Placeholder 4">
            <a:extLst>
              <a:ext uri="{FF2B5EF4-FFF2-40B4-BE49-F238E27FC236}">
                <a16:creationId xmlns:a16="http://schemas.microsoft.com/office/drawing/2014/main" id="{73338DC0-8609-4542-8807-E7838F7CE5D6}"/>
              </a:ext>
            </a:extLst>
          </p:cNvPr>
          <p:cNvSpPr>
            <a:spLocks noGrp="1"/>
          </p:cNvSpPr>
          <p:nvPr>
            <p:ph type="body" sz="quarter" idx="16" hasCustomPrompt="1"/>
          </p:nvPr>
        </p:nvSpPr>
        <p:spPr>
          <a:xfrm>
            <a:off x="5298342" y="1542286"/>
            <a:ext cx="6245958"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Section header here</a:t>
            </a:r>
          </a:p>
        </p:txBody>
      </p:sp>
      <p:sp>
        <p:nvSpPr>
          <p:cNvPr id="18" name="Text Placeholder 4">
            <a:extLst>
              <a:ext uri="{FF2B5EF4-FFF2-40B4-BE49-F238E27FC236}">
                <a16:creationId xmlns:a16="http://schemas.microsoft.com/office/drawing/2014/main" id="{43948224-37C6-4D02-AFD9-C1D88C1C073C}"/>
              </a:ext>
            </a:extLst>
          </p:cNvPr>
          <p:cNvSpPr>
            <a:spLocks noGrp="1"/>
          </p:cNvSpPr>
          <p:nvPr>
            <p:ph type="body" sz="quarter" idx="17" hasCustomPrompt="1"/>
          </p:nvPr>
        </p:nvSpPr>
        <p:spPr>
          <a:xfrm>
            <a:off x="5298342" y="2235353"/>
            <a:ext cx="6245958"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Section header here</a:t>
            </a:r>
          </a:p>
        </p:txBody>
      </p:sp>
      <p:sp>
        <p:nvSpPr>
          <p:cNvPr id="19" name="Text Placeholder 4">
            <a:extLst>
              <a:ext uri="{FF2B5EF4-FFF2-40B4-BE49-F238E27FC236}">
                <a16:creationId xmlns:a16="http://schemas.microsoft.com/office/drawing/2014/main" id="{4BDE3CEE-0230-44C2-A389-A8747AA6BB8C}"/>
              </a:ext>
            </a:extLst>
          </p:cNvPr>
          <p:cNvSpPr>
            <a:spLocks noGrp="1"/>
          </p:cNvSpPr>
          <p:nvPr>
            <p:ph type="body" sz="quarter" idx="18" hasCustomPrompt="1"/>
          </p:nvPr>
        </p:nvSpPr>
        <p:spPr>
          <a:xfrm>
            <a:off x="5298342" y="2918259"/>
            <a:ext cx="6245958"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Section header here</a:t>
            </a:r>
          </a:p>
        </p:txBody>
      </p:sp>
      <p:sp>
        <p:nvSpPr>
          <p:cNvPr id="20" name="Text Placeholder 4">
            <a:extLst>
              <a:ext uri="{FF2B5EF4-FFF2-40B4-BE49-F238E27FC236}">
                <a16:creationId xmlns:a16="http://schemas.microsoft.com/office/drawing/2014/main" id="{76BF9761-22A6-4919-B7B5-2A027DDC6D44}"/>
              </a:ext>
            </a:extLst>
          </p:cNvPr>
          <p:cNvSpPr>
            <a:spLocks noGrp="1"/>
          </p:cNvSpPr>
          <p:nvPr>
            <p:ph type="body" sz="quarter" idx="19" hasCustomPrompt="1"/>
          </p:nvPr>
        </p:nvSpPr>
        <p:spPr>
          <a:xfrm>
            <a:off x="5298342" y="3611326"/>
            <a:ext cx="6245958"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Section header here</a:t>
            </a:r>
          </a:p>
        </p:txBody>
      </p:sp>
      <p:sp>
        <p:nvSpPr>
          <p:cNvPr id="21" name="Text Placeholder 4">
            <a:extLst>
              <a:ext uri="{FF2B5EF4-FFF2-40B4-BE49-F238E27FC236}">
                <a16:creationId xmlns:a16="http://schemas.microsoft.com/office/drawing/2014/main" id="{1BA13C9B-9D26-4B3E-8215-17F0475C2000}"/>
              </a:ext>
            </a:extLst>
          </p:cNvPr>
          <p:cNvSpPr>
            <a:spLocks noGrp="1"/>
          </p:cNvSpPr>
          <p:nvPr>
            <p:ph type="body" sz="quarter" idx="20" hasCustomPrompt="1"/>
          </p:nvPr>
        </p:nvSpPr>
        <p:spPr>
          <a:xfrm>
            <a:off x="5298342" y="4294232"/>
            <a:ext cx="6245958"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Section header here</a:t>
            </a:r>
          </a:p>
        </p:txBody>
      </p:sp>
      <p:sp>
        <p:nvSpPr>
          <p:cNvPr id="22" name="Text Placeholder 4">
            <a:extLst>
              <a:ext uri="{FF2B5EF4-FFF2-40B4-BE49-F238E27FC236}">
                <a16:creationId xmlns:a16="http://schemas.microsoft.com/office/drawing/2014/main" id="{64AC5FFC-6616-4F1B-B644-F0560ADC7ED3}"/>
              </a:ext>
            </a:extLst>
          </p:cNvPr>
          <p:cNvSpPr>
            <a:spLocks noGrp="1"/>
          </p:cNvSpPr>
          <p:nvPr>
            <p:ph type="body" sz="quarter" idx="21" hasCustomPrompt="1"/>
          </p:nvPr>
        </p:nvSpPr>
        <p:spPr>
          <a:xfrm>
            <a:off x="5298342" y="4977139"/>
            <a:ext cx="6245958"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Section header here</a:t>
            </a:r>
          </a:p>
        </p:txBody>
      </p:sp>
      <p:cxnSp>
        <p:nvCxnSpPr>
          <p:cNvPr id="6" name="Straight Connector 5">
            <a:extLst>
              <a:ext uri="{FF2B5EF4-FFF2-40B4-BE49-F238E27FC236}">
                <a16:creationId xmlns:a16="http://schemas.microsoft.com/office/drawing/2014/main" id="{68522FB4-D05A-7BBC-4925-8F44384D8BAF}"/>
              </a:ext>
            </a:extLst>
          </p:cNvPr>
          <p:cNvCxnSpPr>
            <a:cxnSpLocks/>
          </p:cNvCxnSpPr>
          <p:nvPr userDrawn="1"/>
        </p:nvCxnSpPr>
        <p:spPr>
          <a:xfrm>
            <a:off x="4828321" y="2043581"/>
            <a:ext cx="6715979"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943E4466-9172-11FF-B631-0772F610EC0A}"/>
              </a:ext>
            </a:extLst>
          </p:cNvPr>
          <p:cNvCxnSpPr>
            <a:cxnSpLocks/>
          </p:cNvCxnSpPr>
          <p:nvPr userDrawn="1"/>
        </p:nvCxnSpPr>
        <p:spPr>
          <a:xfrm>
            <a:off x="4828321" y="2736156"/>
            <a:ext cx="6715979"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239B406A-62F3-7DD2-AFDA-098BD84DC9B8}"/>
              </a:ext>
            </a:extLst>
          </p:cNvPr>
          <p:cNvCxnSpPr>
            <a:cxnSpLocks/>
          </p:cNvCxnSpPr>
          <p:nvPr userDrawn="1"/>
        </p:nvCxnSpPr>
        <p:spPr>
          <a:xfrm>
            <a:off x="4828321" y="3428731"/>
            <a:ext cx="6715979"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49F9CE8E-C61D-47C9-7C92-80C8B9BE9261}"/>
              </a:ext>
            </a:extLst>
          </p:cNvPr>
          <p:cNvCxnSpPr>
            <a:cxnSpLocks/>
          </p:cNvCxnSpPr>
          <p:nvPr userDrawn="1"/>
        </p:nvCxnSpPr>
        <p:spPr>
          <a:xfrm>
            <a:off x="4828321" y="4121306"/>
            <a:ext cx="6715979"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B202BA3F-B120-FB36-1C74-89FF4B905719}"/>
              </a:ext>
            </a:extLst>
          </p:cNvPr>
          <p:cNvCxnSpPr>
            <a:cxnSpLocks/>
          </p:cNvCxnSpPr>
          <p:nvPr userDrawn="1"/>
        </p:nvCxnSpPr>
        <p:spPr>
          <a:xfrm>
            <a:off x="4828321" y="4813881"/>
            <a:ext cx="6715979"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5E237AFC-258A-A0AE-B66B-CB1C869A2032}"/>
              </a:ext>
            </a:extLst>
          </p:cNvPr>
          <p:cNvCxnSpPr>
            <a:cxnSpLocks/>
          </p:cNvCxnSpPr>
          <p:nvPr userDrawn="1"/>
        </p:nvCxnSpPr>
        <p:spPr>
          <a:xfrm>
            <a:off x="4828321" y="5511461"/>
            <a:ext cx="6715979"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CA0D61D9-9731-8186-95AA-51476D66CB4B}"/>
              </a:ext>
            </a:extLst>
          </p:cNvPr>
          <p:cNvSpPr txBox="1"/>
          <p:nvPr userDrawn="1"/>
        </p:nvSpPr>
        <p:spPr>
          <a:xfrm>
            <a:off x="5347504" y="544010"/>
            <a:ext cx="0" cy="0"/>
          </a:xfrm>
          <a:prstGeom prst="rect">
            <a:avLst/>
          </a:prstGeom>
          <a:noFill/>
        </p:spPr>
        <p:txBody>
          <a:bodyPr wrap="none" lIns="0" tIns="0" rIns="0" bIns="0" rtlCol="0">
            <a:noAutofit/>
          </a:bodyPr>
          <a:lstStyle/>
          <a:p>
            <a:pPr>
              <a:lnSpc>
                <a:spcPct val="110000"/>
              </a:lnSpc>
              <a:spcBef>
                <a:spcPts val="600"/>
              </a:spcBef>
            </a:pPr>
            <a:endParaRPr lang="en-US" sz="1200" err="1">
              <a:ea typeface="Human Sans" charset="0"/>
              <a:cs typeface="Human Sans" charset="0"/>
            </a:endParaRPr>
          </a:p>
        </p:txBody>
      </p:sp>
    </p:spTree>
    <p:extLst>
      <p:ext uri="{BB962C8B-B14F-4D97-AF65-F5344CB8AC3E}">
        <p14:creationId xmlns:p14="http://schemas.microsoft.com/office/powerpoint/2010/main" val="2242595938"/>
      </p:ext>
    </p:extLst>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2CC2842-970F-4D83-A7C9-C111F3E9E8F4}"/>
              </a:ext>
            </a:extLst>
          </p:cNvPr>
          <p:cNvSpPr>
            <a:spLocks noGrp="1"/>
          </p:cNvSpPr>
          <p:nvPr>
            <p:ph type="title" hasCustomPrompt="1"/>
          </p:nvPr>
        </p:nvSpPr>
        <p:spPr>
          <a:xfrm>
            <a:off x="639074" y="1353882"/>
            <a:ext cx="3475727" cy="923330"/>
          </a:xfrm>
          <a:prstGeom prst="rect">
            <a:avLst/>
          </a:prstGeom>
        </p:spPr>
        <p:txBody>
          <a:bodyPr wrap="square" lIns="0" tIns="0" rIns="0" bIns="0">
            <a:spAutoFit/>
          </a:bodyPr>
          <a:lstStyle>
            <a:lvl1pPr>
              <a:defRPr lang="en-US" sz="6000" b="0">
                <a:gradFill>
                  <a:gsLst>
                    <a:gs pos="0">
                      <a:schemeClr val="accent3"/>
                    </a:gs>
                    <a:gs pos="55000">
                      <a:schemeClr val="accent2"/>
                    </a:gs>
                    <a:gs pos="100000">
                      <a:schemeClr val="accent4"/>
                    </a:gs>
                  </a:gsLst>
                  <a:lin ang="0" scaled="0"/>
                </a:gradFill>
                <a:latin typeface="Calibri" panose="020F0502020204030204" pitchFamily="34" charset="0"/>
              </a:defRPr>
            </a:lvl1pPr>
          </a:lstStyle>
          <a:p>
            <a:pPr lvl="0"/>
            <a:r>
              <a:rPr lang="en-US"/>
              <a:t>Agenda</a:t>
            </a:r>
          </a:p>
        </p:txBody>
      </p:sp>
      <p:cxnSp>
        <p:nvCxnSpPr>
          <p:cNvPr id="29" name="Straight Connector 28">
            <a:extLst>
              <a:ext uri="{FF2B5EF4-FFF2-40B4-BE49-F238E27FC236}">
                <a16:creationId xmlns:a16="http://schemas.microsoft.com/office/drawing/2014/main" id="{49F9CE8E-C61D-47C9-7C92-80C8B9BE9261}"/>
              </a:ext>
            </a:extLst>
          </p:cNvPr>
          <p:cNvCxnSpPr>
            <a:cxnSpLocks/>
          </p:cNvCxnSpPr>
          <p:nvPr userDrawn="1"/>
        </p:nvCxnSpPr>
        <p:spPr>
          <a:xfrm>
            <a:off x="4597093" y="4127679"/>
            <a:ext cx="6949440"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B202BA3F-B120-FB36-1C74-89FF4B905719}"/>
              </a:ext>
            </a:extLst>
          </p:cNvPr>
          <p:cNvCxnSpPr>
            <a:cxnSpLocks/>
          </p:cNvCxnSpPr>
          <p:nvPr userDrawn="1"/>
        </p:nvCxnSpPr>
        <p:spPr>
          <a:xfrm>
            <a:off x="4597093" y="4821255"/>
            <a:ext cx="6949440"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5E237AFC-258A-A0AE-B66B-CB1C869A2032}"/>
              </a:ext>
            </a:extLst>
          </p:cNvPr>
          <p:cNvCxnSpPr>
            <a:cxnSpLocks/>
          </p:cNvCxnSpPr>
          <p:nvPr userDrawn="1"/>
        </p:nvCxnSpPr>
        <p:spPr>
          <a:xfrm>
            <a:off x="4597093" y="5514831"/>
            <a:ext cx="6949440"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EF38260B-0DC8-F1D9-0A04-B34FD9548DDE}"/>
              </a:ext>
            </a:extLst>
          </p:cNvPr>
          <p:cNvCxnSpPr>
            <a:cxnSpLocks/>
          </p:cNvCxnSpPr>
          <p:nvPr userDrawn="1"/>
        </p:nvCxnSpPr>
        <p:spPr>
          <a:xfrm>
            <a:off x="4597093" y="3434103"/>
            <a:ext cx="6949440"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Text Placeholder 4">
            <a:extLst>
              <a:ext uri="{FF2B5EF4-FFF2-40B4-BE49-F238E27FC236}">
                <a16:creationId xmlns:a16="http://schemas.microsoft.com/office/drawing/2014/main" id="{34323139-2B65-F98E-4BA6-26EBD4E0ADE2}"/>
              </a:ext>
            </a:extLst>
          </p:cNvPr>
          <p:cNvSpPr>
            <a:spLocks noGrp="1"/>
          </p:cNvSpPr>
          <p:nvPr>
            <p:ph type="body" sz="quarter" idx="10" hasCustomPrompt="1"/>
          </p:nvPr>
        </p:nvSpPr>
        <p:spPr>
          <a:xfrm>
            <a:off x="4114801" y="1544424"/>
            <a:ext cx="1866900" cy="307777"/>
          </a:xfrm>
          <a:prstGeom prst="rect">
            <a:avLst/>
          </a:prstGeom>
        </p:spPr>
        <p:txBody>
          <a:bodyPr wrap="square" anchor="t" anchorCtr="0">
            <a:spAutoFit/>
          </a:bodyPr>
          <a:lstStyle>
            <a:lvl1pPr algn="r">
              <a:defRPr sz="2000" b="1">
                <a:solidFill>
                  <a:schemeClr val="accent2"/>
                </a:solidFill>
              </a:defRPr>
            </a:lvl1pPr>
          </a:lstStyle>
          <a:p>
            <a:pPr lvl="0"/>
            <a:r>
              <a:rPr lang="en-US"/>
              <a:t>00:00 – 00:00</a:t>
            </a:r>
          </a:p>
        </p:txBody>
      </p:sp>
      <p:sp>
        <p:nvSpPr>
          <p:cNvPr id="23" name="Text Placeholder 4">
            <a:extLst>
              <a:ext uri="{FF2B5EF4-FFF2-40B4-BE49-F238E27FC236}">
                <a16:creationId xmlns:a16="http://schemas.microsoft.com/office/drawing/2014/main" id="{4203F9BF-BF5F-6A91-5F78-9E13CFB34688}"/>
              </a:ext>
            </a:extLst>
          </p:cNvPr>
          <p:cNvSpPr>
            <a:spLocks noGrp="1"/>
          </p:cNvSpPr>
          <p:nvPr>
            <p:ph type="body" sz="quarter" idx="16" hasCustomPrompt="1"/>
          </p:nvPr>
        </p:nvSpPr>
        <p:spPr>
          <a:xfrm>
            <a:off x="6248400" y="1544424"/>
            <a:ext cx="5295900"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Agenda item here</a:t>
            </a:r>
          </a:p>
        </p:txBody>
      </p:sp>
      <p:sp>
        <p:nvSpPr>
          <p:cNvPr id="24" name="Text Placeholder 4">
            <a:extLst>
              <a:ext uri="{FF2B5EF4-FFF2-40B4-BE49-F238E27FC236}">
                <a16:creationId xmlns:a16="http://schemas.microsoft.com/office/drawing/2014/main" id="{876CC08A-4820-35BC-92E1-8230BD9D360A}"/>
              </a:ext>
            </a:extLst>
          </p:cNvPr>
          <p:cNvSpPr>
            <a:spLocks noGrp="1"/>
          </p:cNvSpPr>
          <p:nvPr>
            <p:ph type="body" sz="quarter" idx="24" hasCustomPrompt="1"/>
          </p:nvPr>
        </p:nvSpPr>
        <p:spPr>
          <a:xfrm>
            <a:off x="4114801" y="2237970"/>
            <a:ext cx="1866900" cy="307777"/>
          </a:xfrm>
          <a:prstGeom prst="rect">
            <a:avLst/>
          </a:prstGeom>
        </p:spPr>
        <p:txBody>
          <a:bodyPr wrap="square" anchor="t" anchorCtr="0">
            <a:spAutoFit/>
          </a:bodyPr>
          <a:lstStyle>
            <a:lvl1pPr algn="r">
              <a:defRPr sz="2000" b="1">
                <a:solidFill>
                  <a:schemeClr val="accent2"/>
                </a:solidFill>
              </a:defRPr>
            </a:lvl1pPr>
          </a:lstStyle>
          <a:p>
            <a:pPr lvl="0"/>
            <a:r>
              <a:rPr lang="en-US"/>
              <a:t>00:00 – 00:00</a:t>
            </a:r>
          </a:p>
        </p:txBody>
      </p:sp>
      <p:sp>
        <p:nvSpPr>
          <p:cNvPr id="25" name="Text Placeholder 4">
            <a:extLst>
              <a:ext uri="{FF2B5EF4-FFF2-40B4-BE49-F238E27FC236}">
                <a16:creationId xmlns:a16="http://schemas.microsoft.com/office/drawing/2014/main" id="{F7291D4C-4D95-8F05-0F5C-BA39164C8277}"/>
              </a:ext>
            </a:extLst>
          </p:cNvPr>
          <p:cNvSpPr>
            <a:spLocks noGrp="1"/>
          </p:cNvSpPr>
          <p:nvPr>
            <p:ph type="body" sz="quarter" idx="25" hasCustomPrompt="1"/>
          </p:nvPr>
        </p:nvSpPr>
        <p:spPr>
          <a:xfrm>
            <a:off x="6248400" y="2237970"/>
            <a:ext cx="5295900"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Agenda item here</a:t>
            </a:r>
          </a:p>
        </p:txBody>
      </p:sp>
      <p:sp>
        <p:nvSpPr>
          <p:cNvPr id="26" name="Text Placeholder 4">
            <a:extLst>
              <a:ext uri="{FF2B5EF4-FFF2-40B4-BE49-F238E27FC236}">
                <a16:creationId xmlns:a16="http://schemas.microsoft.com/office/drawing/2014/main" id="{B6CEF688-2334-22F4-39C4-5CC9525BC52D}"/>
              </a:ext>
            </a:extLst>
          </p:cNvPr>
          <p:cNvSpPr>
            <a:spLocks noGrp="1"/>
          </p:cNvSpPr>
          <p:nvPr>
            <p:ph type="body" sz="quarter" idx="26" hasCustomPrompt="1"/>
          </p:nvPr>
        </p:nvSpPr>
        <p:spPr>
          <a:xfrm>
            <a:off x="4114801" y="2931516"/>
            <a:ext cx="1866900" cy="307777"/>
          </a:xfrm>
          <a:prstGeom prst="rect">
            <a:avLst/>
          </a:prstGeom>
        </p:spPr>
        <p:txBody>
          <a:bodyPr wrap="square" anchor="t" anchorCtr="0">
            <a:spAutoFit/>
          </a:bodyPr>
          <a:lstStyle>
            <a:lvl1pPr algn="r">
              <a:defRPr sz="2000" b="1">
                <a:solidFill>
                  <a:schemeClr val="accent2"/>
                </a:solidFill>
              </a:defRPr>
            </a:lvl1pPr>
          </a:lstStyle>
          <a:p>
            <a:pPr lvl="0"/>
            <a:r>
              <a:rPr lang="en-US"/>
              <a:t>00:00 – 00:00</a:t>
            </a:r>
          </a:p>
        </p:txBody>
      </p:sp>
      <p:sp>
        <p:nvSpPr>
          <p:cNvPr id="31" name="Text Placeholder 4">
            <a:extLst>
              <a:ext uri="{FF2B5EF4-FFF2-40B4-BE49-F238E27FC236}">
                <a16:creationId xmlns:a16="http://schemas.microsoft.com/office/drawing/2014/main" id="{6C7F5B96-F4B8-B78A-06A1-1387CE2660EF}"/>
              </a:ext>
            </a:extLst>
          </p:cNvPr>
          <p:cNvSpPr>
            <a:spLocks noGrp="1"/>
          </p:cNvSpPr>
          <p:nvPr>
            <p:ph type="body" sz="quarter" idx="27" hasCustomPrompt="1"/>
          </p:nvPr>
        </p:nvSpPr>
        <p:spPr>
          <a:xfrm>
            <a:off x="6248400" y="2931516"/>
            <a:ext cx="5295900"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Agenda item here</a:t>
            </a:r>
          </a:p>
        </p:txBody>
      </p:sp>
      <p:sp>
        <p:nvSpPr>
          <p:cNvPr id="32" name="Text Placeholder 4">
            <a:extLst>
              <a:ext uri="{FF2B5EF4-FFF2-40B4-BE49-F238E27FC236}">
                <a16:creationId xmlns:a16="http://schemas.microsoft.com/office/drawing/2014/main" id="{F2D20F35-3DAA-AC00-0D89-CD5517054A4A}"/>
              </a:ext>
            </a:extLst>
          </p:cNvPr>
          <p:cNvSpPr>
            <a:spLocks noGrp="1"/>
          </p:cNvSpPr>
          <p:nvPr>
            <p:ph type="body" sz="quarter" idx="28" hasCustomPrompt="1"/>
          </p:nvPr>
        </p:nvSpPr>
        <p:spPr>
          <a:xfrm>
            <a:off x="4114801" y="3625062"/>
            <a:ext cx="1866900" cy="307777"/>
          </a:xfrm>
          <a:prstGeom prst="rect">
            <a:avLst/>
          </a:prstGeom>
        </p:spPr>
        <p:txBody>
          <a:bodyPr wrap="square" anchor="t" anchorCtr="0">
            <a:spAutoFit/>
          </a:bodyPr>
          <a:lstStyle>
            <a:lvl1pPr algn="r">
              <a:defRPr sz="2000" b="1">
                <a:solidFill>
                  <a:schemeClr val="accent2"/>
                </a:solidFill>
              </a:defRPr>
            </a:lvl1pPr>
          </a:lstStyle>
          <a:p>
            <a:pPr lvl="0"/>
            <a:r>
              <a:rPr lang="en-US"/>
              <a:t>00:00 – 00:00</a:t>
            </a:r>
          </a:p>
        </p:txBody>
      </p:sp>
      <p:sp>
        <p:nvSpPr>
          <p:cNvPr id="34" name="Text Placeholder 4">
            <a:extLst>
              <a:ext uri="{FF2B5EF4-FFF2-40B4-BE49-F238E27FC236}">
                <a16:creationId xmlns:a16="http://schemas.microsoft.com/office/drawing/2014/main" id="{7CEC68D4-F109-8967-2138-7755BCDA7F53}"/>
              </a:ext>
            </a:extLst>
          </p:cNvPr>
          <p:cNvSpPr>
            <a:spLocks noGrp="1"/>
          </p:cNvSpPr>
          <p:nvPr>
            <p:ph type="body" sz="quarter" idx="29" hasCustomPrompt="1"/>
          </p:nvPr>
        </p:nvSpPr>
        <p:spPr>
          <a:xfrm>
            <a:off x="6248400" y="3625062"/>
            <a:ext cx="5295900"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Agenda item here</a:t>
            </a:r>
          </a:p>
        </p:txBody>
      </p:sp>
      <p:sp>
        <p:nvSpPr>
          <p:cNvPr id="35" name="Text Placeholder 4">
            <a:extLst>
              <a:ext uri="{FF2B5EF4-FFF2-40B4-BE49-F238E27FC236}">
                <a16:creationId xmlns:a16="http://schemas.microsoft.com/office/drawing/2014/main" id="{9D31E2A1-E7D9-C6E2-1CAD-132E8FC15028}"/>
              </a:ext>
            </a:extLst>
          </p:cNvPr>
          <p:cNvSpPr>
            <a:spLocks noGrp="1"/>
          </p:cNvSpPr>
          <p:nvPr>
            <p:ph type="body" sz="quarter" idx="30" hasCustomPrompt="1"/>
          </p:nvPr>
        </p:nvSpPr>
        <p:spPr>
          <a:xfrm>
            <a:off x="4114801" y="4318608"/>
            <a:ext cx="1866900" cy="307777"/>
          </a:xfrm>
          <a:prstGeom prst="rect">
            <a:avLst/>
          </a:prstGeom>
        </p:spPr>
        <p:txBody>
          <a:bodyPr wrap="square" anchor="t" anchorCtr="0">
            <a:spAutoFit/>
          </a:bodyPr>
          <a:lstStyle>
            <a:lvl1pPr algn="r">
              <a:defRPr sz="2000" b="1">
                <a:solidFill>
                  <a:schemeClr val="accent2"/>
                </a:solidFill>
              </a:defRPr>
            </a:lvl1pPr>
          </a:lstStyle>
          <a:p>
            <a:pPr lvl="0"/>
            <a:r>
              <a:rPr lang="en-US"/>
              <a:t>00:00 – 00:00</a:t>
            </a:r>
          </a:p>
        </p:txBody>
      </p:sp>
      <p:sp>
        <p:nvSpPr>
          <p:cNvPr id="36" name="Text Placeholder 4">
            <a:extLst>
              <a:ext uri="{FF2B5EF4-FFF2-40B4-BE49-F238E27FC236}">
                <a16:creationId xmlns:a16="http://schemas.microsoft.com/office/drawing/2014/main" id="{9FFDA3CA-2B8B-D638-20E4-71AC7A34D736}"/>
              </a:ext>
            </a:extLst>
          </p:cNvPr>
          <p:cNvSpPr>
            <a:spLocks noGrp="1"/>
          </p:cNvSpPr>
          <p:nvPr>
            <p:ph type="body" sz="quarter" idx="31" hasCustomPrompt="1"/>
          </p:nvPr>
        </p:nvSpPr>
        <p:spPr>
          <a:xfrm>
            <a:off x="6248400" y="4318608"/>
            <a:ext cx="5295900"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Agenda item here</a:t>
            </a:r>
          </a:p>
        </p:txBody>
      </p:sp>
      <p:sp>
        <p:nvSpPr>
          <p:cNvPr id="37" name="Text Placeholder 4">
            <a:extLst>
              <a:ext uri="{FF2B5EF4-FFF2-40B4-BE49-F238E27FC236}">
                <a16:creationId xmlns:a16="http://schemas.microsoft.com/office/drawing/2014/main" id="{557F9336-F799-453A-9AE4-57BF009F4E49}"/>
              </a:ext>
            </a:extLst>
          </p:cNvPr>
          <p:cNvSpPr>
            <a:spLocks noGrp="1"/>
          </p:cNvSpPr>
          <p:nvPr>
            <p:ph type="body" sz="quarter" idx="32" hasCustomPrompt="1"/>
          </p:nvPr>
        </p:nvSpPr>
        <p:spPr>
          <a:xfrm>
            <a:off x="4114801" y="5012153"/>
            <a:ext cx="1866900" cy="307777"/>
          </a:xfrm>
          <a:prstGeom prst="rect">
            <a:avLst/>
          </a:prstGeom>
        </p:spPr>
        <p:txBody>
          <a:bodyPr wrap="square" anchor="t" anchorCtr="0">
            <a:spAutoFit/>
          </a:bodyPr>
          <a:lstStyle>
            <a:lvl1pPr algn="r">
              <a:defRPr sz="2000" b="1">
                <a:solidFill>
                  <a:schemeClr val="accent2"/>
                </a:solidFill>
              </a:defRPr>
            </a:lvl1pPr>
          </a:lstStyle>
          <a:p>
            <a:pPr lvl="0"/>
            <a:r>
              <a:rPr lang="en-US"/>
              <a:t>00:00 – 00:00</a:t>
            </a:r>
          </a:p>
        </p:txBody>
      </p:sp>
      <p:sp>
        <p:nvSpPr>
          <p:cNvPr id="38" name="Text Placeholder 4">
            <a:extLst>
              <a:ext uri="{FF2B5EF4-FFF2-40B4-BE49-F238E27FC236}">
                <a16:creationId xmlns:a16="http://schemas.microsoft.com/office/drawing/2014/main" id="{3ACF06D8-4539-871E-68C7-607E7092437D}"/>
              </a:ext>
            </a:extLst>
          </p:cNvPr>
          <p:cNvSpPr>
            <a:spLocks noGrp="1"/>
          </p:cNvSpPr>
          <p:nvPr>
            <p:ph type="body" sz="quarter" idx="33" hasCustomPrompt="1"/>
          </p:nvPr>
        </p:nvSpPr>
        <p:spPr>
          <a:xfrm>
            <a:off x="6248400" y="5012153"/>
            <a:ext cx="5295900"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Agenda item here</a:t>
            </a:r>
          </a:p>
        </p:txBody>
      </p:sp>
      <p:cxnSp>
        <p:nvCxnSpPr>
          <p:cNvPr id="41" name="Straight Connector 40">
            <a:extLst>
              <a:ext uri="{FF2B5EF4-FFF2-40B4-BE49-F238E27FC236}">
                <a16:creationId xmlns:a16="http://schemas.microsoft.com/office/drawing/2014/main" id="{A040C191-15FC-CC2A-76C6-F51F8764B2F0}"/>
              </a:ext>
            </a:extLst>
          </p:cNvPr>
          <p:cNvCxnSpPr>
            <a:cxnSpLocks/>
          </p:cNvCxnSpPr>
          <p:nvPr userDrawn="1"/>
        </p:nvCxnSpPr>
        <p:spPr>
          <a:xfrm>
            <a:off x="4597093" y="2740527"/>
            <a:ext cx="6949440"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92D121A1-59B7-61ED-F9B5-D7F3CF3FA035}"/>
              </a:ext>
            </a:extLst>
          </p:cNvPr>
          <p:cNvCxnSpPr>
            <a:cxnSpLocks/>
          </p:cNvCxnSpPr>
          <p:nvPr userDrawn="1"/>
        </p:nvCxnSpPr>
        <p:spPr>
          <a:xfrm>
            <a:off x="4597094" y="2046951"/>
            <a:ext cx="6949440"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55514025"/>
      </p:ext>
    </p:extLst>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preserve="1" userDrawn="1">
  <p:cSld name="Section_Header_Half_Page_Photo">
    <p:spTree>
      <p:nvGrpSpPr>
        <p:cNvPr id="1" name=""/>
        <p:cNvGrpSpPr/>
        <p:nvPr/>
      </p:nvGrpSpPr>
      <p:grpSpPr>
        <a:xfrm>
          <a:off x="0" y="0"/>
          <a:ext cx="0" cy="0"/>
          <a:chOff x="0" y="0"/>
          <a:chExt cx="0" cy="0"/>
        </a:xfrm>
      </p:grpSpPr>
      <p:sp>
        <p:nvSpPr>
          <p:cNvPr id="8" name="Title 2">
            <a:extLst>
              <a:ext uri="{FF2B5EF4-FFF2-40B4-BE49-F238E27FC236}">
                <a16:creationId xmlns:a16="http://schemas.microsoft.com/office/drawing/2014/main" id="{0EFDF222-F5FF-C5FC-328A-D041866005E2}"/>
              </a:ext>
            </a:extLst>
          </p:cNvPr>
          <p:cNvSpPr>
            <a:spLocks noGrp="1"/>
          </p:cNvSpPr>
          <p:nvPr>
            <p:ph type="title" hasCustomPrompt="1"/>
          </p:nvPr>
        </p:nvSpPr>
        <p:spPr>
          <a:xfrm>
            <a:off x="639074" y="1772483"/>
            <a:ext cx="3594735" cy="1846659"/>
          </a:xfrm>
          <a:prstGeom prst="rect">
            <a:avLst/>
          </a:prstGeom>
        </p:spPr>
        <p:txBody>
          <a:bodyPr wrap="square">
            <a:spAutoFit/>
          </a:bodyPr>
          <a:lstStyle>
            <a:lvl1pPr>
              <a:defRPr sz="6000" b="0" i="0">
                <a:solidFill>
                  <a:schemeClr val="tx1"/>
                </a:solidFill>
                <a:latin typeface="Calibri Light" panose="020F0302020204030204" pitchFamily="34" charset="0"/>
                <a:cs typeface="Calibri Light" panose="020F0302020204030204" pitchFamily="34" charset="0"/>
              </a:defRPr>
            </a:lvl1pPr>
          </a:lstStyle>
          <a:p>
            <a:r>
              <a:rPr lang="en-US"/>
              <a:t>Section Header</a:t>
            </a:r>
          </a:p>
        </p:txBody>
      </p:sp>
      <p:sp>
        <p:nvSpPr>
          <p:cNvPr id="26" name="Text Placeholder 4">
            <a:extLst>
              <a:ext uri="{FF2B5EF4-FFF2-40B4-BE49-F238E27FC236}">
                <a16:creationId xmlns:a16="http://schemas.microsoft.com/office/drawing/2014/main" id="{041C214B-0929-47F1-0881-0584DE92D4E2}"/>
              </a:ext>
            </a:extLst>
          </p:cNvPr>
          <p:cNvSpPr>
            <a:spLocks noGrp="1"/>
          </p:cNvSpPr>
          <p:nvPr>
            <p:ph type="body" sz="quarter" idx="16" hasCustomPrompt="1"/>
          </p:nvPr>
        </p:nvSpPr>
        <p:spPr>
          <a:xfrm>
            <a:off x="639074" y="3939611"/>
            <a:ext cx="4554537" cy="276999"/>
          </a:xfrm>
          <a:prstGeom prst="rect">
            <a:avLst/>
          </a:prstGeom>
        </p:spPr>
        <p:txBody>
          <a:bodyPr wrap="square" anchor="t" anchorCtr="0">
            <a:spAutoFit/>
          </a:bodyPr>
          <a:lstStyle>
            <a:lvl1pPr>
              <a:defRPr sz="1800" b="0" i="0">
                <a:latin typeface="Calibri Light" panose="020F0302020204030204" pitchFamily="34" charset="0"/>
                <a:cs typeface="Calibri Light" panose="020F0302020204030204" pitchFamily="34" charset="0"/>
              </a:defRPr>
            </a:lvl1pPr>
          </a:lstStyle>
          <a:p>
            <a:pPr lvl="0"/>
            <a:r>
              <a:rPr lang="en-US"/>
              <a:t>Section description</a:t>
            </a:r>
          </a:p>
        </p:txBody>
      </p:sp>
      <p:sp>
        <p:nvSpPr>
          <p:cNvPr id="3" name="Picture Placeholder 2">
            <a:extLst>
              <a:ext uri="{FF2B5EF4-FFF2-40B4-BE49-F238E27FC236}">
                <a16:creationId xmlns:a16="http://schemas.microsoft.com/office/drawing/2014/main" id="{79C487BF-0EFB-7D6C-3495-E817AE08A6AD}"/>
              </a:ext>
            </a:extLst>
          </p:cNvPr>
          <p:cNvSpPr>
            <a:spLocks noGrp="1"/>
          </p:cNvSpPr>
          <p:nvPr>
            <p:ph type="pic" sz="quarter" idx="24"/>
          </p:nvPr>
        </p:nvSpPr>
        <p:spPr>
          <a:xfrm>
            <a:off x="6096000" y="0"/>
            <a:ext cx="6096000" cy="6858000"/>
          </a:xfrm>
          <a:prstGeom prst="rect">
            <a:avLst/>
          </a:prstGeom>
        </p:spPr>
        <p:txBody>
          <a:bodyPr/>
          <a:lstStyle/>
          <a:p>
            <a:r>
              <a:rPr lang="en-US"/>
              <a:t>Click icon to add picture</a:t>
            </a:r>
          </a:p>
        </p:txBody>
      </p:sp>
      <p:sp>
        <p:nvSpPr>
          <p:cNvPr id="14" name="Oval 13">
            <a:extLst>
              <a:ext uri="{FF2B5EF4-FFF2-40B4-BE49-F238E27FC236}">
                <a16:creationId xmlns:a16="http://schemas.microsoft.com/office/drawing/2014/main" id="{1BFE2FC0-3FA5-A96D-8741-0967434C45D8}"/>
              </a:ext>
            </a:extLst>
          </p:cNvPr>
          <p:cNvSpPr/>
          <p:nvPr userDrawn="1"/>
        </p:nvSpPr>
        <p:spPr bwMode="auto">
          <a:xfrm>
            <a:off x="7006459" y="0"/>
            <a:ext cx="1507755" cy="1507755"/>
          </a:xfrm>
          <a:prstGeom prst="ellipse">
            <a:avLst/>
          </a:prstGeom>
          <a:solidFill>
            <a:schemeClr val="accent3"/>
          </a:solidFill>
          <a:ln>
            <a:noFill/>
          </a:ln>
          <a:effectLst>
            <a:softEdge rad="501929"/>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7" name="Text Placeholder 4">
            <a:extLst>
              <a:ext uri="{FF2B5EF4-FFF2-40B4-BE49-F238E27FC236}">
                <a16:creationId xmlns:a16="http://schemas.microsoft.com/office/drawing/2014/main" id="{044D886A-7EE9-3D61-5350-BFDC9DEF7721}"/>
              </a:ext>
            </a:extLst>
          </p:cNvPr>
          <p:cNvSpPr>
            <a:spLocks noGrp="1"/>
          </p:cNvSpPr>
          <p:nvPr>
            <p:ph type="body" sz="quarter" idx="10" hasCustomPrompt="1"/>
          </p:nvPr>
        </p:nvSpPr>
        <p:spPr>
          <a:xfrm>
            <a:off x="639074" y="1335603"/>
            <a:ext cx="498928" cy="307777"/>
          </a:xfrm>
          <a:prstGeom prst="rect">
            <a:avLst/>
          </a:prstGeom>
        </p:spPr>
        <p:txBody>
          <a:bodyPr wrap="square" anchor="t" anchorCtr="0">
            <a:spAutoFit/>
          </a:bodyPr>
          <a:lstStyle>
            <a:lvl1pPr algn="l">
              <a:defRPr sz="2000" b="1">
                <a:solidFill>
                  <a:schemeClr val="accent2"/>
                </a:solidFill>
              </a:defRPr>
            </a:lvl1pPr>
          </a:lstStyle>
          <a:p>
            <a:pPr lvl="0"/>
            <a:r>
              <a:rPr lang="en-US"/>
              <a:t>01</a:t>
            </a:r>
          </a:p>
        </p:txBody>
      </p:sp>
    </p:spTree>
    <p:extLst>
      <p:ext uri="{BB962C8B-B14F-4D97-AF65-F5344CB8AC3E}">
        <p14:creationId xmlns:p14="http://schemas.microsoft.com/office/powerpoint/2010/main" val="2819764733"/>
      </p:ext>
    </p:extLst>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preserve="1" userDrawn="1">
  <p:cSld name="Section_Header_Photo">
    <p:spTree>
      <p:nvGrpSpPr>
        <p:cNvPr id="1" name=""/>
        <p:cNvGrpSpPr/>
        <p:nvPr/>
      </p:nvGrpSpPr>
      <p:grpSpPr>
        <a:xfrm>
          <a:off x="0" y="0"/>
          <a:ext cx="0" cy="0"/>
          <a:chOff x="0" y="0"/>
          <a:chExt cx="0" cy="0"/>
        </a:xfrm>
      </p:grpSpPr>
      <p:sp>
        <p:nvSpPr>
          <p:cNvPr id="8" name="Title 2">
            <a:extLst>
              <a:ext uri="{FF2B5EF4-FFF2-40B4-BE49-F238E27FC236}">
                <a16:creationId xmlns:a16="http://schemas.microsoft.com/office/drawing/2014/main" id="{0EFDF222-F5FF-C5FC-328A-D041866005E2}"/>
              </a:ext>
            </a:extLst>
          </p:cNvPr>
          <p:cNvSpPr>
            <a:spLocks noGrp="1"/>
          </p:cNvSpPr>
          <p:nvPr>
            <p:ph type="title" hasCustomPrompt="1"/>
          </p:nvPr>
        </p:nvSpPr>
        <p:spPr>
          <a:xfrm>
            <a:off x="639074" y="1793240"/>
            <a:ext cx="5640805" cy="923330"/>
          </a:xfrm>
          <a:prstGeom prst="rect">
            <a:avLst/>
          </a:prstGeom>
        </p:spPr>
        <p:txBody>
          <a:bodyPr wrap="square">
            <a:spAutoFit/>
          </a:bodyPr>
          <a:lstStyle>
            <a:lvl1pPr>
              <a:defRPr sz="6000" b="0" i="0">
                <a:solidFill>
                  <a:schemeClr val="bg1"/>
                </a:solidFill>
                <a:latin typeface="Calibri Light" panose="020F0302020204030204" pitchFamily="34" charset="0"/>
                <a:cs typeface="Calibri Light" panose="020F0302020204030204" pitchFamily="34" charset="0"/>
              </a:defRPr>
            </a:lvl1pPr>
          </a:lstStyle>
          <a:p>
            <a:r>
              <a:rPr lang="en-US"/>
              <a:t>Section Header</a:t>
            </a:r>
          </a:p>
        </p:txBody>
      </p:sp>
      <p:sp>
        <p:nvSpPr>
          <p:cNvPr id="10" name="Text Placeholder 4">
            <a:extLst>
              <a:ext uri="{FF2B5EF4-FFF2-40B4-BE49-F238E27FC236}">
                <a16:creationId xmlns:a16="http://schemas.microsoft.com/office/drawing/2014/main" id="{00F545EE-05C3-C60B-A33C-54CA3165B80C}"/>
              </a:ext>
            </a:extLst>
          </p:cNvPr>
          <p:cNvSpPr>
            <a:spLocks noGrp="1"/>
          </p:cNvSpPr>
          <p:nvPr>
            <p:ph type="body" sz="quarter" idx="10" hasCustomPrompt="1"/>
          </p:nvPr>
        </p:nvSpPr>
        <p:spPr>
          <a:xfrm>
            <a:off x="639074" y="1336040"/>
            <a:ext cx="498928" cy="307777"/>
          </a:xfrm>
          <a:prstGeom prst="rect">
            <a:avLst/>
          </a:prstGeom>
        </p:spPr>
        <p:txBody>
          <a:bodyPr wrap="square" anchor="t" anchorCtr="0">
            <a:spAutoFit/>
          </a:bodyPr>
          <a:lstStyle>
            <a:lvl1pPr algn="l">
              <a:defRPr lang="en-US" sz="2000" b="1" i="0" kern="1200" dirty="0">
                <a:solidFill>
                  <a:schemeClr val="accent2"/>
                </a:solidFill>
                <a:latin typeface="Calibri"/>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01</a:t>
            </a:r>
          </a:p>
        </p:txBody>
      </p:sp>
      <p:sp>
        <p:nvSpPr>
          <p:cNvPr id="26" name="Text Placeholder 4">
            <a:extLst>
              <a:ext uri="{FF2B5EF4-FFF2-40B4-BE49-F238E27FC236}">
                <a16:creationId xmlns:a16="http://schemas.microsoft.com/office/drawing/2014/main" id="{041C214B-0929-47F1-0881-0584DE92D4E2}"/>
              </a:ext>
            </a:extLst>
          </p:cNvPr>
          <p:cNvSpPr>
            <a:spLocks noGrp="1"/>
          </p:cNvSpPr>
          <p:nvPr>
            <p:ph type="body" sz="quarter" idx="16" hasCustomPrompt="1"/>
          </p:nvPr>
        </p:nvSpPr>
        <p:spPr>
          <a:xfrm>
            <a:off x="639074" y="3126991"/>
            <a:ext cx="4554537" cy="276999"/>
          </a:xfrm>
          <a:prstGeom prst="rect">
            <a:avLst/>
          </a:prstGeom>
        </p:spPr>
        <p:txBody>
          <a:bodyPr wrap="square" anchor="t" anchorCtr="0">
            <a:spAutoFit/>
          </a:bodyPr>
          <a:lstStyle>
            <a:lvl1pPr>
              <a:defRPr sz="1800" b="0" i="0">
                <a:latin typeface="Calibri Light" panose="020F0302020204030204" pitchFamily="34" charset="0"/>
                <a:cs typeface="Calibri Light" panose="020F0302020204030204" pitchFamily="34" charset="0"/>
              </a:defRPr>
            </a:lvl1pPr>
          </a:lstStyle>
          <a:p>
            <a:pPr lvl="0"/>
            <a:r>
              <a:rPr lang="en-US"/>
              <a:t>Section description</a:t>
            </a:r>
          </a:p>
        </p:txBody>
      </p:sp>
      <p:sp>
        <p:nvSpPr>
          <p:cNvPr id="3" name="Picture Placeholder 2">
            <a:extLst>
              <a:ext uri="{FF2B5EF4-FFF2-40B4-BE49-F238E27FC236}">
                <a16:creationId xmlns:a16="http://schemas.microsoft.com/office/drawing/2014/main" id="{79C487BF-0EFB-7D6C-3495-E817AE08A6AD}"/>
              </a:ext>
            </a:extLst>
          </p:cNvPr>
          <p:cNvSpPr>
            <a:spLocks noGrp="1"/>
          </p:cNvSpPr>
          <p:nvPr>
            <p:ph type="pic" sz="quarter" idx="24"/>
          </p:nvPr>
        </p:nvSpPr>
        <p:spPr>
          <a:xfrm>
            <a:off x="7202904" y="0"/>
            <a:ext cx="4989095" cy="6858000"/>
          </a:xfrm>
          <a:prstGeom prst="rect">
            <a:avLst/>
          </a:prstGeom>
        </p:spPr>
        <p:txBody>
          <a:bodyPr/>
          <a:lstStyle/>
          <a:p>
            <a:r>
              <a:rPr lang="en-US"/>
              <a:t>Click icon to add picture</a:t>
            </a:r>
          </a:p>
        </p:txBody>
      </p:sp>
    </p:spTree>
    <p:extLst>
      <p:ext uri="{BB962C8B-B14F-4D97-AF65-F5344CB8AC3E}">
        <p14:creationId xmlns:p14="http://schemas.microsoft.com/office/powerpoint/2010/main" val="3311162362"/>
      </p:ext>
    </p:extLst>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preserve="1" userDrawn="1">
  <p:cSld name="1_x_Section_Header_Cool">
    <p:bg>
      <p:bgPr>
        <a:solidFill>
          <a:schemeClr val="bg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2E69851-6AAB-66EC-0A76-12B276F29DA9}"/>
              </a:ext>
            </a:extLst>
          </p:cNvPr>
          <p:cNvSpPr/>
          <p:nvPr userDrawn="1"/>
        </p:nvSpPr>
        <p:spPr bwMode="auto">
          <a:xfrm>
            <a:off x="627063" y="647700"/>
            <a:ext cx="10929937" cy="5562600"/>
          </a:xfrm>
          <a:prstGeom prst="rect">
            <a:avLst/>
          </a:prstGeom>
          <a:gradFill flip="none" rotWithShape="1">
            <a:gsLst>
              <a:gs pos="45000">
                <a:schemeClr val="accent2">
                  <a:alpha val="36000"/>
                </a:schemeClr>
              </a:gs>
              <a:gs pos="100000">
                <a:srgbClr val="00F6FF"/>
              </a:gs>
              <a:gs pos="0">
                <a:schemeClr val="accent2">
                  <a:alpha val="56000"/>
                </a:schemeClr>
              </a:gs>
            </a:gsLst>
            <a:path path="circle">
              <a:fillToRect l="100000" t="100000"/>
            </a:path>
            <a:tileRect r="-100000" b="-100000"/>
          </a:gradFill>
          <a:ln>
            <a:noFill/>
          </a:ln>
          <a:effectLst/>
        </p:spPr>
        <p:txBody>
          <a:bodyPr wrap="none"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14" name="Text Placeholder 7">
            <a:extLst>
              <a:ext uri="{FF2B5EF4-FFF2-40B4-BE49-F238E27FC236}">
                <a16:creationId xmlns:a16="http://schemas.microsoft.com/office/drawing/2014/main" id="{D7C6CED2-55A2-F179-4321-9EC646B482E0}"/>
              </a:ext>
            </a:extLst>
          </p:cNvPr>
          <p:cNvSpPr>
            <a:spLocks noGrp="1"/>
          </p:cNvSpPr>
          <p:nvPr>
            <p:ph type="body" sz="quarter" idx="10" hasCustomPrompt="1"/>
          </p:nvPr>
        </p:nvSpPr>
        <p:spPr>
          <a:xfrm>
            <a:off x="1295400" y="2977260"/>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15" name="Title 8">
            <a:extLst>
              <a:ext uri="{FF2B5EF4-FFF2-40B4-BE49-F238E27FC236}">
                <a16:creationId xmlns:a16="http://schemas.microsoft.com/office/drawing/2014/main" id="{64E2BBBC-80DF-5104-E076-20FB99B4648C}"/>
              </a:ext>
            </a:extLst>
          </p:cNvPr>
          <p:cNvSpPr>
            <a:spLocks noGrp="1"/>
          </p:cNvSpPr>
          <p:nvPr>
            <p:ph type="title" hasCustomPrompt="1"/>
          </p:nvPr>
        </p:nvSpPr>
        <p:spPr>
          <a:xfrm>
            <a:off x="1285240" y="1723225"/>
            <a:ext cx="9601200" cy="1212018"/>
          </a:xfrm>
          <a:prstGeom prst="rect">
            <a:avLst/>
          </a:prstGeom>
        </p:spPr>
        <p:txBody>
          <a:bodyPr/>
          <a:lstStyle>
            <a:lvl1pPr>
              <a:defRPr sz="6000">
                <a:solidFill>
                  <a:srgbClr val="000000"/>
                </a:solidFill>
              </a:defRPr>
            </a:lvl1pPr>
          </a:lstStyle>
          <a:p>
            <a:r>
              <a:rPr lang="en-US"/>
              <a:t>Section Header</a:t>
            </a:r>
          </a:p>
        </p:txBody>
      </p:sp>
      <p:sp>
        <p:nvSpPr>
          <p:cNvPr id="16" name="Text Placeholder 4">
            <a:extLst>
              <a:ext uri="{FF2B5EF4-FFF2-40B4-BE49-F238E27FC236}">
                <a16:creationId xmlns:a16="http://schemas.microsoft.com/office/drawing/2014/main" id="{12E0E19A-C3CC-AE13-1EF9-7E889ADFCBFE}"/>
              </a:ext>
            </a:extLst>
          </p:cNvPr>
          <p:cNvSpPr>
            <a:spLocks noGrp="1"/>
          </p:cNvSpPr>
          <p:nvPr>
            <p:ph type="body" sz="quarter" idx="11" hasCustomPrompt="1"/>
          </p:nvPr>
        </p:nvSpPr>
        <p:spPr>
          <a:xfrm>
            <a:off x="1295400" y="1328420"/>
            <a:ext cx="498928" cy="307777"/>
          </a:xfrm>
          <a:prstGeom prst="rect">
            <a:avLst/>
          </a:prstGeom>
        </p:spPr>
        <p:txBody>
          <a:bodyPr wrap="square" anchor="t" anchorCtr="0">
            <a:spAutoFit/>
          </a:bodyPr>
          <a:lstStyle>
            <a:lvl1pPr algn="l">
              <a:defRPr sz="2000" b="1">
                <a:solidFill>
                  <a:srgbClr val="000000"/>
                </a:solidFill>
              </a:defRPr>
            </a:lvl1pPr>
          </a:lstStyle>
          <a:p>
            <a:pPr lvl="0"/>
            <a:r>
              <a:rPr lang="en-US"/>
              <a:t>01</a:t>
            </a:r>
          </a:p>
        </p:txBody>
      </p:sp>
      <p:sp>
        <p:nvSpPr>
          <p:cNvPr id="3" name="TextBox 2">
            <a:extLst>
              <a:ext uri="{FF2B5EF4-FFF2-40B4-BE49-F238E27FC236}">
                <a16:creationId xmlns:a16="http://schemas.microsoft.com/office/drawing/2014/main" id="{11CD4D7A-E1F5-9D4D-D7A8-763291C906C5}"/>
              </a:ext>
            </a:extLst>
          </p:cNvPr>
          <p:cNvSpPr txBox="1"/>
          <p:nvPr userDrawn="1"/>
        </p:nvSpPr>
        <p:spPr>
          <a:xfrm>
            <a:off x="1066800" y="985520"/>
            <a:ext cx="0" cy="0"/>
          </a:xfrm>
          <a:prstGeom prst="rect">
            <a:avLst/>
          </a:prstGeom>
          <a:noFill/>
        </p:spPr>
        <p:txBody>
          <a:bodyPr wrap="none" lIns="0" tIns="0" rIns="0" bIns="0" rtlCol="0">
            <a:noAutofit/>
          </a:bodyPr>
          <a:lstStyle/>
          <a:p>
            <a:pPr>
              <a:lnSpc>
                <a:spcPct val="110000"/>
              </a:lnSpc>
              <a:spcBef>
                <a:spcPts val="600"/>
              </a:spcBef>
            </a:pPr>
            <a:endParaRPr lang="en-US" sz="1200" err="1">
              <a:ea typeface="Human Sans" charset="0"/>
              <a:cs typeface="Human Sans" charset="0"/>
            </a:endParaRPr>
          </a:p>
        </p:txBody>
      </p:sp>
    </p:spTree>
    <p:extLst>
      <p:ext uri="{BB962C8B-B14F-4D97-AF65-F5344CB8AC3E}">
        <p14:creationId xmlns:p14="http://schemas.microsoft.com/office/powerpoint/2010/main" val="536715768"/>
      </p:ext>
    </p:extLst>
  </p:cSld>
  <p:clrMapOvr>
    <a:masterClrMapping/>
  </p:clrMapOvr>
  <p:extLst>
    <p:ext uri="{DCECCB84-F9BA-43D5-87BE-67443E8EF086}">
      <p15:sldGuideLst xmlns:p15="http://schemas.microsoft.com/office/powerpoint/2012/main">
        <p15:guide id="1" orient="horz" pos="408">
          <p15:clr>
            <a:srgbClr val="FBAE40"/>
          </p15:clr>
        </p15:guide>
        <p15:guide id="2" pos="3840">
          <p15:clr>
            <a:srgbClr val="FBAE40"/>
          </p15:clr>
        </p15:guide>
        <p15:guide id="4" orient="horz" pos="4128">
          <p15:clr>
            <a:srgbClr val="FBAE40"/>
          </p15:clr>
        </p15:guide>
      </p15:sldGuideLst>
    </p:ext>
  </p:extLst>
</p:sldLayout>
</file>

<file path=ppt/slideLayouts/slideLayout98.xml><?xml version="1.0" encoding="utf-8"?>
<p:sldLayout xmlns:a="http://schemas.openxmlformats.org/drawingml/2006/main" xmlns:r="http://schemas.openxmlformats.org/officeDocument/2006/relationships" xmlns:p="http://schemas.openxmlformats.org/presentationml/2006/main" preserve="1" userDrawn="1">
  <p:cSld name="x_Section_Header_Cool">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4" name="Text Placeholder 7">
            <a:extLst>
              <a:ext uri="{FF2B5EF4-FFF2-40B4-BE49-F238E27FC236}">
                <a16:creationId xmlns:a16="http://schemas.microsoft.com/office/drawing/2014/main" id="{D7C6CED2-55A2-F179-4321-9EC646B482E0}"/>
              </a:ext>
            </a:extLst>
          </p:cNvPr>
          <p:cNvSpPr>
            <a:spLocks noGrp="1"/>
          </p:cNvSpPr>
          <p:nvPr>
            <p:ph type="body" sz="quarter" idx="10" hasCustomPrompt="1"/>
          </p:nvPr>
        </p:nvSpPr>
        <p:spPr>
          <a:xfrm>
            <a:off x="1295400" y="2977260"/>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15" name="Title 8">
            <a:extLst>
              <a:ext uri="{FF2B5EF4-FFF2-40B4-BE49-F238E27FC236}">
                <a16:creationId xmlns:a16="http://schemas.microsoft.com/office/drawing/2014/main" id="{64E2BBBC-80DF-5104-E076-20FB99B4648C}"/>
              </a:ext>
            </a:extLst>
          </p:cNvPr>
          <p:cNvSpPr>
            <a:spLocks noGrp="1"/>
          </p:cNvSpPr>
          <p:nvPr>
            <p:ph type="title" hasCustomPrompt="1"/>
          </p:nvPr>
        </p:nvSpPr>
        <p:spPr>
          <a:xfrm>
            <a:off x="1285240" y="1723225"/>
            <a:ext cx="9601200" cy="1212018"/>
          </a:xfrm>
          <a:prstGeom prst="rect">
            <a:avLst/>
          </a:prstGeom>
        </p:spPr>
        <p:txBody>
          <a:bodyPr/>
          <a:lstStyle>
            <a:lvl1pPr>
              <a:defRPr sz="6000">
                <a:solidFill>
                  <a:srgbClr val="000000"/>
                </a:solidFill>
              </a:defRPr>
            </a:lvl1pPr>
          </a:lstStyle>
          <a:p>
            <a:r>
              <a:rPr lang="en-US"/>
              <a:t>Section Header</a:t>
            </a:r>
          </a:p>
        </p:txBody>
      </p:sp>
      <p:sp>
        <p:nvSpPr>
          <p:cNvPr id="16" name="Text Placeholder 4">
            <a:extLst>
              <a:ext uri="{FF2B5EF4-FFF2-40B4-BE49-F238E27FC236}">
                <a16:creationId xmlns:a16="http://schemas.microsoft.com/office/drawing/2014/main" id="{12E0E19A-C3CC-AE13-1EF9-7E889ADFCBFE}"/>
              </a:ext>
            </a:extLst>
          </p:cNvPr>
          <p:cNvSpPr>
            <a:spLocks noGrp="1"/>
          </p:cNvSpPr>
          <p:nvPr>
            <p:ph type="body" sz="quarter" idx="11" hasCustomPrompt="1"/>
          </p:nvPr>
        </p:nvSpPr>
        <p:spPr>
          <a:xfrm>
            <a:off x="1295400" y="1328420"/>
            <a:ext cx="498928" cy="307777"/>
          </a:xfrm>
          <a:prstGeom prst="rect">
            <a:avLst/>
          </a:prstGeom>
        </p:spPr>
        <p:txBody>
          <a:bodyPr wrap="square" anchor="t" anchorCtr="0">
            <a:spAutoFit/>
          </a:bodyPr>
          <a:lstStyle>
            <a:lvl1pPr algn="l">
              <a:defRPr sz="2000" b="1">
                <a:solidFill>
                  <a:srgbClr val="000000"/>
                </a:solidFill>
              </a:defRPr>
            </a:lvl1pPr>
          </a:lstStyle>
          <a:p>
            <a:pPr lvl="0"/>
            <a:r>
              <a:rPr lang="en-US"/>
              <a:t>01</a:t>
            </a:r>
          </a:p>
        </p:txBody>
      </p:sp>
      <p:sp>
        <p:nvSpPr>
          <p:cNvPr id="3" name="TextBox 2">
            <a:extLst>
              <a:ext uri="{FF2B5EF4-FFF2-40B4-BE49-F238E27FC236}">
                <a16:creationId xmlns:a16="http://schemas.microsoft.com/office/drawing/2014/main" id="{11CD4D7A-E1F5-9D4D-D7A8-763291C906C5}"/>
              </a:ext>
            </a:extLst>
          </p:cNvPr>
          <p:cNvSpPr txBox="1"/>
          <p:nvPr userDrawn="1"/>
        </p:nvSpPr>
        <p:spPr>
          <a:xfrm>
            <a:off x="1066800" y="985520"/>
            <a:ext cx="0" cy="0"/>
          </a:xfrm>
          <a:prstGeom prst="rect">
            <a:avLst/>
          </a:prstGeom>
          <a:noFill/>
        </p:spPr>
        <p:txBody>
          <a:bodyPr wrap="none" lIns="0" tIns="0" rIns="0" bIns="0" rtlCol="0">
            <a:noAutofit/>
          </a:bodyPr>
          <a:lstStyle/>
          <a:p>
            <a:pPr>
              <a:lnSpc>
                <a:spcPct val="110000"/>
              </a:lnSpc>
              <a:spcBef>
                <a:spcPts val="600"/>
              </a:spcBef>
            </a:pPr>
            <a:endParaRPr lang="en-US" sz="1200" err="1">
              <a:ea typeface="Human Sans" charset="0"/>
              <a:cs typeface="Human Sans" charset="0"/>
            </a:endParaRPr>
          </a:p>
        </p:txBody>
      </p:sp>
    </p:spTree>
    <p:extLst>
      <p:ext uri="{BB962C8B-B14F-4D97-AF65-F5344CB8AC3E}">
        <p14:creationId xmlns:p14="http://schemas.microsoft.com/office/powerpoint/2010/main" val="2160698631"/>
      </p:ext>
    </p:extLst>
  </p:cSld>
  <p:clrMapOvr>
    <a:masterClrMapping/>
  </p:clrMapOvr>
  <p:extLst>
    <p:ext uri="{DCECCB84-F9BA-43D5-87BE-67443E8EF086}">
      <p15:sldGuideLst xmlns:p15="http://schemas.microsoft.com/office/powerpoint/2012/main">
        <p15:guide id="1" orient="horz" pos="408">
          <p15:clr>
            <a:srgbClr val="FBAE40"/>
          </p15:clr>
        </p15:guide>
        <p15:guide id="2" pos="3840">
          <p15:clr>
            <a:srgbClr val="FBAE40"/>
          </p15:clr>
        </p15:guide>
        <p15:guide id="3" pos="408">
          <p15:clr>
            <a:srgbClr val="FBAE40"/>
          </p15:clr>
        </p15:guide>
        <p15:guide id="4" orient="horz" pos="4128">
          <p15:clr>
            <a:srgbClr val="FBAE40"/>
          </p15:clr>
        </p15:guide>
      </p15:sldGuideLst>
    </p:ext>
  </p:extLst>
</p:sldLayout>
</file>

<file path=ppt/slideLayouts/slideLayout99.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6667323A-6698-B4F8-D2C4-A0336BD7AE08}"/>
              </a:ext>
            </a:extLst>
          </p:cNvPr>
          <p:cNvSpPr>
            <a:spLocks noGrp="1"/>
          </p:cNvSpPr>
          <p:nvPr>
            <p:ph type="title" hasCustomPrompt="1"/>
          </p:nvPr>
        </p:nvSpPr>
        <p:spPr>
          <a:xfrm>
            <a:off x="627063" y="722843"/>
            <a:ext cx="1092993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5" name="Text Placeholder 10">
            <a:extLst>
              <a:ext uri="{FF2B5EF4-FFF2-40B4-BE49-F238E27FC236}">
                <a16:creationId xmlns:a16="http://schemas.microsoft.com/office/drawing/2014/main" id="{E4BE38F8-DEB6-5998-7EB6-840C179B2EC8}"/>
              </a:ext>
            </a:extLst>
          </p:cNvPr>
          <p:cNvSpPr>
            <a:spLocks noGrp="1"/>
          </p:cNvSpPr>
          <p:nvPr>
            <p:ph type="body" sz="quarter" idx="28"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4272609023"/>
      </p:ext>
    </p:extLst>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preserve="1" userDrawn="1">
  <p:cSld name="Title+Subtitle">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C51F547D-7378-E8AC-FDF8-369B9279159F}"/>
              </a:ext>
            </a:extLst>
          </p:cNvPr>
          <p:cNvSpPr>
            <a:spLocks noGrp="1"/>
          </p:cNvSpPr>
          <p:nvPr>
            <p:ph type="title" hasCustomPrompt="1"/>
          </p:nvPr>
        </p:nvSpPr>
        <p:spPr>
          <a:xfrm>
            <a:off x="627063" y="722843"/>
            <a:ext cx="1092993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8" name="Text Placeholder 10">
            <a:extLst>
              <a:ext uri="{FF2B5EF4-FFF2-40B4-BE49-F238E27FC236}">
                <a16:creationId xmlns:a16="http://schemas.microsoft.com/office/drawing/2014/main" id="{DBE70E68-FEAC-ABA3-6547-64F0048E25D1}"/>
              </a:ext>
            </a:extLst>
          </p:cNvPr>
          <p:cNvSpPr>
            <a:spLocks noGrp="1"/>
          </p:cNvSpPr>
          <p:nvPr>
            <p:ph type="body" sz="quarter" idx="28"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
        <p:nvSpPr>
          <p:cNvPr id="9" name="Text Placeholder 8">
            <a:extLst>
              <a:ext uri="{FF2B5EF4-FFF2-40B4-BE49-F238E27FC236}">
                <a16:creationId xmlns:a16="http://schemas.microsoft.com/office/drawing/2014/main" id="{2DD31E73-37D8-3F34-976E-F45C7FEB4817}"/>
              </a:ext>
            </a:extLst>
          </p:cNvPr>
          <p:cNvSpPr>
            <a:spLocks noGrp="1"/>
          </p:cNvSpPr>
          <p:nvPr>
            <p:ph type="body" sz="quarter" idx="11" hasCustomPrompt="1"/>
          </p:nvPr>
        </p:nvSpPr>
        <p:spPr>
          <a:xfrm>
            <a:off x="627063" y="1211252"/>
            <a:ext cx="10929937" cy="480060"/>
          </a:xfrm>
          <a:prstGeom prst="rect">
            <a:avLst/>
          </a:prstGeom>
        </p:spPr>
        <p:txBody>
          <a:bodyPr wrap="square" lIns="0" tIns="0" rIns="0" bIns="0" anchor="t" anchorCtr="0">
            <a:normAutofit/>
          </a:bodyPr>
          <a:lstStyle>
            <a:lvl1pPr marL="0" indent="0" algn="l" defTabSz="914400" rtl="0" eaLnBrk="1" latinLnBrk="0" hangingPunct="1">
              <a:lnSpc>
                <a:spcPct val="100000"/>
              </a:lnSpc>
              <a:spcBef>
                <a:spcPts val="0"/>
              </a:spcBef>
              <a:spcAft>
                <a:spcPts val="0"/>
              </a:spcAft>
              <a:buFont typeface="Arial" panose="020B0604020202020204" pitchFamily="34" charset="0"/>
              <a:buNone/>
              <a:defRPr lang="en-US" sz="1400" b="0" i="0" kern="120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r>
              <a:rPr lang="en-US"/>
              <a:t>Lorem ipsum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a:t>
            </a:r>
          </a:p>
        </p:txBody>
      </p:sp>
    </p:spTree>
    <p:extLst>
      <p:ext uri="{BB962C8B-B14F-4D97-AF65-F5344CB8AC3E}">
        <p14:creationId xmlns:p14="http://schemas.microsoft.com/office/powerpoint/2010/main" val="2139586491"/>
      </p:ext>
    </p:extLst>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391363302"/>
      </p:ext>
    </p:extLst>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preserve="1" userDrawn="1">
  <p:cSld name="Subsection_Divider">
    <p:spTree>
      <p:nvGrpSpPr>
        <p:cNvPr id="1" name=""/>
        <p:cNvGrpSpPr/>
        <p:nvPr/>
      </p:nvGrpSpPr>
      <p:grpSpPr>
        <a:xfrm>
          <a:off x="0" y="0"/>
          <a:ext cx="0" cy="0"/>
          <a:chOff x="0" y="0"/>
          <a:chExt cx="0" cy="0"/>
        </a:xfrm>
      </p:grpSpPr>
      <p:sp>
        <p:nvSpPr>
          <p:cNvPr id="8" name="Title 2">
            <a:extLst>
              <a:ext uri="{FF2B5EF4-FFF2-40B4-BE49-F238E27FC236}">
                <a16:creationId xmlns:a16="http://schemas.microsoft.com/office/drawing/2014/main" id="{0EFDF222-F5FF-C5FC-328A-D041866005E2}"/>
              </a:ext>
            </a:extLst>
          </p:cNvPr>
          <p:cNvSpPr>
            <a:spLocks noGrp="1"/>
          </p:cNvSpPr>
          <p:nvPr>
            <p:ph type="title" hasCustomPrompt="1"/>
          </p:nvPr>
        </p:nvSpPr>
        <p:spPr>
          <a:xfrm>
            <a:off x="639074" y="1968918"/>
            <a:ext cx="10917926" cy="2031325"/>
          </a:xfrm>
          <a:prstGeom prst="rect">
            <a:avLst/>
          </a:prstGeom>
        </p:spPr>
        <p:txBody>
          <a:bodyPr wrap="square">
            <a:spAutoFit/>
          </a:bodyPr>
          <a:lstStyle>
            <a:lvl1pPr>
              <a:defRPr sz="6600" b="0" i="0">
                <a:solidFill>
                  <a:schemeClr val="tx1"/>
                </a:solidFill>
                <a:latin typeface="Calibri Light" panose="020F0302020204030204" pitchFamily="34" charset="0"/>
                <a:cs typeface="Calibri Light" panose="020F0302020204030204" pitchFamily="34" charset="0"/>
              </a:defRPr>
            </a:lvl1pPr>
          </a:lstStyle>
          <a:p>
            <a:r>
              <a:rPr lang="en-US"/>
              <a:t>Sometimes You Want to Use a </a:t>
            </a:r>
            <a:br>
              <a:rPr lang="en-US"/>
            </a:br>
            <a:r>
              <a:rPr lang="en-US"/>
              <a:t>Subsection Divider</a:t>
            </a:r>
          </a:p>
        </p:txBody>
      </p:sp>
      <p:sp>
        <p:nvSpPr>
          <p:cNvPr id="26" name="Text Placeholder 4">
            <a:extLst>
              <a:ext uri="{FF2B5EF4-FFF2-40B4-BE49-F238E27FC236}">
                <a16:creationId xmlns:a16="http://schemas.microsoft.com/office/drawing/2014/main" id="{041C214B-0929-47F1-0881-0584DE92D4E2}"/>
              </a:ext>
            </a:extLst>
          </p:cNvPr>
          <p:cNvSpPr>
            <a:spLocks noGrp="1"/>
          </p:cNvSpPr>
          <p:nvPr>
            <p:ph type="body" sz="quarter" idx="16" hasCustomPrompt="1"/>
          </p:nvPr>
        </p:nvSpPr>
        <p:spPr>
          <a:xfrm>
            <a:off x="639074" y="4784228"/>
            <a:ext cx="4757677" cy="492443"/>
          </a:xfrm>
          <a:prstGeom prst="rect">
            <a:avLst/>
          </a:prstGeom>
        </p:spPr>
        <p:txBody>
          <a:bodyPr wrap="square" anchor="t" anchorCtr="0">
            <a:spAutoFit/>
          </a:bodyPr>
          <a:lstStyle>
            <a:lvl1pPr>
              <a:defRPr sz="1600" b="0" i="0">
                <a:latin typeface="Calibri Light" panose="020F0302020204030204" pitchFamily="34" charset="0"/>
                <a:cs typeface="Calibri Light" panose="020F0302020204030204" pitchFamily="34" charset="0"/>
              </a:defRPr>
            </a:lvl1pPr>
          </a:lstStyle>
          <a:p>
            <a:pPr lvl="0"/>
            <a:r>
              <a:rPr lang="en-US"/>
              <a:t>This slide can serve you well. It even has a space for a little something under the title.</a:t>
            </a:r>
          </a:p>
        </p:txBody>
      </p:sp>
      <p:sp>
        <p:nvSpPr>
          <p:cNvPr id="10" name="Text Placeholder 4">
            <a:extLst>
              <a:ext uri="{FF2B5EF4-FFF2-40B4-BE49-F238E27FC236}">
                <a16:creationId xmlns:a16="http://schemas.microsoft.com/office/drawing/2014/main" id="{00F545EE-05C3-C60B-A33C-54CA3165B80C}"/>
              </a:ext>
            </a:extLst>
          </p:cNvPr>
          <p:cNvSpPr>
            <a:spLocks noGrp="1"/>
          </p:cNvSpPr>
          <p:nvPr>
            <p:ph type="body" sz="quarter" idx="10" hasCustomPrompt="1"/>
          </p:nvPr>
        </p:nvSpPr>
        <p:spPr>
          <a:xfrm>
            <a:off x="639074" y="1071880"/>
            <a:ext cx="498928" cy="307777"/>
          </a:xfrm>
          <a:prstGeom prst="rect">
            <a:avLst/>
          </a:prstGeom>
        </p:spPr>
        <p:txBody>
          <a:bodyPr wrap="square" anchor="t" anchorCtr="0">
            <a:spAutoFit/>
          </a:bodyPr>
          <a:lstStyle>
            <a:lvl1pPr algn="l">
              <a:defRPr sz="2000" b="1">
                <a:solidFill>
                  <a:schemeClr val="accent2"/>
                </a:solidFill>
              </a:defRPr>
            </a:lvl1pPr>
          </a:lstStyle>
          <a:p>
            <a:pPr lvl="0"/>
            <a:r>
              <a:rPr lang="en-US"/>
              <a:t>01</a:t>
            </a:r>
          </a:p>
        </p:txBody>
      </p:sp>
      <p:sp>
        <p:nvSpPr>
          <p:cNvPr id="2" name="Text Placeholder 4">
            <a:extLst>
              <a:ext uri="{FF2B5EF4-FFF2-40B4-BE49-F238E27FC236}">
                <a16:creationId xmlns:a16="http://schemas.microsoft.com/office/drawing/2014/main" id="{38048DD2-9EC2-D0E6-390B-D6FEF7F7E08B}"/>
              </a:ext>
            </a:extLst>
          </p:cNvPr>
          <p:cNvSpPr>
            <a:spLocks noGrp="1"/>
          </p:cNvSpPr>
          <p:nvPr>
            <p:ph type="body" sz="quarter" idx="11" hasCustomPrompt="1"/>
          </p:nvPr>
        </p:nvSpPr>
        <p:spPr>
          <a:xfrm>
            <a:off x="639074" y="1563803"/>
            <a:ext cx="3732914" cy="153888"/>
          </a:xfrm>
          <a:prstGeom prst="rect">
            <a:avLst/>
          </a:prstGeom>
        </p:spPr>
        <p:txBody>
          <a:bodyPr wrap="square">
            <a:spAutoFit/>
          </a:bodyPr>
          <a:lstStyle>
            <a:lvl1pPr>
              <a:lnSpc>
                <a:spcPct val="100000"/>
              </a:lnSpc>
              <a:spcBef>
                <a:spcPts val="0"/>
              </a:spcBef>
              <a:defRPr sz="1000" b="1" i="0" spc="30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SECTION TITLE</a:t>
            </a:r>
            <a:endParaRPr lang="en-US"/>
          </a:p>
        </p:txBody>
      </p:sp>
    </p:spTree>
    <p:extLst>
      <p:ext uri="{BB962C8B-B14F-4D97-AF65-F5344CB8AC3E}">
        <p14:creationId xmlns:p14="http://schemas.microsoft.com/office/powerpoint/2010/main" val="2387452488"/>
      </p:ext>
    </p:extLst>
  </p:cSld>
  <p:clrMapOvr>
    <a:masterClrMapping/>
  </p:clrMapOvr>
</p:sldLayout>
</file>

<file path=ppt/slideLayouts/slideLayout103.xml><?xml version="1.0" encoding="utf-8"?>
<p:sldLayout xmlns:a="http://schemas.openxmlformats.org/drawingml/2006/main" xmlns:r="http://schemas.openxmlformats.org/officeDocument/2006/relationships" xmlns:p="http://schemas.openxmlformats.org/presentationml/2006/main" preserve="1" userDrawn="1">
  <p:cSld name="Callout_Text_A">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5AB310E8-6618-FE08-E6DC-00BA11F812CC}"/>
              </a:ext>
            </a:extLst>
          </p:cNvPr>
          <p:cNvSpPr/>
          <p:nvPr userDrawn="1"/>
        </p:nvSpPr>
        <p:spPr bwMode="auto">
          <a:xfrm>
            <a:off x="6096000" y="0"/>
            <a:ext cx="6096000" cy="6858000"/>
          </a:xfrm>
          <a:prstGeom prst="rect">
            <a:avLst/>
          </a:prstGeom>
          <a:solidFill>
            <a:srgbClr val="FBFAFA"/>
          </a:solidFill>
          <a:ln>
            <a:noFill/>
          </a:ln>
          <a:effectLst/>
        </p:spPr>
        <p:txBody>
          <a:bodyPr wrap="none" rtlCol="0" anchor="ctr"/>
          <a:lstStyle/>
          <a:p>
            <a:pPr algn="ctr"/>
            <a:endParaRPr lang="en-US" sz="2400" err="1">
              <a:solidFill>
                <a:srgbClr val="FBFAFA"/>
              </a:solidFill>
              <a:latin typeface="Calibri Light" panose="020F0302020204030204" pitchFamily="34" charset="0"/>
              <a:ea typeface="Human Sans ExtraLight" charset="0"/>
              <a:cs typeface="Human Sans ExtraLight" charset="0"/>
            </a:endParaRPr>
          </a:p>
        </p:txBody>
      </p:sp>
      <p:sp>
        <p:nvSpPr>
          <p:cNvPr id="8" name="Title 2">
            <a:extLst>
              <a:ext uri="{FF2B5EF4-FFF2-40B4-BE49-F238E27FC236}">
                <a16:creationId xmlns:a16="http://schemas.microsoft.com/office/drawing/2014/main" id="{0EFDF222-F5FF-C5FC-328A-D041866005E2}"/>
              </a:ext>
            </a:extLst>
          </p:cNvPr>
          <p:cNvSpPr>
            <a:spLocks noGrp="1"/>
          </p:cNvSpPr>
          <p:nvPr>
            <p:ph type="title" hasCustomPrompt="1"/>
          </p:nvPr>
        </p:nvSpPr>
        <p:spPr>
          <a:xfrm>
            <a:off x="627063" y="1739153"/>
            <a:ext cx="5333999" cy="2769989"/>
          </a:xfrm>
          <a:prstGeom prst="rect">
            <a:avLst/>
          </a:prstGeom>
        </p:spPr>
        <p:txBody>
          <a:bodyPr wrap="square">
            <a:spAutoFit/>
          </a:bodyPr>
          <a:lstStyle>
            <a:lvl1pPr>
              <a:defRPr sz="6000" b="0" i="0">
                <a:solidFill>
                  <a:schemeClr val="tx1"/>
                </a:solidFill>
                <a:latin typeface="Calibri Light" panose="020F0302020204030204" pitchFamily="34" charset="0"/>
                <a:cs typeface="Calibri Light" panose="020F0302020204030204" pitchFamily="34" charset="0"/>
              </a:defRPr>
            </a:lvl1pPr>
          </a:lstStyle>
          <a:p>
            <a:r>
              <a:rPr lang="en-US"/>
              <a:t>When You Have a Big Thought That is Paired…</a:t>
            </a:r>
          </a:p>
        </p:txBody>
      </p:sp>
      <p:sp>
        <p:nvSpPr>
          <p:cNvPr id="3" name="Text Placeholder 4">
            <a:extLst>
              <a:ext uri="{FF2B5EF4-FFF2-40B4-BE49-F238E27FC236}">
                <a16:creationId xmlns:a16="http://schemas.microsoft.com/office/drawing/2014/main" id="{B9BE9A04-ECA1-501C-8903-EB031E3BF54D}"/>
              </a:ext>
            </a:extLst>
          </p:cNvPr>
          <p:cNvSpPr>
            <a:spLocks noGrp="1"/>
          </p:cNvSpPr>
          <p:nvPr>
            <p:ph type="body" sz="quarter" idx="16" hasCustomPrompt="1"/>
          </p:nvPr>
        </p:nvSpPr>
        <p:spPr>
          <a:xfrm>
            <a:off x="6942827" y="1981200"/>
            <a:ext cx="4610100" cy="2439386"/>
          </a:xfrm>
          <a:prstGeom prst="rect">
            <a:avLst/>
          </a:prstGeom>
        </p:spPr>
        <p:txBody>
          <a:bodyPr wrap="square" anchor="t" anchorCtr="0">
            <a:spAutoFit/>
          </a:bodyPr>
          <a:lstStyle>
            <a:lvl1pPr>
              <a:lnSpc>
                <a:spcPts val="2400"/>
              </a:lnSpc>
              <a:defRPr sz="1600" b="0" i="0">
                <a:solidFill>
                  <a:srgbClr val="000000"/>
                </a:solidFill>
                <a:latin typeface="Calibri Light" panose="020F0302020204030204" pitchFamily="34" charset="0"/>
                <a:cs typeface="Calibri Light" panose="020F0302020204030204" pitchFamily="34" charset="0"/>
              </a:defRPr>
            </a:lvl1pPr>
          </a:lstStyle>
          <a:p>
            <a:pPr lvl="0"/>
            <a:r>
              <a:rPr lang="en-US"/>
              <a:t>With a lot of supporting details. Lorem ipsum dolor sit </a:t>
            </a:r>
            <a:r>
              <a:rPr lang="en-US" err="1"/>
              <a:t>amet</a:t>
            </a:r>
            <a:r>
              <a:rPr lang="en-US"/>
              <a:t>, </a:t>
            </a:r>
            <a:r>
              <a:rPr lang="en-US" err="1"/>
              <a:t>consectetuer</a:t>
            </a:r>
            <a:r>
              <a:rPr lang="en-US"/>
              <a:t> </a:t>
            </a:r>
            <a:r>
              <a:rPr lang="en-US" err="1"/>
              <a:t>adipiscing</a:t>
            </a:r>
            <a:r>
              <a:rPr lang="en-US"/>
              <a:t> </a:t>
            </a:r>
            <a:r>
              <a:rPr lang="en-US" err="1"/>
              <a:t>elit</a:t>
            </a:r>
            <a:r>
              <a:rPr lang="en-US"/>
              <a:t>, sed diam </a:t>
            </a:r>
            <a:r>
              <a:rPr lang="en-US" err="1"/>
              <a:t>nonummy</a:t>
            </a:r>
            <a:r>
              <a:rPr lang="en-US"/>
              <a:t> </a:t>
            </a:r>
            <a:r>
              <a:rPr lang="en-US" err="1"/>
              <a:t>nibh</a:t>
            </a:r>
            <a:r>
              <a:rPr lang="en-US"/>
              <a:t> </a:t>
            </a:r>
            <a:r>
              <a:rPr lang="en-US" err="1"/>
              <a:t>euismod</a:t>
            </a:r>
            <a:r>
              <a:rPr lang="en-US"/>
              <a:t> </a:t>
            </a:r>
            <a:r>
              <a:rPr lang="en-US" err="1"/>
              <a:t>tincidunt</a:t>
            </a:r>
            <a:r>
              <a:rPr lang="en-US"/>
              <a:t> </a:t>
            </a:r>
            <a:r>
              <a:rPr lang="en-US" err="1"/>
              <a:t>ut</a:t>
            </a:r>
            <a:r>
              <a:rPr lang="en-US"/>
              <a:t> </a:t>
            </a:r>
            <a:r>
              <a:rPr lang="en-US" err="1"/>
              <a:t>laoreet</a:t>
            </a:r>
            <a:r>
              <a:rPr lang="en-US"/>
              <a:t> dolore magna </a:t>
            </a:r>
            <a:r>
              <a:rPr lang="en-US" err="1"/>
              <a:t>aliquam</a:t>
            </a:r>
            <a:r>
              <a:rPr lang="en-US"/>
              <a:t> </a:t>
            </a:r>
            <a:r>
              <a:rPr lang="en-US" err="1"/>
              <a:t>erat</a:t>
            </a:r>
            <a:r>
              <a:rPr lang="en-US"/>
              <a:t> </a:t>
            </a:r>
            <a:r>
              <a:rPr lang="en-US" err="1"/>
              <a:t>volutpat</a:t>
            </a:r>
            <a:r>
              <a:rPr lang="en-US"/>
              <a:t>. Ut </a:t>
            </a:r>
            <a:r>
              <a:rPr lang="en-US" err="1"/>
              <a:t>wisi</a:t>
            </a:r>
            <a:r>
              <a:rPr lang="en-US"/>
              <a:t> </a:t>
            </a:r>
            <a:r>
              <a:rPr lang="en-US" err="1"/>
              <a:t>enim</a:t>
            </a:r>
            <a:r>
              <a:rPr lang="en-US"/>
              <a:t> ad minim </a:t>
            </a:r>
            <a:r>
              <a:rPr lang="en-US" err="1"/>
              <a:t>veniam</a:t>
            </a:r>
            <a:r>
              <a:rPr lang="en-US"/>
              <a:t>, </a:t>
            </a:r>
            <a:r>
              <a:rPr lang="en-US" err="1"/>
              <a:t>quis</a:t>
            </a:r>
            <a:r>
              <a:rPr lang="en-US"/>
              <a:t> </a:t>
            </a:r>
            <a:r>
              <a:rPr lang="en-US" err="1"/>
              <a:t>nostrud</a:t>
            </a:r>
            <a:r>
              <a:rPr lang="en-US"/>
              <a:t> </a:t>
            </a:r>
            <a:r>
              <a:rPr lang="en-US" err="1"/>
              <a:t>exerci</a:t>
            </a:r>
            <a:r>
              <a:rPr lang="en-US"/>
              <a:t> </a:t>
            </a:r>
            <a:r>
              <a:rPr lang="en-US" err="1"/>
              <a:t>tation</a:t>
            </a:r>
            <a:r>
              <a:rPr lang="en-US"/>
              <a:t> </a:t>
            </a:r>
            <a:r>
              <a:rPr lang="en-US" err="1"/>
              <a:t>ullamcorper</a:t>
            </a:r>
            <a:r>
              <a:rPr lang="en-US"/>
              <a:t> </a:t>
            </a:r>
            <a:r>
              <a:rPr lang="en-US" err="1"/>
              <a:t>suscipit</a:t>
            </a:r>
            <a:r>
              <a:rPr lang="en-US"/>
              <a:t> </a:t>
            </a:r>
            <a:r>
              <a:rPr lang="en-US" err="1"/>
              <a:t>lobortis</a:t>
            </a:r>
            <a:r>
              <a:rPr lang="en-US"/>
              <a:t> </a:t>
            </a:r>
            <a:r>
              <a:rPr lang="en-US" err="1"/>
              <a:t>nisl</a:t>
            </a:r>
            <a:r>
              <a:rPr lang="en-US"/>
              <a:t>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autem vel </a:t>
            </a:r>
            <a:r>
              <a:rPr lang="en-US" err="1"/>
              <a:t>eum</a:t>
            </a:r>
            <a:r>
              <a:rPr lang="en-US"/>
              <a:t> </a:t>
            </a:r>
            <a:r>
              <a:rPr lang="en-US" err="1"/>
              <a:t>iriure</a:t>
            </a:r>
            <a:r>
              <a:rPr lang="en-US"/>
              <a:t> dolor in </a:t>
            </a:r>
            <a:r>
              <a:rPr lang="en-US" err="1"/>
              <a:t>hendrerit</a:t>
            </a:r>
            <a:r>
              <a:rPr lang="en-US"/>
              <a:t> in </a:t>
            </a:r>
            <a:r>
              <a:rPr lang="en-US" err="1"/>
              <a:t>vulputate</a:t>
            </a:r>
            <a:r>
              <a:rPr lang="en-US"/>
              <a:t> </a:t>
            </a:r>
            <a:r>
              <a:rPr lang="en-US" err="1"/>
              <a:t>velit</a:t>
            </a:r>
            <a:r>
              <a:rPr lang="en-US"/>
              <a:t> </a:t>
            </a:r>
            <a:r>
              <a:rPr lang="en-US" err="1"/>
              <a:t>esse</a:t>
            </a:r>
            <a:r>
              <a:rPr lang="en-US"/>
              <a:t> </a:t>
            </a:r>
            <a:r>
              <a:rPr lang="en-US" err="1"/>
              <a:t>molestie</a:t>
            </a:r>
            <a:r>
              <a:rPr lang="en-US"/>
              <a:t> </a:t>
            </a:r>
            <a:r>
              <a:rPr lang="en-US" err="1"/>
              <a:t>consequat</a:t>
            </a:r>
            <a:r>
              <a:rPr lang="en-US"/>
              <a:t>.</a:t>
            </a:r>
          </a:p>
        </p:txBody>
      </p:sp>
      <p:sp>
        <p:nvSpPr>
          <p:cNvPr id="7" name="TextBox 6">
            <a:extLst>
              <a:ext uri="{FF2B5EF4-FFF2-40B4-BE49-F238E27FC236}">
                <a16:creationId xmlns:a16="http://schemas.microsoft.com/office/drawing/2014/main" id="{01AAFA1B-F90B-A268-2F9C-CA4B17339CD9}"/>
              </a:ext>
            </a:extLst>
          </p:cNvPr>
          <p:cNvSpPr txBox="1"/>
          <p:nvPr userDrawn="1"/>
        </p:nvSpPr>
        <p:spPr>
          <a:xfrm>
            <a:off x="9539519"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rgbClr val="010000"/>
                </a:solidFill>
              </a:rPr>
              <a:t>EPAM Proprietary &amp; Confidential.</a:t>
            </a:r>
          </a:p>
        </p:txBody>
      </p:sp>
      <p:sp>
        <p:nvSpPr>
          <p:cNvPr id="9" name="Text Placeholder 3">
            <a:extLst>
              <a:ext uri="{FF2B5EF4-FFF2-40B4-BE49-F238E27FC236}">
                <a16:creationId xmlns:a16="http://schemas.microsoft.com/office/drawing/2014/main" id="{881C1502-7D00-6809-E064-3AD5F4B76491}"/>
              </a:ext>
            </a:extLst>
          </p:cNvPr>
          <p:cNvSpPr txBox="1">
            <a:spLocks/>
          </p:cNvSpPr>
          <p:nvPr userDrawn="1"/>
        </p:nvSpPr>
        <p:spPr>
          <a:xfrm>
            <a:off x="11315641"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rgbClr val="010000"/>
                </a:solidFill>
              </a:rPr>
              <a:pPr lvl="0"/>
              <a:t>‹#›</a:t>
            </a:fld>
            <a:endParaRPr lang="en-US" sz="1000">
              <a:solidFill>
                <a:srgbClr val="010000"/>
              </a:solidFill>
            </a:endParaRPr>
          </a:p>
        </p:txBody>
      </p:sp>
      <p:sp>
        <p:nvSpPr>
          <p:cNvPr id="16" name="Text Placeholder 10">
            <a:extLst>
              <a:ext uri="{FF2B5EF4-FFF2-40B4-BE49-F238E27FC236}">
                <a16:creationId xmlns:a16="http://schemas.microsoft.com/office/drawing/2014/main" id="{746B66AD-D607-C8A3-57EC-E66339B963F6}"/>
              </a:ext>
            </a:extLst>
          </p:cNvPr>
          <p:cNvSpPr>
            <a:spLocks noGrp="1"/>
          </p:cNvSpPr>
          <p:nvPr>
            <p:ph type="body" sz="quarter" idx="28" hasCustomPrompt="1"/>
          </p:nvPr>
        </p:nvSpPr>
        <p:spPr>
          <a:xfrm>
            <a:off x="627063" y="419100"/>
            <a:ext cx="3725862" cy="225706"/>
          </a:xfrm>
          <a:prstGeom prst="rect">
            <a:avLst/>
          </a:prstGeom>
        </p:spPr>
        <p:txBody>
          <a:bodyPr/>
          <a:lstStyle>
            <a:lvl1pPr>
              <a:spcBef>
                <a:spcPts val="0"/>
              </a:spcBef>
              <a:defRPr lang="en-US" sz="1000" b="1" i="0" kern="1200" cap="all" spc="300" baseline="0" dirty="0">
                <a:solidFill>
                  <a:schemeClr val="tx2"/>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
        <p:nvSpPr>
          <p:cNvPr id="21" name="Text Placeholder 4">
            <a:extLst>
              <a:ext uri="{FF2B5EF4-FFF2-40B4-BE49-F238E27FC236}">
                <a16:creationId xmlns:a16="http://schemas.microsoft.com/office/drawing/2014/main" id="{A7C0DA62-EC5A-3013-921C-9A16F87EFE3E}"/>
              </a:ext>
            </a:extLst>
          </p:cNvPr>
          <p:cNvSpPr>
            <a:spLocks noGrp="1"/>
          </p:cNvSpPr>
          <p:nvPr>
            <p:ph type="body" sz="quarter" idx="25" hasCustomPrompt="1"/>
          </p:nvPr>
        </p:nvSpPr>
        <p:spPr>
          <a:xfrm>
            <a:off x="627063" y="722843"/>
            <a:ext cx="3725863" cy="338554"/>
          </a:xfrm>
          <a:prstGeom prst="rect">
            <a:avLst/>
          </a:prstGeom>
        </p:spPr>
        <p:txBody>
          <a:bodyPr lIns="0" tIns="0" rIns="0" bIns="0">
            <a:noAutofit/>
          </a:bodyPr>
          <a:lstStyle>
            <a:lvl1pPr>
              <a:defRPr lang="en-US" sz="2200" b="1" spc="0">
                <a:solidFill>
                  <a:schemeClr val="tx1"/>
                </a:solidFill>
                <a:effectLst/>
                <a:latin typeface="Calibri" panose="020F0502020204030204" pitchFamily="34" charset="0"/>
              </a:defRPr>
            </a:lvl1pPr>
          </a:lstStyle>
          <a:p>
            <a:pPr lvl="0">
              <a:spcBef>
                <a:spcPts val="0"/>
              </a:spcBef>
            </a:pPr>
            <a:r>
              <a:rPr lang="en-US">
                <a:effectLst/>
              </a:rPr>
              <a:t>Title with Big and Little Type</a:t>
            </a:r>
            <a:endParaRPr lang="en-US"/>
          </a:p>
        </p:txBody>
      </p:sp>
    </p:spTree>
    <p:extLst>
      <p:ext uri="{BB962C8B-B14F-4D97-AF65-F5344CB8AC3E}">
        <p14:creationId xmlns:p14="http://schemas.microsoft.com/office/powerpoint/2010/main" val="989542558"/>
      </p:ext>
    </p:extLst>
  </p:cSld>
  <p:clrMapOvr>
    <a:masterClrMapping/>
  </p:clrMapOvr>
</p:sldLayout>
</file>

<file path=ppt/slideLayouts/slideLayout104.xml><?xml version="1.0" encoding="utf-8"?>
<p:sldLayout xmlns:a="http://schemas.openxmlformats.org/drawingml/2006/main" xmlns:r="http://schemas.openxmlformats.org/officeDocument/2006/relationships" xmlns:p="http://schemas.openxmlformats.org/presentationml/2006/main" preserve="1" userDrawn="1">
  <p:cSld name="Callout_Text_B">
    <p:spTree>
      <p:nvGrpSpPr>
        <p:cNvPr id="1" name=""/>
        <p:cNvGrpSpPr/>
        <p:nvPr/>
      </p:nvGrpSpPr>
      <p:grpSpPr>
        <a:xfrm>
          <a:off x="0" y="0"/>
          <a:ext cx="0" cy="0"/>
          <a:chOff x="0" y="0"/>
          <a:chExt cx="0" cy="0"/>
        </a:xfrm>
      </p:grpSpPr>
      <p:pic>
        <p:nvPicPr>
          <p:cNvPr id="6" name="Picture 5" descr="Background pattern  Description automatically generated">
            <a:extLst>
              <a:ext uri="{FF2B5EF4-FFF2-40B4-BE49-F238E27FC236}">
                <a16:creationId xmlns:a16="http://schemas.microsoft.com/office/drawing/2014/main" id="{3295A6AC-FD32-C87C-6A0D-33F65D81BFC4}"/>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0" y="0"/>
            <a:ext cx="6096000" cy="6858000"/>
          </a:xfrm>
          <a:prstGeom prst="rect">
            <a:avLst/>
          </a:prstGeom>
        </p:spPr>
      </p:pic>
      <p:sp>
        <p:nvSpPr>
          <p:cNvPr id="8" name="Title 2">
            <a:extLst>
              <a:ext uri="{FF2B5EF4-FFF2-40B4-BE49-F238E27FC236}">
                <a16:creationId xmlns:a16="http://schemas.microsoft.com/office/drawing/2014/main" id="{0EFDF222-F5FF-C5FC-328A-D041866005E2}"/>
              </a:ext>
            </a:extLst>
          </p:cNvPr>
          <p:cNvSpPr>
            <a:spLocks noGrp="1"/>
          </p:cNvSpPr>
          <p:nvPr>
            <p:ph type="title" hasCustomPrompt="1"/>
          </p:nvPr>
        </p:nvSpPr>
        <p:spPr>
          <a:xfrm>
            <a:off x="627063" y="1739153"/>
            <a:ext cx="5333999" cy="2769989"/>
          </a:xfrm>
          <a:prstGeom prst="rect">
            <a:avLst/>
          </a:prstGeom>
        </p:spPr>
        <p:txBody>
          <a:bodyPr wrap="square">
            <a:spAutoFit/>
          </a:bodyPr>
          <a:lstStyle>
            <a:lvl1pPr>
              <a:defRPr sz="6000" b="0" i="0">
                <a:solidFill>
                  <a:srgbClr val="000000"/>
                </a:solidFill>
                <a:latin typeface="Calibri" panose="020F0502020204030204" pitchFamily="34" charset="0"/>
                <a:cs typeface="Calibri" panose="020F0502020204030204" pitchFamily="34" charset="0"/>
              </a:defRPr>
            </a:lvl1pPr>
          </a:lstStyle>
          <a:p>
            <a:r>
              <a:rPr lang="en-US"/>
              <a:t>When You Have a Big Thought That is Paired…</a:t>
            </a:r>
          </a:p>
        </p:txBody>
      </p:sp>
      <p:sp>
        <p:nvSpPr>
          <p:cNvPr id="3" name="Text Placeholder 4">
            <a:extLst>
              <a:ext uri="{FF2B5EF4-FFF2-40B4-BE49-F238E27FC236}">
                <a16:creationId xmlns:a16="http://schemas.microsoft.com/office/drawing/2014/main" id="{B9BE9A04-ECA1-501C-8903-EB031E3BF54D}"/>
              </a:ext>
            </a:extLst>
          </p:cNvPr>
          <p:cNvSpPr>
            <a:spLocks noGrp="1"/>
          </p:cNvSpPr>
          <p:nvPr>
            <p:ph type="body" sz="quarter" idx="16" hasCustomPrompt="1"/>
          </p:nvPr>
        </p:nvSpPr>
        <p:spPr>
          <a:xfrm>
            <a:off x="6942827" y="1981200"/>
            <a:ext cx="4610100" cy="2439386"/>
          </a:xfrm>
          <a:prstGeom prst="rect">
            <a:avLst/>
          </a:prstGeom>
        </p:spPr>
        <p:txBody>
          <a:bodyPr wrap="square" anchor="t" anchorCtr="0">
            <a:spAutoFit/>
          </a:bodyPr>
          <a:lstStyle>
            <a:lvl1pPr>
              <a:lnSpc>
                <a:spcPts val="2400"/>
              </a:lnSpc>
              <a:defRPr sz="1600" b="0" i="0">
                <a:solidFill>
                  <a:schemeClr val="tx1"/>
                </a:solidFill>
                <a:latin typeface="Calibri Light" panose="020F0302020204030204" pitchFamily="34" charset="0"/>
                <a:cs typeface="Calibri Light" panose="020F0302020204030204" pitchFamily="34" charset="0"/>
              </a:defRPr>
            </a:lvl1pPr>
          </a:lstStyle>
          <a:p>
            <a:pPr lvl="0"/>
            <a:r>
              <a:rPr lang="en-US"/>
              <a:t>With a lot of supporting details. Lorem ipsum dolor sit </a:t>
            </a:r>
            <a:r>
              <a:rPr lang="en-US" err="1"/>
              <a:t>amet</a:t>
            </a:r>
            <a:r>
              <a:rPr lang="en-US"/>
              <a:t>, </a:t>
            </a:r>
            <a:r>
              <a:rPr lang="en-US" err="1"/>
              <a:t>consectetuer</a:t>
            </a:r>
            <a:r>
              <a:rPr lang="en-US"/>
              <a:t> </a:t>
            </a:r>
            <a:r>
              <a:rPr lang="en-US" err="1"/>
              <a:t>adipiscing</a:t>
            </a:r>
            <a:r>
              <a:rPr lang="en-US"/>
              <a:t> </a:t>
            </a:r>
            <a:r>
              <a:rPr lang="en-US" err="1"/>
              <a:t>elit</a:t>
            </a:r>
            <a:r>
              <a:rPr lang="en-US"/>
              <a:t>, sed diam </a:t>
            </a:r>
            <a:r>
              <a:rPr lang="en-US" err="1"/>
              <a:t>nonummy</a:t>
            </a:r>
            <a:r>
              <a:rPr lang="en-US"/>
              <a:t> </a:t>
            </a:r>
            <a:r>
              <a:rPr lang="en-US" err="1"/>
              <a:t>nibh</a:t>
            </a:r>
            <a:r>
              <a:rPr lang="en-US"/>
              <a:t> </a:t>
            </a:r>
            <a:r>
              <a:rPr lang="en-US" err="1"/>
              <a:t>euismod</a:t>
            </a:r>
            <a:r>
              <a:rPr lang="en-US"/>
              <a:t> </a:t>
            </a:r>
            <a:r>
              <a:rPr lang="en-US" err="1"/>
              <a:t>tincidunt</a:t>
            </a:r>
            <a:r>
              <a:rPr lang="en-US"/>
              <a:t> </a:t>
            </a:r>
            <a:r>
              <a:rPr lang="en-US" err="1"/>
              <a:t>ut</a:t>
            </a:r>
            <a:r>
              <a:rPr lang="en-US"/>
              <a:t> </a:t>
            </a:r>
            <a:r>
              <a:rPr lang="en-US" err="1"/>
              <a:t>laoreet</a:t>
            </a:r>
            <a:r>
              <a:rPr lang="en-US"/>
              <a:t> dolore magna </a:t>
            </a:r>
            <a:r>
              <a:rPr lang="en-US" err="1"/>
              <a:t>aliquam</a:t>
            </a:r>
            <a:r>
              <a:rPr lang="en-US"/>
              <a:t> </a:t>
            </a:r>
            <a:r>
              <a:rPr lang="en-US" err="1"/>
              <a:t>erat</a:t>
            </a:r>
            <a:r>
              <a:rPr lang="en-US"/>
              <a:t> </a:t>
            </a:r>
            <a:r>
              <a:rPr lang="en-US" err="1"/>
              <a:t>volutpat</a:t>
            </a:r>
            <a:r>
              <a:rPr lang="en-US"/>
              <a:t>. Ut </a:t>
            </a:r>
            <a:r>
              <a:rPr lang="en-US" err="1"/>
              <a:t>wisi</a:t>
            </a:r>
            <a:r>
              <a:rPr lang="en-US"/>
              <a:t> </a:t>
            </a:r>
            <a:r>
              <a:rPr lang="en-US" err="1"/>
              <a:t>enim</a:t>
            </a:r>
            <a:r>
              <a:rPr lang="en-US"/>
              <a:t> ad minim </a:t>
            </a:r>
            <a:r>
              <a:rPr lang="en-US" err="1"/>
              <a:t>veniam</a:t>
            </a:r>
            <a:r>
              <a:rPr lang="en-US"/>
              <a:t>, </a:t>
            </a:r>
            <a:r>
              <a:rPr lang="en-US" err="1"/>
              <a:t>quis</a:t>
            </a:r>
            <a:r>
              <a:rPr lang="en-US"/>
              <a:t> </a:t>
            </a:r>
            <a:r>
              <a:rPr lang="en-US" err="1"/>
              <a:t>nostrud</a:t>
            </a:r>
            <a:r>
              <a:rPr lang="en-US"/>
              <a:t> </a:t>
            </a:r>
            <a:r>
              <a:rPr lang="en-US" err="1"/>
              <a:t>exerci</a:t>
            </a:r>
            <a:r>
              <a:rPr lang="en-US"/>
              <a:t> </a:t>
            </a:r>
            <a:r>
              <a:rPr lang="en-US" err="1"/>
              <a:t>tation</a:t>
            </a:r>
            <a:r>
              <a:rPr lang="en-US"/>
              <a:t> </a:t>
            </a:r>
            <a:r>
              <a:rPr lang="en-US" err="1"/>
              <a:t>ullamcorper</a:t>
            </a:r>
            <a:r>
              <a:rPr lang="en-US"/>
              <a:t> </a:t>
            </a:r>
            <a:r>
              <a:rPr lang="en-US" err="1"/>
              <a:t>suscipit</a:t>
            </a:r>
            <a:r>
              <a:rPr lang="en-US"/>
              <a:t> </a:t>
            </a:r>
            <a:r>
              <a:rPr lang="en-US" err="1"/>
              <a:t>lobortis</a:t>
            </a:r>
            <a:r>
              <a:rPr lang="en-US"/>
              <a:t> </a:t>
            </a:r>
            <a:r>
              <a:rPr lang="en-US" err="1"/>
              <a:t>nisl</a:t>
            </a:r>
            <a:r>
              <a:rPr lang="en-US"/>
              <a:t>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autem vel </a:t>
            </a:r>
            <a:r>
              <a:rPr lang="en-US" err="1"/>
              <a:t>eum</a:t>
            </a:r>
            <a:r>
              <a:rPr lang="en-US"/>
              <a:t> </a:t>
            </a:r>
            <a:r>
              <a:rPr lang="en-US" err="1"/>
              <a:t>iriure</a:t>
            </a:r>
            <a:r>
              <a:rPr lang="en-US"/>
              <a:t> dolor in </a:t>
            </a:r>
            <a:r>
              <a:rPr lang="en-US" err="1"/>
              <a:t>hendrerit</a:t>
            </a:r>
            <a:r>
              <a:rPr lang="en-US"/>
              <a:t> in </a:t>
            </a:r>
            <a:r>
              <a:rPr lang="en-US" err="1"/>
              <a:t>vulputate</a:t>
            </a:r>
            <a:r>
              <a:rPr lang="en-US"/>
              <a:t> </a:t>
            </a:r>
            <a:r>
              <a:rPr lang="en-US" err="1"/>
              <a:t>velit</a:t>
            </a:r>
            <a:r>
              <a:rPr lang="en-US"/>
              <a:t> </a:t>
            </a:r>
            <a:r>
              <a:rPr lang="en-US" err="1"/>
              <a:t>esse</a:t>
            </a:r>
            <a:r>
              <a:rPr lang="en-US"/>
              <a:t> </a:t>
            </a:r>
            <a:r>
              <a:rPr lang="en-US" err="1"/>
              <a:t>molestie</a:t>
            </a:r>
            <a:r>
              <a:rPr lang="en-US"/>
              <a:t> </a:t>
            </a:r>
            <a:r>
              <a:rPr lang="en-US" err="1"/>
              <a:t>consequat</a:t>
            </a:r>
            <a:r>
              <a:rPr lang="en-US"/>
              <a:t>.</a:t>
            </a:r>
          </a:p>
        </p:txBody>
      </p:sp>
      <p:pic>
        <p:nvPicPr>
          <p:cNvPr id="2" name="Picture 1">
            <a:extLst>
              <a:ext uri="{FF2B5EF4-FFF2-40B4-BE49-F238E27FC236}">
                <a16:creationId xmlns:a16="http://schemas.microsoft.com/office/drawing/2014/main" id="{A95209EB-D467-51AD-6222-93834EA8BF64}"/>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
        <p:nvSpPr>
          <p:cNvPr id="7" name="Text Placeholder 10">
            <a:extLst>
              <a:ext uri="{FF2B5EF4-FFF2-40B4-BE49-F238E27FC236}">
                <a16:creationId xmlns:a16="http://schemas.microsoft.com/office/drawing/2014/main" id="{E75B6454-79A2-2746-023E-0F34DF153473}"/>
              </a:ext>
            </a:extLst>
          </p:cNvPr>
          <p:cNvSpPr>
            <a:spLocks noGrp="1"/>
          </p:cNvSpPr>
          <p:nvPr>
            <p:ph type="body" sz="quarter" idx="28" hasCustomPrompt="1"/>
          </p:nvPr>
        </p:nvSpPr>
        <p:spPr>
          <a:xfrm>
            <a:off x="627063" y="419100"/>
            <a:ext cx="3725862" cy="225706"/>
          </a:xfrm>
          <a:prstGeom prst="rect">
            <a:avLst/>
          </a:prstGeom>
        </p:spPr>
        <p:txBody>
          <a:bodyPr/>
          <a:lstStyle>
            <a:lvl1pPr>
              <a:spcBef>
                <a:spcPts val="0"/>
              </a:spcBef>
              <a:defRPr lang="en-US" sz="1000" b="1" i="0" kern="1200" cap="all" spc="300" baseline="0" dirty="0">
                <a:solidFill>
                  <a:schemeClr val="accent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
        <p:nvSpPr>
          <p:cNvPr id="11" name="Text Placeholder 4">
            <a:extLst>
              <a:ext uri="{FF2B5EF4-FFF2-40B4-BE49-F238E27FC236}">
                <a16:creationId xmlns:a16="http://schemas.microsoft.com/office/drawing/2014/main" id="{09294A11-D525-F9FD-CBCE-E94EB50BD92B}"/>
              </a:ext>
            </a:extLst>
          </p:cNvPr>
          <p:cNvSpPr>
            <a:spLocks noGrp="1"/>
          </p:cNvSpPr>
          <p:nvPr>
            <p:ph type="body" sz="quarter" idx="25" hasCustomPrompt="1"/>
          </p:nvPr>
        </p:nvSpPr>
        <p:spPr>
          <a:xfrm>
            <a:off x="627063" y="722843"/>
            <a:ext cx="3725863" cy="338554"/>
          </a:xfrm>
          <a:prstGeom prst="rect">
            <a:avLst/>
          </a:prstGeom>
        </p:spPr>
        <p:txBody>
          <a:bodyPr wrap="square">
            <a:spAutoFit/>
          </a:bodyPr>
          <a:lstStyle>
            <a:lvl1pPr>
              <a:lnSpc>
                <a:spcPct val="100000"/>
              </a:lnSpc>
              <a:spcBef>
                <a:spcPts val="0"/>
              </a:spcBef>
              <a:defRPr sz="2200" b="1" i="0" spc="0">
                <a:solidFill>
                  <a:schemeClr val="accent1"/>
                </a:solidFill>
                <a:latin typeface="Calibri" panose="020F0502020204030204" pitchFamily="34" charset="0"/>
                <a:cs typeface="Calibri" panose="020F0502020204030204" pitchFamily="34" charset="0"/>
              </a:defRPr>
            </a:lvl1pPr>
            <a:lvl2pPr>
              <a:buNone/>
              <a:defRPr/>
            </a:lvl2pPr>
          </a:lstStyle>
          <a:p>
            <a:pPr lvl="0"/>
            <a:r>
              <a:rPr lang="en-US">
                <a:effectLst/>
              </a:rPr>
              <a:t>Title with Big and Little Type</a:t>
            </a:r>
            <a:endParaRPr lang="en-US"/>
          </a:p>
        </p:txBody>
      </p:sp>
    </p:spTree>
    <p:extLst>
      <p:ext uri="{BB962C8B-B14F-4D97-AF65-F5344CB8AC3E}">
        <p14:creationId xmlns:p14="http://schemas.microsoft.com/office/powerpoint/2010/main" val="3790412279"/>
      </p:ext>
    </p:extLst>
  </p:cSld>
  <p:clrMapOvr>
    <a:masterClrMapping/>
  </p:clrMapOvr>
</p:sldLayout>
</file>

<file path=ppt/slideLayouts/slideLayout105.xml><?xml version="1.0" encoding="utf-8"?>
<p:sldLayout xmlns:a="http://schemas.openxmlformats.org/drawingml/2006/main" xmlns:r="http://schemas.openxmlformats.org/officeDocument/2006/relationships" xmlns:p="http://schemas.openxmlformats.org/presentationml/2006/main" preserve="1" userDrawn="1">
  <p:cSld name="Type+2_photos">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5AB310E8-6618-FE08-E6DC-00BA11F812CC}"/>
              </a:ext>
            </a:extLst>
          </p:cNvPr>
          <p:cNvSpPr/>
          <p:nvPr userDrawn="1"/>
        </p:nvSpPr>
        <p:spPr bwMode="auto">
          <a:xfrm>
            <a:off x="4383741" y="0"/>
            <a:ext cx="7808259" cy="6858000"/>
          </a:xfrm>
          <a:prstGeom prst="rect">
            <a:avLst/>
          </a:prstGeom>
          <a:solidFill>
            <a:srgbClr val="FBFAFA"/>
          </a:solidFill>
          <a:ln>
            <a:noFill/>
          </a:ln>
          <a:effectLst/>
        </p:spPr>
        <p:txBody>
          <a:bodyPr wrap="none" rtlCol="0" anchor="ctr"/>
          <a:lstStyle/>
          <a:p>
            <a:pPr algn="ctr"/>
            <a:endParaRPr lang="en-US" sz="2400" err="1">
              <a:solidFill>
                <a:srgbClr val="FBFAFA"/>
              </a:solidFill>
              <a:latin typeface="Calibri Light" panose="020F0302020204030204" pitchFamily="34" charset="0"/>
              <a:ea typeface="Human Sans ExtraLight" charset="0"/>
              <a:cs typeface="Human Sans ExtraLight" charset="0"/>
            </a:endParaRPr>
          </a:p>
        </p:txBody>
      </p:sp>
      <p:sp>
        <p:nvSpPr>
          <p:cNvPr id="3" name="Text Placeholder 4">
            <a:extLst>
              <a:ext uri="{FF2B5EF4-FFF2-40B4-BE49-F238E27FC236}">
                <a16:creationId xmlns:a16="http://schemas.microsoft.com/office/drawing/2014/main" id="{B9BE9A04-ECA1-501C-8903-EB031E3BF54D}"/>
              </a:ext>
            </a:extLst>
          </p:cNvPr>
          <p:cNvSpPr>
            <a:spLocks noGrp="1"/>
          </p:cNvSpPr>
          <p:nvPr>
            <p:ph type="body" sz="quarter" idx="16" hasCustomPrompt="1"/>
          </p:nvPr>
        </p:nvSpPr>
        <p:spPr>
          <a:xfrm>
            <a:off x="627063" y="1981200"/>
            <a:ext cx="3346076" cy="496226"/>
          </a:xfrm>
          <a:prstGeom prst="rect">
            <a:avLst/>
          </a:prstGeom>
        </p:spPr>
        <p:txBody>
          <a:bodyPr wrap="square" anchor="t" anchorCtr="0">
            <a:spAutoFit/>
          </a:bodyPr>
          <a:lstStyle>
            <a:lvl1pPr>
              <a:lnSpc>
                <a:spcPts val="2000"/>
              </a:lnSpc>
              <a:defRPr sz="1400" b="0" i="0">
                <a:solidFill>
                  <a:schemeClr val="tx1"/>
                </a:solidFill>
                <a:latin typeface="Calibri Light" panose="020F0302020204030204" pitchFamily="34" charset="0"/>
                <a:cs typeface="Calibri Light" panose="020F0302020204030204" pitchFamily="34" charset="0"/>
              </a:defRPr>
            </a:lvl1pPr>
          </a:lstStyle>
          <a:p>
            <a:r>
              <a:rPr lang="en-US"/>
              <a:t>When you just have a few sentences of type and supporting photos. </a:t>
            </a:r>
          </a:p>
        </p:txBody>
      </p:sp>
      <p:pic>
        <p:nvPicPr>
          <p:cNvPr id="5" name="Picture Placeholder 7">
            <a:extLst>
              <a:ext uri="{FF2B5EF4-FFF2-40B4-BE49-F238E27FC236}">
                <a16:creationId xmlns:a16="http://schemas.microsoft.com/office/drawing/2014/main" id="{47D220DB-753D-9009-E3B2-968BCB126014}"/>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7848600" y="948209"/>
            <a:ext cx="3695700" cy="4678080"/>
          </a:xfrm>
          <a:prstGeom prst="rect">
            <a:avLst/>
          </a:prstGeom>
        </p:spPr>
      </p:pic>
      <p:pic>
        <p:nvPicPr>
          <p:cNvPr id="6" name="Picture Placeholder 8">
            <a:extLst>
              <a:ext uri="{FF2B5EF4-FFF2-40B4-BE49-F238E27FC236}">
                <a16:creationId xmlns:a16="http://schemas.microsoft.com/office/drawing/2014/main" id="{93BAF3BA-506C-CEDE-31A8-0E2F7E862A03}"/>
              </a:ext>
            </a:extLst>
          </p:cNvPr>
          <p:cNvPicPr>
            <a:picLocks noChangeAspect="1"/>
          </p:cNvPicPr>
          <p:nvPr userDrawn="1"/>
        </p:nvPicPr>
        <p:blipFill rotWithShape="1">
          <a:blip r:embed="rId3" cstate="email">
            <a:extLst>
              <a:ext uri="{28A0092B-C50C-407E-A947-70E740481C1C}">
                <a14:useLocalDpi xmlns:a14="http://schemas.microsoft.com/office/drawing/2010/main"/>
              </a:ext>
            </a:extLst>
          </a:blip>
          <a:srcRect/>
          <a:stretch/>
        </p:blipFill>
        <p:spPr>
          <a:xfrm>
            <a:off x="4860594" y="948210"/>
            <a:ext cx="2705674" cy="2175164"/>
          </a:xfrm>
          <a:prstGeom prst="rect">
            <a:avLst/>
          </a:prstGeom>
        </p:spPr>
      </p:pic>
      <p:sp>
        <p:nvSpPr>
          <p:cNvPr id="8" name="TextBox 7">
            <a:extLst>
              <a:ext uri="{FF2B5EF4-FFF2-40B4-BE49-F238E27FC236}">
                <a16:creationId xmlns:a16="http://schemas.microsoft.com/office/drawing/2014/main" id="{F8263655-ECC2-257F-AD6E-E4540DE158C5}"/>
              </a:ext>
            </a:extLst>
          </p:cNvPr>
          <p:cNvSpPr txBox="1"/>
          <p:nvPr userDrawn="1"/>
        </p:nvSpPr>
        <p:spPr>
          <a:xfrm>
            <a:off x="9539519"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rgbClr val="010000"/>
                </a:solidFill>
              </a:rPr>
              <a:t>EPAM Proprietary &amp; Confidential.</a:t>
            </a:r>
          </a:p>
        </p:txBody>
      </p:sp>
      <p:sp>
        <p:nvSpPr>
          <p:cNvPr id="10" name="Text Placeholder 3">
            <a:extLst>
              <a:ext uri="{FF2B5EF4-FFF2-40B4-BE49-F238E27FC236}">
                <a16:creationId xmlns:a16="http://schemas.microsoft.com/office/drawing/2014/main" id="{7AC0358C-9119-8176-0FAF-2D0F448E696A}"/>
              </a:ext>
            </a:extLst>
          </p:cNvPr>
          <p:cNvSpPr txBox="1">
            <a:spLocks/>
          </p:cNvSpPr>
          <p:nvPr userDrawn="1"/>
        </p:nvSpPr>
        <p:spPr>
          <a:xfrm>
            <a:off x="11315641"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rgbClr val="010000"/>
                </a:solidFill>
              </a:rPr>
              <a:pPr lvl="0"/>
              <a:t>‹#›</a:t>
            </a:fld>
            <a:endParaRPr lang="en-US" sz="1000">
              <a:solidFill>
                <a:srgbClr val="010000"/>
              </a:solidFill>
            </a:endParaRPr>
          </a:p>
        </p:txBody>
      </p:sp>
      <p:sp>
        <p:nvSpPr>
          <p:cNvPr id="2" name="Title 1">
            <a:extLst>
              <a:ext uri="{FF2B5EF4-FFF2-40B4-BE49-F238E27FC236}">
                <a16:creationId xmlns:a16="http://schemas.microsoft.com/office/drawing/2014/main" id="{1EE8E6BB-7FFB-90B2-6C94-3C04A7140267}"/>
              </a:ext>
            </a:extLst>
          </p:cNvPr>
          <p:cNvSpPr>
            <a:spLocks noGrp="1"/>
          </p:cNvSpPr>
          <p:nvPr>
            <p:ph type="title" hasCustomPrompt="1"/>
          </p:nvPr>
        </p:nvSpPr>
        <p:spPr>
          <a:xfrm>
            <a:off x="627063" y="722843"/>
            <a:ext cx="363251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4" name="Text Placeholder 10">
            <a:extLst>
              <a:ext uri="{FF2B5EF4-FFF2-40B4-BE49-F238E27FC236}">
                <a16:creationId xmlns:a16="http://schemas.microsoft.com/office/drawing/2014/main" id="{8FD4FCF7-37B3-4B6E-CA97-E77D60596E1F}"/>
              </a:ext>
            </a:extLst>
          </p:cNvPr>
          <p:cNvSpPr>
            <a:spLocks noGrp="1"/>
          </p:cNvSpPr>
          <p:nvPr>
            <p:ph type="body" sz="quarter" idx="28"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227972222"/>
      </p:ext>
    </p:extLst>
  </p:cSld>
  <p:clrMapOvr>
    <a:masterClrMapping/>
  </p:clrMapOvr>
</p:sldLayout>
</file>

<file path=ppt/slideLayouts/slideLayout106.xml><?xml version="1.0" encoding="utf-8"?>
<p:sldLayout xmlns:a="http://schemas.openxmlformats.org/drawingml/2006/main" xmlns:r="http://schemas.openxmlformats.org/officeDocument/2006/relationships" xmlns:p="http://schemas.openxmlformats.org/presentationml/2006/main" preserve="1" userDrawn="1">
  <p:cSld name="Type+2_photos_Black">
    <p:spTree>
      <p:nvGrpSpPr>
        <p:cNvPr id="1" name=""/>
        <p:cNvGrpSpPr/>
        <p:nvPr/>
      </p:nvGrpSpPr>
      <p:grpSpPr>
        <a:xfrm>
          <a:off x="0" y="0"/>
          <a:ext cx="0" cy="0"/>
          <a:chOff x="0" y="0"/>
          <a:chExt cx="0" cy="0"/>
        </a:xfrm>
      </p:grpSpPr>
      <p:sp>
        <p:nvSpPr>
          <p:cNvPr id="3" name="Text Placeholder 4">
            <a:extLst>
              <a:ext uri="{FF2B5EF4-FFF2-40B4-BE49-F238E27FC236}">
                <a16:creationId xmlns:a16="http://schemas.microsoft.com/office/drawing/2014/main" id="{B9BE9A04-ECA1-501C-8903-EB031E3BF54D}"/>
              </a:ext>
            </a:extLst>
          </p:cNvPr>
          <p:cNvSpPr>
            <a:spLocks noGrp="1"/>
          </p:cNvSpPr>
          <p:nvPr>
            <p:ph type="body" sz="quarter" idx="16" hasCustomPrompt="1"/>
          </p:nvPr>
        </p:nvSpPr>
        <p:spPr>
          <a:xfrm>
            <a:off x="627063" y="1981200"/>
            <a:ext cx="3346076" cy="496226"/>
          </a:xfrm>
          <a:prstGeom prst="rect">
            <a:avLst/>
          </a:prstGeom>
        </p:spPr>
        <p:txBody>
          <a:bodyPr wrap="square" anchor="t" anchorCtr="0">
            <a:spAutoFit/>
          </a:bodyPr>
          <a:lstStyle>
            <a:lvl1pPr>
              <a:lnSpc>
                <a:spcPts val="2000"/>
              </a:lnSpc>
              <a:defRPr sz="1400" b="0" i="0">
                <a:solidFill>
                  <a:schemeClr val="tx1"/>
                </a:solidFill>
                <a:latin typeface="Calibri Light" panose="020F0302020204030204" pitchFamily="34" charset="0"/>
                <a:cs typeface="Calibri Light" panose="020F0302020204030204" pitchFamily="34" charset="0"/>
              </a:defRPr>
            </a:lvl1pPr>
          </a:lstStyle>
          <a:p>
            <a:r>
              <a:rPr lang="en-US"/>
              <a:t>When you just have a few sentences of type and supporting photos. </a:t>
            </a:r>
          </a:p>
        </p:txBody>
      </p:sp>
      <p:pic>
        <p:nvPicPr>
          <p:cNvPr id="5" name="Picture Placeholder 7">
            <a:extLst>
              <a:ext uri="{FF2B5EF4-FFF2-40B4-BE49-F238E27FC236}">
                <a16:creationId xmlns:a16="http://schemas.microsoft.com/office/drawing/2014/main" id="{47D220DB-753D-9009-E3B2-968BCB126014}"/>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7848600" y="948209"/>
            <a:ext cx="3695700" cy="4678080"/>
          </a:xfrm>
          <a:prstGeom prst="rect">
            <a:avLst/>
          </a:prstGeom>
        </p:spPr>
      </p:pic>
      <p:pic>
        <p:nvPicPr>
          <p:cNvPr id="6" name="Picture Placeholder 8">
            <a:extLst>
              <a:ext uri="{FF2B5EF4-FFF2-40B4-BE49-F238E27FC236}">
                <a16:creationId xmlns:a16="http://schemas.microsoft.com/office/drawing/2014/main" id="{93BAF3BA-506C-CEDE-31A8-0E2F7E862A03}"/>
              </a:ext>
            </a:extLst>
          </p:cNvPr>
          <p:cNvPicPr>
            <a:picLocks noChangeAspect="1"/>
          </p:cNvPicPr>
          <p:nvPr userDrawn="1"/>
        </p:nvPicPr>
        <p:blipFill rotWithShape="1">
          <a:blip r:embed="rId3" cstate="email">
            <a:extLst>
              <a:ext uri="{28A0092B-C50C-407E-A947-70E740481C1C}">
                <a14:useLocalDpi xmlns:a14="http://schemas.microsoft.com/office/drawing/2010/main"/>
              </a:ext>
            </a:extLst>
          </a:blip>
          <a:srcRect/>
          <a:stretch/>
        </p:blipFill>
        <p:spPr>
          <a:xfrm>
            <a:off x="4860594" y="948210"/>
            <a:ext cx="2705674" cy="2175164"/>
          </a:xfrm>
          <a:prstGeom prst="rect">
            <a:avLst/>
          </a:prstGeom>
        </p:spPr>
      </p:pic>
      <p:sp>
        <p:nvSpPr>
          <p:cNvPr id="2" name="Title 1">
            <a:extLst>
              <a:ext uri="{FF2B5EF4-FFF2-40B4-BE49-F238E27FC236}">
                <a16:creationId xmlns:a16="http://schemas.microsoft.com/office/drawing/2014/main" id="{E6643DA5-5C9F-C799-B890-61FDCC674F7A}"/>
              </a:ext>
            </a:extLst>
          </p:cNvPr>
          <p:cNvSpPr>
            <a:spLocks noGrp="1"/>
          </p:cNvSpPr>
          <p:nvPr>
            <p:ph type="title" hasCustomPrompt="1"/>
          </p:nvPr>
        </p:nvSpPr>
        <p:spPr>
          <a:xfrm>
            <a:off x="627063" y="722843"/>
            <a:ext cx="363251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4" name="Text Placeholder 10">
            <a:extLst>
              <a:ext uri="{FF2B5EF4-FFF2-40B4-BE49-F238E27FC236}">
                <a16:creationId xmlns:a16="http://schemas.microsoft.com/office/drawing/2014/main" id="{FB2AFD80-10E1-6FE8-0BA3-7DB5BD0EF372}"/>
              </a:ext>
            </a:extLst>
          </p:cNvPr>
          <p:cNvSpPr>
            <a:spLocks noGrp="1"/>
          </p:cNvSpPr>
          <p:nvPr>
            <p:ph type="body" sz="quarter" idx="28"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2039529466"/>
      </p:ext>
    </p:extLst>
  </p:cSld>
  <p:clrMapOvr>
    <a:masterClrMapping/>
  </p:clrMapOvr>
</p:sldLayout>
</file>

<file path=ppt/slideLayouts/slideLayout107.xml><?xml version="1.0" encoding="utf-8"?>
<p:sldLayout xmlns:a="http://schemas.openxmlformats.org/drawingml/2006/main" xmlns:r="http://schemas.openxmlformats.org/officeDocument/2006/relationships" xmlns:p="http://schemas.openxmlformats.org/presentationml/2006/main" preserve="1" userDrawn="1">
  <p:cSld name="Type+1_photo">
    <p:spTree>
      <p:nvGrpSpPr>
        <p:cNvPr id="1" name=""/>
        <p:cNvGrpSpPr/>
        <p:nvPr/>
      </p:nvGrpSpPr>
      <p:grpSpPr>
        <a:xfrm>
          <a:off x="0" y="0"/>
          <a:ext cx="0" cy="0"/>
          <a:chOff x="0" y="0"/>
          <a:chExt cx="0" cy="0"/>
        </a:xfrm>
      </p:grpSpPr>
      <p:sp>
        <p:nvSpPr>
          <p:cNvPr id="11" name="Text Placeholder 4">
            <a:extLst>
              <a:ext uri="{FF2B5EF4-FFF2-40B4-BE49-F238E27FC236}">
                <a16:creationId xmlns:a16="http://schemas.microsoft.com/office/drawing/2014/main" id="{953C0E95-F19E-0ED7-FE2B-237DA02AA1B9}"/>
              </a:ext>
            </a:extLst>
          </p:cNvPr>
          <p:cNvSpPr>
            <a:spLocks noGrp="1"/>
          </p:cNvSpPr>
          <p:nvPr>
            <p:ph type="body" sz="quarter" idx="16" hasCustomPrompt="1"/>
          </p:nvPr>
        </p:nvSpPr>
        <p:spPr>
          <a:xfrm>
            <a:off x="627063" y="1981200"/>
            <a:ext cx="3346076" cy="496226"/>
          </a:xfrm>
          <a:prstGeom prst="rect">
            <a:avLst/>
          </a:prstGeom>
        </p:spPr>
        <p:txBody>
          <a:bodyPr wrap="square" anchor="t" anchorCtr="0">
            <a:spAutoFit/>
          </a:bodyPr>
          <a:lstStyle>
            <a:lvl1pPr>
              <a:lnSpc>
                <a:spcPts val="2000"/>
              </a:lnSpc>
              <a:defRPr sz="1400" b="0" i="0">
                <a:solidFill>
                  <a:schemeClr val="tx1"/>
                </a:solidFill>
                <a:latin typeface="Calibri Light" panose="020F0302020204030204" pitchFamily="34" charset="0"/>
                <a:cs typeface="Calibri Light" panose="020F0302020204030204" pitchFamily="34" charset="0"/>
              </a:defRPr>
            </a:lvl1pPr>
          </a:lstStyle>
          <a:p>
            <a:r>
              <a:rPr lang="en-US"/>
              <a:t>When you just have a few sentences of type and supporting photos. </a:t>
            </a:r>
          </a:p>
        </p:txBody>
      </p:sp>
      <p:sp>
        <p:nvSpPr>
          <p:cNvPr id="3" name="Picture Placeholder 8">
            <a:extLst>
              <a:ext uri="{FF2B5EF4-FFF2-40B4-BE49-F238E27FC236}">
                <a16:creationId xmlns:a16="http://schemas.microsoft.com/office/drawing/2014/main" id="{96A70B9E-D366-36CB-4835-845ACD985BF4}"/>
              </a:ext>
            </a:extLst>
          </p:cNvPr>
          <p:cNvSpPr>
            <a:spLocks noGrp="1"/>
          </p:cNvSpPr>
          <p:nvPr>
            <p:ph type="pic" sz="quarter" idx="26"/>
          </p:nvPr>
        </p:nvSpPr>
        <p:spPr>
          <a:xfrm>
            <a:off x="5067300" y="922229"/>
            <a:ext cx="6477000" cy="4710475"/>
          </a:xfrm>
          <a:prstGeom prst="rect">
            <a:avLst/>
          </a:prstGeom>
        </p:spPr>
        <p:txBody>
          <a:bodyPr/>
          <a:lstStyle/>
          <a:p>
            <a:r>
              <a:rPr lang="en-US"/>
              <a:t>Click icon to add picture</a:t>
            </a:r>
          </a:p>
        </p:txBody>
      </p:sp>
      <p:sp>
        <p:nvSpPr>
          <p:cNvPr id="2" name="Title 1">
            <a:extLst>
              <a:ext uri="{FF2B5EF4-FFF2-40B4-BE49-F238E27FC236}">
                <a16:creationId xmlns:a16="http://schemas.microsoft.com/office/drawing/2014/main" id="{5C505165-68F7-9306-9E47-08C7A533D28B}"/>
              </a:ext>
            </a:extLst>
          </p:cNvPr>
          <p:cNvSpPr>
            <a:spLocks noGrp="1"/>
          </p:cNvSpPr>
          <p:nvPr>
            <p:ph type="title" hasCustomPrompt="1"/>
          </p:nvPr>
        </p:nvSpPr>
        <p:spPr>
          <a:xfrm>
            <a:off x="627063" y="722843"/>
            <a:ext cx="363251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4" name="Text Placeholder 10">
            <a:extLst>
              <a:ext uri="{FF2B5EF4-FFF2-40B4-BE49-F238E27FC236}">
                <a16:creationId xmlns:a16="http://schemas.microsoft.com/office/drawing/2014/main" id="{1D5A6C40-BA77-05F7-4448-95E3A5B80515}"/>
              </a:ext>
            </a:extLst>
          </p:cNvPr>
          <p:cNvSpPr>
            <a:spLocks noGrp="1"/>
          </p:cNvSpPr>
          <p:nvPr>
            <p:ph type="body" sz="quarter" idx="28"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747198135"/>
      </p:ext>
    </p:extLst>
  </p:cSld>
  <p:clrMapOvr>
    <a:masterClrMapping/>
  </p:clrMapOvr>
</p:sldLayout>
</file>

<file path=ppt/slideLayouts/slideLayout108.xml><?xml version="1.0" encoding="utf-8"?>
<p:sldLayout xmlns:a="http://schemas.openxmlformats.org/drawingml/2006/main" xmlns:r="http://schemas.openxmlformats.org/officeDocument/2006/relationships" xmlns:p="http://schemas.openxmlformats.org/presentationml/2006/main" preserve="1" userDrawn="1">
  <p:cSld name="Type+1_Photo_Blur">
    <p:spTree>
      <p:nvGrpSpPr>
        <p:cNvPr id="1" name=""/>
        <p:cNvGrpSpPr/>
        <p:nvPr/>
      </p:nvGrpSpPr>
      <p:grpSpPr>
        <a:xfrm>
          <a:off x="0" y="0"/>
          <a:ext cx="0" cy="0"/>
          <a:chOff x="0" y="0"/>
          <a:chExt cx="0" cy="0"/>
        </a:xfrm>
      </p:grpSpPr>
      <p:sp>
        <p:nvSpPr>
          <p:cNvPr id="11" name="Text Placeholder 4">
            <a:extLst>
              <a:ext uri="{FF2B5EF4-FFF2-40B4-BE49-F238E27FC236}">
                <a16:creationId xmlns:a16="http://schemas.microsoft.com/office/drawing/2014/main" id="{953C0E95-F19E-0ED7-FE2B-237DA02AA1B9}"/>
              </a:ext>
            </a:extLst>
          </p:cNvPr>
          <p:cNvSpPr>
            <a:spLocks noGrp="1"/>
          </p:cNvSpPr>
          <p:nvPr>
            <p:ph type="body" sz="quarter" idx="16" hasCustomPrompt="1"/>
          </p:nvPr>
        </p:nvSpPr>
        <p:spPr>
          <a:xfrm>
            <a:off x="627063" y="1981200"/>
            <a:ext cx="3346076" cy="496226"/>
          </a:xfrm>
          <a:prstGeom prst="rect">
            <a:avLst/>
          </a:prstGeom>
        </p:spPr>
        <p:txBody>
          <a:bodyPr wrap="square" anchor="t" anchorCtr="0">
            <a:spAutoFit/>
          </a:bodyPr>
          <a:lstStyle>
            <a:lvl1pPr>
              <a:lnSpc>
                <a:spcPts val="2000"/>
              </a:lnSpc>
              <a:defRPr sz="1400" b="0" i="0">
                <a:solidFill>
                  <a:schemeClr val="tx1"/>
                </a:solidFill>
                <a:latin typeface="Calibri Light" panose="020F0302020204030204" pitchFamily="34" charset="0"/>
                <a:cs typeface="Calibri Light" panose="020F0302020204030204" pitchFamily="34" charset="0"/>
              </a:defRPr>
            </a:lvl1pPr>
          </a:lstStyle>
          <a:p>
            <a:r>
              <a:rPr lang="en-US"/>
              <a:t>When you just have a few sentences of type and supporting photos</a:t>
            </a:r>
          </a:p>
        </p:txBody>
      </p:sp>
      <p:sp>
        <p:nvSpPr>
          <p:cNvPr id="3" name="Picture Placeholder 8">
            <a:extLst>
              <a:ext uri="{FF2B5EF4-FFF2-40B4-BE49-F238E27FC236}">
                <a16:creationId xmlns:a16="http://schemas.microsoft.com/office/drawing/2014/main" id="{96A70B9E-D366-36CB-4835-845ACD985BF4}"/>
              </a:ext>
            </a:extLst>
          </p:cNvPr>
          <p:cNvSpPr>
            <a:spLocks noGrp="1"/>
          </p:cNvSpPr>
          <p:nvPr>
            <p:ph type="pic" sz="quarter" idx="26"/>
          </p:nvPr>
        </p:nvSpPr>
        <p:spPr>
          <a:xfrm>
            <a:off x="5029200" y="922229"/>
            <a:ext cx="6527800" cy="4710475"/>
          </a:xfrm>
          <a:prstGeom prst="rect">
            <a:avLst/>
          </a:prstGeom>
        </p:spPr>
        <p:txBody>
          <a:bodyPr/>
          <a:lstStyle/>
          <a:p>
            <a:r>
              <a:rPr lang="en-US"/>
              <a:t>Click icon to add picture</a:t>
            </a:r>
          </a:p>
        </p:txBody>
      </p:sp>
      <p:sp>
        <p:nvSpPr>
          <p:cNvPr id="2" name="Title 1">
            <a:extLst>
              <a:ext uri="{FF2B5EF4-FFF2-40B4-BE49-F238E27FC236}">
                <a16:creationId xmlns:a16="http://schemas.microsoft.com/office/drawing/2014/main" id="{B1B3F49A-017D-C885-C56A-C3FBB74B0129}"/>
              </a:ext>
            </a:extLst>
          </p:cNvPr>
          <p:cNvSpPr>
            <a:spLocks noGrp="1"/>
          </p:cNvSpPr>
          <p:nvPr>
            <p:ph type="title" hasCustomPrompt="1"/>
          </p:nvPr>
        </p:nvSpPr>
        <p:spPr>
          <a:xfrm>
            <a:off x="627063" y="722843"/>
            <a:ext cx="363251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4" name="Text Placeholder 10">
            <a:extLst>
              <a:ext uri="{FF2B5EF4-FFF2-40B4-BE49-F238E27FC236}">
                <a16:creationId xmlns:a16="http://schemas.microsoft.com/office/drawing/2014/main" id="{20B97B73-9848-B399-89CA-F3A8272EAD7D}"/>
              </a:ext>
            </a:extLst>
          </p:cNvPr>
          <p:cNvSpPr>
            <a:spLocks noGrp="1"/>
          </p:cNvSpPr>
          <p:nvPr>
            <p:ph type="body" sz="quarter" idx="28"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252382920"/>
      </p:ext>
    </p:extLst>
  </p:cSld>
  <p:clrMapOvr>
    <a:masterClrMapping/>
  </p:clrMapOvr>
</p:sldLayout>
</file>

<file path=ppt/slideLayouts/slideLayout109.xml><?xml version="1.0" encoding="utf-8"?>
<p:sldLayout xmlns:a="http://schemas.openxmlformats.org/drawingml/2006/main" xmlns:r="http://schemas.openxmlformats.org/officeDocument/2006/relationships" xmlns:p="http://schemas.openxmlformats.org/presentationml/2006/main" showMasterSp="0" preserve="1" userDrawn="1">
  <p:cSld name="Quote_Large">
    <p:bg>
      <p:bgPr>
        <a:blipFill dpi="0" rotWithShape="1">
          <a:blip r:embed="rId2"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4" name="Title 2">
            <a:extLst>
              <a:ext uri="{FF2B5EF4-FFF2-40B4-BE49-F238E27FC236}">
                <a16:creationId xmlns:a16="http://schemas.microsoft.com/office/drawing/2014/main" id="{A4A0CF84-1941-A496-4DFE-6EDA7D9D7651}"/>
              </a:ext>
            </a:extLst>
          </p:cNvPr>
          <p:cNvSpPr>
            <a:spLocks noGrp="1"/>
          </p:cNvSpPr>
          <p:nvPr>
            <p:ph type="title" hasCustomPrompt="1"/>
          </p:nvPr>
        </p:nvSpPr>
        <p:spPr>
          <a:xfrm>
            <a:off x="1123949" y="1762728"/>
            <a:ext cx="10434623" cy="1846659"/>
          </a:xfrm>
          <a:prstGeom prst="rect">
            <a:avLst/>
          </a:prstGeom>
        </p:spPr>
        <p:txBody>
          <a:bodyPr wrap="square">
            <a:spAutoFit/>
          </a:bodyPr>
          <a:lstStyle>
            <a:lvl1pPr>
              <a:defRPr sz="6000" b="1" i="0">
                <a:solidFill>
                  <a:schemeClr val="tx1"/>
                </a:solidFill>
                <a:latin typeface="Calibri" panose="020F0502020204030204" pitchFamily="34" charset="0"/>
                <a:cs typeface="Calibri" panose="020F0502020204030204" pitchFamily="34" charset="0"/>
              </a:defRPr>
            </a:lvl1pPr>
          </a:lstStyle>
          <a:p>
            <a:r>
              <a:rPr lang="en-US"/>
              <a:t>Sometimes you need to add a meaningful yet concise quote.”</a:t>
            </a:r>
          </a:p>
        </p:txBody>
      </p:sp>
      <p:sp>
        <p:nvSpPr>
          <p:cNvPr id="6" name="Text Placeholder 4">
            <a:extLst>
              <a:ext uri="{FF2B5EF4-FFF2-40B4-BE49-F238E27FC236}">
                <a16:creationId xmlns:a16="http://schemas.microsoft.com/office/drawing/2014/main" id="{DF2F86F6-216C-D721-7244-AE3BBA0609AA}"/>
              </a:ext>
            </a:extLst>
          </p:cNvPr>
          <p:cNvSpPr>
            <a:spLocks noGrp="1"/>
          </p:cNvSpPr>
          <p:nvPr>
            <p:ph type="body" sz="quarter" idx="16" hasCustomPrompt="1"/>
          </p:nvPr>
        </p:nvSpPr>
        <p:spPr>
          <a:xfrm>
            <a:off x="1123950" y="4231608"/>
            <a:ext cx="4554537" cy="507831"/>
          </a:xfrm>
          <a:prstGeom prst="rect">
            <a:avLst/>
          </a:prstGeom>
        </p:spPr>
        <p:txBody>
          <a:bodyPr wrap="square" anchor="t" anchorCtr="0">
            <a:spAutoFit/>
          </a:bodyPr>
          <a:lstStyle>
            <a:lvl1pPr>
              <a:defRPr sz="1400" b="1" i="0">
                <a:solidFill>
                  <a:schemeClr val="tx1"/>
                </a:solidFill>
                <a:latin typeface="Calibri" panose="020F0502020204030204" pitchFamily="34" charset="0"/>
                <a:cs typeface="Calibri" panose="020F0502020204030204" pitchFamily="34" charset="0"/>
              </a:defRPr>
            </a:lvl1pPr>
          </a:lstStyle>
          <a:p>
            <a:pPr lvl="0"/>
            <a:r>
              <a:rPr lang="en-US" err="1"/>
              <a:t>Firstname</a:t>
            </a:r>
            <a:r>
              <a:rPr lang="en-US"/>
              <a:t> </a:t>
            </a:r>
            <a:r>
              <a:rPr lang="en-US" err="1"/>
              <a:t>Lastname</a:t>
            </a:r>
            <a:endParaRPr lang="en-US"/>
          </a:p>
          <a:p>
            <a:pPr lvl="0"/>
            <a:r>
              <a:rPr lang="en-US"/>
              <a:t>Job Title, Company</a:t>
            </a:r>
          </a:p>
        </p:txBody>
      </p:sp>
      <p:sp>
        <p:nvSpPr>
          <p:cNvPr id="9" name="Title 2">
            <a:extLst>
              <a:ext uri="{FF2B5EF4-FFF2-40B4-BE49-F238E27FC236}">
                <a16:creationId xmlns:a16="http://schemas.microsoft.com/office/drawing/2014/main" id="{636A723C-C15E-DD81-7189-CFA5D70243A9}"/>
              </a:ext>
            </a:extLst>
          </p:cNvPr>
          <p:cNvSpPr txBox="1">
            <a:spLocks/>
          </p:cNvSpPr>
          <p:nvPr userDrawn="1"/>
        </p:nvSpPr>
        <p:spPr>
          <a:xfrm>
            <a:off x="647700" y="1762728"/>
            <a:ext cx="450695" cy="923330"/>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sz="6000" b="1" i="0" kern="1200">
                <a:solidFill>
                  <a:schemeClr val="tx1"/>
                </a:solidFill>
                <a:latin typeface="Calibri" panose="020F0502020204030204" pitchFamily="34" charset="0"/>
                <a:ea typeface="Calibri Light" panose="020F0302020204030204" pitchFamily="34" charset="0"/>
                <a:cs typeface="Calibri" panose="020F0502020204030204" pitchFamily="34" charset="0"/>
              </a:defRPr>
            </a:lvl1pPr>
          </a:lstStyle>
          <a:p>
            <a:r>
              <a:rPr lang="en-US"/>
              <a:t>“</a:t>
            </a:r>
          </a:p>
        </p:txBody>
      </p:sp>
      <p:sp>
        <p:nvSpPr>
          <p:cNvPr id="8" name="TextBox 7">
            <a:extLst>
              <a:ext uri="{FF2B5EF4-FFF2-40B4-BE49-F238E27FC236}">
                <a16:creationId xmlns:a16="http://schemas.microsoft.com/office/drawing/2014/main" id="{92AC0EDD-AC36-F914-366E-69D6F90EE13C}"/>
              </a:ext>
            </a:extLst>
          </p:cNvPr>
          <p:cNvSpPr txBox="1"/>
          <p:nvPr userDrawn="1"/>
        </p:nvSpPr>
        <p:spPr>
          <a:xfrm>
            <a:off x="9539519"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rgbClr val="010000"/>
                </a:solidFill>
              </a:rPr>
              <a:t>EPAM Proprietary &amp; Confidential.</a:t>
            </a:r>
          </a:p>
        </p:txBody>
      </p:sp>
      <p:sp>
        <p:nvSpPr>
          <p:cNvPr id="10" name="Text Placeholder 3">
            <a:extLst>
              <a:ext uri="{FF2B5EF4-FFF2-40B4-BE49-F238E27FC236}">
                <a16:creationId xmlns:a16="http://schemas.microsoft.com/office/drawing/2014/main" id="{C23E1B07-F9BB-2FA8-4DF6-A285A2B35D36}"/>
              </a:ext>
            </a:extLst>
          </p:cNvPr>
          <p:cNvSpPr txBox="1">
            <a:spLocks/>
          </p:cNvSpPr>
          <p:nvPr userDrawn="1"/>
        </p:nvSpPr>
        <p:spPr>
          <a:xfrm>
            <a:off x="11315641"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rgbClr val="010000"/>
                </a:solidFill>
              </a:rPr>
              <a:pPr lvl="0"/>
              <a:t>‹#›</a:t>
            </a:fld>
            <a:endParaRPr lang="en-US" sz="1000">
              <a:solidFill>
                <a:srgbClr val="010000"/>
              </a:solidFill>
            </a:endParaRPr>
          </a:p>
        </p:txBody>
      </p:sp>
      <p:pic>
        <p:nvPicPr>
          <p:cNvPr id="11" name="Picture 10">
            <a:extLst>
              <a:ext uri="{FF2B5EF4-FFF2-40B4-BE49-F238E27FC236}">
                <a16:creationId xmlns:a16="http://schemas.microsoft.com/office/drawing/2014/main" id="{3D1BB2CD-DBED-9BF2-22EE-06847388DA7E}"/>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
        <p:nvSpPr>
          <p:cNvPr id="15" name="Text Placeholder 10">
            <a:extLst>
              <a:ext uri="{FF2B5EF4-FFF2-40B4-BE49-F238E27FC236}">
                <a16:creationId xmlns:a16="http://schemas.microsoft.com/office/drawing/2014/main" id="{E7FCFF33-D049-FF15-5CC0-4097F2EF3BB3}"/>
              </a:ext>
            </a:extLst>
          </p:cNvPr>
          <p:cNvSpPr>
            <a:spLocks noGrp="1"/>
          </p:cNvSpPr>
          <p:nvPr>
            <p:ph type="body" sz="quarter" idx="28" hasCustomPrompt="1"/>
          </p:nvPr>
        </p:nvSpPr>
        <p:spPr>
          <a:xfrm>
            <a:off x="627063" y="419100"/>
            <a:ext cx="3725862"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1142529965"/>
      </p:ext>
    </p:extLst>
  </p:cSld>
  <p:clrMapOvr>
    <a:masterClrMapping/>
  </p:clrMapOvr>
</p:sldLayout>
</file>

<file path=ppt/slideLayouts/slideLayout110.xml><?xml version="1.0" encoding="utf-8"?>
<p:sldLayout xmlns:a="http://schemas.openxmlformats.org/drawingml/2006/main" xmlns:r="http://schemas.openxmlformats.org/officeDocument/2006/relationships" xmlns:p="http://schemas.openxmlformats.org/presentationml/2006/main" showMasterSp="0" preserve="1" userDrawn="1">
  <p:cSld name="Our_People_1_Person">
    <p:bg>
      <p:bgPr>
        <a:blipFill dpi="0" rotWithShape="1">
          <a:blip r:embed="rId2"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97881F8F-A8EB-2813-47A6-219B2122F63E}"/>
              </a:ext>
            </a:extLst>
          </p:cNvPr>
          <p:cNvSpPr>
            <a:spLocks noGrp="1"/>
          </p:cNvSpPr>
          <p:nvPr>
            <p:ph type="body" sz="quarter" idx="25" hasCustomPrompt="1"/>
          </p:nvPr>
        </p:nvSpPr>
        <p:spPr>
          <a:xfrm>
            <a:off x="627063" y="948837"/>
            <a:ext cx="3467100" cy="1181285"/>
          </a:xfrm>
          <a:prstGeom prst="rect">
            <a:avLst/>
          </a:prstGeom>
        </p:spPr>
        <p:txBody>
          <a:bodyPr wrap="square">
            <a:spAutoFit/>
          </a:bodyPr>
          <a:lstStyle>
            <a:lvl1pPr>
              <a:lnSpc>
                <a:spcPts val="4600"/>
              </a:lnSpc>
              <a:spcBef>
                <a:spcPts val="0"/>
              </a:spcBef>
              <a:defRPr sz="4400" b="0" i="0" spc="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Name</a:t>
            </a:r>
          </a:p>
          <a:p>
            <a:pPr lvl="0"/>
            <a:r>
              <a:rPr lang="en-US" err="1">
                <a:effectLst/>
              </a:rPr>
              <a:t>Lastname</a:t>
            </a:r>
            <a:endParaRPr lang="en-US"/>
          </a:p>
        </p:txBody>
      </p:sp>
      <p:sp>
        <p:nvSpPr>
          <p:cNvPr id="8" name="Text Placeholder 4">
            <a:extLst>
              <a:ext uri="{FF2B5EF4-FFF2-40B4-BE49-F238E27FC236}">
                <a16:creationId xmlns:a16="http://schemas.microsoft.com/office/drawing/2014/main" id="{10CE64FB-25EE-A414-B066-FC99784E85DB}"/>
              </a:ext>
            </a:extLst>
          </p:cNvPr>
          <p:cNvSpPr>
            <a:spLocks noGrp="1"/>
          </p:cNvSpPr>
          <p:nvPr>
            <p:ph type="body" sz="quarter" idx="16" hasCustomPrompt="1"/>
          </p:nvPr>
        </p:nvSpPr>
        <p:spPr>
          <a:xfrm>
            <a:off x="627063" y="2916936"/>
            <a:ext cx="4648200" cy="2548070"/>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Cras sit integer </a:t>
            </a:r>
            <a:r>
              <a:rPr lang="en-US" err="1"/>
              <a:t>porttitor</a:t>
            </a:r>
            <a:r>
              <a:rPr lang="en-US"/>
              <a:t> </a:t>
            </a:r>
            <a:r>
              <a:rPr lang="en-US" err="1"/>
              <a:t>enim</a:t>
            </a:r>
            <a:r>
              <a:rPr lang="en-US"/>
              <a:t> </a:t>
            </a:r>
            <a:r>
              <a:rPr lang="en-US" err="1"/>
              <a:t>mauris</a:t>
            </a:r>
            <a:r>
              <a:rPr lang="en-US"/>
              <a:t> </a:t>
            </a:r>
            <a:r>
              <a:rPr lang="en-US" err="1"/>
              <a:t>morbi</a:t>
            </a:r>
            <a:r>
              <a:rPr lang="en-US"/>
              <a:t> </a:t>
            </a:r>
            <a:r>
              <a:rPr lang="en-US" err="1"/>
              <a:t>tincidunt</a:t>
            </a:r>
            <a:r>
              <a:rPr lang="en-US"/>
              <a:t> </a:t>
            </a:r>
            <a:r>
              <a:rPr lang="en-US" err="1"/>
              <a:t>sem</a:t>
            </a:r>
            <a:r>
              <a:rPr lang="en-US"/>
              <a:t> </a:t>
            </a:r>
            <a:r>
              <a:rPr lang="en-US" err="1"/>
              <a:t>volutpat</a:t>
            </a:r>
            <a:r>
              <a:rPr lang="en-US"/>
              <a:t>. Magna in </a:t>
            </a:r>
            <a:r>
              <a:rPr lang="en-US" err="1"/>
              <a:t>aliquam</a:t>
            </a:r>
            <a:r>
              <a:rPr lang="en-US"/>
              <a:t> </a:t>
            </a:r>
            <a:r>
              <a:rPr lang="en-US" err="1"/>
              <a:t>eget</a:t>
            </a:r>
            <a:r>
              <a:rPr lang="en-US"/>
              <a:t> </a:t>
            </a:r>
            <a:r>
              <a:rPr lang="en-US" err="1"/>
              <a:t>consectetur</a:t>
            </a:r>
            <a:r>
              <a:rPr lang="en-US"/>
              <a:t> </a:t>
            </a:r>
            <a:r>
              <a:rPr lang="en-US" err="1"/>
              <a:t>consequat</a:t>
            </a:r>
            <a:r>
              <a:rPr lang="en-US"/>
              <a:t>. </a:t>
            </a:r>
            <a:r>
              <a:rPr lang="en-US" err="1"/>
              <a:t>Tortor</a:t>
            </a:r>
            <a:r>
              <a:rPr lang="en-US"/>
              <a:t> </a:t>
            </a:r>
            <a:r>
              <a:rPr lang="en-US" err="1"/>
              <a:t>rutrum</a:t>
            </a:r>
            <a:r>
              <a:rPr lang="en-US"/>
              <a:t> </a:t>
            </a:r>
            <a:r>
              <a:rPr lang="en-US" err="1"/>
              <a:t>laoreet</a:t>
            </a:r>
            <a:r>
              <a:rPr lang="en-US"/>
              <a:t> </a:t>
            </a:r>
            <a:r>
              <a:rPr lang="en-US" err="1"/>
              <a:t>morbi</a:t>
            </a:r>
            <a:r>
              <a:rPr lang="en-US"/>
              <a:t> </a:t>
            </a:r>
            <a:r>
              <a:rPr lang="en-US" err="1"/>
              <a:t>pretium</a:t>
            </a:r>
            <a:r>
              <a:rPr lang="en-US"/>
              <a:t> </a:t>
            </a:r>
            <a:r>
              <a:rPr lang="en-US" err="1"/>
              <a:t>nunc</a:t>
            </a:r>
            <a:r>
              <a:rPr lang="en-US"/>
              <a:t>, </a:t>
            </a:r>
            <a:r>
              <a:rPr lang="en-US" err="1"/>
              <a:t>massa</a:t>
            </a:r>
            <a:r>
              <a:rPr lang="en-US"/>
              <a:t> </a:t>
            </a:r>
            <a:r>
              <a:rPr lang="en-US" err="1"/>
              <a:t>tortor</a:t>
            </a:r>
            <a:r>
              <a:rPr lang="en-US"/>
              <a:t> </a:t>
            </a:r>
            <a:r>
              <a:rPr lang="en-US" err="1"/>
              <a:t>consequat</a:t>
            </a:r>
            <a:r>
              <a:rPr lang="en-US"/>
              <a:t> </a:t>
            </a:r>
            <a:r>
              <a:rPr lang="en-US" err="1"/>
              <a:t>urna</a:t>
            </a:r>
            <a:r>
              <a:rPr lang="en-US"/>
              <a:t>. </a:t>
            </a:r>
            <a:r>
              <a:rPr lang="en-US" err="1"/>
              <a:t>Risus</a:t>
            </a:r>
            <a:r>
              <a:rPr lang="en-US"/>
              <a:t> </a:t>
            </a:r>
            <a:r>
              <a:rPr lang="en-US" err="1"/>
              <a:t>etiam</a:t>
            </a:r>
            <a:r>
              <a:rPr lang="en-US"/>
              <a:t> </a:t>
            </a:r>
            <a:r>
              <a:rPr lang="en-US" err="1"/>
              <a:t>purus</a:t>
            </a:r>
            <a:r>
              <a:rPr lang="en-US"/>
              <a:t> </a:t>
            </a:r>
            <a:r>
              <a:rPr lang="en-US" err="1"/>
              <a:t>mauris</a:t>
            </a:r>
            <a:r>
              <a:rPr lang="en-US"/>
              <a:t> </a:t>
            </a:r>
            <a:r>
              <a:rPr lang="en-US" err="1"/>
              <a:t>donec</a:t>
            </a:r>
            <a:r>
              <a:rPr lang="en-US"/>
              <a:t>. </a:t>
            </a:r>
            <a:r>
              <a:rPr lang="en-US" err="1"/>
              <a:t>Netus</a:t>
            </a:r>
            <a:r>
              <a:rPr lang="en-US"/>
              <a:t> diam </a:t>
            </a:r>
            <a:r>
              <a:rPr lang="en-US" err="1"/>
              <a:t>massa</a:t>
            </a:r>
            <a:r>
              <a:rPr lang="en-US"/>
              <a:t> </a:t>
            </a:r>
            <a:r>
              <a:rPr lang="en-US" err="1"/>
              <a:t>ullamcorper</a:t>
            </a:r>
            <a:r>
              <a:rPr lang="en-US"/>
              <a:t> </a:t>
            </a:r>
            <a:r>
              <a:rPr lang="en-US" err="1"/>
              <a:t>proin</a:t>
            </a:r>
            <a:r>
              <a:rPr lang="en-US"/>
              <a:t> fermentum </a:t>
            </a:r>
            <a:r>
              <a:rPr lang="en-US" err="1"/>
              <a:t>egestas</a:t>
            </a:r>
            <a:r>
              <a:rPr lang="en-US"/>
              <a:t> et </a:t>
            </a:r>
            <a:r>
              <a:rPr lang="en-US" err="1"/>
              <a:t>quis</a:t>
            </a:r>
            <a:r>
              <a:rPr lang="en-US"/>
              <a:t>. </a:t>
            </a:r>
          </a:p>
        </p:txBody>
      </p:sp>
      <p:sp>
        <p:nvSpPr>
          <p:cNvPr id="10" name="Text Placeholder 4">
            <a:extLst>
              <a:ext uri="{FF2B5EF4-FFF2-40B4-BE49-F238E27FC236}">
                <a16:creationId xmlns:a16="http://schemas.microsoft.com/office/drawing/2014/main" id="{52343B4A-3451-DAED-5CA3-845DCEF785DA}"/>
              </a:ext>
            </a:extLst>
          </p:cNvPr>
          <p:cNvSpPr>
            <a:spLocks noGrp="1"/>
          </p:cNvSpPr>
          <p:nvPr>
            <p:ph type="body" sz="quarter" idx="26" hasCustomPrompt="1"/>
          </p:nvPr>
        </p:nvSpPr>
        <p:spPr>
          <a:xfrm>
            <a:off x="627063" y="2406797"/>
            <a:ext cx="46482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12" name="Picture Placeholder 11">
            <a:extLst>
              <a:ext uri="{FF2B5EF4-FFF2-40B4-BE49-F238E27FC236}">
                <a16:creationId xmlns:a16="http://schemas.microsoft.com/office/drawing/2014/main" id="{113F3B94-3699-B384-69C0-18FFCB0A6F02}"/>
              </a:ext>
            </a:extLst>
          </p:cNvPr>
          <p:cNvSpPr>
            <a:spLocks noGrp="1"/>
          </p:cNvSpPr>
          <p:nvPr>
            <p:ph type="pic" sz="quarter" idx="27"/>
          </p:nvPr>
        </p:nvSpPr>
        <p:spPr>
          <a:xfrm>
            <a:off x="6092952" y="0"/>
            <a:ext cx="6099048" cy="6858000"/>
          </a:xfrm>
          <a:prstGeom prst="rect">
            <a:avLst/>
          </a:prstGeom>
        </p:spPr>
        <p:txBody>
          <a:bodyPr/>
          <a:lstStyle/>
          <a:p>
            <a:r>
              <a:rPr lang="en-US"/>
              <a:t>Click icon to add picture</a:t>
            </a:r>
          </a:p>
        </p:txBody>
      </p:sp>
      <p:sp>
        <p:nvSpPr>
          <p:cNvPr id="6" name="TextBox 5">
            <a:extLst>
              <a:ext uri="{FF2B5EF4-FFF2-40B4-BE49-F238E27FC236}">
                <a16:creationId xmlns:a16="http://schemas.microsoft.com/office/drawing/2014/main" id="{50024673-46D9-F66F-D8AA-1868CFC21AC5}"/>
              </a:ext>
            </a:extLst>
          </p:cNvPr>
          <p:cNvSpPr txBox="1"/>
          <p:nvPr userDrawn="1"/>
        </p:nvSpPr>
        <p:spPr>
          <a:xfrm>
            <a:off x="9539519"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rgbClr val="010000"/>
                </a:solidFill>
              </a:rPr>
              <a:t>EPAM Proprietary &amp; Confidential.</a:t>
            </a:r>
          </a:p>
        </p:txBody>
      </p:sp>
      <p:sp>
        <p:nvSpPr>
          <p:cNvPr id="9" name="Text Placeholder 3">
            <a:extLst>
              <a:ext uri="{FF2B5EF4-FFF2-40B4-BE49-F238E27FC236}">
                <a16:creationId xmlns:a16="http://schemas.microsoft.com/office/drawing/2014/main" id="{2560B1A1-7081-6436-518E-306A74CAA7C5}"/>
              </a:ext>
            </a:extLst>
          </p:cNvPr>
          <p:cNvSpPr txBox="1">
            <a:spLocks/>
          </p:cNvSpPr>
          <p:nvPr userDrawn="1"/>
        </p:nvSpPr>
        <p:spPr>
          <a:xfrm>
            <a:off x="11315641"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rgbClr val="010000"/>
                </a:solidFill>
              </a:rPr>
              <a:pPr lvl="0"/>
              <a:t>‹#›</a:t>
            </a:fld>
            <a:endParaRPr lang="en-US" sz="1000">
              <a:solidFill>
                <a:srgbClr val="010000"/>
              </a:solidFill>
            </a:endParaRPr>
          </a:p>
        </p:txBody>
      </p:sp>
      <p:pic>
        <p:nvPicPr>
          <p:cNvPr id="11" name="Picture 10">
            <a:extLst>
              <a:ext uri="{FF2B5EF4-FFF2-40B4-BE49-F238E27FC236}">
                <a16:creationId xmlns:a16="http://schemas.microsoft.com/office/drawing/2014/main" id="{77BAD15E-B7C3-EF9C-7FB3-73E703417CEF}"/>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
        <p:nvSpPr>
          <p:cNvPr id="14" name="Text Placeholder 10">
            <a:extLst>
              <a:ext uri="{FF2B5EF4-FFF2-40B4-BE49-F238E27FC236}">
                <a16:creationId xmlns:a16="http://schemas.microsoft.com/office/drawing/2014/main" id="{E833662F-D4EC-7E5B-F24F-AC7D0C84BFBD}"/>
              </a:ext>
            </a:extLst>
          </p:cNvPr>
          <p:cNvSpPr>
            <a:spLocks noGrp="1"/>
          </p:cNvSpPr>
          <p:nvPr>
            <p:ph type="body" sz="quarter" idx="28" hasCustomPrompt="1"/>
          </p:nvPr>
        </p:nvSpPr>
        <p:spPr>
          <a:xfrm>
            <a:off x="627063" y="419100"/>
            <a:ext cx="3725862"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3100600045"/>
      </p:ext>
    </p:extLst>
  </p:cSld>
  <p:clrMapOvr>
    <a:masterClrMapping/>
  </p:clrMapOvr>
</p:sldLayout>
</file>

<file path=ppt/slideLayouts/slideLayout111.xml><?xml version="1.0" encoding="utf-8"?>
<p:sldLayout xmlns:a="http://schemas.openxmlformats.org/drawingml/2006/main" xmlns:r="http://schemas.openxmlformats.org/officeDocument/2006/relationships" xmlns:p="http://schemas.openxmlformats.org/presentationml/2006/main" showMasterSp="0" preserve="1" userDrawn="1">
  <p:cSld name="Our_People_1_Person_White">
    <p:bg>
      <p:bgPr>
        <a:solidFill>
          <a:schemeClr val="bg2"/>
        </a:solidFill>
        <a:effectLst/>
      </p:bgPr>
    </p:bg>
    <p:spTree>
      <p:nvGrpSpPr>
        <p:cNvPr id="1" name=""/>
        <p:cNvGrpSpPr/>
        <p:nvPr/>
      </p:nvGrpSpPr>
      <p:grpSpPr>
        <a:xfrm>
          <a:off x="0" y="0"/>
          <a:ext cx="0" cy="0"/>
          <a:chOff x="0" y="0"/>
          <a:chExt cx="0" cy="0"/>
        </a:xfrm>
      </p:grpSpPr>
      <p:sp>
        <p:nvSpPr>
          <p:cNvPr id="8" name="Text Placeholder 4">
            <a:extLst>
              <a:ext uri="{FF2B5EF4-FFF2-40B4-BE49-F238E27FC236}">
                <a16:creationId xmlns:a16="http://schemas.microsoft.com/office/drawing/2014/main" id="{10CE64FB-25EE-A414-B066-FC99784E85DB}"/>
              </a:ext>
            </a:extLst>
          </p:cNvPr>
          <p:cNvSpPr>
            <a:spLocks noGrp="1"/>
          </p:cNvSpPr>
          <p:nvPr>
            <p:ph type="body" sz="quarter" idx="16" hasCustomPrompt="1"/>
          </p:nvPr>
        </p:nvSpPr>
        <p:spPr>
          <a:xfrm>
            <a:off x="627063" y="2916936"/>
            <a:ext cx="4648200" cy="2548070"/>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Cras sit integer </a:t>
            </a:r>
            <a:r>
              <a:rPr lang="en-US" err="1"/>
              <a:t>porttitor</a:t>
            </a:r>
            <a:r>
              <a:rPr lang="en-US"/>
              <a:t> </a:t>
            </a:r>
            <a:r>
              <a:rPr lang="en-US" err="1"/>
              <a:t>enim</a:t>
            </a:r>
            <a:r>
              <a:rPr lang="en-US"/>
              <a:t> </a:t>
            </a:r>
            <a:r>
              <a:rPr lang="en-US" err="1"/>
              <a:t>mauris</a:t>
            </a:r>
            <a:r>
              <a:rPr lang="en-US"/>
              <a:t> </a:t>
            </a:r>
            <a:r>
              <a:rPr lang="en-US" err="1"/>
              <a:t>morbi</a:t>
            </a:r>
            <a:r>
              <a:rPr lang="en-US"/>
              <a:t> </a:t>
            </a:r>
            <a:r>
              <a:rPr lang="en-US" err="1"/>
              <a:t>tincidunt</a:t>
            </a:r>
            <a:r>
              <a:rPr lang="en-US"/>
              <a:t> </a:t>
            </a:r>
            <a:r>
              <a:rPr lang="en-US" err="1"/>
              <a:t>sem</a:t>
            </a:r>
            <a:r>
              <a:rPr lang="en-US"/>
              <a:t> </a:t>
            </a:r>
            <a:r>
              <a:rPr lang="en-US" err="1"/>
              <a:t>volutpat</a:t>
            </a:r>
            <a:r>
              <a:rPr lang="en-US"/>
              <a:t>. Magna in </a:t>
            </a:r>
            <a:r>
              <a:rPr lang="en-US" err="1"/>
              <a:t>aliquam</a:t>
            </a:r>
            <a:r>
              <a:rPr lang="en-US"/>
              <a:t> </a:t>
            </a:r>
            <a:r>
              <a:rPr lang="en-US" err="1"/>
              <a:t>eget</a:t>
            </a:r>
            <a:r>
              <a:rPr lang="en-US"/>
              <a:t> </a:t>
            </a:r>
            <a:r>
              <a:rPr lang="en-US" err="1"/>
              <a:t>consectetur</a:t>
            </a:r>
            <a:r>
              <a:rPr lang="en-US"/>
              <a:t> </a:t>
            </a:r>
            <a:r>
              <a:rPr lang="en-US" err="1"/>
              <a:t>consequat</a:t>
            </a:r>
            <a:r>
              <a:rPr lang="en-US"/>
              <a:t>. </a:t>
            </a:r>
            <a:r>
              <a:rPr lang="en-US" err="1"/>
              <a:t>Tortor</a:t>
            </a:r>
            <a:r>
              <a:rPr lang="en-US"/>
              <a:t> </a:t>
            </a:r>
            <a:r>
              <a:rPr lang="en-US" err="1"/>
              <a:t>rutrum</a:t>
            </a:r>
            <a:r>
              <a:rPr lang="en-US"/>
              <a:t> </a:t>
            </a:r>
            <a:r>
              <a:rPr lang="en-US" err="1"/>
              <a:t>laoreet</a:t>
            </a:r>
            <a:r>
              <a:rPr lang="en-US"/>
              <a:t> </a:t>
            </a:r>
            <a:r>
              <a:rPr lang="en-US" err="1"/>
              <a:t>morbi</a:t>
            </a:r>
            <a:r>
              <a:rPr lang="en-US"/>
              <a:t> </a:t>
            </a:r>
            <a:r>
              <a:rPr lang="en-US" err="1"/>
              <a:t>pretium</a:t>
            </a:r>
            <a:r>
              <a:rPr lang="en-US"/>
              <a:t> </a:t>
            </a:r>
            <a:r>
              <a:rPr lang="en-US" err="1"/>
              <a:t>nunc</a:t>
            </a:r>
            <a:r>
              <a:rPr lang="en-US"/>
              <a:t>, </a:t>
            </a:r>
            <a:r>
              <a:rPr lang="en-US" err="1"/>
              <a:t>massa</a:t>
            </a:r>
            <a:r>
              <a:rPr lang="en-US"/>
              <a:t> </a:t>
            </a:r>
            <a:r>
              <a:rPr lang="en-US" err="1"/>
              <a:t>tortor</a:t>
            </a:r>
            <a:r>
              <a:rPr lang="en-US"/>
              <a:t> </a:t>
            </a:r>
            <a:r>
              <a:rPr lang="en-US" err="1"/>
              <a:t>consequat</a:t>
            </a:r>
            <a:r>
              <a:rPr lang="en-US"/>
              <a:t> </a:t>
            </a:r>
            <a:r>
              <a:rPr lang="en-US" err="1"/>
              <a:t>urna</a:t>
            </a:r>
            <a:r>
              <a:rPr lang="en-US"/>
              <a:t>. </a:t>
            </a:r>
            <a:r>
              <a:rPr lang="en-US" err="1"/>
              <a:t>Risus</a:t>
            </a:r>
            <a:r>
              <a:rPr lang="en-US"/>
              <a:t> </a:t>
            </a:r>
            <a:r>
              <a:rPr lang="en-US" err="1"/>
              <a:t>etiam</a:t>
            </a:r>
            <a:r>
              <a:rPr lang="en-US"/>
              <a:t> </a:t>
            </a:r>
            <a:r>
              <a:rPr lang="en-US" err="1"/>
              <a:t>purus</a:t>
            </a:r>
            <a:r>
              <a:rPr lang="en-US"/>
              <a:t> </a:t>
            </a:r>
            <a:r>
              <a:rPr lang="en-US" err="1"/>
              <a:t>mauris</a:t>
            </a:r>
            <a:r>
              <a:rPr lang="en-US"/>
              <a:t> </a:t>
            </a:r>
            <a:r>
              <a:rPr lang="en-US" err="1"/>
              <a:t>donec</a:t>
            </a:r>
            <a:r>
              <a:rPr lang="en-US"/>
              <a:t>. </a:t>
            </a:r>
            <a:r>
              <a:rPr lang="en-US" err="1"/>
              <a:t>Netus</a:t>
            </a:r>
            <a:r>
              <a:rPr lang="en-US"/>
              <a:t> diam </a:t>
            </a:r>
            <a:r>
              <a:rPr lang="en-US" err="1"/>
              <a:t>massa</a:t>
            </a:r>
            <a:r>
              <a:rPr lang="en-US"/>
              <a:t> </a:t>
            </a:r>
            <a:r>
              <a:rPr lang="en-US" err="1"/>
              <a:t>ullamcorper</a:t>
            </a:r>
            <a:r>
              <a:rPr lang="en-US"/>
              <a:t> </a:t>
            </a:r>
            <a:r>
              <a:rPr lang="en-US" err="1"/>
              <a:t>proin</a:t>
            </a:r>
            <a:r>
              <a:rPr lang="en-US"/>
              <a:t> fermentum </a:t>
            </a:r>
            <a:r>
              <a:rPr lang="en-US" err="1"/>
              <a:t>egestas</a:t>
            </a:r>
            <a:r>
              <a:rPr lang="en-US"/>
              <a:t> et </a:t>
            </a:r>
            <a:r>
              <a:rPr lang="en-US" err="1"/>
              <a:t>quis</a:t>
            </a:r>
            <a:r>
              <a:rPr lang="en-US"/>
              <a:t>. </a:t>
            </a:r>
          </a:p>
        </p:txBody>
      </p:sp>
      <p:sp>
        <p:nvSpPr>
          <p:cNvPr id="12" name="Picture Placeholder 11">
            <a:extLst>
              <a:ext uri="{FF2B5EF4-FFF2-40B4-BE49-F238E27FC236}">
                <a16:creationId xmlns:a16="http://schemas.microsoft.com/office/drawing/2014/main" id="{113F3B94-3699-B384-69C0-18FFCB0A6F02}"/>
              </a:ext>
            </a:extLst>
          </p:cNvPr>
          <p:cNvSpPr>
            <a:spLocks noGrp="1"/>
          </p:cNvSpPr>
          <p:nvPr>
            <p:ph type="pic" sz="quarter" idx="27"/>
          </p:nvPr>
        </p:nvSpPr>
        <p:spPr>
          <a:xfrm>
            <a:off x="6092952" y="0"/>
            <a:ext cx="6099048" cy="6858000"/>
          </a:xfrm>
          <a:prstGeom prst="rect">
            <a:avLst/>
          </a:prstGeom>
        </p:spPr>
        <p:txBody>
          <a:bodyPr/>
          <a:lstStyle/>
          <a:p>
            <a:r>
              <a:rPr lang="en-US"/>
              <a:t>Click icon to add picture</a:t>
            </a:r>
          </a:p>
        </p:txBody>
      </p:sp>
      <p:sp>
        <p:nvSpPr>
          <p:cNvPr id="2" name="Text Placeholder 4">
            <a:extLst>
              <a:ext uri="{FF2B5EF4-FFF2-40B4-BE49-F238E27FC236}">
                <a16:creationId xmlns:a16="http://schemas.microsoft.com/office/drawing/2014/main" id="{4F33CF80-FFEB-A0A3-96C3-70C36A76E510}"/>
              </a:ext>
            </a:extLst>
          </p:cNvPr>
          <p:cNvSpPr>
            <a:spLocks noGrp="1"/>
          </p:cNvSpPr>
          <p:nvPr>
            <p:ph type="body" sz="quarter" idx="25" hasCustomPrompt="1"/>
          </p:nvPr>
        </p:nvSpPr>
        <p:spPr>
          <a:xfrm>
            <a:off x="627063" y="948837"/>
            <a:ext cx="3467100" cy="1181285"/>
          </a:xfrm>
          <a:prstGeom prst="rect">
            <a:avLst/>
          </a:prstGeom>
        </p:spPr>
        <p:txBody>
          <a:bodyPr wrap="square">
            <a:spAutoFit/>
          </a:bodyPr>
          <a:lstStyle>
            <a:lvl1pPr>
              <a:lnSpc>
                <a:spcPts val="4600"/>
              </a:lnSpc>
              <a:spcBef>
                <a:spcPts val="0"/>
              </a:spcBef>
              <a:defRPr sz="4400" b="0" i="0" spc="0">
                <a:gradFill>
                  <a:gsLst>
                    <a:gs pos="0">
                      <a:schemeClr val="accent4"/>
                    </a:gs>
                    <a:gs pos="69000">
                      <a:schemeClr val="accent5"/>
                    </a:gs>
                    <a:gs pos="99000">
                      <a:schemeClr val="accent3"/>
                    </a:gs>
                  </a:gsLst>
                  <a:lin ang="0" scaled="0"/>
                </a:gradFill>
                <a:latin typeface="Calibri" panose="020F0502020204030204" pitchFamily="34" charset="0"/>
                <a:cs typeface="Calibri" panose="020F0502020204030204" pitchFamily="34" charset="0"/>
              </a:defRPr>
            </a:lvl1pPr>
            <a:lvl2pPr>
              <a:buNone/>
              <a:defRPr/>
            </a:lvl2pPr>
          </a:lstStyle>
          <a:p>
            <a:pPr lvl="0"/>
            <a:r>
              <a:rPr lang="en-US">
                <a:effectLst/>
              </a:rPr>
              <a:t>Name</a:t>
            </a:r>
          </a:p>
          <a:p>
            <a:pPr lvl="0"/>
            <a:r>
              <a:rPr lang="en-US" err="1">
                <a:effectLst/>
              </a:rPr>
              <a:t>Lastname</a:t>
            </a:r>
            <a:endParaRPr lang="en-US"/>
          </a:p>
        </p:txBody>
      </p:sp>
      <p:sp>
        <p:nvSpPr>
          <p:cNvPr id="4" name="Text Placeholder 4">
            <a:extLst>
              <a:ext uri="{FF2B5EF4-FFF2-40B4-BE49-F238E27FC236}">
                <a16:creationId xmlns:a16="http://schemas.microsoft.com/office/drawing/2014/main" id="{3A8993B1-0A80-3A00-9ABA-D943C84F9489}"/>
              </a:ext>
            </a:extLst>
          </p:cNvPr>
          <p:cNvSpPr>
            <a:spLocks noGrp="1"/>
          </p:cNvSpPr>
          <p:nvPr>
            <p:ph type="body" sz="quarter" idx="26" hasCustomPrompt="1"/>
          </p:nvPr>
        </p:nvSpPr>
        <p:spPr>
          <a:xfrm>
            <a:off x="627063" y="2406797"/>
            <a:ext cx="46482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9" name="TextBox 8">
            <a:extLst>
              <a:ext uri="{FF2B5EF4-FFF2-40B4-BE49-F238E27FC236}">
                <a16:creationId xmlns:a16="http://schemas.microsoft.com/office/drawing/2014/main" id="{9D0E8781-CC1D-4C98-DC9D-E92211A0FF40}"/>
              </a:ext>
            </a:extLst>
          </p:cNvPr>
          <p:cNvSpPr txBox="1"/>
          <p:nvPr userDrawn="1"/>
        </p:nvSpPr>
        <p:spPr>
          <a:xfrm>
            <a:off x="9539519"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rgbClr val="010000"/>
                </a:solidFill>
              </a:rPr>
              <a:t>EPAM Proprietary &amp; Confidential.</a:t>
            </a:r>
          </a:p>
        </p:txBody>
      </p:sp>
      <p:sp>
        <p:nvSpPr>
          <p:cNvPr id="10" name="Text Placeholder 3">
            <a:extLst>
              <a:ext uri="{FF2B5EF4-FFF2-40B4-BE49-F238E27FC236}">
                <a16:creationId xmlns:a16="http://schemas.microsoft.com/office/drawing/2014/main" id="{0EB90660-EDDB-AFF8-F760-00811B862BF3}"/>
              </a:ext>
            </a:extLst>
          </p:cNvPr>
          <p:cNvSpPr txBox="1">
            <a:spLocks/>
          </p:cNvSpPr>
          <p:nvPr userDrawn="1"/>
        </p:nvSpPr>
        <p:spPr>
          <a:xfrm>
            <a:off x="11315641"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rgbClr val="010000"/>
                </a:solidFill>
              </a:rPr>
              <a:pPr lvl="0"/>
              <a:t>‹#›</a:t>
            </a:fld>
            <a:endParaRPr lang="en-US" sz="1000">
              <a:solidFill>
                <a:srgbClr val="010000"/>
              </a:solidFill>
            </a:endParaRPr>
          </a:p>
        </p:txBody>
      </p:sp>
      <p:pic>
        <p:nvPicPr>
          <p:cNvPr id="11" name="Picture 10">
            <a:extLst>
              <a:ext uri="{FF2B5EF4-FFF2-40B4-BE49-F238E27FC236}">
                <a16:creationId xmlns:a16="http://schemas.microsoft.com/office/drawing/2014/main" id="{1F6D463D-6B94-0B73-6941-3200405EB194}"/>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
        <p:nvSpPr>
          <p:cNvPr id="14" name="Text Placeholder 10">
            <a:extLst>
              <a:ext uri="{FF2B5EF4-FFF2-40B4-BE49-F238E27FC236}">
                <a16:creationId xmlns:a16="http://schemas.microsoft.com/office/drawing/2014/main" id="{CFB280B8-B919-4994-C32C-9E2358C40D0F}"/>
              </a:ext>
            </a:extLst>
          </p:cNvPr>
          <p:cNvSpPr>
            <a:spLocks noGrp="1"/>
          </p:cNvSpPr>
          <p:nvPr>
            <p:ph type="body" sz="quarter" idx="28" hasCustomPrompt="1"/>
          </p:nvPr>
        </p:nvSpPr>
        <p:spPr>
          <a:xfrm>
            <a:off x="627063" y="419100"/>
            <a:ext cx="3725862"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2113069221"/>
      </p:ext>
    </p:extLst>
  </p:cSld>
  <p:clrMapOvr>
    <a:masterClrMapping/>
  </p:clrMapOvr>
</p:sldLayout>
</file>

<file path=ppt/slideLayouts/slideLayout112.xml><?xml version="1.0" encoding="utf-8"?>
<p:sldLayout xmlns:a="http://schemas.openxmlformats.org/drawingml/2006/main" xmlns:r="http://schemas.openxmlformats.org/officeDocument/2006/relationships" xmlns:p="http://schemas.openxmlformats.org/presentationml/2006/main" showMasterSp="0" preserve="1" userDrawn="1">
  <p:cSld name="Our_People_2_People">
    <p:bg>
      <p:bgPr>
        <a:blipFill dpi="0" rotWithShape="1">
          <a:blip r:embed="rId2"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97881F8F-A8EB-2813-47A6-219B2122F63E}"/>
              </a:ext>
            </a:extLst>
          </p:cNvPr>
          <p:cNvSpPr>
            <a:spLocks noGrp="1"/>
          </p:cNvSpPr>
          <p:nvPr>
            <p:ph type="body" sz="quarter" idx="25" hasCustomPrompt="1"/>
          </p:nvPr>
        </p:nvSpPr>
        <p:spPr>
          <a:xfrm>
            <a:off x="639074" y="3881872"/>
            <a:ext cx="3467100" cy="564322"/>
          </a:xfrm>
          <a:prstGeom prst="rect">
            <a:avLst/>
          </a:prstGeom>
        </p:spPr>
        <p:txBody>
          <a:bodyPr wrap="square">
            <a:spAutoFit/>
          </a:bodyPr>
          <a:lstStyle>
            <a:lvl1pPr>
              <a:lnSpc>
                <a:spcPts val="4600"/>
              </a:lnSpc>
              <a:spcBef>
                <a:spcPts val="0"/>
              </a:spcBef>
              <a:defRPr sz="3600" b="0" i="0" spc="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8" name="Text Placeholder 4">
            <a:extLst>
              <a:ext uri="{FF2B5EF4-FFF2-40B4-BE49-F238E27FC236}">
                <a16:creationId xmlns:a16="http://schemas.microsoft.com/office/drawing/2014/main" id="{10CE64FB-25EE-A414-B066-FC99784E85DB}"/>
              </a:ext>
            </a:extLst>
          </p:cNvPr>
          <p:cNvSpPr>
            <a:spLocks noGrp="1"/>
          </p:cNvSpPr>
          <p:nvPr>
            <p:ph type="body" sz="quarter" idx="16" hasCustomPrompt="1"/>
          </p:nvPr>
        </p:nvSpPr>
        <p:spPr>
          <a:xfrm>
            <a:off x="639074" y="4890116"/>
            <a:ext cx="4648200" cy="1265667"/>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a:t>
            </a:r>
          </a:p>
        </p:txBody>
      </p:sp>
      <p:sp>
        <p:nvSpPr>
          <p:cNvPr id="10" name="Text Placeholder 4">
            <a:extLst>
              <a:ext uri="{FF2B5EF4-FFF2-40B4-BE49-F238E27FC236}">
                <a16:creationId xmlns:a16="http://schemas.microsoft.com/office/drawing/2014/main" id="{52343B4A-3451-DAED-5CA3-845DCEF785DA}"/>
              </a:ext>
            </a:extLst>
          </p:cNvPr>
          <p:cNvSpPr>
            <a:spLocks noGrp="1"/>
          </p:cNvSpPr>
          <p:nvPr>
            <p:ph type="body" sz="quarter" idx="26" hasCustomPrompt="1"/>
          </p:nvPr>
        </p:nvSpPr>
        <p:spPr>
          <a:xfrm>
            <a:off x="639074" y="4533715"/>
            <a:ext cx="46482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2" name="Picture Placeholder 11">
            <a:extLst>
              <a:ext uri="{FF2B5EF4-FFF2-40B4-BE49-F238E27FC236}">
                <a16:creationId xmlns:a16="http://schemas.microsoft.com/office/drawing/2014/main" id="{D059CF42-DE64-D215-F33D-AEF5AC07DB76}"/>
              </a:ext>
            </a:extLst>
          </p:cNvPr>
          <p:cNvSpPr>
            <a:spLocks noGrp="1"/>
          </p:cNvSpPr>
          <p:nvPr>
            <p:ph type="pic" sz="quarter" idx="28"/>
          </p:nvPr>
        </p:nvSpPr>
        <p:spPr>
          <a:xfrm>
            <a:off x="0" y="0"/>
            <a:ext cx="6099048" cy="3657600"/>
          </a:xfrm>
          <a:prstGeom prst="rect">
            <a:avLst/>
          </a:prstGeom>
        </p:spPr>
        <p:txBody>
          <a:bodyPr/>
          <a:lstStyle/>
          <a:p>
            <a:r>
              <a:rPr lang="en-US"/>
              <a:t>Click icon to add picture</a:t>
            </a:r>
          </a:p>
        </p:txBody>
      </p:sp>
      <p:sp>
        <p:nvSpPr>
          <p:cNvPr id="4" name="Text Placeholder 4">
            <a:extLst>
              <a:ext uri="{FF2B5EF4-FFF2-40B4-BE49-F238E27FC236}">
                <a16:creationId xmlns:a16="http://schemas.microsoft.com/office/drawing/2014/main" id="{0C498510-4A43-03CD-36C1-2A8353B4C50E}"/>
              </a:ext>
            </a:extLst>
          </p:cNvPr>
          <p:cNvSpPr>
            <a:spLocks noGrp="1"/>
          </p:cNvSpPr>
          <p:nvPr>
            <p:ph type="body" sz="quarter" idx="29" hasCustomPrompt="1"/>
          </p:nvPr>
        </p:nvSpPr>
        <p:spPr>
          <a:xfrm>
            <a:off x="6743700" y="3881872"/>
            <a:ext cx="3467100" cy="564322"/>
          </a:xfrm>
          <a:prstGeom prst="rect">
            <a:avLst/>
          </a:prstGeom>
        </p:spPr>
        <p:txBody>
          <a:bodyPr wrap="square">
            <a:spAutoFit/>
          </a:bodyPr>
          <a:lstStyle>
            <a:lvl1pPr>
              <a:lnSpc>
                <a:spcPts val="4600"/>
              </a:lnSpc>
              <a:spcBef>
                <a:spcPts val="0"/>
              </a:spcBef>
              <a:defRPr sz="3600" b="0" i="0" spc="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6" name="Text Placeholder 4">
            <a:extLst>
              <a:ext uri="{FF2B5EF4-FFF2-40B4-BE49-F238E27FC236}">
                <a16:creationId xmlns:a16="http://schemas.microsoft.com/office/drawing/2014/main" id="{BA836C28-DF9E-9EF6-F137-8474B6C0845A}"/>
              </a:ext>
            </a:extLst>
          </p:cNvPr>
          <p:cNvSpPr>
            <a:spLocks noGrp="1"/>
          </p:cNvSpPr>
          <p:nvPr>
            <p:ph type="body" sz="quarter" idx="30" hasCustomPrompt="1"/>
          </p:nvPr>
        </p:nvSpPr>
        <p:spPr>
          <a:xfrm>
            <a:off x="6743700" y="4890116"/>
            <a:ext cx="4648200" cy="1265667"/>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a:t>
            </a:r>
          </a:p>
        </p:txBody>
      </p:sp>
      <p:sp>
        <p:nvSpPr>
          <p:cNvPr id="9" name="Text Placeholder 4">
            <a:extLst>
              <a:ext uri="{FF2B5EF4-FFF2-40B4-BE49-F238E27FC236}">
                <a16:creationId xmlns:a16="http://schemas.microsoft.com/office/drawing/2014/main" id="{FA7FE39D-9B2F-3A82-4481-DEBB420622E7}"/>
              </a:ext>
            </a:extLst>
          </p:cNvPr>
          <p:cNvSpPr>
            <a:spLocks noGrp="1"/>
          </p:cNvSpPr>
          <p:nvPr>
            <p:ph type="body" sz="quarter" idx="31" hasCustomPrompt="1"/>
          </p:nvPr>
        </p:nvSpPr>
        <p:spPr>
          <a:xfrm>
            <a:off x="6743700" y="4533715"/>
            <a:ext cx="46482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11" name="Picture Placeholder 11">
            <a:extLst>
              <a:ext uri="{FF2B5EF4-FFF2-40B4-BE49-F238E27FC236}">
                <a16:creationId xmlns:a16="http://schemas.microsoft.com/office/drawing/2014/main" id="{8A42E0B9-1EB1-1EAF-142C-C1A8686CF7F0}"/>
              </a:ext>
            </a:extLst>
          </p:cNvPr>
          <p:cNvSpPr>
            <a:spLocks noGrp="1"/>
          </p:cNvSpPr>
          <p:nvPr>
            <p:ph type="pic" sz="quarter" idx="32"/>
          </p:nvPr>
        </p:nvSpPr>
        <p:spPr>
          <a:xfrm>
            <a:off x="6096000" y="0"/>
            <a:ext cx="6099048" cy="3657600"/>
          </a:xfrm>
          <a:prstGeom prst="rect">
            <a:avLst/>
          </a:prstGeom>
        </p:spPr>
        <p:txBody>
          <a:bodyPr/>
          <a:lstStyle/>
          <a:p>
            <a:r>
              <a:rPr lang="en-US"/>
              <a:t>Click icon to add picture</a:t>
            </a:r>
          </a:p>
        </p:txBody>
      </p:sp>
      <p:sp>
        <p:nvSpPr>
          <p:cNvPr id="13" name="TextBox 12">
            <a:extLst>
              <a:ext uri="{FF2B5EF4-FFF2-40B4-BE49-F238E27FC236}">
                <a16:creationId xmlns:a16="http://schemas.microsoft.com/office/drawing/2014/main" id="{95B1168C-27E6-70A9-36C3-AE546E841C2A}"/>
              </a:ext>
            </a:extLst>
          </p:cNvPr>
          <p:cNvSpPr txBox="1"/>
          <p:nvPr userDrawn="1"/>
        </p:nvSpPr>
        <p:spPr>
          <a:xfrm>
            <a:off x="9539519"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rgbClr val="010000"/>
                </a:solidFill>
              </a:rPr>
              <a:t>EPAM Proprietary &amp; Confidential.</a:t>
            </a:r>
          </a:p>
        </p:txBody>
      </p:sp>
      <p:sp>
        <p:nvSpPr>
          <p:cNvPr id="14" name="Text Placeholder 3">
            <a:extLst>
              <a:ext uri="{FF2B5EF4-FFF2-40B4-BE49-F238E27FC236}">
                <a16:creationId xmlns:a16="http://schemas.microsoft.com/office/drawing/2014/main" id="{9D8F7163-12E6-F27D-EEBA-98BF26708D37}"/>
              </a:ext>
            </a:extLst>
          </p:cNvPr>
          <p:cNvSpPr txBox="1">
            <a:spLocks/>
          </p:cNvSpPr>
          <p:nvPr userDrawn="1"/>
        </p:nvSpPr>
        <p:spPr>
          <a:xfrm>
            <a:off x="11315641"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rgbClr val="010000"/>
                </a:solidFill>
              </a:rPr>
              <a:pPr lvl="0"/>
              <a:t>‹#›</a:t>
            </a:fld>
            <a:endParaRPr lang="en-US" sz="1000">
              <a:solidFill>
                <a:srgbClr val="010000"/>
              </a:solidFill>
            </a:endParaRPr>
          </a:p>
        </p:txBody>
      </p:sp>
      <p:pic>
        <p:nvPicPr>
          <p:cNvPr id="15" name="Picture 14">
            <a:extLst>
              <a:ext uri="{FF2B5EF4-FFF2-40B4-BE49-F238E27FC236}">
                <a16:creationId xmlns:a16="http://schemas.microsoft.com/office/drawing/2014/main" id="{01A8FDC3-1268-C24A-5234-3DDF83EB1B29}"/>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Tree>
    <p:extLst>
      <p:ext uri="{BB962C8B-B14F-4D97-AF65-F5344CB8AC3E}">
        <p14:creationId xmlns:p14="http://schemas.microsoft.com/office/powerpoint/2010/main" val="1833764661"/>
      </p:ext>
    </p:extLst>
  </p:cSld>
  <p:clrMapOvr>
    <a:masterClrMapping/>
  </p:clrMapOvr>
</p:sldLayout>
</file>

<file path=ppt/slideLayouts/slideLayout113.xml><?xml version="1.0" encoding="utf-8"?>
<p:sldLayout xmlns:a="http://schemas.openxmlformats.org/drawingml/2006/main" xmlns:r="http://schemas.openxmlformats.org/officeDocument/2006/relationships" xmlns:p="http://schemas.openxmlformats.org/presentationml/2006/main" showMasterSp="0" preserve="1" userDrawn="1">
  <p:cSld name="Our_People_2_People_White">
    <p:bg>
      <p:bgPr>
        <a:solidFill>
          <a:schemeClr val="bg1"/>
        </a:solidFill>
        <a:effectLst/>
      </p:bgPr>
    </p:bg>
    <p:spTree>
      <p:nvGrpSpPr>
        <p:cNvPr id="1" name=""/>
        <p:cNvGrpSpPr/>
        <p:nvPr/>
      </p:nvGrpSpPr>
      <p:grpSpPr>
        <a:xfrm>
          <a:off x="0" y="0"/>
          <a:ext cx="0" cy="0"/>
          <a:chOff x="0" y="0"/>
          <a:chExt cx="0" cy="0"/>
        </a:xfrm>
      </p:grpSpPr>
      <p:sp>
        <p:nvSpPr>
          <p:cNvPr id="8" name="Text Placeholder 4">
            <a:extLst>
              <a:ext uri="{FF2B5EF4-FFF2-40B4-BE49-F238E27FC236}">
                <a16:creationId xmlns:a16="http://schemas.microsoft.com/office/drawing/2014/main" id="{10CE64FB-25EE-A414-B066-FC99784E85DB}"/>
              </a:ext>
            </a:extLst>
          </p:cNvPr>
          <p:cNvSpPr>
            <a:spLocks noGrp="1"/>
          </p:cNvSpPr>
          <p:nvPr>
            <p:ph type="body" sz="quarter" idx="16" hasCustomPrompt="1"/>
          </p:nvPr>
        </p:nvSpPr>
        <p:spPr>
          <a:xfrm>
            <a:off x="639074" y="4890116"/>
            <a:ext cx="4648200" cy="1265667"/>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a:t>
            </a:r>
          </a:p>
        </p:txBody>
      </p:sp>
      <p:sp>
        <p:nvSpPr>
          <p:cNvPr id="2" name="Picture Placeholder 11">
            <a:extLst>
              <a:ext uri="{FF2B5EF4-FFF2-40B4-BE49-F238E27FC236}">
                <a16:creationId xmlns:a16="http://schemas.microsoft.com/office/drawing/2014/main" id="{D059CF42-DE64-D215-F33D-AEF5AC07DB76}"/>
              </a:ext>
            </a:extLst>
          </p:cNvPr>
          <p:cNvSpPr>
            <a:spLocks noGrp="1"/>
          </p:cNvSpPr>
          <p:nvPr>
            <p:ph type="pic" sz="quarter" idx="28"/>
          </p:nvPr>
        </p:nvSpPr>
        <p:spPr>
          <a:xfrm>
            <a:off x="0" y="0"/>
            <a:ext cx="6099048" cy="3657600"/>
          </a:xfrm>
          <a:prstGeom prst="rect">
            <a:avLst/>
          </a:prstGeom>
        </p:spPr>
        <p:txBody>
          <a:bodyPr/>
          <a:lstStyle/>
          <a:p>
            <a:r>
              <a:rPr lang="en-US"/>
              <a:t>Click icon to add picture</a:t>
            </a:r>
          </a:p>
        </p:txBody>
      </p:sp>
      <p:sp>
        <p:nvSpPr>
          <p:cNvPr id="6" name="Text Placeholder 4">
            <a:extLst>
              <a:ext uri="{FF2B5EF4-FFF2-40B4-BE49-F238E27FC236}">
                <a16:creationId xmlns:a16="http://schemas.microsoft.com/office/drawing/2014/main" id="{BA836C28-DF9E-9EF6-F137-8474B6C0845A}"/>
              </a:ext>
            </a:extLst>
          </p:cNvPr>
          <p:cNvSpPr>
            <a:spLocks noGrp="1"/>
          </p:cNvSpPr>
          <p:nvPr>
            <p:ph type="body" sz="quarter" idx="30" hasCustomPrompt="1"/>
          </p:nvPr>
        </p:nvSpPr>
        <p:spPr>
          <a:xfrm>
            <a:off x="6743700" y="4890116"/>
            <a:ext cx="4648200" cy="1265667"/>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a:t>
            </a:r>
          </a:p>
        </p:txBody>
      </p:sp>
      <p:sp>
        <p:nvSpPr>
          <p:cNvPr id="11" name="Picture Placeholder 11">
            <a:extLst>
              <a:ext uri="{FF2B5EF4-FFF2-40B4-BE49-F238E27FC236}">
                <a16:creationId xmlns:a16="http://schemas.microsoft.com/office/drawing/2014/main" id="{8A42E0B9-1EB1-1EAF-142C-C1A8686CF7F0}"/>
              </a:ext>
            </a:extLst>
          </p:cNvPr>
          <p:cNvSpPr>
            <a:spLocks noGrp="1"/>
          </p:cNvSpPr>
          <p:nvPr>
            <p:ph type="pic" sz="quarter" idx="32"/>
          </p:nvPr>
        </p:nvSpPr>
        <p:spPr>
          <a:xfrm>
            <a:off x="6096000" y="0"/>
            <a:ext cx="6099048" cy="3657600"/>
          </a:xfrm>
          <a:prstGeom prst="rect">
            <a:avLst/>
          </a:prstGeom>
        </p:spPr>
        <p:txBody>
          <a:bodyPr/>
          <a:lstStyle/>
          <a:p>
            <a:r>
              <a:rPr lang="en-US"/>
              <a:t>Click icon to add picture</a:t>
            </a:r>
          </a:p>
        </p:txBody>
      </p:sp>
      <p:sp>
        <p:nvSpPr>
          <p:cNvPr id="3" name="Text Placeholder 4">
            <a:extLst>
              <a:ext uri="{FF2B5EF4-FFF2-40B4-BE49-F238E27FC236}">
                <a16:creationId xmlns:a16="http://schemas.microsoft.com/office/drawing/2014/main" id="{65AE9A1E-2209-0966-CD00-6DBDADBB1957}"/>
              </a:ext>
            </a:extLst>
          </p:cNvPr>
          <p:cNvSpPr>
            <a:spLocks noGrp="1"/>
          </p:cNvSpPr>
          <p:nvPr>
            <p:ph type="body" sz="quarter" idx="25" hasCustomPrompt="1"/>
          </p:nvPr>
        </p:nvSpPr>
        <p:spPr>
          <a:xfrm>
            <a:off x="639074" y="3869172"/>
            <a:ext cx="3467100" cy="564322"/>
          </a:xfrm>
          <a:prstGeom prst="rect">
            <a:avLst/>
          </a:prstGeom>
        </p:spPr>
        <p:txBody>
          <a:bodyPr wrap="square">
            <a:spAutoFit/>
          </a:bodyPr>
          <a:lstStyle>
            <a:lvl1pPr>
              <a:lnSpc>
                <a:spcPts val="4600"/>
              </a:lnSpc>
              <a:spcBef>
                <a:spcPts val="0"/>
              </a:spcBef>
              <a:defRPr sz="3600" b="0" i="0" spc="0">
                <a:gradFill>
                  <a:gsLst>
                    <a:gs pos="0">
                      <a:srgbClr val="0078C2"/>
                    </a:gs>
                    <a:gs pos="58000">
                      <a:srgbClr val="0047FF"/>
                    </a:gs>
                    <a:gs pos="91000">
                      <a:srgbClr val="8453D2"/>
                    </a:gs>
                  </a:gsLst>
                  <a:lin ang="0" scaled="0"/>
                </a:gra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2" name="Text Placeholder 4">
            <a:extLst>
              <a:ext uri="{FF2B5EF4-FFF2-40B4-BE49-F238E27FC236}">
                <a16:creationId xmlns:a16="http://schemas.microsoft.com/office/drawing/2014/main" id="{970C6AC1-AA2F-89B9-2D44-315F60323832}"/>
              </a:ext>
            </a:extLst>
          </p:cNvPr>
          <p:cNvSpPr>
            <a:spLocks noGrp="1"/>
          </p:cNvSpPr>
          <p:nvPr>
            <p:ph type="body" sz="quarter" idx="26" hasCustomPrompt="1"/>
          </p:nvPr>
        </p:nvSpPr>
        <p:spPr>
          <a:xfrm>
            <a:off x="639074" y="4521015"/>
            <a:ext cx="46482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13" name="Text Placeholder 4">
            <a:extLst>
              <a:ext uri="{FF2B5EF4-FFF2-40B4-BE49-F238E27FC236}">
                <a16:creationId xmlns:a16="http://schemas.microsoft.com/office/drawing/2014/main" id="{129FB170-8BDC-CF05-AC75-D03AEB22285B}"/>
              </a:ext>
            </a:extLst>
          </p:cNvPr>
          <p:cNvSpPr>
            <a:spLocks noGrp="1"/>
          </p:cNvSpPr>
          <p:nvPr>
            <p:ph type="body" sz="quarter" idx="29" hasCustomPrompt="1"/>
          </p:nvPr>
        </p:nvSpPr>
        <p:spPr>
          <a:xfrm>
            <a:off x="6743700" y="3869172"/>
            <a:ext cx="3467100" cy="564322"/>
          </a:xfrm>
          <a:prstGeom prst="rect">
            <a:avLst/>
          </a:prstGeom>
        </p:spPr>
        <p:txBody>
          <a:bodyPr wrap="square">
            <a:spAutoFit/>
          </a:bodyPr>
          <a:lstStyle>
            <a:lvl1pPr>
              <a:lnSpc>
                <a:spcPts val="4600"/>
              </a:lnSpc>
              <a:spcBef>
                <a:spcPts val="0"/>
              </a:spcBef>
              <a:defRPr sz="3600" b="0" i="0" spc="0">
                <a:gradFill>
                  <a:gsLst>
                    <a:gs pos="0">
                      <a:srgbClr val="0078C2"/>
                    </a:gs>
                    <a:gs pos="58000">
                      <a:srgbClr val="0047FF"/>
                    </a:gs>
                    <a:gs pos="91000">
                      <a:srgbClr val="8453D2"/>
                    </a:gs>
                  </a:gsLst>
                  <a:lin ang="0" scaled="0"/>
                </a:gra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4" name="Text Placeholder 4">
            <a:extLst>
              <a:ext uri="{FF2B5EF4-FFF2-40B4-BE49-F238E27FC236}">
                <a16:creationId xmlns:a16="http://schemas.microsoft.com/office/drawing/2014/main" id="{BA3F46C9-B563-1ABE-3DDB-DDB91319FFB6}"/>
              </a:ext>
            </a:extLst>
          </p:cNvPr>
          <p:cNvSpPr>
            <a:spLocks noGrp="1"/>
          </p:cNvSpPr>
          <p:nvPr>
            <p:ph type="body" sz="quarter" idx="31" hasCustomPrompt="1"/>
          </p:nvPr>
        </p:nvSpPr>
        <p:spPr>
          <a:xfrm>
            <a:off x="6743700" y="4521015"/>
            <a:ext cx="46482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9" name="TextBox 8">
            <a:extLst>
              <a:ext uri="{FF2B5EF4-FFF2-40B4-BE49-F238E27FC236}">
                <a16:creationId xmlns:a16="http://schemas.microsoft.com/office/drawing/2014/main" id="{A03E0F55-2297-4649-F757-CAFDD1ABDBB0}"/>
              </a:ext>
            </a:extLst>
          </p:cNvPr>
          <p:cNvSpPr txBox="1"/>
          <p:nvPr userDrawn="1"/>
        </p:nvSpPr>
        <p:spPr>
          <a:xfrm>
            <a:off x="9539519"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rgbClr val="010000"/>
                </a:solidFill>
              </a:rPr>
              <a:t>EPAM Proprietary &amp; Confidential.</a:t>
            </a:r>
          </a:p>
        </p:txBody>
      </p:sp>
      <p:sp>
        <p:nvSpPr>
          <p:cNvPr id="10" name="Text Placeholder 3">
            <a:extLst>
              <a:ext uri="{FF2B5EF4-FFF2-40B4-BE49-F238E27FC236}">
                <a16:creationId xmlns:a16="http://schemas.microsoft.com/office/drawing/2014/main" id="{E5D602B7-0154-AEB7-239F-256AAF330C1E}"/>
              </a:ext>
            </a:extLst>
          </p:cNvPr>
          <p:cNvSpPr txBox="1">
            <a:spLocks/>
          </p:cNvSpPr>
          <p:nvPr userDrawn="1"/>
        </p:nvSpPr>
        <p:spPr>
          <a:xfrm>
            <a:off x="11315641"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rgbClr val="010000"/>
                </a:solidFill>
              </a:rPr>
              <a:pPr lvl="0"/>
              <a:t>‹#›</a:t>
            </a:fld>
            <a:endParaRPr lang="en-US" sz="1000">
              <a:solidFill>
                <a:srgbClr val="010000"/>
              </a:solidFill>
            </a:endParaRPr>
          </a:p>
        </p:txBody>
      </p:sp>
      <p:pic>
        <p:nvPicPr>
          <p:cNvPr id="15" name="Picture 14">
            <a:extLst>
              <a:ext uri="{FF2B5EF4-FFF2-40B4-BE49-F238E27FC236}">
                <a16:creationId xmlns:a16="http://schemas.microsoft.com/office/drawing/2014/main" id="{B020D3FD-5BB0-B0D6-A198-2CC86E6DA983}"/>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Tree>
    <p:extLst>
      <p:ext uri="{BB962C8B-B14F-4D97-AF65-F5344CB8AC3E}">
        <p14:creationId xmlns:p14="http://schemas.microsoft.com/office/powerpoint/2010/main" val="1250829530"/>
      </p:ext>
    </p:extLst>
  </p:cSld>
  <p:clrMapOvr>
    <a:masterClrMapping/>
  </p:clrMapOvr>
</p:sldLayout>
</file>

<file path=ppt/slideLayouts/slideLayout114.xml><?xml version="1.0" encoding="utf-8"?>
<p:sldLayout xmlns:a="http://schemas.openxmlformats.org/drawingml/2006/main" xmlns:r="http://schemas.openxmlformats.org/officeDocument/2006/relationships" xmlns:p="http://schemas.openxmlformats.org/presentationml/2006/main" showMasterSp="0" preserve="1" userDrawn="1">
  <p:cSld name="Our_People_3_People">
    <p:bg>
      <p:bgPr>
        <a:blipFill dpi="0" rotWithShape="1">
          <a:blip r:embed="rId2"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97881F8F-A8EB-2813-47A6-219B2122F63E}"/>
              </a:ext>
            </a:extLst>
          </p:cNvPr>
          <p:cNvSpPr>
            <a:spLocks noGrp="1"/>
          </p:cNvSpPr>
          <p:nvPr>
            <p:ph type="body" sz="quarter" idx="25" hasCustomPrompt="1"/>
          </p:nvPr>
        </p:nvSpPr>
        <p:spPr>
          <a:xfrm>
            <a:off x="627063" y="2916672"/>
            <a:ext cx="3467100" cy="537198"/>
          </a:xfrm>
          <a:prstGeom prst="rect">
            <a:avLst/>
          </a:prstGeom>
        </p:spPr>
        <p:txBody>
          <a:bodyPr wrap="square">
            <a:spAutoFit/>
          </a:bodyPr>
          <a:lstStyle>
            <a:lvl1pPr>
              <a:lnSpc>
                <a:spcPts val="4600"/>
              </a:lnSpc>
              <a:spcBef>
                <a:spcPts val="0"/>
              </a:spcBef>
              <a:defRPr sz="2800" b="0" i="0" spc="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0" name="Text Placeholder 4">
            <a:extLst>
              <a:ext uri="{FF2B5EF4-FFF2-40B4-BE49-F238E27FC236}">
                <a16:creationId xmlns:a16="http://schemas.microsoft.com/office/drawing/2014/main" id="{52343B4A-3451-DAED-5CA3-845DCEF785DA}"/>
              </a:ext>
            </a:extLst>
          </p:cNvPr>
          <p:cNvSpPr>
            <a:spLocks noGrp="1"/>
          </p:cNvSpPr>
          <p:nvPr>
            <p:ph type="body" sz="quarter" idx="26" hasCustomPrompt="1"/>
          </p:nvPr>
        </p:nvSpPr>
        <p:spPr>
          <a:xfrm>
            <a:off x="627063" y="3568514"/>
            <a:ext cx="34671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2" name="Picture Placeholder 11">
            <a:extLst>
              <a:ext uri="{FF2B5EF4-FFF2-40B4-BE49-F238E27FC236}">
                <a16:creationId xmlns:a16="http://schemas.microsoft.com/office/drawing/2014/main" id="{D059CF42-DE64-D215-F33D-AEF5AC07DB76}"/>
              </a:ext>
            </a:extLst>
          </p:cNvPr>
          <p:cNvSpPr>
            <a:spLocks noGrp="1"/>
          </p:cNvSpPr>
          <p:nvPr>
            <p:ph type="pic" sz="quarter" idx="28"/>
          </p:nvPr>
        </p:nvSpPr>
        <p:spPr>
          <a:xfrm>
            <a:off x="627063" y="795020"/>
            <a:ext cx="1866900" cy="1981200"/>
          </a:xfrm>
          <a:prstGeom prst="rect">
            <a:avLst/>
          </a:prstGeom>
        </p:spPr>
        <p:txBody>
          <a:bodyPr/>
          <a:lstStyle/>
          <a:p>
            <a:r>
              <a:rPr lang="en-US"/>
              <a:t>Click icon to add picture</a:t>
            </a:r>
          </a:p>
        </p:txBody>
      </p:sp>
      <p:sp>
        <p:nvSpPr>
          <p:cNvPr id="3" name="Text Placeholder 4">
            <a:extLst>
              <a:ext uri="{FF2B5EF4-FFF2-40B4-BE49-F238E27FC236}">
                <a16:creationId xmlns:a16="http://schemas.microsoft.com/office/drawing/2014/main" id="{FC1C1359-8F08-C0F3-2D34-47EA322BD228}"/>
              </a:ext>
            </a:extLst>
          </p:cNvPr>
          <p:cNvSpPr>
            <a:spLocks noGrp="1"/>
          </p:cNvSpPr>
          <p:nvPr>
            <p:ph type="body" sz="quarter" idx="16" hasCustomPrompt="1"/>
          </p:nvPr>
        </p:nvSpPr>
        <p:spPr>
          <a:xfrm>
            <a:off x="627063" y="3972655"/>
            <a:ext cx="2781300"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14" name="Text Placeholder 4">
            <a:extLst>
              <a:ext uri="{FF2B5EF4-FFF2-40B4-BE49-F238E27FC236}">
                <a16:creationId xmlns:a16="http://schemas.microsoft.com/office/drawing/2014/main" id="{0CF16E01-7092-EE1E-8080-DCF72DAA2405}"/>
              </a:ext>
            </a:extLst>
          </p:cNvPr>
          <p:cNvSpPr>
            <a:spLocks noGrp="1"/>
          </p:cNvSpPr>
          <p:nvPr>
            <p:ph type="body" sz="quarter" idx="29" hasCustomPrompt="1"/>
          </p:nvPr>
        </p:nvSpPr>
        <p:spPr>
          <a:xfrm>
            <a:off x="4394200" y="2916672"/>
            <a:ext cx="3467100" cy="537198"/>
          </a:xfrm>
          <a:prstGeom prst="rect">
            <a:avLst/>
          </a:prstGeom>
        </p:spPr>
        <p:txBody>
          <a:bodyPr wrap="square">
            <a:spAutoFit/>
          </a:bodyPr>
          <a:lstStyle>
            <a:lvl1pPr>
              <a:lnSpc>
                <a:spcPts val="4600"/>
              </a:lnSpc>
              <a:spcBef>
                <a:spcPts val="0"/>
              </a:spcBef>
              <a:defRPr sz="2800" b="0" i="0" spc="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5" name="Text Placeholder 4">
            <a:extLst>
              <a:ext uri="{FF2B5EF4-FFF2-40B4-BE49-F238E27FC236}">
                <a16:creationId xmlns:a16="http://schemas.microsoft.com/office/drawing/2014/main" id="{3CA67D79-120D-160C-DD3C-77D27D493F36}"/>
              </a:ext>
            </a:extLst>
          </p:cNvPr>
          <p:cNvSpPr>
            <a:spLocks noGrp="1"/>
          </p:cNvSpPr>
          <p:nvPr>
            <p:ph type="body" sz="quarter" idx="30" hasCustomPrompt="1"/>
          </p:nvPr>
        </p:nvSpPr>
        <p:spPr>
          <a:xfrm>
            <a:off x="4394200" y="3568514"/>
            <a:ext cx="34671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16" name="Picture Placeholder 11">
            <a:extLst>
              <a:ext uri="{FF2B5EF4-FFF2-40B4-BE49-F238E27FC236}">
                <a16:creationId xmlns:a16="http://schemas.microsoft.com/office/drawing/2014/main" id="{8BF8ECD0-B431-B638-27D5-32D70A5C2A1C}"/>
              </a:ext>
            </a:extLst>
          </p:cNvPr>
          <p:cNvSpPr>
            <a:spLocks noGrp="1"/>
          </p:cNvSpPr>
          <p:nvPr>
            <p:ph type="pic" sz="quarter" idx="31"/>
          </p:nvPr>
        </p:nvSpPr>
        <p:spPr>
          <a:xfrm>
            <a:off x="4394200" y="795020"/>
            <a:ext cx="1866900" cy="1981200"/>
          </a:xfrm>
          <a:prstGeom prst="rect">
            <a:avLst/>
          </a:prstGeom>
        </p:spPr>
        <p:txBody>
          <a:bodyPr/>
          <a:lstStyle/>
          <a:p>
            <a:r>
              <a:rPr lang="en-US"/>
              <a:t>Click icon to add picture</a:t>
            </a:r>
          </a:p>
        </p:txBody>
      </p:sp>
      <p:sp>
        <p:nvSpPr>
          <p:cNvPr id="17" name="Text Placeholder 4">
            <a:extLst>
              <a:ext uri="{FF2B5EF4-FFF2-40B4-BE49-F238E27FC236}">
                <a16:creationId xmlns:a16="http://schemas.microsoft.com/office/drawing/2014/main" id="{66E89CDA-AA89-1D71-39FA-7994E05AE92F}"/>
              </a:ext>
            </a:extLst>
          </p:cNvPr>
          <p:cNvSpPr>
            <a:spLocks noGrp="1"/>
          </p:cNvSpPr>
          <p:nvPr>
            <p:ph type="body" sz="quarter" idx="32" hasCustomPrompt="1"/>
          </p:nvPr>
        </p:nvSpPr>
        <p:spPr>
          <a:xfrm>
            <a:off x="4394200" y="3972655"/>
            <a:ext cx="2781300"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18" name="Text Placeholder 4">
            <a:extLst>
              <a:ext uri="{FF2B5EF4-FFF2-40B4-BE49-F238E27FC236}">
                <a16:creationId xmlns:a16="http://schemas.microsoft.com/office/drawing/2014/main" id="{4B3BDFDF-6AC9-EF9C-D008-AB293FA5AAC3}"/>
              </a:ext>
            </a:extLst>
          </p:cNvPr>
          <p:cNvSpPr>
            <a:spLocks noGrp="1"/>
          </p:cNvSpPr>
          <p:nvPr>
            <p:ph type="body" sz="quarter" idx="33" hasCustomPrompt="1"/>
          </p:nvPr>
        </p:nvSpPr>
        <p:spPr>
          <a:xfrm>
            <a:off x="8128000" y="2916672"/>
            <a:ext cx="3467100" cy="537198"/>
          </a:xfrm>
          <a:prstGeom prst="rect">
            <a:avLst/>
          </a:prstGeom>
        </p:spPr>
        <p:txBody>
          <a:bodyPr wrap="square">
            <a:spAutoFit/>
          </a:bodyPr>
          <a:lstStyle>
            <a:lvl1pPr>
              <a:lnSpc>
                <a:spcPts val="4600"/>
              </a:lnSpc>
              <a:spcBef>
                <a:spcPts val="0"/>
              </a:spcBef>
              <a:defRPr sz="2800" b="0" i="0" spc="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9" name="Text Placeholder 4">
            <a:extLst>
              <a:ext uri="{FF2B5EF4-FFF2-40B4-BE49-F238E27FC236}">
                <a16:creationId xmlns:a16="http://schemas.microsoft.com/office/drawing/2014/main" id="{AF6F850E-875C-CE1C-C696-B9119881C140}"/>
              </a:ext>
            </a:extLst>
          </p:cNvPr>
          <p:cNvSpPr>
            <a:spLocks noGrp="1"/>
          </p:cNvSpPr>
          <p:nvPr>
            <p:ph type="body" sz="quarter" idx="34" hasCustomPrompt="1"/>
          </p:nvPr>
        </p:nvSpPr>
        <p:spPr>
          <a:xfrm>
            <a:off x="8128000" y="3568514"/>
            <a:ext cx="34671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20" name="Picture Placeholder 11">
            <a:extLst>
              <a:ext uri="{FF2B5EF4-FFF2-40B4-BE49-F238E27FC236}">
                <a16:creationId xmlns:a16="http://schemas.microsoft.com/office/drawing/2014/main" id="{EE0176D5-725E-3E5F-2AB8-0A9D56960DEE}"/>
              </a:ext>
            </a:extLst>
          </p:cNvPr>
          <p:cNvSpPr>
            <a:spLocks noGrp="1"/>
          </p:cNvSpPr>
          <p:nvPr>
            <p:ph type="pic" sz="quarter" idx="35"/>
          </p:nvPr>
        </p:nvSpPr>
        <p:spPr>
          <a:xfrm>
            <a:off x="8128000" y="795020"/>
            <a:ext cx="1866900" cy="1981200"/>
          </a:xfrm>
          <a:prstGeom prst="rect">
            <a:avLst/>
          </a:prstGeom>
        </p:spPr>
        <p:txBody>
          <a:bodyPr/>
          <a:lstStyle/>
          <a:p>
            <a:r>
              <a:rPr lang="en-US"/>
              <a:t>Click icon to add picture</a:t>
            </a:r>
          </a:p>
        </p:txBody>
      </p:sp>
      <p:sp>
        <p:nvSpPr>
          <p:cNvPr id="21" name="Text Placeholder 4">
            <a:extLst>
              <a:ext uri="{FF2B5EF4-FFF2-40B4-BE49-F238E27FC236}">
                <a16:creationId xmlns:a16="http://schemas.microsoft.com/office/drawing/2014/main" id="{6A11A961-3944-A416-6D0E-F19285260E57}"/>
              </a:ext>
            </a:extLst>
          </p:cNvPr>
          <p:cNvSpPr>
            <a:spLocks noGrp="1"/>
          </p:cNvSpPr>
          <p:nvPr>
            <p:ph type="body" sz="quarter" idx="36" hasCustomPrompt="1"/>
          </p:nvPr>
        </p:nvSpPr>
        <p:spPr>
          <a:xfrm>
            <a:off x="8128000" y="3972655"/>
            <a:ext cx="2781300"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8" name="TextBox 7">
            <a:extLst>
              <a:ext uri="{FF2B5EF4-FFF2-40B4-BE49-F238E27FC236}">
                <a16:creationId xmlns:a16="http://schemas.microsoft.com/office/drawing/2014/main" id="{B8D64F61-C0FA-0C91-5963-6E2A72BAE0EC}"/>
              </a:ext>
            </a:extLst>
          </p:cNvPr>
          <p:cNvSpPr txBox="1"/>
          <p:nvPr userDrawn="1"/>
        </p:nvSpPr>
        <p:spPr>
          <a:xfrm>
            <a:off x="9539519"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rgbClr val="010000"/>
                </a:solidFill>
              </a:rPr>
              <a:t>EPAM Proprietary &amp; Confidential.</a:t>
            </a:r>
          </a:p>
        </p:txBody>
      </p:sp>
      <p:sp>
        <p:nvSpPr>
          <p:cNvPr id="9" name="Text Placeholder 3">
            <a:extLst>
              <a:ext uri="{FF2B5EF4-FFF2-40B4-BE49-F238E27FC236}">
                <a16:creationId xmlns:a16="http://schemas.microsoft.com/office/drawing/2014/main" id="{563B925E-92C3-987F-0FC0-AE8EC43ABC33}"/>
              </a:ext>
            </a:extLst>
          </p:cNvPr>
          <p:cNvSpPr txBox="1">
            <a:spLocks/>
          </p:cNvSpPr>
          <p:nvPr userDrawn="1"/>
        </p:nvSpPr>
        <p:spPr>
          <a:xfrm>
            <a:off x="11315641"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rgbClr val="010000"/>
                </a:solidFill>
              </a:rPr>
              <a:pPr lvl="0"/>
              <a:t>‹#›</a:t>
            </a:fld>
            <a:endParaRPr lang="en-US" sz="1000">
              <a:solidFill>
                <a:srgbClr val="010000"/>
              </a:solidFill>
            </a:endParaRPr>
          </a:p>
        </p:txBody>
      </p:sp>
      <p:pic>
        <p:nvPicPr>
          <p:cNvPr id="11" name="Picture 10">
            <a:extLst>
              <a:ext uri="{FF2B5EF4-FFF2-40B4-BE49-F238E27FC236}">
                <a16:creationId xmlns:a16="http://schemas.microsoft.com/office/drawing/2014/main" id="{2E539AA1-06E4-9967-8A01-AA1CC6BF554C}"/>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
        <p:nvSpPr>
          <p:cNvPr id="13" name="Text Placeholder 10">
            <a:extLst>
              <a:ext uri="{FF2B5EF4-FFF2-40B4-BE49-F238E27FC236}">
                <a16:creationId xmlns:a16="http://schemas.microsoft.com/office/drawing/2014/main" id="{7E413724-DF6D-A95C-8C60-B1166F8320FC}"/>
              </a:ext>
            </a:extLst>
          </p:cNvPr>
          <p:cNvSpPr>
            <a:spLocks noGrp="1"/>
          </p:cNvSpPr>
          <p:nvPr>
            <p:ph type="body" sz="quarter" idx="37" hasCustomPrompt="1"/>
          </p:nvPr>
        </p:nvSpPr>
        <p:spPr>
          <a:xfrm>
            <a:off x="627063" y="419100"/>
            <a:ext cx="3725862"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2694200550"/>
      </p:ext>
    </p:extLst>
  </p:cSld>
  <p:clrMapOvr>
    <a:masterClrMapping/>
  </p:clrMapOvr>
</p:sldLayout>
</file>

<file path=ppt/slideLayouts/slideLayout115.xml><?xml version="1.0" encoding="utf-8"?>
<p:sldLayout xmlns:a="http://schemas.openxmlformats.org/drawingml/2006/main" xmlns:r="http://schemas.openxmlformats.org/officeDocument/2006/relationships" xmlns:p="http://schemas.openxmlformats.org/presentationml/2006/main" preserve="1" userDrawn="1">
  <p:cSld name="Our_People_3_People_White">
    <p:bg>
      <p:bgPr>
        <a:solidFill>
          <a:schemeClr val="bg1"/>
        </a:solidFill>
        <a:effectLst/>
      </p:bgPr>
    </p:bg>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97881F8F-A8EB-2813-47A6-219B2122F63E}"/>
              </a:ext>
            </a:extLst>
          </p:cNvPr>
          <p:cNvSpPr>
            <a:spLocks noGrp="1"/>
          </p:cNvSpPr>
          <p:nvPr>
            <p:ph type="body" sz="quarter" idx="25" hasCustomPrompt="1"/>
          </p:nvPr>
        </p:nvSpPr>
        <p:spPr>
          <a:xfrm>
            <a:off x="627063" y="2916672"/>
            <a:ext cx="3467100" cy="537198"/>
          </a:xfrm>
          <a:prstGeom prst="rect">
            <a:avLst/>
          </a:prstGeom>
        </p:spPr>
        <p:txBody>
          <a:bodyPr wrap="square">
            <a:spAutoFit/>
          </a:bodyPr>
          <a:lstStyle>
            <a:lvl1pPr>
              <a:lnSpc>
                <a:spcPts val="4600"/>
              </a:lnSpc>
              <a:spcBef>
                <a:spcPts val="0"/>
              </a:spcBef>
              <a:defRPr sz="2800" b="0" i="0" spc="0">
                <a:gradFill flip="none" rotWithShape="1">
                  <a:gsLst>
                    <a:gs pos="0">
                      <a:srgbClr val="0078C2"/>
                    </a:gs>
                    <a:gs pos="58000">
                      <a:srgbClr val="0047FF"/>
                    </a:gs>
                    <a:gs pos="91000">
                      <a:srgbClr val="8453D2"/>
                    </a:gs>
                  </a:gsLst>
                  <a:lin ang="0" scaled="1"/>
                  <a:tileRect/>
                </a:gra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0" name="Text Placeholder 4">
            <a:extLst>
              <a:ext uri="{FF2B5EF4-FFF2-40B4-BE49-F238E27FC236}">
                <a16:creationId xmlns:a16="http://schemas.microsoft.com/office/drawing/2014/main" id="{52343B4A-3451-DAED-5CA3-845DCEF785DA}"/>
              </a:ext>
            </a:extLst>
          </p:cNvPr>
          <p:cNvSpPr>
            <a:spLocks noGrp="1"/>
          </p:cNvSpPr>
          <p:nvPr>
            <p:ph type="body" sz="quarter" idx="26" hasCustomPrompt="1"/>
          </p:nvPr>
        </p:nvSpPr>
        <p:spPr>
          <a:xfrm>
            <a:off x="627063" y="3568514"/>
            <a:ext cx="34671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2" name="Picture Placeholder 11">
            <a:extLst>
              <a:ext uri="{FF2B5EF4-FFF2-40B4-BE49-F238E27FC236}">
                <a16:creationId xmlns:a16="http://schemas.microsoft.com/office/drawing/2014/main" id="{D059CF42-DE64-D215-F33D-AEF5AC07DB76}"/>
              </a:ext>
            </a:extLst>
          </p:cNvPr>
          <p:cNvSpPr>
            <a:spLocks noGrp="1"/>
          </p:cNvSpPr>
          <p:nvPr>
            <p:ph type="pic" sz="quarter" idx="28"/>
          </p:nvPr>
        </p:nvSpPr>
        <p:spPr>
          <a:xfrm>
            <a:off x="627063" y="795020"/>
            <a:ext cx="1866900" cy="1981200"/>
          </a:xfrm>
          <a:prstGeom prst="rect">
            <a:avLst/>
          </a:prstGeom>
        </p:spPr>
        <p:txBody>
          <a:bodyPr/>
          <a:lstStyle/>
          <a:p>
            <a:r>
              <a:rPr lang="en-US"/>
              <a:t>Click icon to add picture</a:t>
            </a:r>
          </a:p>
        </p:txBody>
      </p:sp>
      <p:sp>
        <p:nvSpPr>
          <p:cNvPr id="3" name="Text Placeholder 4">
            <a:extLst>
              <a:ext uri="{FF2B5EF4-FFF2-40B4-BE49-F238E27FC236}">
                <a16:creationId xmlns:a16="http://schemas.microsoft.com/office/drawing/2014/main" id="{FC1C1359-8F08-C0F3-2D34-47EA322BD228}"/>
              </a:ext>
            </a:extLst>
          </p:cNvPr>
          <p:cNvSpPr>
            <a:spLocks noGrp="1"/>
          </p:cNvSpPr>
          <p:nvPr>
            <p:ph type="body" sz="quarter" idx="16" hasCustomPrompt="1"/>
          </p:nvPr>
        </p:nvSpPr>
        <p:spPr>
          <a:xfrm>
            <a:off x="627063" y="3972655"/>
            <a:ext cx="2781300"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14" name="Text Placeholder 4">
            <a:extLst>
              <a:ext uri="{FF2B5EF4-FFF2-40B4-BE49-F238E27FC236}">
                <a16:creationId xmlns:a16="http://schemas.microsoft.com/office/drawing/2014/main" id="{0CF16E01-7092-EE1E-8080-DCF72DAA2405}"/>
              </a:ext>
            </a:extLst>
          </p:cNvPr>
          <p:cNvSpPr>
            <a:spLocks noGrp="1"/>
          </p:cNvSpPr>
          <p:nvPr>
            <p:ph type="body" sz="quarter" idx="29" hasCustomPrompt="1"/>
          </p:nvPr>
        </p:nvSpPr>
        <p:spPr>
          <a:xfrm>
            <a:off x="4394200" y="2916672"/>
            <a:ext cx="3467100" cy="537198"/>
          </a:xfrm>
          <a:prstGeom prst="rect">
            <a:avLst/>
          </a:prstGeom>
        </p:spPr>
        <p:txBody>
          <a:bodyPr wrap="square">
            <a:spAutoFit/>
          </a:bodyPr>
          <a:lstStyle>
            <a:lvl1pPr>
              <a:lnSpc>
                <a:spcPts val="4600"/>
              </a:lnSpc>
              <a:spcBef>
                <a:spcPts val="0"/>
              </a:spcBef>
              <a:defRPr sz="2800" b="0" i="0" spc="0">
                <a:gradFill>
                  <a:gsLst>
                    <a:gs pos="0">
                      <a:srgbClr val="0078C2"/>
                    </a:gs>
                    <a:gs pos="58000">
                      <a:srgbClr val="0047FF"/>
                    </a:gs>
                    <a:gs pos="91000">
                      <a:srgbClr val="8453D2"/>
                    </a:gs>
                  </a:gsLst>
                  <a:lin ang="0" scaled="0"/>
                </a:gra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5" name="Text Placeholder 4">
            <a:extLst>
              <a:ext uri="{FF2B5EF4-FFF2-40B4-BE49-F238E27FC236}">
                <a16:creationId xmlns:a16="http://schemas.microsoft.com/office/drawing/2014/main" id="{3CA67D79-120D-160C-DD3C-77D27D493F36}"/>
              </a:ext>
            </a:extLst>
          </p:cNvPr>
          <p:cNvSpPr>
            <a:spLocks noGrp="1"/>
          </p:cNvSpPr>
          <p:nvPr>
            <p:ph type="body" sz="quarter" idx="30" hasCustomPrompt="1"/>
          </p:nvPr>
        </p:nvSpPr>
        <p:spPr>
          <a:xfrm>
            <a:off x="4394200" y="3568514"/>
            <a:ext cx="34671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16" name="Picture Placeholder 11">
            <a:extLst>
              <a:ext uri="{FF2B5EF4-FFF2-40B4-BE49-F238E27FC236}">
                <a16:creationId xmlns:a16="http://schemas.microsoft.com/office/drawing/2014/main" id="{8BF8ECD0-B431-B638-27D5-32D70A5C2A1C}"/>
              </a:ext>
            </a:extLst>
          </p:cNvPr>
          <p:cNvSpPr>
            <a:spLocks noGrp="1"/>
          </p:cNvSpPr>
          <p:nvPr>
            <p:ph type="pic" sz="quarter" idx="31"/>
          </p:nvPr>
        </p:nvSpPr>
        <p:spPr>
          <a:xfrm>
            <a:off x="4394200" y="795020"/>
            <a:ext cx="1866900" cy="1981200"/>
          </a:xfrm>
          <a:prstGeom prst="rect">
            <a:avLst/>
          </a:prstGeom>
        </p:spPr>
        <p:txBody>
          <a:bodyPr/>
          <a:lstStyle/>
          <a:p>
            <a:r>
              <a:rPr lang="en-US"/>
              <a:t>Click icon to add picture</a:t>
            </a:r>
          </a:p>
        </p:txBody>
      </p:sp>
      <p:sp>
        <p:nvSpPr>
          <p:cNvPr id="17" name="Text Placeholder 4">
            <a:extLst>
              <a:ext uri="{FF2B5EF4-FFF2-40B4-BE49-F238E27FC236}">
                <a16:creationId xmlns:a16="http://schemas.microsoft.com/office/drawing/2014/main" id="{66E89CDA-AA89-1D71-39FA-7994E05AE92F}"/>
              </a:ext>
            </a:extLst>
          </p:cNvPr>
          <p:cNvSpPr>
            <a:spLocks noGrp="1"/>
          </p:cNvSpPr>
          <p:nvPr>
            <p:ph type="body" sz="quarter" idx="32" hasCustomPrompt="1"/>
          </p:nvPr>
        </p:nvSpPr>
        <p:spPr>
          <a:xfrm>
            <a:off x="4394200" y="3972655"/>
            <a:ext cx="2781300"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18" name="Text Placeholder 4">
            <a:extLst>
              <a:ext uri="{FF2B5EF4-FFF2-40B4-BE49-F238E27FC236}">
                <a16:creationId xmlns:a16="http://schemas.microsoft.com/office/drawing/2014/main" id="{4B3BDFDF-6AC9-EF9C-D008-AB293FA5AAC3}"/>
              </a:ext>
            </a:extLst>
          </p:cNvPr>
          <p:cNvSpPr>
            <a:spLocks noGrp="1"/>
          </p:cNvSpPr>
          <p:nvPr>
            <p:ph type="body" sz="quarter" idx="33" hasCustomPrompt="1"/>
          </p:nvPr>
        </p:nvSpPr>
        <p:spPr>
          <a:xfrm>
            <a:off x="8128000" y="2916672"/>
            <a:ext cx="3467100" cy="537198"/>
          </a:xfrm>
          <a:prstGeom prst="rect">
            <a:avLst/>
          </a:prstGeom>
        </p:spPr>
        <p:txBody>
          <a:bodyPr wrap="square">
            <a:spAutoFit/>
          </a:bodyPr>
          <a:lstStyle>
            <a:lvl1pPr>
              <a:lnSpc>
                <a:spcPts val="4600"/>
              </a:lnSpc>
              <a:spcBef>
                <a:spcPts val="0"/>
              </a:spcBef>
              <a:defRPr sz="2800" b="0" i="0" spc="0">
                <a:gradFill>
                  <a:gsLst>
                    <a:gs pos="0">
                      <a:srgbClr val="0078C2"/>
                    </a:gs>
                    <a:gs pos="58000">
                      <a:srgbClr val="0047FF"/>
                    </a:gs>
                    <a:gs pos="91000">
                      <a:srgbClr val="8453D2"/>
                    </a:gs>
                  </a:gsLst>
                  <a:lin ang="0" scaled="0"/>
                </a:gra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9" name="Text Placeholder 4">
            <a:extLst>
              <a:ext uri="{FF2B5EF4-FFF2-40B4-BE49-F238E27FC236}">
                <a16:creationId xmlns:a16="http://schemas.microsoft.com/office/drawing/2014/main" id="{AF6F850E-875C-CE1C-C696-B9119881C140}"/>
              </a:ext>
            </a:extLst>
          </p:cNvPr>
          <p:cNvSpPr>
            <a:spLocks noGrp="1"/>
          </p:cNvSpPr>
          <p:nvPr>
            <p:ph type="body" sz="quarter" idx="34" hasCustomPrompt="1"/>
          </p:nvPr>
        </p:nvSpPr>
        <p:spPr>
          <a:xfrm>
            <a:off x="8128000" y="3568514"/>
            <a:ext cx="34671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20" name="Picture Placeholder 11">
            <a:extLst>
              <a:ext uri="{FF2B5EF4-FFF2-40B4-BE49-F238E27FC236}">
                <a16:creationId xmlns:a16="http://schemas.microsoft.com/office/drawing/2014/main" id="{EE0176D5-725E-3E5F-2AB8-0A9D56960DEE}"/>
              </a:ext>
            </a:extLst>
          </p:cNvPr>
          <p:cNvSpPr>
            <a:spLocks noGrp="1"/>
          </p:cNvSpPr>
          <p:nvPr>
            <p:ph type="pic" sz="quarter" idx="35"/>
          </p:nvPr>
        </p:nvSpPr>
        <p:spPr>
          <a:xfrm>
            <a:off x="8128000" y="795020"/>
            <a:ext cx="1866900" cy="1981200"/>
          </a:xfrm>
          <a:prstGeom prst="rect">
            <a:avLst/>
          </a:prstGeom>
        </p:spPr>
        <p:txBody>
          <a:bodyPr/>
          <a:lstStyle/>
          <a:p>
            <a:r>
              <a:rPr lang="en-US"/>
              <a:t>Click icon to add picture</a:t>
            </a:r>
          </a:p>
        </p:txBody>
      </p:sp>
      <p:sp>
        <p:nvSpPr>
          <p:cNvPr id="21" name="Text Placeholder 4">
            <a:extLst>
              <a:ext uri="{FF2B5EF4-FFF2-40B4-BE49-F238E27FC236}">
                <a16:creationId xmlns:a16="http://schemas.microsoft.com/office/drawing/2014/main" id="{6A11A961-3944-A416-6D0E-F19285260E57}"/>
              </a:ext>
            </a:extLst>
          </p:cNvPr>
          <p:cNvSpPr>
            <a:spLocks noGrp="1"/>
          </p:cNvSpPr>
          <p:nvPr>
            <p:ph type="body" sz="quarter" idx="36" hasCustomPrompt="1"/>
          </p:nvPr>
        </p:nvSpPr>
        <p:spPr>
          <a:xfrm>
            <a:off x="8128000" y="3972655"/>
            <a:ext cx="2781300"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13" name="Text Placeholder 10">
            <a:extLst>
              <a:ext uri="{FF2B5EF4-FFF2-40B4-BE49-F238E27FC236}">
                <a16:creationId xmlns:a16="http://schemas.microsoft.com/office/drawing/2014/main" id="{487CB6C0-A169-C8C1-E769-E9DEDFE854FA}"/>
              </a:ext>
            </a:extLst>
          </p:cNvPr>
          <p:cNvSpPr>
            <a:spLocks noGrp="1"/>
          </p:cNvSpPr>
          <p:nvPr>
            <p:ph type="body" sz="quarter" idx="37" hasCustomPrompt="1"/>
          </p:nvPr>
        </p:nvSpPr>
        <p:spPr>
          <a:xfrm>
            <a:off x="627063" y="419100"/>
            <a:ext cx="3725862"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3406433557"/>
      </p:ext>
    </p:extLst>
  </p:cSld>
  <p:clrMapOvr>
    <a:masterClrMapping/>
  </p:clrMapOvr>
</p:sldLayout>
</file>

<file path=ppt/slideLayouts/slideLayout116.xml><?xml version="1.0" encoding="utf-8"?>
<p:sldLayout xmlns:a="http://schemas.openxmlformats.org/drawingml/2006/main" xmlns:r="http://schemas.openxmlformats.org/officeDocument/2006/relationships" xmlns:p="http://schemas.openxmlformats.org/presentationml/2006/main" preserve="1" userDrawn="1">
  <p:cSld name="Quote_Large_Black">
    <p:bg>
      <p:bgPr>
        <a:solidFill>
          <a:schemeClr val="bg1"/>
        </a:solidFill>
        <a:effectLst/>
      </p:bgPr>
    </p:bg>
    <p:spTree>
      <p:nvGrpSpPr>
        <p:cNvPr id="1" name=""/>
        <p:cNvGrpSpPr/>
        <p:nvPr/>
      </p:nvGrpSpPr>
      <p:grpSpPr>
        <a:xfrm>
          <a:off x="0" y="0"/>
          <a:ext cx="0" cy="0"/>
          <a:chOff x="0" y="0"/>
          <a:chExt cx="0" cy="0"/>
        </a:xfrm>
      </p:grpSpPr>
      <p:sp>
        <p:nvSpPr>
          <p:cNvPr id="4" name="Title 2">
            <a:extLst>
              <a:ext uri="{FF2B5EF4-FFF2-40B4-BE49-F238E27FC236}">
                <a16:creationId xmlns:a16="http://schemas.microsoft.com/office/drawing/2014/main" id="{A4A0CF84-1941-A496-4DFE-6EDA7D9D7651}"/>
              </a:ext>
            </a:extLst>
          </p:cNvPr>
          <p:cNvSpPr>
            <a:spLocks noGrp="1"/>
          </p:cNvSpPr>
          <p:nvPr>
            <p:ph type="title" hasCustomPrompt="1"/>
          </p:nvPr>
        </p:nvSpPr>
        <p:spPr>
          <a:xfrm>
            <a:off x="1123950" y="1762728"/>
            <a:ext cx="10433050" cy="1846659"/>
          </a:xfrm>
          <a:prstGeom prst="rect">
            <a:avLst/>
          </a:prstGeom>
        </p:spPr>
        <p:txBody>
          <a:bodyPr wrap="square">
            <a:spAutoFit/>
          </a:bodyPr>
          <a:lstStyle>
            <a:lvl1pPr>
              <a:defRPr sz="6000" b="1" i="0">
                <a:gradFill>
                  <a:gsLst>
                    <a:gs pos="0">
                      <a:schemeClr val="accent3"/>
                    </a:gs>
                    <a:gs pos="100000">
                      <a:schemeClr val="accent4"/>
                    </a:gs>
                    <a:gs pos="71000">
                      <a:schemeClr val="accent2"/>
                    </a:gs>
                  </a:gsLst>
                  <a:lin ang="3600000" scaled="0"/>
                </a:gradFill>
                <a:latin typeface="Calibri" panose="020F0502020204030204" pitchFamily="34" charset="0"/>
                <a:cs typeface="Calibri" panose="020F0502020204030204" pitchFamily="34" charset="0"/>
              </a:defRPr>
            </a:lvl1pPr>
          </a:lstStyle>
          <a:p>
            <a:r>
              <a:rPr lang="en-US"/>
              <a:t>Sometimes you need to add a meaningful yet concise quote.”</a:t>
            </a:r>
          </a:p>
        </p:txBody>
      </p:sp>
      <p:sp>
        <p:nvSpPr>
          <p:cNvPr id="6" name="Text Placeholder 4">
            <a:extLst>
              <a:ext uri="{FF2B5EF4-FFF2-40B4-BE49-F238E27FC236}">
                <a16:creationId xmlns:a16="http://schemas.microsoft.com/office/drawing/2014/main" id="{DF2F86F6-216C-D721-7244-AE3BBA0609AA}"/>
              </a:ext>
            </a:extLst>
          </p:cNvPr>
          <p:cNvSpPr>
            <a:spLocks noGrp="1"/>
          </p:cNvSpPr>
          <p:nvPr>
            <p:ph type="body" sz="quarter" idx="16" hasCustomPrompt="1"/>
          </p:nvPr>
        </p:nvSpPr>
        <p:spPr>
          <a:xfrm>
            <a:off x="1123950" y="4231608"/>
            <a:ext cx="4554537" cy="507831"/>
          </a:xfrm>
          <a:prstGeom prst="rect">
            <a:avLst/>
          </a:prstGeom>
        </p:spPr>
        <p:txBody>
          <a:bodyPr wrap="square" anchor="t" anchorCtr="0">
            <a:spAutoFit/>
          </a:bodyPr>
          <a:lstStyle>
            <a:lvl1pPr>
              <a:defRPr sz="1400" b="1" i="0">
                <a:solidFill>
                  <a:schemeClr val="tx1"/>
                </a:solidFill>
                <a:latin typeface="Calibri" panose="020F0502020204030204" pitchFamily="34" charset="0"/>
                <a:cs typeface="Calibri" panose="020F0502020204030204" pitchFamily="34" charset="0"/>
              </a:defRPr>
            </a:lvl1pPr>
          </a:lstStyle>
          <a:p>
            <a:pPr lvl="0"/>
            <a:r>
              <a:rPr lang="en-US" err="1"/>
              <a:t>Firstname</a:t>
            </a:r>
            <a:r>
              <a:rPr lang="en-US"/>
              <a:t> </a:t>
            </a:r>
            <a:r>
              <a:rPr lang="en-US" err="1"/>
              <a:t>Lastname</a:t>
            </a:r>
            <a:endParaRPr lang="en-US"/>
          </a:p>
          <a:p>
            <a:pPr lvl="0"/>
            <a:r>
              <a:rPr lang="en-US"/>
              <a:t>Job Title, Company</a:t>
            </a:r>
          </a:p>
        </p:txBody>
      </p:sp>
      <p:sp>
        <p:nvSpPr>
          <p:cNvPr id="9" name="Title 2">
            <a:extLst>
              <a:ext uri="{FF2B5EF4-FFF2-40B4-BE49-F238E27FC236}">
                <a16:creationId xmlns:a16="http://schemas.microsoft.com/office/drawing/2014/main" id="{636A723C-C15E-DD81-7189-CFA5D70243A9}"/>
              </a:ext>
            </a:extLst>
          </p:cNvPr>
          <p:cNvSpPr txBox="1">
            <a:spLocks/>
          </p:cNvSpPr>
          <p:nvPr userDrawn="1"/>
        </p:nvSpPr>
        <p:spPr>
          <a:xfrm>
            <a:off x="647700" y="1762728"/>
            <a:ext cx="450695" cy="923330"/>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sz="6000" b="1" i="0" kern="1200">
                <a:solidFill>
                  <a:schemeClr val="tx1"/>
                </a:solidFill>
                <a:latin typeface="Calibri" panose="020F0502020204030204" pitchFamily="34" charset="0"/>
                <a:ea typeface="Calibri Light" panose="020F0302020204030204" pitchFamily="34" charset="0"/>
                <a:cs typeface="Calibri" panose="020F0502020204030204" pitchFamily="34" charset="0"/>
              </a:defRPr>
            </a:lvl1pPr>
          </a:lstStyle>
          <a:p>
            <a:r>
              <a:rPr lang="en-US">
                <a:solidFill>
                  <a:schemeClr val="accent3"/>
                </a:solidFill>
              </a:rPr>
              <a:t>“</a:t>
            </a:r>
          </a:p>
        </p:txBody>
      </p:sp>
      <p:sp>
        <p:nvSpPr>
          <p:cNvPr id="3" name="Text Placeholder 10">
            <a:extLst>
              <a:ext uri="{FF2B5EF4-FFF2-40B4-BE49-F238E27FC236}">
                <a16:creationId xmlns:a16="http://schemas.microsoft.com/office/drawing/2014/main" id="{6F4CE3CF-1C4D-3D01-143D-CF6CDCBD2F77}"/>
              </a:ext>
            </a:extLst>
          </p:cNvPr>
          <p:cNvSpPr>
            <a:spLocks noGrp="1"/>
          </p:cNvSpPr>
          <p:nvPr>
            <p:ph type="body" sz="quarter" idx="37" hasCustomPrompt="1"/>
          </p:nvPr>
        </p:nvSpPr>
        <p:spPr>
          <a:xfrm>
            <a:off x="627063" y="419100"/>
            <a:ext cx="3725862"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325850913"/>
      </p:ext>
    </p:extLst>
  </p:cSld>
  <p:clrMapOvr>
    <a:masterClrMapping/>
  </p:clrMapOvr>
</p:sldLayout>
</file>

<file path=ppt/slideLayouts/slideLayout117.xml><?xml version="1.0" encoding="utf-8"?>
<p:sldLayout xmlns:a="http://schemas.openxmlformats.org/drawingml/2006/main" xmlns:r="http://schemas.openxmlformats.org/officeDocument/2006/relationships" xmlns:p="http://schemas.openxmlformats.org/presentationml/2006/main" preserve="1" userDrawn="1">
  <p:cSld name="Quote_Large_Black_Blur">
    <p:bg>
      <p:bgPr>
        <a:solidFill>
          <a:schemeClr val="bg1"/>
        </a:solidFill>
        <a:effectLst/>
      </p:bgPr>
    </p:bg>
    <p:spTree>
      <p:nvGrpSpPr>
        <p:cNvPr id="1" name=""/>
        <p:cNvGrpSpPr/>
        <p:nvPr/>
      </p:nvGrpSpPr>
      <p:grpSpPr>
        <a:xfrm>
          <a:off x="0" y="0"/>
          <a:ext cx="0" cy="0"/>
          <a:chOff x="0" y="0"/>
          <a:chExt cx="0" cy="0"/>
        </a:xfrm>
      </p:grpSpPr>
      <p:sp>
        <p:nvSpPr>
          <p:cNvPr id="4" name="Title 2">
            <a:extLst>
              <a:ext uri="{FF2B5EF4-FFF2-40B4-BE49-F238E27FC236}">
                <a16:creationId xmlns:a16="http://schemas.microsoft.com/office/drawing/2014/main" id="{A4A0CF84-1941-A496-4DFE-6EDA7D9D7651}"/>
              </a:ext>
            </a:extLst>
          </p:cNvPr>
          <p:cNvSpPr>
            <a:spLocks noGrp="1"/>
          </p:cNvSpPr>
          <p:nvPr>
            <p:ph type="title" hasCustomPrompt="1"/>
          </p:nvPr>
        </p:nvSpPr>
        <p:spPr>
          <a:xfrm>
            <a:off x="1123950" y="1762728"/>
            <a:ext cx="10433050" cy="1846659"/>
          </a:xfrm>
          <a:prstGeom prst="rect">
            <a:avLst/>
          </a:prstGeom>
        </p:spPr>
        <p:txBody>
          <a:bodyPr wrap="square">
            <a:spAutoFit/>
          </a:bodyPr>
          <a:lstStyle>
            <a:lvl1pPr>
              <a:defRPr sz="6000" b="1" i="0">
                <a:solidFill>
                  <a:schemeClr val="tx1"/>
                </a:solidFill>
                <a:latin typeface="Calibri" panose="020F0502020204030204" pitchFamily="34" charset="0"/>
                <a:cs typeface="Calibri" panose="020F0502020204030204" pitchFamily="34" charset="0"/>
              </a:defRPr>
            </a:lvl1pPr>
          </a:lstStyle>
          <a:p>
            <a:r>
              <a:rPr lang="en-US"/>
              <a:t>Sometimes you need to add a meaningful yet concise quote.”</a:t>
            </a:r>
          </a:p>
        </p:txBody>
      </p:sp>
      <p:sp>
        <p:nvSpPr>
          <p:cNvPr id="6" name="Text Placeholder 4">
            <a:extLst>
              <a:ext uri="{FF2B5EF4-FFF2-40B4-BE49-F238E27FC236}">
                <a16:creationId xmlns:a16="http://schemas.microsoft.com/office/drawing/2014/main" id="{DF2F86F6-216C-D721-7244-AE3BBA0609AA}"/>
              </a:ext>
            </a:extLst>
          </p:cNvPr>
          <p:cNvSpPr>
            <a:spLocks noGrp="1"/>
          </p:cNvSpPr>
          <p:nvPr>
            <p:ph type="body" sz="quarter" idx="16" hasCustomPrompt="1"/>
          </p:nvPr>
        </p:nvSpPr>
        <p:spPr>
          <a:xfrm>
            <a:off x="1123950" y="4231608"/>
            <a:ext cx="4554537" cy="507831"/>
          </a:xfrm>
          <a:prstGeom prst="rect">
            <a:avLst/>
          </a:prstGeom>
        </p:spPr>
        <p:txBody>
          <a:bodyPr wrap="square" anchor="t" anchorCtr="0">
            <a:spAutoFit/>
          </a:bodyPr>
          <a:lstStyle>
            <a:lvl1pPr>
              <a:defRPr sz="1400" b="1" i="0">
                <a:solidFill>
                  <a:schemeClr val="tx1"/>
                </a:solidFill>
                <a:latin typeface="Calibri" panose="020F0502020204030204" pitchFamily="34" charset="0"/>
                <a:cs typeface="Calibri" panose="020F0502020204030204" pitchFamily="34" charset="0"/>
              </a:defRPr>
            </a:lvl1pPr>
          </a:lstStyle>
          <a:p>
            <a:pPr lvl="0"/>
            <a:r>
              <a:rPr lang="en-US" err="1"/>
              <a:t>Firstname</a:t>
            </a:r>
            <a:r>
              <a:rPr lang="en-US"/>
              <a:t> </a:t>
            </a:r>
            <a:r>
              <a:rPr lang="en-US" err="1"/>
              <a:t>Lastname</a:t>
            </a:r>
            <a:endParaRPr lang="en-US"/>
          </a:p>
          <a:p>
            <a:pPr lvl="0"/>
            <a:r>
              <a:rPr lang="en-US"/>
              <a:t>Job Title, Company</a:t>
            </a:r>
          </a:p>
        </p:txBody>
      </p:sp>
      <p:sp>
        <p:nvSpPr>
          <p:cNvPr id="9" name="Title 2">
            <a:extLst>
              <a:ext uri="{FF2B5EF4-FFF2-40B4-BE49-F238E27FC236}">
                <a16:creationId xmlns:a16="http://schemas.microsoft.com/office/drawing/2014/main" id="{636A723C-C15E-DD81-7189-CFA5D70243A9}"/>
              </a:ext>
            </a:extLst>
          </p:cNvPr>
          <p:cNvSpPr txBox="1">
            <a:spLocks/>
          </p:cNvSpPr>
          <p:nvPr userDrawn="1"/>
        </p:nvSpPr>
        <p:spPr>
          <a:xfrm>
            <a:off x="647700" y="1762728"/>
            <a:ext cx="450695" cy="923330"/>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sz="6000" b="1" i="0" kern="1200">
                <a:solidFill>
                  <a:schemeClr val="tx1"/>
                </a:solidFill>
                <a:latin typeface="Calibri" panose="020F0502020204030204" pitchFamily="34" charset="0"/>
                <a:ea typeface="Calibri Light" panose="020F0302020204030204" pitchFamily="34" charset="0"/>
                <a:cs typeface="Calibri" panose="020F0502020204030204" pitchFamily="34" charset="0"/>
              </a:defRPr>
            </a:lvl1pPr>
          </a:lstStyle>
          <a:p>
            <a:r>
              <a:rPr lang="en-US">
                <a:solidFill>
                  <a:schemeClr val="tx1"/>
                </a:solidFill>
              </a:rPr>
              <a:t>“</a:t>
            </a:r>
          </a:p>
        </p:txBody>
      </p:sp>
      <p:sp>
        <p:nvSpPr>
          <p:cNvPr id="3" name="Text Placeholder 10">
            <a:extLst>
              <a:ext uri="{FF2B5EF4-FFF2-40B4-BE49-F238E27FC236}">
                <a16:creationId xmlns:a16="http://schemas.microsoft.com/office/drawing/2014/main" id="{FDAE605C-196F-F337-1606-FFE4407B2E77}"/>
              </a:ext>
            </a:extLst>
          </p:cNvPr>
          <p:cNvSpPr>
            <a:spLocks noGrp="1"/>
          </p:cNvSpPr>
          <p:nvPr>
            <p:ph type="body" sz="quarter" idx="37" hasCustomPrompt="1"/>
          </p:nvPr>
        </p:nvSpPr>
        <p:spPr>
          <a:xfrm>
            <a:off x="627063" y="419100"/>
            <a:ext cx="3725862"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1914057758"/>
      </p:ext>
    </p:extLst>
  </p:cSld>
  <p:clrMapOvr>
    <a:masterClrMapping/>
  </p:clrMapOvr>
</p:sldLayout>
</file>

<file path=ppt/slideLayouts/slideLayout118.xml><?xml version="1.0" encoding="utf-8"?>
<p:sldLayout xmlns:a="http://schemas.openxmlformats.org/drawingml/2006/main" xmlns:r="http://schemas.openxmlformats.org/officeDocument/2006/relationships" xmlns:p="http://schemas.openxmlformats.org/presentationml/2006/main" showMasterSp="0" preserve="1" userDrawn="1">
  <p:cSld name="Quote+Image">
    <p:bg>
      <p:bgPr>
        <a:blipFill dpi="0" rotWithShape="1">
          <a:blip r:embed="rId2"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11" name="Title 2">
            <a:extLst>
              <a:ext uri="{FF2B5EF4-FFF2-40B4-BE49-F238E27FC236}">
                <a16:creationId xmlns:a16="http://schemas.microsoft.com/office/drawing/2014/main" id="{E4D0B811-ED8A-9D55-BC17-49A3393806F6}"/>
              </a:ext>
            </a:extLst>
          </p:cNvPr>
          <p:cNvSpPr>
            <a:spLocks noGrp="1"/>
          </p:cNvSpPr>
          <p:nvPr>
            <p:ph type="title" hasCustomPrompt="1"/>
          </p:nvPr>
        </p:nvSpPr>
        <p:spPr>
          <a:xfrm>
            <a:off x="5091684" y="1455006"/>
            <a:ext cx="6452616" cy="2215991"/>
          </a:xfrm>
          <a:prstGeom prst="rect">
            <a:avLst/>
          </a:prstGeom>
        </p:spPr>
        <p:txBody>
          <a:bodyPr wrap="square">
            <a:spAutoFit/>
          </a:bodyPr>
          <a:lstStyle>
            <a:lvl1pPr>
              <a:defRPr sz="3600" b="1" i="0">
                <a:solidFill>
                  <a:srgbClr val="000000"/>
                </a:solidFill>
                <a:latin typeface="Calibri" panose="020F0502020204030204" pitchFamily="34" charset="0"/>
                <a:cs typeface="Calibri" panose="020F0502020204030204" pitchFamily="34" charset="0"/>
              </a:defRPr>
            </a:lvl1pPr>
          </a:lstStyle>
          <a:p>
            <a:r>
              <a:rPr lang="en-US"/>
              <a:t>Sometimes you need to add a slightly longer quote. Sometimes you need to add a slightly longer quote.”</a:t>
            </a:r>
          </a:p>
        </p:txBody>
      </p:sp>
      <p:sp>
        <p:nvSpPr>
          <p:cNvPr id="12" name="Text Placeholder 4">
            <a:extLst>
              <a:ext uri="{FF2B5EF4-FFF2-40B4-BE49-F238E27FC236}">
                <a16:creationId xmlns:a16="http://schemas.microsoft.com/office/drawing/2014/main" id="{715767D7-CA92-A238-92D2-5F669365D486}"/>
              </a:ext>
            </a:extLst>
          </p:cNvPr>
          <p:cNvSpPr>
            <a:spLocks noGrp="1"/>
          </p:cNvSpPr>
          <p:nvPr>
            <p:ph type="body" sz="quarter" idx="16" hasCustomPrompt="1"/>
          </p:nvPr>
        </p:nvSpPr>
        <p:spPr>
          <a:xfrm>
            <a:off x="5091683" y="4434840"/>
            <a:ext cx="4554537" cy="507831"/>
          </a:xfrm>
          <a:prstGeom prst="rect">
            <a:avLst/>
          </a:prstGeom>
        </p:spPr>
        <p:txBody>
          <a:bodyPr wrap="square" anchor="t" anchorCtr="0">
            <a:spAutoFit/>
          </a:bodyPr>
          <a:lstStyle>
            <a:lvl1pPr>
              <a:defRPr sz="1400" b="1" i="0">
                <a:solidFill>
                  <a:srgbClr val="000000"/>
                </a:solidFill>
                <a:latin typeface="Calibri" panose="020F0502020204030204" pitchFamily="34" charset="0"/>
                <a:cs typeface="Calibri" panose="020F0502020204030204" pitchFamily="34" charset="0"/>
              </a:defRPr>
            </a:lvl1pPr>
          </a:lstStyle>
          <a:p>
            <a:pPr lvl="0"/>
            <a:r>
              <a:rPr lang="en-US" err="1"/>
              <a:t>Firstname</a:t>
            </a:r>
            <a:r>
              <a:rPr lang="en-US"/>
              <a:t> </a:t>
            </a:r>
            <a:r>
              <a:rPr lang="en-US" err="1"/>
              <a:t>Lastname</a:t>
            </a:r>
            <a:endParaRPr lang="en-US"/>
          </a:p>
          <a:p>
            <a:pPr lvl="0"/>
            <a:r>
              <a:rPr lang="en-US"/>
              <a:t>Job Title, Company</a:t>
            </a:r>
          </a:p>
        </p:txBody>
      </p:sp>
      <p:sp>
        <p:nvSpPr>
          <p:cNvPr id="13" name="Picture Placeholder 8">
            <a:extLst>
              <a:ext uri="{FF2B5EF4-FFF2-40B4-BE49-F238E27FC236}">
                <a16:creationId xmlns:a16="http://schemas.microsoft.com/office/drawing/2014/main" id="{93D416F1-8A75-DCD6-2A1A-B16BE09ABC02}"/>
              </a:ext>
            </a:extLst>
          </p:cNvPr>
          <p:cNvSpPr>
            <a:spLocks noGrp="1"/>
          </p:cNvSpPr>
          <p:nvPr>
            <p:ph type="pic" sz="quarter" idx="26"/>
          </p:nvPr>
        </p:nvSpPr>
        <p:spPr>
          <a:xfrm>
            <a:off x="627063" y="1562100"/>
            <a:ext cx="3726051" cy="4100476"/>
          </a:xfrm>
          <a:prstGeom prst="rect">
            <a:avLst/>
          </a:prstGeom>
        </p:spPr>
        <p:txBody>
          <a:bodyPr/>
          <a:lstStyle>
            <a:lvl1pPr>
              <a:defRPr>
                <a:solidFill>
                  <a:srgbClr val="000000"/>
                </a:solidFill>
              </a:defRPr>
            </a:lvl1pPr>
          </a:lstStyle>
          <a:p>
            <a:r>
              <a:rPr lang="en-US"/>
              <a:t>Click icon to add picture</a:t>
            </a:r>
          </a:p>
        </p:txBody>
      </p:sp>
      <p:sp>
        <p:nvSpPr>
          <p:cNvPr id="14" name="Title 2">
            <a:extLst>
              <a:ext uri="{FF2B5EF4-FFF2-40B4-BE49-F238E27FC236}">
                <a16:creationId xmlns:a16="http://schemas.microsoft.com/office/drawing/2014/main" id="{8EB1EBBF-7474-72D1-50C0-54A45DCBFB2E}"/>
              </a:ext>
            </a:extLst>
          </p:cNvPr>
          <p:cNvSpPr txBox="1">
            <a:spLocks/>
          </p:cNvSpPr>
          <p:nvPr userDrawn="1"/>
        </p:nvSpPr>
        <p:spPr>
          <a:xfrm>
            <a:off x="4772719" y="1455006"/>
            <a:ext cx="294582" cy="553998"/>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sz="3600" b="1" i="0" kern="1200">
                <a:solidFill>
                  <a:srgbClr val="000000"/>
                </a:solidFill>
                <a:latin typeface="Calibri" panose="020F0502020204030204" pitchFamily="34" charset="0"/>
                <a:ea typeface="Calibri Light" panose="020F0302020204030204" pitchFamily="34" charset="0"/>
                <a:cs typeface="Calibri" panose="020F0502020204030204" pitchFamily="34" charset="0"/>
              </a:defRPr>
            </a:lvl1pPr>
          </a:lstStyle>
          <a:p>
            <a:r>
              <a:rPr lang="en-US"/>
              <a:t>“</a:t>
            </a:r>
          </a:p>
        </p:txBody>
      </p:sp>
      <p:sp>
        <p:nvSpPr>
          <p:cNvPr id="5" name="TextBox 4">
            <a:extLst>
              <a:ext uri="{FF2B5EF4-FFF2-40B4-BE49-F238E27FC236}">
                <a16:creationId xmlns:a16="http://schemas.microsoft.com/office/drawing/2014/main" id="{EB2EFE8D-5911-2CF9-B876-42825B8CB9A0}"/>
              </a:ext>
            </a:extLst>
          </p:cNvPr>
          <p:cNvSpPr txBox="1"/>
          <p:nvPr userDrawn="1"/>
        </p:nvSpPr>
        <p:spPr>
          <a:xfrm>
            <a:off x="9539519"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rgbClr val="010000"/>
                </a:solidFill>
              </a:rPr>
              <a:t>EPAM Proprietary &amp; Confidential.</a:t>
            </a:r>
          </a:p>
        </p:txBody>
      </p:sp>
      <p:sp>
        <p:nvSpPr>
          <p:cNvPr id="6" name="Text Placeholder 3">
            <a:extLst>
              <a:ext uri="{FF2B5EF4-FFF2-40B4-BE49-F238E27FC236}">
                <a16:creationId xmlns:a16="http://schemas.microsoft.com/office/drawing/2014/main" id="{D61EEB86-2BDF-0331-DAC7-4CB25CC0C311}"/>
              </a:ext>
            </a:extLst>
          </p:cNvPr>
          <p:cNvSpPr txBox="1">
            <a:spLocks/>
          </p:cNvSpPr>
          <p:nvPr userDrawn="1"/>
        </p:nvSpPr>
        <p:spPr>
          <a:xfrm>
            <a:off x="11315641"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rgbClr val="010000"/>
                </a:solidFill>
              </a:rPr>
              <a:pPr lvl="0"/>
              <a:t>‹#›</a:t>
            </a:fld>
            <a:endParaRPr lang="en-US" sz="1000">
              <a:solidFill>
                <a:srgbClr val="010000"/>
              </a:solidFill>
            </a:endParaRPr>
          </a:p>
        </p:txBody>
      </p:sp>
      <p:pic>
        <p:nvPicPr>
          <p:cNvPr id="8" name="Picture 7">
            <a:extLst>
              <a:ext uri="{FF2B5EF4-FFF2-40B4-BE49-F238E27FC236}">
                <a16:creationId xmlns:a16="http://schemas.microsoft.com/office/drawing/2014/main" id="{210FC7E8-8650-C8C3-33C5-35DD5299DD63}"/>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
        <p:nvSpPr>
          <p:cNvPr id="9" name="Text Placeholder 10">
            <a:extLst>
              <a:ext uri="{FF2B5EF4-FFF2-40B4-BE49-F238E27FC236}">
                <a16:creationId xmlns:a16="http://schemas.microsoft.com/office/drawing/2014/main" id="{D78226D6-C70F-7F41-A49D-D155A4650AC7}"/>
              </a:ext>
            </a:extLst>
          </p:cNvPr>
          <p:cNvSpPr>
            <a:spLocks noGrp="1"/>
          </p:cNvSpPr>
          <p:nvPr>
            <p:ph type="body" sz="quarter" idx="37" hasCustomPrompt="1"/>
          </p:nvPr>
        </p:nvSpPr>
        <p:spPr>
          <a:xfrm>
            <a:off x="627063" y="419100"/>
            <a:ext cx="3725862"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406781153"/>
      </p:ext>
    </p:extLst>
  </p:cSld>
  <p:clrMapOvr>
    <a:masterClrMapping/>
  </p:clrMapOvr>
</p:sldLayout>
</file>

<file path=ppt/slideLayouts/slideLayout119.xml><?xml version="1.0" encoding="utf-8"?>
<p:sldLayout xmlns:a="http://schemas.openxmlformats.org/drawingml/2006/main" xmlns:r="http://schemas.openxmlformats.org/officeDocument/2006/relationships" xmlns:p="http://schemas.openxmlformats.org/presentationml/2006/main" preserve="1" userDrawn="1">
  <p:cSld name="Quote+Image_Black">
    <p:bg>
      <p:bgPr>
        <a:solidFill>
          <a:schemeClr val="bg1"/>
        </a:solidFill>
        <a:effectLst/>
      </p:bgPr>
    </p:bg>
    <p:spTree>
      <p:nvGrpSpPr>
        <p:cNvPr id="1" name=""/>
        <p:cNvGrpSpPr/>
        <p:nvPr/>
      </p:nvGrpSpPr>
      <p:grpSpPr>
        <a:xfrm>
          <a:off x="0" y="0"/>
          <a:ext cx="0" cy="0"/>
          <a:chOff x="0" y="0"/>
          <a:chExt cx="0" cy="0"/>
        </a:xfrm>
      </p:grpSpPr>
      <p:sp>
        <p:nvSpPr>
          <p:cNvPr id="11" name="Title 2">
            <a:extLst>
              <a:ext uri="{FF2B5EF4-FFF2-40B4-BE49-F238E27FC236}">
                <a16:creationId xmlns:a16="http://schemas.microsoft.com/office/drawing/2014/main" id="{E4D0B811-ED8A-9D55-BC17-49A3393806F6}"/>
              </a:ext>
            </a:extLst>
          </p:cNvPr>
          <p:cNvSpPr>
            <a:spLocks noGrp="1"/>
          </p:cNvSpPr>
          <p:nvPr>
            <p:ph type="title" hasCustomPrompt="1"/>
          </p:nvPr>
        </p:nvSpPr>
        <p:spPr>
          <a:xfrm>
            <a:off x="5091684" y="1455006"/>
            <a:ext cx="6452616" cy="2215991"/>
          </a:xfrm>
          <a:prstGeom prst="rect">
            <a:avLst/>
          </a:prstGeom>
        </p:spPr>
        <p:txBody>
          <a:bodyPr wrap="square">
            <a:spAutoFit/>
          </a:bodyPr>
          <a:lstStyle>
            <a:lvl1pPr>
              <a:defRPr sz="3600" b="1" i="0">
                <a:solidFill>
                  <a:schemeClr val="tx1"/>
                </a:solidFill>
                <a:latin typeface="Calibri" panose="020F0502020204030204" pitchFamily="34" charset="0"/>
                <a:cs typeface="Calibri" panose="020F0502020204030204" pitchFamily="34" charset="0"/>
              </a:defRPr>
            </a:lvl1pPr>
          </a:lstStyle>
          <a:p>
            <a:r>
              <a:rPr lang="en-US"/>
              <a:t>Sometimes you need to add a slightly longer quote. Sometimes you need to add a slightly longer quote.”</a:t>
            </a:r>
          </a:p>
        </p:txBody>
      </p:sp>
      <p:sp>
        <p:nvSpPr>
          <p:cNvPr id="12" name="Text Placeholder 4">
            <a:extLst>
              <a:ext uri="{FF2B5EF4-FFF2-40B4-BE49-F238E27FC236}">
                <a16:creationId xmlns:a16="http://schemas.microsoft.com/office/drawing/2014/main" id="{715767D7-CA92-A238-92D2-5F669365D486}"/>
              </a:ext>
            </a:extLst>
          </p:cNvPr>
          <p:cNvSpPr>
            <a:spLocks noGrp="1"/>
          </p:cNvSpPr>
          <p:nvPr>
            <p:ph type="body" sz="quarter" idx="16" hasCustomPrompt="1"/>
          </p:nvPr>
        </p:nvSpPr>
        <p:spPr>
          <a:xfrm>
            <a:off x="5091683" y="4434840"/>
            <a:ext cx="4554537" cy="507831"/>
          </a:xfrm>
          <a:prstGeom prst="rect">
            <a:avLst/>
          </a:prstGeom>
        </p:spPr>
        <p:txBody>
          <a:bodyPr wrap="square" anchor="t" anchorCtr="0">
            <a:spAutoFit/>
          </a:bodyPr>
          <a:lstStyle>
            <a:lvl1pPr>
              <a:defRPr sz="1400" b="1" i="0">
                <a:solidFill>
                  <a:schemeClr val="tx1"/>
                </a:solidFill>
                <a:latin typeface="Calibri" panose="020F0502020204030204" pitchFamily="34" charset="0"/>
                <a:cs typeface="Calibri" panose="020F0502020204030204" pitchFamily="34" charset="0"/>
              </a:defRPr>
            </a:lvl1pPr>
          </a:lstStyle>
          <a:p>
            <a:pPr lvl="0"/>
            <a:r>
              <a:rPr lang="en-US" err="1"/>
              <a:t>Firstname</a:t>
            </a:r>
            <a:r>
              <a:rPr lang="en-US"/>
              <a:t> </a:t>
            </a:r>
            <a:r>
              <a:rPr lang="en-US" err="1"/>
              <a:t>Lastname</a:t>
            </a:r>
            <a:endParaRPr lang="en-US"/>
          </a:p>
          <a:p>
            <a:pPr lvl="0"/>
            <a:r>
              <a:rPr lang="en-US"/>
              <a:t>Job Title, Company</a:t>
            </a:r>
          </a:p>
        </p:txBody>
      </p:sp>
      <p:sp>
        <p:nvSpPr>
          <p:cNvPr id="13" name="Picture Placeholder 8">
            <a:extLst>
              <a:ext uri="{FF2B5EF4-FFF2-40B4-BE49-F238E27FC236}">
                <a16:creationId xmlns:a16="http://schemas.microsoft.com/office/drawing/2014/main" id="{93D416F1-8A75-DCD6-2A1A-B16BE09ABC02}"/>
              </a:ext>
            </a:extLst>
          </p:cNvPr>
          <p:cNvSpPr>
            <a:spLocks noGrp="1"/>
          </p:cNvSpPr>
          <p:nvPr>
            <p:ph type="pic" sz="quarter" idx="26"/>
          </p:nvPr>
        </p:nvSpPr>
        <p:spPr>
          <a:xfrm>
            <a:off x="627063" y="1562100"/>
            <a:ext cx="3726051" cy="4100476"/>
          </a:xfrm>
          <a:prstGeom prst="rect">
            <a:avLst/>
          </a:prstGeom>
        </p:spPr>
        <p:txBody>
          <a:bodyPr/>
          <a:lstStyle>
            <a:lvl1pPr>
              <a:defRPr>
                <a:solidFill>
                  <a:schemeClr val="tx1"/>
                </a:solidFill>
              </a:defRPr>
            </a:lvl1pPr>
          </a:lstStyle>
          <a:p>
            <a:r>
              <a:rPr lang="en-US"/>
              <a:t>Click icon to add picture</a:t>
            </a:r>
          </a:p>
        </p:txBody>
      </p:sp>
      <p:sp>
        <p:nvSpPr>
          <p:cNvPr id="14" name="Title 2">
            <a:extLst>
              <a:ext uri="{FF2B5EF4-FFF2-40B4-BE49-F238E27FC236}">
                <a16:creationId xmlns:a16="http://schemas.microsoft.com/office/drawing/2014/main" id="{8EB1EBBF-7474-72D1-50C0-54A45DCBFB2E}"/>
              </a:ext>
            </a:extLst>
          </p:cNvPr>
          <p:cNvSpPr txBox="1">
            <a:spLocks/>
          </p:cNvSpPr>
          <p:nvPr userDrawn="1"/>
        </p:nvSpPr>
        <p:spPr>
          <a:xfrm>
            <a:off x="4772719" y="1455006"/>
            <a:ext cx="294582" cy="553998"/>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sz="3600" b="1" i="0" kern="1200">
                <a:solidFill>
                  <a:srgbClr val="000000"/>
                </a:solidFill>
                <a:latin typeface="Calibri" panose="020F0502020204030204" pitchFamily="34" charset="0"/>
                <a:ea typeface="Calibri Light" panose="020F0302020204030204" pitchFamily="34" charset="0"/>
                <a:cs typeface="Calibri" panose="020F0502020204030204" pitchFamily="34" charset="0"/>
              </a:defRPr>
            </a:lvl1pPr>
          </a:lstStyle>
          <a:p>
            <a:r>
              <a:rPr lang="en-US">
                <a:solidFill>
                  <a:schemeClr val="tx1"/>
                </a:solidFill>
              </a:rPr>
              <a:t>“</a:t>
            </a:r>
          </a:p>
        </p:txBody>
      </p:sp>
      <p:sp>
        <p:nvSpPr>
          <p:cNvPr id="3" name="Text Placeholder 10">
            <a:extLst>
              <a:ext uri="{FF2B5EF4-FFF2-40B4-BE49-F238E27FC236}">
                <a16:creationId xmlns:a16="http://schemas.microsoft.com/office/drawing/2014/main" id="{00C373F2-39D4-5FF7-946C-A7DC7E1B4664}"/>
              </a:ext>
            </a:extLst>
          </p:cNvPr>
          <p:cNvSpPr>
            <a:spLocks noGrp="1"/>
          </p:cNvSpPr>
          <p:nvPr>
            <p:ph type="body" sz="quarter" idx="37" hasCustomPrompt="1"/>
          </p:nvPr>
        </p:nvSpPr>
        <p:spPr>
          <a:xfrm>
            <a:off x="627063" y="419100"/>
            <a:ext cx="3725862"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19726078"/>
      </p:ext>
    </p:extLst>
  </p:cSld>
  <p:clrMapOvr>
    <a:masterClrMapping/>
  </p:clrMapOvr>
</p:sldLayout>
</file>

<file path=ppt/slideLayouts/slideLayout120.xml><?xml version="1.0" encoding="utf-8"?>
<p:sldLayout xmlns:a="http://schemas.openxmlformats.org/drawingml/2006/main" xmlns:r="http://schemas.openxmlformats.org/officeDocument/2006/relationships" xmlns:p="http://schemas.openxmlformats.org/presentationml/2006/main" preserve="1" userDrawn="1">
  <p:cSld name="Quote+Image_Black_Blur">
    <p:bg>
      <p:bgPr>
        <a:solidFill>
          <a:schemeClr val="bg1"/>
        </a:solidFill>
        <a:effectLst/>
      </p:bgPr>
    </p:bg>
    <p:spTree>
      <p:nvGrpSpPr>
        <p:cNvPr id="1" name=""/>
        <p:cNvGrpSpPr/>
        <p:nvPr/>
      </p:nvGrpSpPr>
      <p:grpSpPr>
        <a:xfrm>
          <a:off x="0" y="0"/>
          <a:ext cx="0" cy="0"/>
          <a:chOff x="0" y="0"/>
          <a:chExt cx="0" cy="0"/>
        </a:xfrm>
      </p:grpSpPr>
      <p:sp>
        <p:nvSpPr>
          <p:cNvPr id="11" name="Title 2">
            <a:extLst>
              <a:ext uri="{FF2B5EF4-FFF2-40B4-BE49-F238E27FC236}">
                <a16:creationId xmlns:a16="http://schemas.microsoft.com/office/drawing/2014/main" id="{E4D0B811-ED8A-9D55-BC17-49A3393806F6}"/>
              </a:ext>
            </a:extLst>
          </p:cNvPr>
          <p:cNvSpPr>
            <a:spLocks noGrp="1"/>
          </p:cNvSpPr>
          <p:nvPr>
            <p:ph type="title" hasCustomPrompt="1"/>
          </p:nvPr>
        </p:nvSpPr>
        <p:spPr>
          <a:xfrm>
            <a:off x="5091684" y="1455006"/>
            <a:ext cx="6452616" cy="2215991"/>
          </a:xfrm>
          <a:prstGeom prst="rect">
            <a:avLst/>
          </a:prstGeom>
        </p:spPr>
        <p:txBody>
          <a:bodyPr wrap="square">
            <a:spAutoFit/>
          </a:bodyPr>
          <a:lstStyle>
            <a:lvl1pPr>
              <a:defRPr sz="3600" b="1" i="0">
                <a:solidFill>
                  <a:schemeClr val="tx1"/>
                </a:solidFill>
                <a:latin typeface="Calibri" panose="020F0502020204030204" pitchFamily="34" charset="0"/>
                <a:cs typeface="Calibri" panose="020F0502020204030204" pitchFamily="34" charset="0"/>
              </a:defRPr>
            </a:lvl1pPr>
          </a:lstStyle>
          <a:p>
            <a:r>
              <a:rPr lang="en-US"/>
              <a:t>Sometimes you need to add a slightly longer quote. Sometimes you need to add a slightly longer quote.”</a:t>
            </a:r>
          </a:p>
        </p:txBody>
      </p:sp>
      <p:sp>
        <p:nvSpPr>
          <p:cNvPr id="12" name="Text Placeholder 4">
            <a:extLst>
              <a:ext uri="{FF2B5EF4-FFF2-40B4-BE49-F238E27FC236}">
                <a16:creationId xmlns:a16="http://schemas.microsoft.com/office/drawing/2014/main" id="{715767D7-CA92-A238-92D2-5F669365D486}"/>
              </a:ext>
            </a:extLst>
          </p:cNvPr>
          <p:cNvSpPr>
            <a:spLocks noGrp="1"/>
          </p:cNvSpPr>
          <p:nvPr>
            <p:ph type="body" sz="quarter" idx="16" hasCustomPrompt="1"/>
          </p:nvPr>
        </p:nvSpPr>
        <p:spPr>
          <a:xfrm>
            <a:off x="5091683" y="4434840"/>
            <a:ext cx="4554537" cy="507831"/>
          </a:xfrm>
          <a:prstGeom prst="rect">
            <a:avLst/>
          </a:prstGeom>
        </p:spPr>
        <p:txBody>
          <a:bodyPr wrap="square" anchor="t" anchorCtr="0">
            <a:spAutoFit/>
          </a:bodyPr>
          <a:lstStyle>
            <a:lvl1pPr>
              <a:defRPr sz="1400" b="1" i="0">
                <a:solidFill>
                  <a:schemeClr val="tx1"/>
                </a:solidFill>
                <a:latin typeface="Calibri" panose="020F0502020204030204" pitchFamily="34" charset="0"/>
                <a:cs typeface="Calibri" panose="020F0502020204030204" pitchFamily="34" charset="0"/>
              </a:defRPr>
            </a:lvl1pPr>
          </a:lstStyle>
          <a:p>
            <a:pPr lvl="0"/>
            <a:r>
              <a:rPr lang="en-US" err="1"/>
              <a:t>Firstname</a:t>
            </a:r>
            <a:r>
              <a:rPr lang="en-US"/>
              <a:t> </a:t>
            </a:r>
            <a:r>
              <a:rPr lang="en-US" err="1"/>
              <a:t>Lastname</a:t>
            </a:r>
            <a:endParaRPr lang="en-US"/>
          </a:p>
          <a:p>
            <a:pPr lvl="0"/>
            <a:r>
              <a:rPr lang="en-US"/>
              <a:t>Job Title, Company</a:t>
            </a:r>
          </a:p>
        </p:txBody>
      </p:sp>
      <p:sp>
        <p:nvSpPr>
          <p:cNvPr id="13" name="Picture Placeholder 8">
            <a:extLst>
              <a:ext uri="{FF2B5EF4-FFF2-40B4-BE49-F238E27FC236}">
                <a16:creationId xmlns:a16="http://schemas.microsoft.com/office/drawing/2014/main" id="{93D416F1-8A75-DCD6-2A1A-B16BE09ABC02}"/>
              </a:ext>
            </a:extLst>
          </p:cNvPr>
          <p:cNvSpPr>
            <a:spLocks noGrp="1"/>
          </p:cNvSpPr>
          <p:nvPr>
            <p:ph type="pic" sz="quarter" idx="26"/>
          </p:nvPr>
        </p:nvSpPr>
        <p:spPr>
          <a:xfrm>
            <a:off x="627063" y="1562100"/>
            <a:ext cx="3726051" cy="4100476"/>
          </a:xfrm>
          <a:prstGeom prst="rect">
            <a:avLst/>
          </a:prstGeom>
        </p:spPr>
        <p:txBody>
          <a:bodyPr/>
          <a:lstStyle>
            <a:lvl1pPr>
              <a:defRPr>
                <a:solidFill>
                  <a:schemeClr val="tx2"/>
                </a:solidFill>
              </a:defRPr>
            </a:lvl1pPr>
          </a:lstStyle>
          <a:p>
            <a:r>
              <a:rPr lang="en-US"/>
              <a:t>Click icon to add picture</a:t>
            </a:r>
          </a:p>
        </p:txBody>
      </p:sp>
      <p:sp>
        <p:nvSpPr>
          <p:cNvPr id="14" name="Title 2">
            <a:extLst>
              <a:ext uri="{FF2B5EF4-FFF2-40B4-BE49-F238E27FC236}">
                <a16:creationId xmlns:a16="http://schemas.microsoft.com/office/drawing/2014/main" id="{8EB1EBBF-7474-72D1-50C0-54A45DCBFB2E}"/>
              </a:ext>
            </a:extLst>
          </p:cNvPr>
          <p:cNvSpPr txBox="1">
            <a:spLocks/>
          </p:cNvSpPr>
          <p:nvPr userDrawn="1"/>
        </p:nvSpPr>
        <p:spPr>
          <a:xfrm>
            <a:off x="4772719" y="1455006"/>
            <a:ext cx="294582" cy="553998"/>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sz="3600" b="1" i="0" kern="1200">
                <a:solidFill>
                  <a:srgbClr val="000000"/>
                </a:solidFill>
                <a:latin typeface="Calibri" panose="020F0502020204030204" pitchFamily="34" charset="0"/>
                <a:ea typeface="Calibri Light" panose="020F0302020204030204" pitchFamily="34" charset="0"/>
                <a:cs typeface="Calibri" panose="020F0502020204030204" pitchFamily="34" charset="0"/>
              </a:defRPr>
            </a:lvl1pPr>
          </a:lstStyle>
          <a:p>
            <a:r>
              <a:rPr lang="en-US">
                <a:solidFill>
                  <a:schemeClr val="tx1"/>
                </a:solidFill>
              </a:rPr>
              <a:t>“</a:t>
            </a:r>
          </a:p>
        </p:txBody>
      </p:sp>
      <p:sp>
        <p:nvSpPr>
          <p:cNvPr id="3" name="Text Placeholder 10">
            <a:extLst>
              <a:ext uri="{FF2B5EF4-FFF2-40B4-BE49-F238E27FC236}">
                <a16:creationId xmlns:a16="http://schemas.microsoft.com/office/drawing/2014/main" id="{461A5100-8F72-3104-759D-00BAB367B1A5}"/>
              </a:ext>
            </a:extLst>
          </p:cNvPr>
          <p:cNvSpPr>
            <a:spLocks noGrp="1"/>
          </p:cNvSpPr>
          <p:nvPr>
            <p:ph type="body" sz="quarter" idx="37" hasCustomPrompt="1"/>
          </p:nvPr>
        </p:nvSpPr>
        <p:spPr>
          <a:xfrm>
            <a:off x="627063" y="419100"/>
            <a:ext cx="3725862"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3564952173"/>
      </p:ext>
    </p:extLst>
  </p:cSld>
  <p:clrMapOvr>
    <a:masterClrMapping/>
  </p:clrMapOvr>
</p:sldLayout>
</file>

<file path=ppt/slideLayouts/slideLayout121.xml><?xml version="1.0" encoding="utf-8"?>
<p:sldLayout xmlns:a="http://schemas.openxmlformats.org/drawingml/2006/main" xmlns:r="http://schemas.openxmlformats.org/officeDocument/2006/relationships" xmlns:p="http://schemas.openxmlformats.org/presentationml/2006/main" preserve="1" userDrawn="1">
  <p:cSld name="Title+Small_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F1455701-65C9-97B2-64E0-82F53FA37756}"/>
              </a:ext>
            </a:extLst>
          </p:cNvPr>
          <p:cNvSpPr>
            <a:spLocks noGrp="1"/>
          </p:cNvSpPr>
          <p:nvPr>
            <p:ph type="body" sz="quarter" idx="26" hasCustomPrompt="1"/>
          </p:nvPr>
        </p:nvSpPr>
        <p:spPr>
          <a:xfrm>
            <a:off x="627063" y="1714501"/>
            <a:ext cx="10929937" cy="480060"/>
          </a:xfrm>
          <a:prstGeom prst="rect">
            <a:avLst/>
          </a:prstGeom>
        </p:spPr>
        <p:txBody>
          <a:bodyPr/>
          <a:lstStyle>
            <a:lvl1pPr>
              <a:defRPr sz="1800" b="1" i="0">
                <a:latin typeface="Calibri" panose="020F0502020204030204" pitchFamily="34" charset="0"/>
                <a:cs typeface="Calibri" panose="020F0502020204030204" pitchFamily="34" charset="0"/>
              </a:defRPr>
            </a:lvl1pPr>
          </a:lstStyle>
          <a:p>
            <a:r>
              <a:rPr lang="en-US"/>
              <a:t>Lorem ipsum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a:t>
            </a:r>
          </a:p>
        </p:txBody>
      </p:sp>
      <p:sp>
        <p:nvSpPr>
          <p:cNvPr id="5" name="Text Placeholder 3">
            <a:extLst>
              <a:ext uri="{FF2B5EF4-FFF2-40B4-BE49-F238E27FC236}">
                <a16:creationId xmlns:a16="http://schemas.microsoft.com/office/drawing/2014/main" id="{7F93B36D-BA2E-1899-D9F4-FEAD1083B619}"/>
              </a:ext>
            </a:extLst>
          </p:cNvPr>
          <p:cNvSpPr>
            <a:spLocks noGrp="1"/>
          </p:cNvSpPr>
          <p:nvPr>
            <p:ph type="body" sz="quarter" idx="27" hasCustomPrompt="1"/>
          </p:nvPr>
        </p:nvSpPr>
        <p:spPr>
          <a:xfrm>
            <a:off x="627063" y="2252472"/>
            <a:ext cx="10929937" cy="1136904"/>
          </a:xfrm>
          <a:prstGeom prst="rect">
            <a:avLst/>
          </a:prstGeom>
        </p:spPr>
        <p:txBody>
          <a:bodyPr/>
          <a:lstStyle>
            <a:lvl1pPr>
              <a:lnSpc>
                <a:spcPts val="1800"/>
              </a:lnSpc>
              <a:defRPr sz="1400" b="0" i="0">
                <a:latin typeface="Calibri Light" panose="020F0302020204030204" pitchFamily="34" charset="0"/>
                <a:cs typeface="Calibri Light" panose="020F0302020204030204" pitchFamily="34" charset="0"/>
              </a:defRPr>
            </a:lvl1pPr>
          </a:lstStyle>
          <a:p>
            <a:r>
              <a:rPr lang="en-US"/>
              <a:t>When you just have a bunch of type and don’t want to try too hard. Lorem ipsum diam fames </a:t>
            </a:r>
            <a:r>
              <a:rPr lang="en-US" err="1"/>
              <a:t>augue</a:t>
            </a:r>
            <a:r>
              <a:rPr lang="en-US"/>
              <a:t> in </a:t>
            </a:r>
            <a:r>
              <a:rPr lang="en-US" err="1"/>
              <a:t>habitasse</a:t>
            </a:r>
            <a:r>
              <a:rPr lang="en-US"/>
              <a:t> </a:t>
            </a:r>
            <a:r>
              <a:rPr lang="en-US" err="1"/>
              <a:t>tempor</a:t>
            </a:r>
            <a:r>
              <a:rPr lang="en-US"/>
              <a:t> porta, </a:t>
            </a:r>
            <a:r>
              <a:rPr lang="en-US" err="1"/>
              <a:t>eleifend</a:t>
            </a:r>
            <a:r>
              <a:rPr lang="en-US"/>
              <a:t>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 vestibulum </a:t>
            </a:r>
            <a:r>
              <a:rPr lang="en-US" err="1"/>
              <a:t>eu</a:t>
            </a:r>
            <a:r>
              <a:rPr lang="en-US"/>
              <a:t> ac integer, </a:t>
            </a:r>
            <a:r>
              <a:rPr lang="en-US" err="1"/>
              <a:t>tellus</a:t>
            </a:r>
            <a:r>
              <a:rPr lang="en-US"/>
              <a:t> pharetra </a:t>
            </a:r>
            <a:r>
              <a:rPr lang="en-US" err="1"/>
              <a:t>dictumst</a:t>
            </a:r>
            <a:r>
              <a:rPr lang="en-US"/>
              <a:t> </a:t>
            </a:r>
            <a:r>
              <a:rPr lang="en-US" err="1"/>
              <a:t>fusce</a:t>
            </a:r>
            <a:r>
              <a:rPr lang="en-US"/>
              <a:t> </a:t>
            </a:r>
            <a:r>
              <a:rPr lang="en-US" err="1"/>
              <a:t>condimentum</a:t>
            </a:r>
            <a:r>
              <a:rPr lang="en-US"/>
              <a:t> ad </a:t>
            </a:r>
            <a:r>
              <a:rPr lang="en-US" err="1"/>
              <a:t>facilisis</a:t>
            </a:r>
            <a:r>
              <a:rPr lang="en-US"/>
              <a:t>.</a:t>
            </a:r>
          </a:p>
        </p:txBody>
      </p:sp>
      <p:sp>
        <p:nvSpPr>
          <p:cNvPr id="2" name="Title 1">
            <a:extLst>
              <a:ext uri="{FF2B5EF4-FFF2-40B4-BE49-F238E27FC236}">
                <a16:creationId xmlns:a16="http://schemas.microsoft.com/office/drawing/2014/main" id="{E912A43B-3D79-101B-16B9-5A730D078E49}"/>
              </a:ext>
            </a:extLst>
          </p:cNvPr>
          <p:cNvSpPr>
            <a:spLocks noGrp="1"/>
          </p:cNvSpPr>
          <p:nvPr>
            <p:ph type="title" hasCustomPrompt="1"/>
          </p:nvPr>
        </p:nvSpPr>
        <p:spPr>
          <a:xfrm>
            <a:off x="627063" y="722843"/>
            <a:ext cx="1092993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7" name="Text Placeholder 10">
            <a:extLst>
              <a:ext uri="{FF2B5EF4-FFF2-40B4-BE49-F238E27FC236}">
                <a16:creationId xmlns:a16="http://schemas.microsoft.com/office/drawing/2014/main" id="{96C36364-1C0F-5032-1D5A-5E78ECFC1A91}"/>
              </a:ext>
            </a:extLst>
          </p:cNvPr>
          <p:cNvSpPr>
            <a:spLocks noGrp="1"/>
          </p:cNvSpPr>
          <p:nvPr>
            <p:ph type="body" sz="quarter" idx="28" hasCustomPrompt="1"/>
          </p:nvPr>
        </p:nvSpPr>
        <p:spPr>
          <a:xfrm>
            <a:off x="627063" y="419100"/>
            <a:ext cx="3632517"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2693538947"/>
      </p:ext>
    </p:extLst>
  </p:cSld>
  <p:clrMapOvr>
    <a:masterClrMapping/>
  </p:clrMapOvr>
</p:sldLayout>
</file>

<file path=ppt/slideLayouts/slideLayout122.xml><?xml version="1.0" encoding="utf-8"?>
<p:sldLayout xmlns:a="http://schemas.openxmlformats.org/drawingml/2006/main" xmlns:r="http://schemas.openxmlformats.org/officeDocument/2006/relationships" xmlns:p="http://schemas.openxmlformats.org/presentationml/2006/main" preserve="1" userDrawn="1">
  <p:cSld name="Chart">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A27D5499-0685-B5EC-CFEF-2F1381E2A02C}"/>
              </a:ext>
            </a:extLst>
          </p:cNvPr>
          <p:cNvSpPr>
            <a:spLocks noGrp="1"/>
          </p:cNvSpPr>
          <p:nvPr>
            <p:ph type="title" hasCustomPrompt="1"/>
          </p:nvPr>
        </p:nvSpPr>
        <p:spPr>
          <a:xfrm>
            <a:off x="627063" y="722843"/>
            <a:ext cx="1092993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7" name="Text Placeholder 10">
            <a:extLst>
              <a:ext uri="{FF2B5EF4-FFF2-40B4-BE49-F238E27FC236}">
                <a16:creationId xmlns:a16="http://schemas.microsoft.com/office/drawing/2014/main" id="{52B72EAA-7B3A-08E8-5F97-A36DD177419F}"/>
              </a:ext>
            </a:extLst>
          </p:cNvPr>
          <p:cNvSpPr>
            <a:spLocks noGrp="1"/>
          </p:cNvSpPr>
          <p:nvPr>
            <p:ph type="body" sz="quarter" idx="28" hasCustomPrompt="1"/>
          </p:nvPr>
        </p:nvSpPr>
        <p:spPr>
          <a:xfrm>
            <a:off x="627063" y="419100"/>
            <a:ext cx="3632517"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
        <p:nvSpPr>
          <p:cNvPr id="8" name="Text Placeholder 3">
            <a:extLst>
              <a:ext uri="{FF2B5EF4-FFF2-40B4-BE49-F238E27FC236}">
                <a16:creationId xmlns:a16="http://schemas.microsoft.com/office/drawing/2014/main" id="{7D597AFE-3DDF-B264-B83C-C62A3F7CCC9A}"/>
              </a:ext>
            </a:extLst>
          </p:cNvPr>
          <p:cNvSpPr>
            <a:spLocks noGrp="1"/>
          </p:cNvSpPr>
          <p:nvPr>
            <p:ph type="body" sz="quarter" idx="26" hasCustomPrompt="1"/>
          </p:nvPr>
        </p:nvSpPr>
        <p:spPr>
          <a:xfrm>
            <a:off x="639074" y="1714501"/>
            <a:ext cx="10929936" cy="480060"/>
          </a:xfrm>
          <a:prstGeom prst="rect">
            <a:avLst/>
          </a:prstGeom>
        </p:spPr>
        <p:txBody>
          <a:bodyPr/>
          <a:lstStyle>
            <a:lvl1pPr>
              <a:defRPr sz="1800" b="1" i="0">
                <a:latin typeface="Calibri" panose="020F0502020204030204" pitchFamily="34" charset="0"/>
                <a:cs typeface="Calibri" panose="020F0502020204030204" pitchFamily="34" charset="0"/>
              </a:defRPr>
            </a:lvl1pPr>
          </a:lstStyle>
          <a:p>
            <a:r>
              <a:rPr lang="en-US"/>
              <a:t>Lorem ipsum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a:t>
            </a:r>
          </a:p>
        </p:txBody>
      </p:sp>
    </p:spTree>
    <p:extLst>
      <p:ext uri="{BB962C8B-B14F-4D97-AF65-F5344CB8AC3E}">
        <p14:creationId xmlns:p14="http://schemas.microsoft.com/office/powerpoint/2010/main" val="427743419"/>
      </p:ext>
    </p:extLst>
  </p:cSld>
  <p:clrMapOvr>
    <a:masterClrMapping/>
  </p:clrMapOvr>
</p:sldLayout>
</file>

<file path=ppt/slideLayouts/slideLayout123.xml><?xml version="1.0" encoding="utf-8"?>
<p:sldLayout xmlns:a="http://schemas.openxmlformats.org/drawingml/2006/main" xmlns:r="http://schemas.openxmlformats.org/officeDocument/2006/relationships" xmlns:p="http://schemas.openxmlformats.org/presentationml/2006/main" preserve="1" userDrawn="1">
  <p:cSld name="2_Column_Text">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7F0AAB83-32F0-44B8-4EEF-5A03F77A747E}"/>
              </a:ext>
            </a:extLst>
          </p:cNvPr>
          <p:cNvSpPr>
            <a:spLocks noGrp="1"/>
          </p:cNvSpPr>
          <p:nvPr>
            <p:ph type="body" sz="quarter" idx="16" hasCustomPrompt="1"/>
          </p:nvPr>
        </p:nvSpPr>
        <p:spPr>
          <a:xfrm>
            <a:off x="647700" y="2698291"/>
            <a:ext cx="4648200" cy="1265667"/>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a:t>
            </a:r>
          </a:p>
        </p:txBody>
      </p:sp>
      <p:sp>
        <p:nvSpPr>
          <p:cNvPr id="9" name="Text Placeholder 4">
            <a:extLst>
              <a:ext uri="{FF2B5EF4-FFF2-40B4-BE49-F238E27FC236}">
                <a16:creationId xmlns:a16="http://schemas.microsoft.com/office/drawing/2014/main" id="{DBBECED4-4691-EAD7-0FFE-7393254BBDC9}"/>
              </a:ext>
            </a:extLst>
          </p:cNvPr>
          <p:cNvSpPr>
            <a:spLocks noGrp="1"/>
          </p:cNvSpPr>
          <p:nvPr>
            <p:ph type="body" sz="quarter" idx="26" hasCustomPrompt="1"/>
          </p:nvPr>
        </p:nvSpPr>
        <p:spPr>
          <a:xfrm>
            <a:off x="647700" y="1752600"/>
            <a:ext cx="4648200"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a:t>
            </a:r>
          </a:p>
        </p:txBody>
      </p:sp>
      <p:sp>
        <p:nvSpPr>
          <p:cNvPr id="2" name="Text Placeholder 4">
            <a:extLst>
              <a:ext uri="{FF2B5EF4-FFF2-40B4-BE49-F238E27FC236}">
                <a16:creationId xmlns:a16="http://schemas.microsoft.com/office/drawing/2014/main" id="{2D5963C9-D5D1-84E3-AF7B-5BFA6D21DC39}"/>
              </a:ext>
            </a:extLst>
          </p:cNvPr>
          <p:cNvSpPr>
            <a:spLocks noGrp="1"/>
          </p:cNvSpPr>
          <p:nvPr>
            <p:ph type="body" sz="quarter" idx="27" hasCustomPrompt="1"/>
          </p:nvPr>
        </p:nvSpPr>
        <p:spPr>
          <a:xfrm>
            <a:off x="6229654" y="2698291"/>
            <a:ext cx="4648200" cy="1778628"/>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Cras sit integer </a:t>
            </a:r>
            <a:r>
              <a:rPr lang="en-US" err="1"/>
              <a:t>porttitor</a:t>
            </a:r>
            <a:r>
              <a:rPr lang="en-US"/>
              <a:t> </a:t>
            </a:r>
            <a:r>
              <a:rPr lang="en-US" err="1"/>
              <a:t>enim</a:t>
            </a:r>
            <a:r>
              <a:rPr lang="en-US"/>
              <a:t> </a:t>
            </a:r>
            <a:r>
              <a:rPr lang="en-US" err="1"/>
              <a:t>mauris</a:t>
            </a:r>
            <a:r>
              <a:rPr lang="en-US"/>
              <a:t> </a:t>
            </a:r>
            <a:r>
              <a:rPr lang="en-US" err="1"/>
              <a:t>morbi</a:t>
            </a:r>
            <a:r>
              <a:rPr lang="en-US"/>
              <a:t> </a:t>
            </a:r>
            <a:r>
              <a:rPr lang="en-US" err="1"/>
              <a:t>tincidunt</a:t>
            </a:r>
            <a:r>
              <a:rPr lang="en-US"/>
              <a:t> </a:t>
            </a:r>
            <a:r>
              <a:rPr lang="en-US" err="1"/>
              <a:t>sem</a:t>
            </a:r>
            <a:r>
              <a:rPr lang="en-US"/>
              <a:t> </a:t>
            </a:r>
            <a:r>
              <a:rPr lang="en-US" err="1"/>
              <a:t>volutpat</a:t>
            </a:r>
            <a:r>
              <a:rPr lang="en-US"/>
              <a:t>. </a:t>
            </a:r>
          </a:p>
        </p:txBody>
      </p:sp>
      <p:sp>
        <p:nvSpPr>
          <p:cNvPr id="4" name="Text Placeholder 4">
            <a:extLst>
              <a:ext uri="{FF2B5EF4-FFF2-40B4-BE49-F238E27FC236}">
                <a16:creationId xmlns:a16="http://schemas.microsoft.com/office/drawing/2014/main" id="{8205CA7F-D6DB-04A0-EA4C-4787388D3583}"/>
              </a:ext>
            </a:extLst>
          </p:cNvPr>
          <p:cNvSpPr>
            <a:spLocks noGrp="1"/>
          </p:cNvSpPr>
          <p:nvPr>
            <p:ph type="body" sz="quarter" idx="28" hasCustomPrompt="1"/>
          </p:nvPr>
        </p:nvSpPr>
        <p:spPr>
          <a:xfrm>
            <a:off x="6229654" y="1752600"/>
            <a:ext cx="4648200"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a:t>
            </a:r>
          </a:p>
        </p:txBody>
      </p:sp>
      <p:sp>
        <p:nvSpPr>
          <p:cNvPr id="5" name="Title 1">
            <a:extLst>
              <a:ext uri="{FF2B5EF4-FFF2-40B4-BE49-F238E27FC236}">
                <a16:creationId xmlns:a16="http://schemas.microsoft.com/office/drawing/2014/main" id="{F4195459-98D5-70AE-F6C8-404ED17C14C6}"/>
              </a:ext>
            </a:extLst>
          </p:cNvPr>
          <p:cNvSpPr>
            <a:spLocks noGrp="1"/>
          </p:cNvSpPr>
          <p:nvPr>
            <p:ph type="title" hasCustomPrompt="1"/>
          </p:nvPr>
        </p:nvSpPr>
        <p:spPr>
          <a:xfrm>
            <a:off x="627063" y="722843"/>
            <a:ext cx="363251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8" name="Text Placeholder 10">
            <a:extLst>
              <a:ext uri="{FF2B5EF4-FFF2-40B4-BE49-F238E27FC236}">
                <a16:creationId xmlns:a16="http://schemas.microsoft.com/office/drawing/2014/main" id="{9D0B98D6-1BB9-0645-823F-F8023687E28A}"/>
              </a:ext>
            </a:extLst>
          </p:cNvPr>
          <p:cNvSpPr>
            <a:spLocks noGrp="1"/>
          </p:cNvSpPr>
          <p:nvPr>
            <p:ph type="body" sz="quarter" idx="29"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1222514340"/>
      </p:ext>
    </p:extLst>
  </p:cSld>
  <p:clrMapOvr>
    <a:masterClrMapping/>
  </p:clrMapOvr>
</p:sldLayout>
</file>

<file path=ppt/slideLayouts/slideLayout124.xml><?xml version="1.0" encoding="utf-8"?>
<p:sldLayout xmlns:a="http://schemas.openxmlformats.org/drawingml/2006/main" xmlns:r="http://schemas.openxmlformats.org/officeDocument/2006/relationships" xmlns:p="http://schemas.openxmlformats.org/presentationml/2006/main" preserve="1" userDrawn="1">
  <p:cSld name="2_Subsection_Divider_B">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7F0AAB83-32F0-44B8-4EEF-5A03F77A747E}"/>
              </a:ext>
            </a:extLst>
          </p:cNvPr>
          <p:cNvSpPr>
            <a:spLocks noGrp="1"/>
          </p:cNvSpPr>
          <p:nvPr>
            <p:ph type="body" sz="quarter" idx="16" hasCustomPrompt="1"/>
          </p:nvPr>
        </p:nvSpPr>
        <p:spPr>
          <a:xfrm>
            <a:off x="647700" y="2698291"/>
            <a:ext cx="3346076"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9" name="Text Placeholder 4">
            <a:extLst>
              <a:ext uri="{FF2B5EF4-FFF2-40B4-BE49-F238E27FC236}">
                <a16:creationId xmlns:a16="http://schemas.microsoft.com/office/drawing/2014/main" id="{DBBECED4-4691-EAD7-0FFE-7393254BBDC9}"/>
              </a:ext>
            </a:extLst>
          </p:cNvPr>
          <p:cNvSpPr>
            <a:spLocks noGrp="1"/>
          </p:cNvSpPr>
          <p:nvPr>
            <p:ph type="body" sz="quarter" idx="26" hasCustomPrompt="1"/>
          </p:nvPr>
        </p:nvSpPr>
        <p:spPr>
          <a:xfrm>
            <a:off x="647700" y="175260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0" name="Text Placeholder 4">
            <a:extLst>
              <a:ext uri="{FF2B5EF4-FFF2-40B4-BE49-F238E27FC236}">
                <a16:creationId xmlns:a16="http://schemas.microsoft.com/office/drawing/2014/main" id="{31E7CDA2-C04C-57C2-B779-676BA576EFB7}"/>
              </a:ext>
            </a:extLst>
          </p:cNvPr>
          <p:cNvSpPr>
            <a:spLocks noGrp="1"/>
          </p:cNvSpPr>
          <p:nvPr>
            <p:ph type="body" sz="quarter" idx="27" hasCustomPrompt="1"/>
          </p:nvPr>
        </p:nvSpPr>
        <p:spPr>
          <a:xfrm>
            <a:off x="4376440" y="2698291"/>
            <a:ext cx="3346076"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1" name="Text Placeholder 4">
            <a:extLst>
              <a:ext uri="{FF2B5EF4-FFF2-40B4-BE49-F238E27FC236}">
                <a16:creationId xmlns:a16="http://schemas.microsoft.com/office/drawing/2014/main" id="{51F377A5-B459-0F7C-7F34-FEF9D7615202}"/>
              </a:ext>
            </a:extLst>
          </p:cNvPr>
          <p:cNvSpPr>
            <a:spLocks noGrp="1"/>
          </p:cNvSpPr>
          <p:nvPr>
            <p:ph type="body" sz="quarter" idx="28" hasCustomPrompt="1"/>
          </p:nvPr>
        </p:nvSpPr>
        <p:spPr>
          <a:xfrm>
            <a:off x="4376440" y="175260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2" name="Text Placeholder 4">
            <a:extLst>
              <a:ext uri="{FF2B5EF4-FFF2-40B4-BE49-F238E27FC236}">
                <a16:creationId xmlns:a16="http://schemas.microsoft.com/office/drawing/2014/main" id="{BFE36997-E074-D0DA-66D5-F4724D23BF52}"/>
              </a:ext>
            </a:extLst>
          </p:cNvPr>
          <p:cNvSpPr>
            <a:spLocks noGrp="1"/>
          </p:cNvSpPr>
          <p:nvPr>
            <p:ph type="body" sz="quarter" idx="29" hasCustomPrompt="1"/>
          </p:nvPr>
        </p:nvSpPr>
        <p:spPr>
          <a:xfrm>
            <a:off x="8089970" y="2698291"/>
            <a:ext cx="3346076"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3" name="Text Placeholder 4">
            <a:extLst>
              <a:ext uri="{FF2B5EF4-FFF2-40B4-BE49-F238E27FC236}">
                <a16:creationId xmlns:a16="http://schemas.microsoft.com/office/drawing/2014/main" id="{163741EA-6845-0A00-EAE0-5F35986A0EC2}"/>
              </a:ext>
            </a:extLst>
          </p:cNvPr>
          <p:cNvSpPr>
            <a:spLocks noGrp="1"/>
          </p:cNvSpPr>
          <p:nvPr>
            <p:ph type="body" sz="quarter" idx="30" hasCustomPrompt="1"/>
          </p:nvPr>
        </p:nvSpPr>
        <p:spPr>
          <a:xfrm>
            <a:off x="8089970" y="175260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2" name="Title 1">
            <a:extLst>
              <a:ext uri="{FF2B5EF4-FFF2-40B4-BE49-F238E27FC236}">
                <a16:creationId xmlns:a16="http://schemas.microsoft.com/office/drawing/2014/main" id="{12B69EF7-72B2-FCFD-0ECC-7F4C17CDDA6D}"/>
              </a:ext>
            </a:extLst>
          </p:cNvPr>
          <p:cNvSpPr>
            <a:spLocks noGrp="1"/>
          </p:cNvSpPr>
          <p:nvPr>
            <p:ph type="title" hasCustomPrompt="1"/>
          </p:nvPr>
        </p:nvSpPr>
        <p:spPr>
          <a:xfrm>
            <a:off x="627063" y="722843"/>
            <a:ext cx="363251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4" name="Text Placeholder 10">
            <a:extLst>
              <a:ext uri="{FF2B5EF4-FFF2-40B4-BE49-F238E27FC236}">
                <a16:creationId xmlns:a16="http://schemas.microsoft.com/office/drawing/2014/main" id="{ACA2232A-06BA-E2D6-78D5-5A9A152974F0}"/>
              </a:ext>
            </a:extLst>
          </p:cNvPr>
          <p:cNvSpPr>
            <a:spLocks noGrp="1"/>
          </p:cNvSpPr>
          <p:nvPr>
            <p:ph type="body" sz="quarter" idx="31"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1355733061"/>
      </p:ext>
    </p:extLst>
  </p:cSld>
  <p:clrMapOvr>
    <a:masterClrMapping/>
  </p:clrMapOvr>
</p:sldLayout>
</file>

<file path=ppt/slideLayouts/slideLayout125.xml><?xml version="1.0" encoding="utf-8"?>
<p:sldLayout xmlns:a="http://schemas.openxmlformats.org/drawingml/2006/main" xmlns:r="http://schemas.openxmlformats.org/officeDocument/2006/relationships" xmlns:p="http://schemas.openxmlformats.org/presentationml/2006/main" preserve="1" userDrawn="1">
  <p:cSld name="3 columns+photos">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7F0AAB83-32F0-44B8-4EEF-5A03F77A747E}"/>
              </a:ext>
            </a:extLst>
          </p:cNvPr>
          <p:cNvSpPr>
            <a:spLocks noGrp="1"/>
          </p:cNvSpPr>
          <p:nvPr>
            <p:ph type="body" sz="quarter" idx="16" hasCustomPrompt="1"/>
          </p:nvPr>
        </p:nvSpPr>
        <p:spPr>
          <a:xfrm>
            <a:off x="647699" y="4671155"/>
            <a:ext cx="3346076" cy="1522148"/>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9" name="Text Placeholder 4">
            <a:extLst>
              <a:ext uri="{FF2B5EF4-FFF2-40B4-BE49-F238E27FC236}">
                <a16:creationId xmlns:a16="http://schemas.microsoft.com/office/drawing/2014/main" id="{DBBECED4-4691-EAD7-0FFE-7393254BBDC9}"/>
              </a:ext>
            </a:extLst>
          </p:cNvPr>
          <p:cNvSpPr>
            <a:spLocks noGrp="1"/>
          </p:cNvSpPr>
          <p:nvPr>
            <p:ph type="body" sz="quarter" idx="26" hasCustomPrompt="1"/>
          </p:nvPr>
        </p:nvSpPr>
        <p:spPr>
          <a:xfrm>
            <a:off x="647699" y="388052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2" name="Picture Placeholder 3">
            <a:extLst>
              <a:ext uri="{FF2B5EF4-FFF2-40B4-BE49-F238E27FC236}">
                <a16:creationId xmlns:a16="http://schemas.microsoft.com/office/drawing/2014/main" id="{A4DF3F84-AB7D-CCBF-CE9C-8622CDB3301D}"/>
              </a:ext>
            </a:extLst>
          </p:cNvPr>
          <p:cNvSpPr>
            <a:spLocks noGrp="1"/>
          </p:cNvSpPr>
          <p:nvPr>
            <p:ph type="pic" sz="quarter" idx="31"/>
          </p:nvPr>
        </p:nvSpPr>
        <p:spPr>
          <a:xfrm>
            <a:off x="647699" y="1726692"/>
            <a:ext cx="3361476" cy="1917192"/>
          </a:xfrm>
          <a:prstGeom prst="rect">
            <a:avLst/>
          </a:prstGeom>
        </p:spPr>
        <p:txBody>
          <a:bodyPr/>
          <a:lstStyle/>
          <a:p>
            <a:r>
              <a:rPr lang="en-US"/>
              <a:t>Click icon to add picture</a:t>
            </a:r>
          </a:p>
        </p:txBody>
      </p:sp>
      <p:sp>
        <p:nvSpPr>
          <p:cNvPr id="4" name="Text Placeholder 4">
            <a:extLst>
              <a:ext uri="{FF2B5EF4-FFF2-40B4-BE49-F238E27FC236}">
                <a16:creationId xmlns:a16="http://schemas.microsoft.com/office/drawing/2014/main" id="{A5B9E3B6-606B-4386-3178-88031FBF9117}"/>
              </a:ext>
            </a:extLst>
          </p:cNvPr>
          <p:cNvSpPr>
            <a:spLocks noGrp="1"/>
          </p:cNvSpPr>
          <p:nvPr>
            <p:ph type="body" sz="quarter" idx="32" hasCustomPrompt="1"/>
          </p:nvPr>
        </p:nvSpPr>
        <p:spPr>
          <a:xfrm>
            <a:off x="4369338" y="4671155"/>
            <a:ext cx="3346076" cy="1522148"/>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5" name="Text Placeholder 4">
            <a:extLst>
              <a:ext uri="{FF2B5EF4-FFF2-40B4-BE49-F238E27FC236}">
                <a16:creationId xmlns:a16="http://schemas.microsoft.com/office/drawing/2014/main" id="{3E3A954E-DE2D-00F0-C4ED-0008C326ECA3}"/>
              </a:ext>
            </a:extLst>
          </p:cNvPr>
          <p:cNvSpPr>
            <a:spLocks noGrp="1"/>
          </p:cNvSpPr>
          <p:nvPr>
            <p:ph type="body" sz="quarter" idx="33" hasCustomPrompt="1"/>
          </p:nvPr>
        </p:nvSpPr>
        <p:spPr>
          <a:xfrm>
            <a:off x="4369338" y="388052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8" name="Picture Placeholder 3">
            <a:extLst>
              <a:ext uri="{FF2B5EF4-FFF2-40B4-BE49-F238E27FC236}">
                <a16:creationId xmlns:a16="http://schemas.microsoft.com/office/drawing/2014/main" id="{197F8596-9B60-0E1E-695B-F159BEA9E3DD}"/>
              </a:ext>
            </a:extLst>
          </p:cNvPr>
          <p:cNvSpPr>
            <a:spLocks noGrp="1"/>
          </p:cNvSpPr>
          <p:nvPr>
            <p:ph type="pic" sz="quarter" idx="34"/>
          </p:nvPr>
        </p:nvSpPr>
        <p:spPr>
          <a:xfrm>
            <a:off x="4369338" y="1726692"/>
            <a:ext cx="3361476" cy="1917192"/>
          </a:xfrm>
          <a:prstGeom prst="rect">
            <a:avLst/>
          </a:prstGeom>
        </p:spPr>
        <p:txBody>
          <a:bodyPr/>
          <a:lstStyle/>
          <a:p>
            <a:r>
              <a:rPr lang="en-US"/>
              <a:t>Click icon to add picture</a:t>
            </a:r>
          </a:p>
        </p:txBody>
      </p:sp>
      <p:sp>
        <p:nvSpPr>
          <p:cNvPr id="14" name="Text Placeholder 4">
            <a:extLst>
              <a:ext uri="{FF2B5EF4-FFF2-40B4-BE49-F238E27FC236}">
                <a16:creationId xmlns:a16="http://schemas.microsoft.com/office/drawing/2014/main" id="{9BB6C83D-C556-0782-5061-97C7DD672F22}"/>
              </a:ext>
            </a:extLst>
          </p:cNvPr>
          <p:cNvSpPr>
            <a:spLocks noGrp="1"/>
          </p:cNvSpPr>
          <p:nvPr>
            <p:ph type="body" sz="quarter" idx="35" hasCustomPrompt="1"/>
          </p:nvPr>
        </p:nvSpPr>
        <p:spPr>
          <a:xfrm>
            <a:off x="8089452" y="4671155"/>
            <a:ext cx="3346076" cy="1522148"/>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15" name="Text Placeholder 4">
            <a:extLst>
              <a:ext uri="{FF2B5EF4-FFF2-40B4-BE49-F238E27FC236}">
                <a16:creationId xmlns:a16="http://schemas.microsoft.com/office/drawing/2014/main" id="{A4D25C29-AD3E-1278-B083-FCE0D4540152}"/>
              </a:ext>
            </a:extLst>
          </p:cNvPr>
          <p:cNvSpPr>
            <a:spLocks noGrp="1"/>
          </p:cNvSpPr>
          <p:nvPr>
            <p:ph type="body" sz="quarter" idx="36" hasCustomPrompt="1"/>
          </p:nvPr>
        </p:nvSpPr>
        <p:spPr>
          <a:xfrm>
            <a:off x="8089452" y="388052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6" name="Picture Placeholder 3">
            <a:extLst>
              <a:ext uri="{FF2B5EF4-FFF2-40B4-BE49-F238E27FC236}">
                <a16:creationId xmlns:a16="http://schemas.microsoft.com/office/drawing/2014/main" id="{66AB8C86-9C9A-0BF1-5545-731713F1DF92}"/>
              </a:ext>
            </a:extLst>
          </p:cNvPr>
          <p:cNvSpPr>
            <a:spLocks noGrp="1"/>
          </p:cNvSpPr>
          <p:nvPr>
            <p:ph type="pic" sz="quarter" idx="37"/>
          </p:nvPr>
        </p:nvSpPr>
        <p:spPr>
          <a:xfrm>
            <a:off x="8089452" y="1726692"/>
            <a:ext cx="3361476" cy="1917192"/>
          </a:xfrm>
          <a:prstGeom prst="rect">
            <a:avLst/>
          </a:prstGeom>
        </p:spPr>
        <p:txBody>
          <a:bodyPr/>
          <a:lstStyle/>
          <a:p>
            <a:r>
              <a:rPr lang="en-US"/>
              <a:t>Click icon to add picture</a:t>
            </a:r>
          </a:p>
        </p:txBody>
      </p:sp>
      <p:sp>
        <p:nvSpPr>
          <p:cNvPr id="10" name="Title 1">
            <a:extLst>
              <a:ext uri="{FF2B5EF4-FFF2-40B4-BE49-F238E27FC236}">
                <a16:creationId xmlns:a16="http://schemas.microsoft.com/office/drawing/2014/main" id="{EF62390F-72F1-C922-7F9E-6DFC278737CC}"/>
              </a:ext>
            </a:extLst>
          </p:cNvPr>
          <p:cNvSpPr>
            <a:spLocks noGrp="1"/>
          </p:cNvSpPr>
          <p:nvPr>
            <p:ph type="title" hasCustomPrompt="1"/>
          </p:nvPr>
        </p:nvSpPr>
        <p:spPr>
          <a:xfrm>
            <a:off x="627063" y="722843"/>
            <a:ext cx="363251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11" name="Text Placeholder 10">
            <a:extLst>
              <a:ext uri="{FF2B5EF4-FFF2-40B4-BE49-F238E27FC236}">
                <a16:creationId xmlns:a16="http://schemas.microsoft.com/office/drawing/2014/main" id="{8A96BE69-A4A1-6C64-0D9F-D82B586976E8}"/>
              </a:ext>
            </a:extLst>
          </p:cNvPr>
          <p:cNvSpPr>
            <a:spLocks noGrp="1"/>
          </p:cNvSpPr>
          <p:nvPr>
            <p:ph type="body" sz="quarter" idx="28"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672129419"/>
      </p:ext>
    </p:extLst>
  </p:cSld>
  <p:clrMapOvr>
    <a:masterClrMapping/>
  </p:clrMapOvr>
</p:sldLayout>
</file>

<file path=ppt/slideLayouts/slideLayout126.xml><?xml version="1.0" encoding="utf-8"?>
<p:sldLayout xmlns:a="http://schemas.openxmlformats.org/drawingml/2006/main" xmlns:r="http://schemas.openxmlformats.org/officeDocument/2006/relationships" xmlns:p="http://schemas.openxmlformats.org/presentationml/2006/main" preserve="1" userDrawn="1">
  <p:cSld name="3_Subsection_Divider_B">
    <p:spTree>
      <p:nvGrpSpPr>
        <p:cNvPr id="1" name=""/>
        <p:cNvGrpSpPr/>
        <p:nvPr/>
      </p:nvGrpSpPr>
      <p:grpSpPr>
        <a:xfrm>
          <a:off x="0" y="0"/>
          <a:ext cx="0" cy="0"/>
          <a:chOff x="0" y="0"/>
          <a:chExt cx="0" cy="0"/>
        </a:xfrm>
      </p:grpSpPr>
      <p:sp>
        <p:nvSpPr>
          <p:cNvPr id="9" name="Text Placeholder 4">
            <a:extLst>
              <a:ext uri="{FF2B5EF4-FFF2-40B4-BE49-F238E27FC236}">
                <a16:creationId xmlns:a16="http://schemas.microsoft.com/office/drawing/2014/main" id="{DBBECED4-4691-EAD7-0FFE-7393254BBDC9}"/>
              </a:ext>
            </a:extLst>
          </p:cNvPr>
          <p:cNvSpPr>
            <a:spLocks noGrp="1"/>
          </p:cNvSpPr>
          <p:nvPr>
            <p:ph type="body" sz="quarter" idx="26" hasCustomPrompt="1"/>
          </p:nvPr>
        </p:nvSpPr>
        <p:spPr>
          <a:xfrm>
            <a:off x="647700" y="175260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0" name="Text Placeholder 4">
            <a:extLst>
              <a:ext uri="{FF2B5EF4-FFF2-40B4-BE49-F238E27FC236}">
                <a16:creationId xmlns:a16="http://schemas.microsoft.com/office/drawing/2014/main" id="{31E7CDA2-C04C-57C2-B779-676BA576EFB7}"/>
              </a:ext>
            </a:extLst>
          </p:cNvPr>
          <p:cNvSpPr>
            <a:spLocks noGrp="1"/>
          </p:cNvSpPr>
          <p:nvPr>
            <p:ph type="body" sz="quarter" idx="27" hasCustomPrompt="1"/>
          </p:nvPr>
        </p:nvSpPr>
        <p:spPr>
          <a:xfrm>
            <a:off x="4376440" y="2698291"/>
            <a:ext cx="3346076"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1" name="Text Placeholder 4">
            <a:extLst>
              <a:ext uri="{FF2B5EF4-FFF2-40B4-BE49-F238E27FC236}">
                <a16:creationId xmlns:a16="http://schemas.microsoft.com/office/drawing/2014/main" id="{51F377A5-B459-0F7C-7F34-FEF9D7615202}"/>
              </a:ext>
            </a:extLst>
          </p:cNvPr>
          <p:cNvSpPr>
            <a:spLocks noGrp="1"/>
          </p:cNvSpPr>
          <p:nvPr>
            <p:ph type="body" sz="quarter" idx="28" hasCustomPrompt="1"/>
          </p:nvPr>
        </p:nvSpPr>
        <p:spPr>
          <a:xfrm>
            <a:off x="4376440" y="175260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2" name="Text Placeholder 4">
            <a:extLst>
              <a:ext uri="{FF2B5EF4-FFF2-40B4-BE49-F238E27FC236}">
                <a16:creationId xmlns:a16="http://schemas.microsoft.com/office/drawing/2014/main" id="{BFE36997-E074-D0DA-66D5-F4724D23BF52}"/>
              </a:ext>
            </a:extLst>
          </p:cNvPr>
          <p:cNvSpPr>
            <a:spLocks noGrp="1"/>
          </p:cNvSpPr>
          <p:nvPr>
            <p:ph type="body" sz="quarter" idx="29" hasCustomPrompt="1"/>
          </p:nvPr>
        </p:nvSpPr>
        <p:spPr>
          <a:xfrm>
            <a:off x="8089970" y="2698291"/>
            <a:ext cx="3346076"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3" name="Text Placeholder 4">
            <a:extLst>
              <a:ext uri="{FF2B5EF4-FFF2-40B4-BE49-F238E27FC236}">
                <a16:creationId xmlns:a16="http://schemas.microsoft.com/office/drawing/2014/main" id="{163741EA-6845-0A00-EAE0-5F35986A0EC2}"/>
              </a:ext>
            </a:extLst>
          </p:cNvPr>
          <p:cNvSpPr>
            <a:spLocks noGrp="1"/>
          </p:cNvSpPr>
          <p:nvPr>
            <p:ph type="body" sz="quarter" idx="30" hasCustomPrompt="1"/>
          </p:nvPr>
        </p:nvSpPr>
        <p:spPr>
          <a:xfrm>
            <a:off x="8089970" y="175260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4" name="Picture Placeholder 3">
            <a:extLst>
              <a:ext uri="{FF2B5EF4-FFF2-40B4-BE49-F238E27FC236}">
                <a16:creationId xmlns:a16="http://schemas.microsoft.com/office/drawing/2014/main" id="{3CA9DA82-9FD9-26A5-10CB-6B8054B04BBA}"/>
              </a:ext>
            </a:extLst>
          </p:cNvPr>
          <p:cNvSpPr>
            <a:spLocks noGrp="1"/>
          </p:cNvSpPr>
          <p:nvPr>
            <p:ph type="pic" sz="quarter" idx="31"/>
          </p:nvPr>
        </p:nvSpPr>
        <p:spPr>
          <a:xfrm>
            <a:off x="647700" y="2682874"/>
            <a:ext cx="3363468" cy="3035173"/>
          </a:xfrm>
          <a:prstGeom prst="rect">
            <a:avLst/>
          </a:prstGeom>
        </p:spPr>
        <p:txBody>
          <a:bodyPr/>
          <a:lstStyle/>
          <a:p>
            <a:r>
              <a:rPr lang="en-US"/>
              <a:t>Click icon to add picture</a:t>
            </a:r>
          </a:p>
        </p:txBody>
      </p:sp>
      <p:sp>
        <p:nvSpPr>
          <p:cNvPr id="2" name="Title 1">
            <a:extLst>
              <a:ext uri="{FF2B5EF4-FFF2-40B4-BE49-F238E27FC236}">
                <a16:creationId xmlns:a16="http://schemas.microsoft.com/office/drawing/2014/main" id="{4551A63A-6B98-CD01-3B76-FD40654546E5}"/>
              </a:ext>
            </a:extLst>
          </p:cNvPr>
          <p:cNvSpPr>
            <a:spLocks noGrp="1"/>
          </p:cNvSpPr>
          <p:nvPr>
            <p:ph type="title" hasCustomPrompt="1"/>
          </p:nvPr>
        </p:nvSpPr>
        <p:spPr>
          <a:xfrm>
            <a:off x="627063" y="722843"/>
            <a:ext cx="363251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5" name="Text Placeholder 10">
            <a:extLst>
              <a:ext uri="{FF2B5EF4-FFF2-40B4-BE49-F238E27FC236}">
                <a16:creationId xmlns:a16="http://schemas.microsoft.com/office/drawing/2014/main" id="{A99F9315-A799-3F47-73BC-70CF5B80EF9F}"/>
              </a:ext>
            </a:extLst>
          </p:cNvPr>
          <p:cNvSpPr>
            <a:spLocks noGrp="1"/>
          </p:cNvSpPr>
          <p:nvPr>
            <p:ph type="body" sz="quarter" idx="32"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2769569957"/>
      </p:ext>
    </p:extLst>
  </p:cSld>
  <p:clrMapOvr>
    <a:masterClrMapping/>
  </p:clrMapOvr>
</p:sldLayout>
</file>

<file path=ppt/slideLayouts/slideLayout127.xml><?xml version="1.0" encoding="utf-8"?>
<p:sldLayout xmlns:a="http://schemas.openxmlformats.org/drawingml/2006/main" xmlns:r="http://schemas.openxmlformats.org/officeDocument/2006/relationships" xmlns:p="http://schemas.openxmlformats.org/presentationml/2006/main" preserve="1" userDrawn="1">
  <p:cSld name="4_column_text">
    <p:spTree>
      <p:nvGrpSpPr>
        <p:cNvPr id="1" name=""/>
        <p:cNvGrpSpPr/>
        <p:nvPr/>
      </p:nvGrpSpPr>
      <p:grpSpPr>
        <a:xfrm>
          <a:off x="0" y="0"/>
          <a:ext cx="0" cy="0"/>
          <a:chOff x="0" y="0"/>
          <a:chExt cx="0" cy="0"/>
        </a:xfrm>
      </p:grpSpPr>
      <p:sp>
        <p:nvSpPr>
          <p:cNvPr id="9" name="Text Placeholder 4">
            <a:extLst>
              <a:ext uri="{FF2B5EF4-FFF2-40B4-BE49-F238E27FC236}">
                <a16:creationId xmlns:a16="http://schemas.microsoft.com/office/drawing/2014/main" id="{DBBECED4-4691-EAD7-0FFE-7393254BBDC9}"/>
              </a:ext>
            </a:extLst>
          </p:cNvPr>
          <p:cNvSpPr>
            <a:spLocks noGrp="1"/>
          </p:cNvSpPr>
          <p:nvPr>
            <p:ph type="body" sz="quarter" idx="26" hasCustomPrompt="1"/>
          </p:nvPr>
        </p:nvSpPr>
        <p:spPr>
          <a:xfrm>
            <a:off x="647700" y="1726692"/>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0" name="Text Placeholder 4">
            <a:extLst>
              <a:ext uri="{FF2B5EF4-FFF2-40B4-BE49-F238E27FC236}">
                <a16:creationId xmlns:a16="http://schemas.microsoft.com/office/drawing/2014/main" id="{31E7CDA2-C04C-57C2-B779-676BA576EFB7}"/>
              </a:ext>
            </a:extLst>
          </p:cNvPr>
          <p:cNvSpPr>
            <a:spLocks noGrp="1"/>
          </p:cNvSpPr>
          <p:nvPr>
            <p:ph type="body" sz="quarter" idx="27" hasCustomPrompt="1"/>
          </p:nvPr>
        </p:nvSpPr>
        <p:spPr>
          <a:xfrm>
            <a:off x="647700" y="2456891"/>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2" name="Text Placeholder 4">
            <a:extLst>
              <a:ext uri="{FF2B5EF4-FFF2-40B4-BE49-F238E27FC236}">
                <a16:creationId xmlns:a16="http://schemas.microsoft.com/office/drawing/2014/main" id="{71E07365-191F-2AEF-D8B3-0E6070334B55}"/>
              </a:ext>
            </a:extLst>
          </p:cNvPr>
          <p:cNvSpPr>
            <a:spLocks noGrp="1"/>
          </p:cNvSpPr>
          <p:nvPr>
            <p:ph type="body" sz="quarter" idx="32" hasCustomPrompt="1"/>
          </p:nvPr>
        </p:nvSpPr>
        <p:spPr>
          <a:xfrm>
            <a:off x="3436132" y="1726692"/>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5" name="Text Placeholder 4">
            <a:extLst>
              <a:ext uri="{FF2B5EF4-FFF2-40B4-BE49-F238E27FC236}">
                <a16:creationId xmlns:a16="http://schemas.microsoft.com/office/drawing/2014/main" id="{6D13B958-0014-5BD7-06FC-5AD3F2966879}"/>
              </a:ext>
            </a:extLst>
          </p:cNvPr>
          <p:cNvSpPr>
            <a:spLocks noGrp="1"/>
          </p:cNvSpPr>
          <p:nvPr>
            <p:ph type="body" sz="quarter" idx="33" hasCustomPrompt="1"/>
          </p:nvPr>
        </p:nvSpPr>
        <p:spPr>
          <a:xfrm>
            <a:off x="3436132" y="2456891"/>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8" name="Text Placeholder 4">
            <a:extLst>
              <a:ext uri="{FF2B5EF4-FFF2-40B4-BE49-F238E27FC236}">
                <a16:creationId xmlns:a16="http://schemas.microsoft.com/office/drawing/2014/main" id="{F0338E16-D20C-B7FA-8AC3-9C439351E1DA}"/>
              </a:ext>
            </a:extLst>
          </p:cNvPr>
          <p:cNvSpPr>
            <a:spLocks noGrp="1"/>
          </p:cNvSpPr>
          <p:nvPr>
            <p:ph type="body" sz="quarter" idx="35" hasCustomPrompt="1"/>
          </p:nvPr>
        </p:nvSpPr>
        <p:spPr>
          <a:xfrm>
            <a:off x="6221028" y="1726692"/>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4" name="Text Placeholder 4">
            <a:extLst>
              <a:ext uri="{FF2B5EF4-FFF2-40B4-BE49-F238E27FC236}">
                <a16:creationId xmlns:a16="http://schemas.microsoft.com/office/drawing/2014/main" id="{E6B141DB-BB5A-9CCF-6E8E-737B235FA2D7}"/>
              </a:ext>
            </a:extLst>
          </p:cNvPr>
          <p:cNvSpPr>
            <a:spLocks noGrp="1"/>
          </p:cNvSpPr>
          <p:nvPr>
            <p:ph type="body" sz="quarter" idx="36" hasCustomPrompt="1"/>
          </p:nvPr>
        </p:nvSpPr>
        <p:spPr>
          <a:xfrm>
            <a:off x="6221028" y="2456891"/>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6" name="Text Placeholder 4">
            <a:extLst>
              <a:ext uri="{FF2B5EF4-FFF2-40B4-BE49-F238E27FC236}">
                <a16:creationId xmlns:a16="http://schemas.microsoft.com/office/drawing/2014/main" id="{5A66D88E-80F4-1365-4E17-69F78707BE47}"/>
              </a:ext>
            </a:extLst>
          </p:cNvPr>
          <p:cNvSpPr>
            <a:spLocks noGrp="1"/>
          </p:cNvSpPr>
          <p:nvPr>
            <p:ph type="body" sz="quarter" idx="38" hasCustomPrompt="1"/>
          </p:nvPr>
        </p:nvSpPr>
        <p:spPr>
          <a:xfrm>
            <a:off x="9012478" y="1726692"/>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7" name="Text Placeholder 4">
            <a:extLst>
              <a:ext uri="{FF2B5EF4-FFF2-40B4-BE49-F238E27FC236}">
                <a16:creationId xmlns:a16="http://schemas.microsoft.com/office/drawing/2014/main" id="{6DAFD4C9-E6EA-68B1-AE47-8BEF8A00F2D7}"/>
              </a:ext>
            </a:extLst>
          </p:cNvPr>
          <p:cNvSpPr>
            <a:spLocks noGrp="1"/>
          </p:cNvSpPr>
          <p:nvPr>
            <p:ph type="body" sz="quarter" idx="39" hasCustomPrompt="1"/>
          </p:nvPr>
        </p:nvSpPr>
        <p:spPr>
          <a:xfrm>
            <a:off x="9012478" y="2456891"/>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4" name="Title 1">
            <a:extLst>
              <a:ext uri="{FF2B5EF4-FFF2-40B4-BE49-F238E27FC236}">
                <a16:creationId xmlns:a16="http://schemas.microsoft.com/office/drawing/2014/main" id="{BDC01C14-F2D7-2887-65D4-8963FDC75EFD}"/>
              </a:ext>
            </a:extLst>
          </p:cNvPr>
          <p:cNvSpPr>
            <a:spLocks noGrp="1"/>
          </p:cNvSpPr>
          <p:nvPr>
            <p:ph type="title" hasCustomPrompt="1"/>
          </p:nvPr>
        </p:nvSpPr>
        <p:spPr>
          <a:xfrm>
            <a:off x="627063" y="722843"/>
            <a:ext cx="363251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7" name="Text Placeholder 10">
            <a:extLst>
              <a:ext uri="{FF2B5EF4-FFF2-40B4-BE49-F238E27FC236}">
                <a16:creationId xmlns:a16="http://schemas.microsoft.com/office/drawing/2014/main" id="{01CA365A-97AE-4DC1-8A19-9188A1EF32EA}"/>
              </a:ext>
            </a:extLst>
          </p:cNvPr>
          <p:cNvSpPr>
            <a:spLocks noGrp="1"/>
          </p:cNvSpPr>
          <p:nvPr>
            <p:ph type="body" sz="quarter" idx="28"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2092865865"/>
      </p:ext>
    </p:extLst>
  </p:cSld>
  <p:clrMapOvr>
    <a:masterClrMapping/>
  </p:clrMapOvr>
</p:sldLayout>
</file>

<file path=ppt/slideLayouts/slideLayout128.xml><?xml version="1.0" encoding="utf-8"?>
<p:sldLayout xmlns:a="http://schemas.openxmlformats.org/drawingml/2006/main" xmlns:r="http://schemas.openxmlformats.org/officeDocument/2006/relationships" xmlns:p="http://schemas.openxmlformats.org/presentationml/2006/main" preserve="1" userDrawn="1">
  <p:cSld name="4 columns with images">
    <p:spTree>
      <p:nvGrpSpPr>
        <p:cNvPr id="1" name=""/>
        <p:cNvGrpSpPr/>
        <p:nvPr/>
      </p:nvGrpSpPr>
      <p:grpSpPr>
        <a:xfrm>
          <a:off x="0" y="0"/>
          <a:ext cx="0" cy="0"/>
          <a:chOff x="0" y="0"/>
          <a:chExt cx="0" cy="0"/>
        </a:xfrm>
      </p:grpSpPr>
      <p:sp>
        <p:nvSpPr>
          <p:cNvPr id="9" name="Text Placeholder 4">
            <a:extLst>
              <a:ext uri="{FF2B5EF4-FFF2-40B4-BE49-F238E27FC236}">
                <a16:creationId xmlns:a16="http://schemas.microsoft.com/office/drawing/2014/main" id="{DBBECED4-4691-EAD7-0FFE-7393254BBDC9}"/>
              </a:ext>
            </a:extLst>
          </p:cNvPr>
          <p:cNvSpPr>
            <a:spLocks noGrp="1"/>
          </p:cNvSpPr>
          <p:nvPr>
            <p:ph type="body" sz="quarter" idx="26" hasCustomPrompt="1"/>
          </p:nvPr>
        </p:nvSpPr>
        <p:spPr>
          <a:xfrm>
            <a:off x="638175" y="3188833"/>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0" name="Text Placeholder 4">
            <a:extLst>
              <a:ext uri="{FF2B5EF4-FFF2-40B4-BE49-F238E27FC236}">
                <a16:creationId xmlns:a16="http://schemas.microsoft.com/office/drawing/2014/main" id="{31E7CDA2-C04C-57C2-B779-676BA576EFB7}"/>
              </a:ext>
            </a:extLst>
          </p:cNvPr>
          <p:cNvSpPr>
            <a:spLocks noGrp="1"/>
          </p:cNvSpPr>
          <p:nvPr>
            <p:ph type="body" sz="quarter" idx="27" hasCustomPrompt="1"/>
          </p:nvPr>
        </p:nvSpPr>
        <p:spPr>
          <a:xfrm>
            <a:off x="638175" y="3919032"/>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4" name="Picture Placeholder 3">
            <a:extLst>
              <a:ext uri="{FF2B5EF4-FFF2-40B4-BE49-F238E27FC236}">
                <a16:creationId xmlns:a16="http://schemas.microsoft.com/office/drawing/2014/main" id="{3CA9DA82-9FD9-26A5-10CB-6B8054B04BBA}"/>
              </a:ext>
            </a:extLst>
          </p:cNvPr>
          <p:cNvSpPr>
            <a:spLocks noGrp="1"/>
          </p:cNvSpPr>
          <p:nvPr>
            <p:ph type="pic" sz="quarter" idx="31"/>
          </p:nvPr>
        </p:nvSpPr>
        <p:spPr>
          <a:xfrm>
            <a:off x="638175" y="1517921"/>
            <a:ext cx="2404872" cy="1371600"/>
          </a:xfrm>
          <a:prstGeom prst="rect">
            <a:avLst/>
          </a:prstGeom>
        </p:spPr>
        <p:txBody>
          <a:bodyPr/>
          <a:lstStyle/>
          <a:p>
            <a:r>
              <a:rPr lang="en-US"/>
              <a:t>Click icon to add picture</a:t>
            </a:r>
          </a:p>
        </p:txBody>
      </p:sp>
      <p:sp>
        <p:nvSpPr>
          <p:cNvPr id="2" name="Text Placeholder 4">
            <a:extLst>
              <a:ext uri="{FF2B5EF4-FFF2-40B4-BE49-F238E27FC236}">
                <a16:creationId xmlns:a16="http://schemas.microsoft.com/office/drawing/2014/main" id="{71E07365-191F-2AEF-D8B3-0E6070334B55}"/>
              </a:ext>
            </a:extLst>
          </p:cNvPr>
          <p:cNvSpPr>
            <a:spLocks noGrp="1"/>
          </p:cNvSpPr>
          <p:nvPr>
            <p:ph type="body" sz="quarter" idx="32" hasCustomPrompt="1"/>
          </p:nvPr>
        </p:nvSpPr>
        <p:spPr>
          <a:xfrm>
            <a:off x="3453384" y="3188833"/>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5" name="Text Placeholder 4">
            <a:extLst>
              <a:ext uri="{FF2B5EF4-FFF2-40B4-BE49-F238E27FC236}">
                <a16:creationId xmlns:a16="http://schemas.microsoft.com/office/drawing/2014/main" id="{6D13B958-0014-5BD7-06FC-5AD3F2966879}"/>
              </a:ext>
            </a:extLst>
          </p:cNvPr>
          <p:cNvSpPr>
            <a:spLocks noGrp="1"/>
          </p:cNvSpPr>
          <p:nvPr>
            <p:ph type="body" sz="quarter" idx="33" hasCustomPrompt="1"/>
          </p:nvPr>
        </p:nvSpPr>
        <p:spPr>
          <a:xfrm>
            <a:off x="3453384" y="3919032"/>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7" name="Picture Placeholder 3">
            <a:extLst>
              <a:ext uri="{FF2B5EF4-FFF2-40B4-BE49-F238E27FC236}">
                <a16:creationId xmlns:a16="http://schemas.microsoft.com/office/drawing/2014/main" id="{5D3BEB48-F134-5C30-6B6D-9CE9C41CC7FD}"/>
              </a:ext>
            </a:extLst>
          </p:cNvPr>
          <p:cNvSpPr>
            <a:spLocks noGrp="1"/>
          </p:cNvSpPr>
          <p:nvPr>
            <p:ph type="pic" sz="quarter" idx="34"/>
          </p:nvPr>
        </p:nvSpPr>
        <p:spPr>
          <a:xfrm>
            <a:off x="3453384" y="1517921"/>
            <a:ext cx="2404872" cy="1371600"/>
          </a:xfrm>
          <a:prstGeom prst="rect">
            <a:avLst/>
          </a:prstGeom>
        </p:spPr>
        <p:txBody>
          <a:bodyPr/>
          <a:lstStyle/>
          <a:p>
            <a:r>
              <a:rPr lang="en-US"/>
              <a:t>Click icon to add picture</a:t>
            </a:r>
          </a:p>
        </p:txBody>
      </p:sp>
      <p:sp>
        <p:nvSpPr>
          <p:cNvPr id="8" name="Text Placeholder 4">
            <a:extLst>
              <a:ext uri="{FF2B5EF4-FFF2-40B4-BE49-F238E27FC236}">
                <a16:creationId xmlns:a16="http://schemas.microsoft.com/office/drawing/2014/main" id="{F0338E16-D20C-B7FA-8AC3-9C439351E1DA}"/>
              </a:ext>
            </a:extLst>
          </p:cNvPr>
          <p:cNvSpPr>
            <a:spLocks noGrp="1"/>
          </p:cNvSpPr>
          <p:nvPr>
            <p:ph type="body" sz="quarter" idx="35" hasCustomPrompt="1"/>
          </p:nvPr>
        </p:nvSpPr>
        <p:spPr>
          <a:xfrm>
            <a:off x="6215634" y="3188833"/>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4" name="Text Placeholder 4">
            <a:extLst>
              <a:ext uri="{FF2B5EF4-FFF2-40B4-BE49-F238E27FC236}">
                <a16:creationId xmlns:a16="http://schemas.microsoft.com/office/drawing/2014/main" id="{E6B141DB-BB5A-9CCF-6E8E-737B235FA2D7}"/>
              </a:ext>
            </a:extLst>
          </p:cNvPr>
          <p:cNvSpPr>
            <a:spLocks noGrp="1"/>
          </p:cNvSpPr>
          <p:nvPr>
            <p:ph type="body" sz="quarter" idx="36" hasCustomPrompt="1"/>
          </p:nvPr>
        </p:nvSpPr>
        <p:spPr>
          <a:xfrm>
            <a:off x="6215634" y="3919032"/>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5" name="Picture Placeholder 3">
            <a:extLst>
              <a:ext uri="{FF2B5EF4-FFF2-40B4-BE49-F238E27FC236}">
                <a16:creationId xmlns:a16="http://schemas.microsoft.com/office/drawing/2014/main" id="{0BA6217C-C15D-5705-1523-51C7EE9D2745}"/>
              </a:ext>
            </a:extLst>
          </p:cNvPr>
          <p:cNvSpPr>
            <a:spLocks noGrp="1"/>
          </p:cNvSpPr>
          <p:nvPr>
            <p:ph type="pic" sz="quarter" idx="37"/>
          </p:nvPr>
        </p:nvSpPr>
        <p:spPr>
          <a:xfrm>
            <a:off x="6215634" y="1517921"/>
            <a:ext cx="2404872" cy="1371600"/>
          </a:xfrm>
          <a:prstGeom prst="rect">
            <a:avLst/>
          </a:prstGeom>
        </p:spPr>
        <p:txBody>
          <a:bodyPr/>
          <a:lstStyle/>
          <a:p>
            <a:r>
              <a:rPr lang="en-US"/>
              <a:t>Click icon to add picture</a:t>
            </a:r>
          </a:p>
        </p:txBody>
      </p:sp>
      <p:sp>
        <p:nvSpPr>
          <p:cNvPr id="16" name="Text Placeholder 4">
            <a:extLst>
              <a:ext uri="{FF2B5EF4-FFF2-40B4-BE49-F238E27FC236}">
                <a16:creationId xmlns:a16="http://schemas.microsoft.com/office/drawing/2014/main" id="{5A66D88E-80F4-1365-4E17-69F78707BE47}"/>
              </a:ext>
            </a:extLst>
          </p:cNvPr>
          <p:cNvSpPr>
            <a:spLocks noGrp="1"/>
          </p:cNvSpPr>
          <p:nvPr>
            <p:ph type="body" sz="quarter" idx="38" hasCustomPrompt="1"/>
          </p:nvPr>
        </p:nvSpPr>
        <p:spPr>
          <a:xfrm>
            <a:off x="9055608" y="3188833"/>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7" name="Text Placeholder 4">
            <a:extLst>
              <a:ext uri="{FF2B5EF4-FFF2-40B4-BE49-F238E27FC236}">
                <a16:creationId xmlns:a16="http://schemas.microsoft.com/office/drawing/2014/main" id="{6DAFD4C9-E6EA-68B1-AE47-8BEF8A00F2D7}"/>
              </a:ext>
            </a:extLst>
          </p:cNvPr>
          <p:cNvSpPr>
            <a:spLocks noGrp="1"/>
          </p:cNvSpPr>
          <p:nvPr>
            <p:ph type="body" sz="quarter" idx="39" hasCustomPrompt="1"/>
          </p:nvPr>
        </p:nvSpPr>
        <p:spPr>
          <a:xfrm>
            <a:off x="9055608" y="3919032"/>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8" name="Picture Placeholder 3">
            <a:extLst>
              <a:ext uri="{FF2B5EF4-FFF2-40B4-BE49-F238E27FC236}">
                <a16:creationId xmlns:a16="http://schemas.microsoft.com/office/drawing/2014/main" id="{10FD9B17-7D3A-73D7-A51D-A3A5FF8DA3BC}"/>
              </a:ext>
            </a:extLst>
          </p:cNvPr>
          <p:cNvSpPr>
            <a:spLocks noGrp="1"/>
          </p:cNvSpPr>
          <p:nvPr>
            <p:ph type="pic" sz="quarter" idx="40"/>
          </p:nvPr>
        </p:nvSpPr>
        <p:spPr>
          <a:xfrm>
            <a:off x="9055608" y="1517921"/>
            <a:ext cx="2404872" cy="1371600"/>
          </a:xfrm>
          <a:prstGeom prst="rect">
            <a:avLst/>
          </a:prstGeom>
        </p:spPr>
        <p:txBody>
          <a:bodyPr/>
          <a:lstStyle/>
          <a:p>
            <a:r>
              <a:rPr lang="en-US"/>
              <a:t>Click icon to add picture</a:t>
            </a:r>
          </a:p>
        </p:txBody>
      </p:sp>
      <p:sp>
        <p:nvSpPr>
          <p:cNvPr id="11" name="Title 1">
            <a:extLst>
              <a:ext uri="{FF2B5EF4-FFF2-40B4-BE49-F238E27FC236}">
                <a16:creationId xmlns:a16="http://schemas.microsoft.com/office/drawing/2014/main" id="{D8E4791D-EB66-3EB0-E97B-4F315F0E9249}"/>
              </a:ext>
            </a:extLst>
          </p:cNvPr>
          <p:cNvSpPr>
            <a:spLocks noGrp="1"/>
          </p:cNvSpPr>
          <p:nvPr>
            <p:ph type="title" hasCustomPrompt="1"/>
          </p:nvPr>
        </p:nvSpPr>
        <p:spPr>
          <a:xfrm>
            <a:off x="627063" y="722843"/>
            <a:ext cx="363251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12" name="Text Placeholder 10">
            <a:extLst>
              <a:ext uri="{FF2B5EF4-FFF2-40B4-BE49-F238E27FC236}">
                <a16:creationId xmlns:a16="http://schemas.microsoft.com/office/drawing/2014/main" id="{4C796860-E80D-CE8C-2D2A-386FCE8098DC}"/>
              </a:ext>
            </a:extLst>
          </p:cNvPr>
          <p:cNvSpPr>
            <a:spLocks noGrp="1"/>
          </p:cNvSpPr>
          <p:nvPr>
            <p:ph type="body" sz="quarter" idx="28"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1002310563"/>
      </p:ext>
    </p:extLst>
  </p:cSld>
  <p:clrMapOvr>
    <a:masterClrMapping/>
  </p:clrMapOvr>
</p:sldLayout>
</file>

<file path=ppt/slideLayouts/slideLayout129.xml><?xml version="1.0" encoding="utf-8"?>
<p:sldLayout xmlns:a="http://schemas.openxmlformats.org/drawingml/2006/main" xmlns:r="http://schemas.openxmlformats.org/officeDocument/2006/relationships" xmlns:p="http://schemas.openxmlformats.org/presentationml/2006/main" preserve="1" userDrawn="1">
  <p:cSld name="4_photos_varied_blur">
    <p:spTree>
      <p:nvGrpSpPr>
        <p:cNvPr id="1" name=""/>
        <p:cNvGrpSpPr/>
        <p:nvPr/>
      </p:nvGrpSpPr>
      <p:grpSpPr>
        <a:xfrm>
          <a:off x="0" y="0"/>
          <a:ext cx="0" cy="0"/>
          <a:chOff x="0" y="0"/>
          <a:chExt cx="0" cy="0"/>
        </a:xfrm>
      </p:grpSpPr>
      <p:pic>
        <p:nvPicPr>
          <p:cNvPr id="23" name="Picture 22">
            <a:extLst>
              <a:ext uri="{FF2B5EF4-FFF2-40B4-BE49-F238E27FC236}">
                <a16:creationId xmlns:a16="http://schemas.microsoft.com/office/drawing/2014/main" id="{20858E9A-CB5D-190B-E115-D040F11CFFAC}"/>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1" y="3715475"/>
            <a:ext cx="1539899" cy="2848304"/>
          </a:xfrm>
          <a:prstGeom prst="rect">
            <a:avLst/>
          </a:prstGeom>
        </p:spPr>
      </p:pic>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0" y="2700596"/>
            <a:ext cx="2616200" cy="2605088"/>
          </a:xfrm>
          <a:prstGeom prst="rect">
            <a:avLst/>
          </a:prstGeom>
        </p:spPr>
        <p:txBody>
          <a:bodyPr/>
          <a:lstStyle/>
          <a:p>
            <a:r>
              <a:rPr lang="en-US"/>
              <a:t>Click icon to add picture</a:t>
            </a:r>
          </a:p>
        </p:txBody>
      </p:sp>
      <p:sp>
        <p:nvSpPr>
          <p:cNvPr id="15" name="Picture Placeholder 14">
            <a:extLst>
              <a:ext uri="{FF2B5EF4-FFF2-40B4-BE49-F238E27FC236}">
                <a16:creationId xmlns:a16="http://schemas.microsoft.com/office/drawing/2014/main" id="{4093A2EB-3C19-9E31-FDC7-914877B946FA}"/>
              </a:ext>
            </a:extLst>
          </p:cNvPr>
          <p:cNvSpPr>
            <a:spLocks noGrp="1"/>
          </p:cNvSpPr>
          <p:nvPr>
            <p:ph type="pic" sz="quarter" idx="14"/>
          </p:nvPr>
        </p:nvSpPr>
        <p:spPr>
          <a:xfrm>
            <a:off x="2828666" y="1286134"/>
            <a:ext cx="3923414" cy="4370387"/>
          </a:xfrm>
          <a:prstGeom prst="rect">
            <a:avLst/>
          </a:prstGeom>
        </p:spPr>
        <p:txBody>
          <a:bodyPr/>
          <a:lstStyle/>
          <a:p>
            <a:r>
              <a:rPr lang="en-US"/>
              <a:t>Click icon to add picture</a:t>
            </a:r>
          </a:p>
        </p:txBody>
      </p:sp>
      <p:sp>
        <p:nvSpPr>
          <p:cNvPr id="17" name="Picture Placeholder 16">
            <a:extLst>
              <a:ext uri="{FF2B5EF4-FFF2-40B4-BE49-F238E27FC236}">
                <a16:creationId xmlns:a16="http://schemas.microsoft.com/office/drawing/2014/main" id="{AD0AD93E-4D95-4081-4F15-A8D7B51D2526}"/>
              </a:ext>
            </a:extLst>
          </p:cNvPr>
          <p:cNvSpPr>
            <a:spLocks noGrp="1"/>
          </p:cNvSpPr>
          <p:nvPr>
            <p:ph type="pic" sz="quarter" idx="15"/>
          </p:nvPr>
        </p:nvSpPr>
        <p:spPr>
          <a:xfrm>
            <a:off x="6964546" y="2179896"/>
            <a:ext cx="2179638" cy="2614613"/>
          </a:xfrm>
          <a:prstGeom prst="rect">
            <a:avLst/>
          </a:prstGeom>
        </p:spPr>
        <p:txBody>
          <a:bodyPr/>
          <a:lstStyle/>
          <a:p>
            <a:r>
              <a:rPr lang="en-US"/>
              <a:t>Click icon to add picture</a:t>
            </a:r>
          </a:p>
        </p:txBody>
      </p:sp>
      <p:sp>
        <p:nvSpPr>
          <p:cNvPr id="19" name="Picture Placeholder 18">
            <a:extLst>
              <a:ext uri="{FF2B5EF4-FFF2-40B4-BE49-F238E27FC236}">
                <a16:creationId xmlns:a16="http://schemas.microsoft.com/office/drawing/2014/main" id="{2F0AF10A-A1DF-4170-D2CD-EFCFAB551DAE}"/>
              </a:ext>
            </a:extLst>
          </p:cNvPr>
          <p:cNvSpPr>
            <a:spLocks noGrp="1"/>
          </p:cNvSpPr>
          <p:nvPr>
            <p:ph type="pic" sz="quarter" idx="16"/>
          </p:nvPr>
        </p:nvSpPr>
        <p:spPr>
          <a:xfrm>
            <a:off x="9356651" y="1775084"/>
            <a:ext cx="2835349" cy="3413125"/>
          </a:xfrm>
          <a:prstGeom prst="rect">
            <a:avLst/>
          </a:prstGeom>
        </p:spPr>
        <p:txBody>
          <a:bodyPr/>
          <a:lstStyle/>
          <a:p>
            <a:r>
              <a:rPr lang="en-US"/>
              <a:t>Click icon to add picture</a:t>
            </a:r>
          </a:p>
        </p:txBody>
      </p:sp>
      <p:pic>
        <p:nvPicPr>
          <p:cNvPr id="21" name="Picture 20">
            <a:extLst>
              <a:ext uri="{FF2B5EF4-FFF2-40B4-BE49-F238E27FC236}">
                <a16:creationId xmlns:a16="http://schemas.microsoft.com/office/drawing/2014/main" id="{FC072D8F-9413-C0EE-DD0E-94A9EA142EC3}"/>
              </a:ext>
            </a:extLst>
          </p:cNvPr>
          <p:cNvPicPr>
            <a:picLocks noChangeAspect="1"/>
          </p:cNvPicPr>
          <p:nvPr userDrawn="1"/>
        </p:nvPicPr>
        <p:blipFill>
          <a:blip r:embed="rId3" cstate="email">
            <a:extLst>
              <a:ext uri="{28A0092B-C50C-407E-A947-70E740481C1C}">
                <a14:useLocalDpi xmlns:a14="http://schemas.microsoft.com/office/drawing/2010/main"/>
              </a:ext>
            </a:extLst>
          </a:blip>
          <a:srcRect/>
          <a:stretch/>
        </p:blipFill>
        <p:spPr>
          <a:xfrm>
            <a:off x="7096521" y="254643"/>
            <a:ext cx="1260401" cy="1260401"/>
          </a:xfrm>
          <a:prstGeom prst="rect">
            <a:avLst/>
          </a:prstGeom>
        </p:spPr>
      </p:pic>
      <p:sp>
        <p:nvSpPr>
          <p:cNvPr id="2" name="Title 1">
            <a:extLst>
              <a:ext uri="{FF2B5EF4-FFF2-40B4-BE49-F238E27FC236}">
                <a16:creationId xmlns:a16="http://schemas.microsoft.com/office/drawing/2014/main" id="{2D142224-C073-C370-0170-EDFF722C3E54}"/>
              </a:ext>
            </a:extLst>
          </p:cNvPr>
          <p:cNvSpPr>
            <a:spLocks noGrp="1"/>
          </p:cNvSpPr>
          <p:nvPr>
            <p:ph type="title" hasCustomPrompt="1"/>
          </p:nvPr>
        </p:nvSpPr>
        <p:spPr>
          <a:xfrm>
            <a:off x="627063" y="722843"/>
            <a:ext cx="363251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3" name="Text Placeholder 10">
            <a:extLst>
              <a:ext uri="{FF2B5EF4-FFF2-40B4-BE49-F238E27FC236}">
                <a16:creationId xmlns:a16="http://schemas.microsoft.com/office/drawing/2014/main" id="{8A91D11B-7EB1-78A8-25AB-EA33341C8BBD}"/>
              </a:ext>
            </a:extLst>
          </p:cNvPr>
          <p:cNvSpPr>
            <a:spLocks noGrp="1"/>
          </p:cNvSpPr>
          <p:nvPr>
            <p:ph type="body" sz="quarter" idx="28"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4153358866"/>
      </p:ext>
    </p:extLst>
  </p:cSld>
  <p:clrMapOvr>
    <a:masterClrMapping/>
  </p:clrMapOvr>
</p:sldLayout>
</file>

<file path=ppt/slideLayouts/slideLayout130.xml><?xml version="1.0" encoding="utf-8"?>
<p:sldLayout xmlns:a="http://schemas.openxmlformats.org/drawingml/2006/main" xmlns:r="http://schemas.openxmlformats.org/officeDocument/2006/relationships" xmlns:p="http://schemas.openxmlformats.org/presentationml/2006/main" preserve="1" userDrawn="1">
  <p:cSld name="4_photos_varied">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0" y="2700596"/>
            <a:ext cx="2616200" cy="2605088"/>
          </a:xfrm>
          <a:prstGeom prst="rect">
            <a:avLst/>
          </a:prstGeom>
        </p:spPr>
        <p:txBody>
          <a:bodyPr/>
          <a:lstStyle/>
          <a:p>
            <a:r>
              <a:rPr lang="en-US"/>
              <a:t>Click icon to add picture</a:t>
            </a:r>
          </a:p>
        </p:txBody>
      </p:sp>
      <p:sp>
        <p:nvSpPr>
          <p:cNvPr id="15" name="Picture Placeholder 14">
            <a:extLst>
              <a:ext uri="{FF2B5EF4-FFF2-40B4-BE49-F238E27FC236}">
                <a16:creationId xmlns:a16="http://schemas.microsoft.com/office/drawing/2014/main" id="{4093A2EB-3C19-9E31-FDC7-914877B946FA}"/>
              </a:ext>
            </a:extLst>
          </p:cNvPr>
          <p:cNvSpPr>
            <a:spLocks noGrp="1"/>
          </p:cNvSpPr>
          <p:nvPr>
            <p:ph type="pic" sz="quarter" idx="14"/>
          </p:nvPr>
        </p:nvSpPr>
        <p:spPr>
          <a:xfrm>
            <a:off x="2828666" y="1286134"/>
            <a:ext cx="3923414" cy="4370387"/>
          </a:xfrm>
          <a:prstGeom prst="rect">
            <a:avLst/>
          </a:prstGeom>
        </p:spPr>
        <p:txBody>
          <a:bodyPr/>
          <a:lstStyle/>
          <a:p>
            <a:r>
              <a:rPr lang="en-US"/>
              <a:t>Click icon to add picture</a:t>
            </a:r>
          </a:p>
        </p:txBody>
      </p:sp>
      <p:sp>
        <p:nvSpPr>
          <p:cNvPr id="17" name="Picture Placeholder 16">
            <a:extLst>
              <a:ext uri="{FF2B5EF4-FFF2-40B4-BE49-F238E27FC236}">
                <a16:creationId xmlns:a16="http://schemas.microsoft.com/office/drawing/2014/main" id="{AD0AD93E-4D95-4081-4F15-A8D7B51D2526}"/>
              </a:ext>
            </a:extLst>
          </p:cNvPr>
          <p:cNvSpPr>
            <a:spLocks noGrp="1"/>
          </p:cNvSpPr>
          <p:nvPr>
            <p:ph type="pic" sz="quarter" idx="15"/>
          </p:nvPr>
        </p:nvSpPr>
        <p:spPr>
          <a:xfrm>
            <a:off x="6964546" y="2179896"/>
            <a:ext cx="2179638" cy="2614613"/>
          </a:xfrm>
          <a:prstGeom prst="rect">
            <a:avLst/>
          </a:prstGeom>
        </p:spPr>
        <p:txBody>
          <a:bodyPr/>
          <a:lstStyle/>
          <a:p>
            <a:r>
              <a:rPr lang="en-US"/>
              <a:t>Click icon to add picture</a:t>
            </a:r>
          </a:p>
        </p:txBody>
      </p:sp>
      <p:sp>
        <p:nvSpPr>
          <p:cNvPr id="19" name="Picture Placeholder 18">
            <a:extLst>
              <a:ext uri="{FF2B5EF4-FFF2-40B4-BE49-F238E27FC236}">
                <a16:creationId xmlns:a16="http://schemas.microsoft.com/office/drawing/2014/main" id="{2F0AF10A-A1DF-4170-D2CD-EFCFAB551DAE}"/>
              </a:ext>
            </a:extLst>
          </p:cNvPr>
          <p:cNvSpPr>
            <a:spLocks noGrp="1"/>
          </p:cNvSpPr>
          <p:nvPr>
            <p:ph type="pic" sz="quarter" idx="16"/>
          </p:nvPr>
        </p:nvSpPr>
        <p:spPr>
          <a:xfrm>
            <a:off x="9356651" y="1775084"/>
            <a:ext cx="2835349" cy="3413125"/>
          </a:xfrm>
          <a:prstGeom prst="rect">
            <a:avLst/>
          </a:prstGeom>
        </p:spPr>
        <p:txBody>
          <a:bodyPr/>
          <a:lstStyle/>
          <a:p>
            <a:r>
              <a:rPr lang="en-US"/>
              <a:t>Click icon to add picture</a:t>
            </a:r>
          </a:p>
        </p:txBody>
      </p:sp>
      <p:sp>
        <p:nvSpPr>
          <p:cNvPr id="2" name="Title 1">
            <a:extLst>
              <a:ext uri="{FF2B5EF4-FFF2-40B4-BE49-F238E27FC236}">
                <a16:creationId xmlns:a16="http://schemas.microsoft.com/office/drawing/2014/main" id="{D360D353-A3AE-80DA-C3D7-A4CA5CCF3274}"/>
              </a:ext>
            </a:extLst>
          </p:cNvPr>
          <p:cNvSpPr>
            <a:spLocks noGrp="1"/>
          </p:cNvSpPr>
          <p:nvPr>
            <p:ph type="title" hasCustomPrompt="1"/>
          </p:nvPr>
        </p:nvSpPr>
        <p:spPr>
          <a:xfrm>
            <a:off x="627063" y="722843"/>
            <a:ext cx="363251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3" name="Text Placeholder 10">
            <a:extLst>
              <a:ext uri="{FF2B5EF4-FFF2-40B4-BE49-F238E27FC236}">
                <a16:creationId xmlns:a16="http://schemas.microsoft.com/office/drawing/2014/main" id="{008583E0-4981-FCE6-CC7F-B562C4EAB0FE}"/>
              </a:ext>
            </a:extLst>
          </p:cNvPr>
          <p:cNvSpPr>
            <a:spLocks noGrp="1"/>
          </p:cNvSpPr>
          <p:nvPr>
            <p:ph type="body" sz="quarter" idx="28"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3316252923"/>
      </p:ext>
    </p:extLst>
  </p:cSld>
  <p:clrMapOvr>
    <a:masterClrMapping/>
  </p:clrMapOvr>
</p:sldLayout>
</file>

<file path=ppt/slideLayouts/slideLayout131.xml><?xml version="1.0" encoding="utf-8"?>
<p:sldLayout xmlns:a="http://schemas.openxmlformats.org/drawingml/2006/main" xmlns:r="http://schemas.openxmlformats.org/officeDocument/2006/relationships" xmlns:p="http://schemas.openxmlformats.org/presentationml/2006/main" preserve="1" userDrawn="1">
  <p:cSld name="4_photos_Case_Study_Intro_A">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2" y="1"/>
            <a:ext cx="3044952" cy="6858000"/>
          </a:xfrm>
          <a:prstGeom prst="rect">
            <a:avLst/>
          </a:prstGeom>
        </p:spPr>
        <p:txBody>
          <a:bodyPr/>
          <a:lstStyle/>
          <a:p>
            <a:r>
              <a:rPr lang="en-US"/>
              <a:t>Click icon to add picture</a:t>
            </a:r>
          </a:p>
        </p:txBody>
      </p:sp>
      <p:sp>
        <p:nvSpPr>
          <p:cNvPr id="2" name="Picture Placeholder 12">
            <a:extLst>
              <a:ext uri="{FF2B5EF4-FFF2-40B4-BE49-F238E27FC236}">
                <a16:creationId xmlns:a16="http://schemas.microsoft.com/office/drawing/2014/main" id="{E055866F-C082-4D99-5B4E-3C63986AACF0}"/>
              </a:ext>
            </a:extLst>
          </p:cNvPr>
          <p:cNvSpPr>
            <a:spLocks noGrp="1"/>
          </p:cNvSpPr>
          <p:nvPr>
            <p:ph type="pic" sz="quarter" idx="26"/>
          </p:nvPr>
        </p:nvSpPr>
        <p:spPr>
          <a:xfrm>
            <a:off x="3049015" y="1"/>
            <a:ext cx="3044952" cy="6858000"/>
          </a:xfrm>
          <a:prstGeom prst="rect">
            <a:avLst/>
          </a:prstGeom>
        </p:spPr>
        <p:txBody>
          <a:bodyPr/>
          <a:lstStyle/>
          <a:p>
            <a:r>
              <a:rPr lang="en-US"/>
              <a:t>Click icon to add picture</a:t>
            </a:r>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343662"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343662"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Subheading</a:t>
            </a:r>
          </a:p>
        </p:txBody>
      </p:sp>
      <p:sp>
        <p:nvSpPr>
          <p:cNvPr id="10" name="Text Placeholder 4">
            <a:extLst>
              <a:ext uri="{FF2B5EF4-FFF2-40B4-BE49-F238E27FC236}">
                <a16:creationId xmlns:a16="http://schemas.microsoft.com/office/drawing/2014/main" id="{827EC50B-97F1-95B1-1645-215DA9E1E3BF}"/>
              </a:ext>
            </a:extLst>
          </p:cNvPr>
          <p:cNvSpPr>
            <a:spLocks noGrp="1"/>
          </p:cNvSpPr>
          <p:nvPr>
            <p:ph type="body" sz="quarter" idx="32" hasCustomPrompt="1"/>
          </p:nvPr>
        </p:nvSpPr>
        <p:spPr>
          <a:xfrm>
            <a:off x="3431287"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9DB968DD-CEBD-F381-301F-90981E0D721D}"/>
              </a:ext>
            </a:extLst>
          </p:cNvPr>
          <p:cNvSpPr>
            <a:spLocks noGrp="1"/>
          </p:cNvSpPr>
          <p:nvPr>
            <p:ph type="body" sz="quarter" idx="33" hasCustomPrompt="1"/>
          </p:nvPr>
        </p:nvSpPr>
        <p:spPr>
          <a:xfrm>
            <a:off x="3431287"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Subheading</a:t>
            </a:r>
          </a:p>
        </p:txBody>
      </p:sp>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6098032" y="1"/>
            <a:ext cx="3044952" cy="6858000"/>
          </a:xfrm>
          <a:prstGeom prst="rect">
            <a:avLst/>
          </a:prstGeom>
        </p:spPr>
        <p:txBody>
          <a:bodyPr/>
          <a:lstStyle/>
          <a:p>
            <a:r>
              <a:rPr lang="en-US"/>
              <a:t>Click icon to add picture</a:t>
            </a:r>
          </a:p>
        </p:txBody>
      </p:sp>
      <p:sp>
        <p:nvSpPr>
          <p:cNvPr id="16" name="Picture Placeholder 12">
            <a:extLst>
              <a:ext uri="{FF2B5EF4-FFF2-40B4-BE49-F238E27FC236}">
                <a16:creationId xmlns:a16="http://schemas.microsoft.com/office/drawing/2014/main" id="{E55DC887-581D-F1A6-AE8A-07BF09DACBF5}"/>
              </a:ext>
            </a:extLst>
          </p:cNvPr>
          <p:cNvSpPr>
            <a:spLocks noGrp="1"/>
          </p:cNvSpPr>
          <p:nvPr>
            <p:ph type="pic" sz="quarter" idx="35"/>
          </p:nvPr>
        </p:nvSpPr>
        <p:spPr>
          <a:xfrm>
            <a:off x="9147048" y="1"/>
            <a:ext cx="3044952" cy="6858000"/>
          </a:xfrm>
          <a:prstGeom prst="rect">
            <a:avLst/>
          </a:prstGeom>
        </p:spPr>
        <p:txBody>
          <a:bodyPr/>
          <a:lstStyle/>
          <a:p>
            <a:r>
              <a:rPr lang="en-US"/>
              <a:t>Click icon to add picture</a:t>
            </a:r>
          </a:p>
        </p:txBody>
      </p:sp>
      <p:sp>
        <p:nvSpPr>
          <p:cNvPr id="18" name="Text Placeholder 4">
            <a:extLst>
              <a:ext uri="{FF2B5EF4-FFF2-40B4-BE49-F238E27FC236}">
                <a16:creationId xmlns:a16="http://schemas.microsoft.com/office/drawing/2014/main" id="{9EB4AE85-0F02-5C55-08C2-B0140E9D257E}"/>
              </a:ext>
            </a:extLst>
          </p:cNvPr>
          <p:cNvSpPr>
            <a:spLocks noGrp="1"/>
          </p:cNvSpPr>
          <p:nvPr>
            <p:ph type="body" sz="quarter" idx="36" hasCustomPrompt="1"/>
          </p:nvPr>
        </p:nvSpPr>
        <p:spPr>
          <a:xfrm>
            <a:off x="6515863"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Heading</a:t>
            </a:r>
          </a:p>
        </p:txBody>
      </p:sp>
      <p:sp>
        <p:nvSpPr>
          <p:cNvPr id="20" name="Text Placeholder 4">
            <a:extLst>
              <a:ext uri="{FF2B5EF4-FFF2-40B4-BE49-F238E27FC236}">
                <a16:creationId xmlns:a16="http://schemas.microsoft.com/office/drawing/2014/main" id="{03CE0690-30B8-D5A7-67CF-262217A974F3}"/>
              </a:ext>
            </a:extLst>
          </p:cNvPr>
          <p:cNvSpPr>
            <a:spLocks noGrp="1"/>
          </p:cNvSpPr>
          <p:nvPr>
            <p:ph type="body" sz="quarter" idx="37" hasCustomPrompt="1"/>
          </p:nvPr>
        </p:nvSpPr>
        <p:spPr>
          <a:xfrm>
            <a:off x="6515863"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Subheading</a:t>
            </a:r>
          </a:p>
        </p:txBody>
      </p:sp>
      <p:sp>
        <p:nvSpPr>
          <p:cNvPr id="21" name="Text Placeholder 4">
            <a:extLst>
              <a:ext uri="{FF2B5EF4-FFF2-40B4-BE49-F238E27FC236}">
                <a16:creationId xmlns:a16="http://schemas.microsoft.com/office/drawing/2014/main" id="{098EDDB7-B424-017D-C031-094E73D4E03E}"/>
              </a:ext>
            </a:extLst>
          </p:cNvPr>
          <p:cNvSpPr>
            <a:spLocks noGrp="1"/>
          </p:cNvSpPr>
          <p:nvPr>
            <p:ph type="body" sz="quarter" idx="38" hasCustomPrompt="1"/>
          </p:nvPr>
        </p:nvSpPr>
        <p:spPr>
          <a:xfrm>
            <a:off x="9603488"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Heading</a:t>
            </a:r>
          </a:p>
        </p:txBody>
      </p:sp>
      <p:sp>
        <p:nvSpPr>
          <p:cNvPr id="22" name="Text Placeholder 4">
            <a:extLst>
              <a:ext uri="{FF2B5EF4-FFF2-40B4-BE49-F238E27FC236}">
                <a16:creationId xmlns:a16="http://schemas.microsoft.com/office/drawing/2014/main" id="{3415EB96-602E-D431-3713-AB005A9D7BA6}"/>
              </a:ext>
            </a:extLst>
          </p:cNvPr>
          <p:cNvSpPr>
            <a:spLocks noGrp="1"/>
          </p:cNvSpPr>
          <p:nvPr>
            <p:ph type="body" sz="quarter" idx="39" hasCustomPrompt="1"/>
          </p:nvPr>
        </p:nvSpPr>
        <p:spPr>
          <a:xfrm>
            <a:off x="9603488"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3289794977"/>
      </p:ext>
    </p:extLst>
  </p:cSld>
  <p:clrMapOvr>
    <a:masterClrMapping/>
  </p:clrMapOvr>
</p:sldLayout>
</file>

<file path=ppt/slideLayouts/slideLayout132.xml><?xml version="1.0" encoding="utf-8"?>
<p:sldLayout xmlns:a="http://schemas.openxmlformats.org/drawingml/2006/main" xmlns:r="http://schemas.openxmlformats.org/officeDocument/2006/relationships" xmlns:p="http://schemas.openxmlformats.org/presentationml/2006/main" preserve="1" userDrawn="1">
  <p:cSld name="3_photos_Case_Study_Intro_A">
    <p:spTree>
      <p:nvGrpSpPr>
        <p:cNvPr id="1" name=""/>
        <p:cNvGrpSpPr/>
        <p:nvPr/>
      </p:nvGrpSpPr>
      <p:grpSpPr>
        <a:xfrm>
          <a:off x="0" y="0"/>
          <a:ext cx="0" cy="0"/>
          <a:chOff x="0" y="0"/>
          <a:chExt cx="0" cy="0"/>
        </a:xfrm>
      </p:grpSpPr>
      <p:sp>
        <p:nvSpPr>
          <p:cNvPr id="17" name="Picture Placeholder 12">
            <a:extLst>
              <a:ext uri="{FF2B5EF4-FFF2-40B4-BE49-F238E27FC236}">
                <a16:creationId xmlns:a16="http://schemas.microsoft.com/office/drawing/2014/main" id="{B84B59E6-DB3C-524C-C721-DF0AEF48CED0}"/>
              </a:ext>
            </a:extLst>
          </p:cNvPr>
          <p:cNvSpPr>
            <a:spLocks noGrp="1"/>
          </p:cNvSpPr>
          <p:nvPr>
            <p:ph type="pic" sz="quarter" idx="40"/>
          </p:nvPr>
        </p:nvSpPr>
        <p:spPr>
          <a:xfrm>
            <a:off x="8122920" y="1"/>
            <a:ext cx="4069080" cy="6858000"/>
          </a:xfrm>
          <a:prstGeom prst="rect">
            <a:avLst/>
          </a:prstGeom>
        </p:spPr>
        <p:txBody>
          <a:bodyPr/>
          <a:lstStyle/>
          <a:p>
            <a:r>
              <a:rPr lang="en-US"/>
              <a:t>Click icon to add picture</a:t>
            </a:r>
          </a:p>
        </p:txBody>
      </p:sp>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0" y="1"/>
            <a:ext cx="4069080" cy="6858000"/>
          </a:xfrm>
          <a:prstGeom prst="rect">
            <a:avLst/>
          </a:prstGeom>
        </p:spPr>
        <p:txBody>
          <a:bodyPr/>
          <a:lstStyle/>
          <a:p>
            <a:r>
              <a:rPr lang="en-US"/>
              <a:t>Click icon to add picture</a:t>
            </a:r>
          </a:p>
        </p:txBody>
      </p:sp>
      <p:sp>
        <p:nvSpPr>
          <p:cNvPr id="9" name="Picture Placeholder 12">
            <a:extLst>
              <a:ext uri="{FF2B5EF4-FFF2-40B4-BE49-F238E27FC236}">
                <a16:creationId xmlns:a16="http://schemas.microsoft.com/office/drawing/2014/main" id="{D40E92CB-4429-D81E-AE0E-74FA641AF1D7}"/>
              </a:ext>
            </a:extLst>
          </p:cNvPr>
          <p:cNvSpPr>
            <a:spLocks noGrp="1"/>
          </p:cNvSpPr>
          <p:nvPr>
            <p:ph type="pic" sz="quarter" idx="37"/>
          </p:nvPr>
        </p:nvSpPr>
        <p:spPr>
          <a:xfrm>
            <a:off x="4061460" y="1"/>
            <a:ext cx="4069080" cy="6858000"/>
          </a:xfrm>
          <a:prstGeom prst="rect">
            <a:avLst/>
          </a:prstGeom>
        </p:spPr>
        <p:txBody>
          <a:bodyPr/>
          <a:lstStyle/>
          <a:p>
            <a:r>
              <a:rPr lang="en-US"/>
              <a:t>Click icon to add picture</a:t>
            </a:r>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343662"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343662"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Subheading</a:t>
            </a:r>
          </a:p>
        </p:txBody>
      </p:sp>
      <p:sp>
        <p:nvSpPr>
          <p:cNvPr id="5" name="Text Placeholder 4">
            <a:extLst>
              <a:ext uri="{FF2B5EF4-FFF2-40B4-BE49-F238E27FC236}">
                <a16:creationId xmlns:a16="http://schemas.microsoft.com/office/drawing/2014/main" id="{D6A1F11A-7C19-9AF1-8D46-17DC6138F663}"/>
              </a:ext>
            </a:extLst>
          </p:cNvPr>
          <p:cNvSpPr>
            <a:spLocks noGrp="1"/>
          </p:cNvSpPr>
          <p:nvPr>
            <p:ph type="body" sz="quarter" idx="35" hasCustomPrompt="1"/>
          </p:nvPr>
        </p:nvSpPr>
        <p:spPr>
          <a:xfrm>
            <a:off x="4458462"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Heading</a:t>
            </a:r>
          </a:p>
        </p:txBody>
      </p:sp>
      <p:sp>
        <p:nvSpPr>
          <p:cNvPr id="6" name="Text Placeholder 4">
            <a:extLst>
              <a:ext uri="{FF2B5EF4-FFF2-40B4-BE49-F238E27FC236}">
                <a16:creationId xmlns:a16="http://schemas.microsoft.com/office/drawing/2014/main" id="{210FF0E1-8D9D-EEE3-60BA-CF73F351DF91}"/>
              </a:ext>
            </a:extLst>
          </p:cNvPr>
          <p:cNvSpPr>
            <a:spLocks noGrp="1"/>
          </p:cNvSpPr>
          <p:nvPr>
            <p:ph type="body" sz="quarter" idx="36" hasCustomPrompt="1"/>
          </p:nvPr>
        </p:nvSpPr>
        <p:spPr>
          <a:xfrm>
            <a:off x="4458462"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Subheading</a:t>
            </a:r>
          </a:p>
        </p:txBody>
      </p:sp>
      <p:sp>
        <p:nvSpPr>
          <p:cNvPr id="11" name="Text Placeholder 4">
            <a:extLst>
              <a:ext uri="{FF2B5EF4-FFF2-40B4-BE49-F238E27FC236}">
                <a16:creationId xmlns:a16="http://schemas.microsoft.com/office/drawing/2014/main" id="{1565875D-645C-4E8A-84A9-85DA3A7C6D3A}"/>
              </a:ext>
            </a:extLst>
          </p:cNvPr>
          <p:cNvSpPr>
            <a:spLocks noGrp="1"/>
          </p:cNvSpPr>
          <p:nvPr>
            <p:ph type="body" sz="quarter" idx="38" hasCustomPrompt="1"/>
          </p:nvPr>
        </p:nvSpPr>
        <p:spPr>
          <a:xfrm>
            <a:off x="8497062"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Heading</a:t>
            </a:r>
          </a:p>
        </p:txBody>
      </p:sp>
      <p:sp>
        <p:nvSpPr>
          <p:cNvPr id="15" name="Text Placeholder 4">
            <a:extLst>
              <a:ext uri="{FF2B5EF4-FFF2-40B4-BE49-F238E27FC236}">
                <a16:creationId xmlns:a16="http://schemas.microsoft.com/office/drawing/2014/main" id="{206FED9F-44EA-A943-059C-C15E1B5FC86A}"/>
              </a:ext>
            </a:extLst>
          </p:cNvPr>
          <p:cNvSpPr>
            <a:spLocks noGrp="1"/>
          </p:cNvSpPr>
          <p:nvPr>
            <p:ph type="body" sz="quarter" idx="39" hasCustomPrompt="1"/>
          </p:nvPr>
        </p:nvSpPr>
        <p:spPr>
          <a:xfrm>
            <a:off x="8497062"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787466121"/>
      </p:ext>
    </p:extLst>
  </p:cSld>
  <p:clrMapOvr>
    <a:masterClrMapping/>
  </p:clrMapOvr>
</p:sldLayout>
</file>

<file path=ppt/slideLayouts/slideLayout133.xml><?xml version="1.0" encoding="utf-8"?>
<p:sldLayout xmlns:a="http://schemas.openxmlformats.org/drawingml/2006/main" xmlns:r="http://schemas.openxmlformats.org/officeDocument/2006/relationships" xmlns:p="http://schemas.openxmlformats.org/presentationml/2006/main" preserve="1" userDrawn="1">
  <p:cSld name="2_photos_Case_Study_Intro_A">
    <p:spTree>
      <p:nvGrpSpPr>
        <p:cNvPr id="1" name=""/>
        <p:cNvGrpSpPr/>
        <p:nvPr/>
      </p:nvGrpSpPr>
      <p:grpSpPr>
        <a:xfrm>
          <a:off x="0" y="0"/>
          <a:ext cx="0" cy="0"/>
          <a:chOff x="0" y="0"/>
          <a:chExt cx="0" cy="0"/>
        </a:xfrm>
      </p:grpSpPr>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1" y="1"/>
            <a:ext cx="6112933" cy="6858000"/>
          </a:xfrm>
          <a:prstGeom prst="rect">
            <a:avLst/>
          </a:prstGeom>
        </p:spPr>
        <p:txBody>
          <a:bodyPr/>
          <a:lstStyle/>
          <a:p>
            <a:r>
              <a:rPr lang="en-US"/>
              <a:t>Click icon to add picture</a:t>
            </a:r>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647700"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647700"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Subheading</a:t>
            </a:r>
          </a:p>
        </p:txBody>
      </p:sp>
      <p:sp>
        <p:nvSpPr>
          <p:cNvPr id="2" name="Picture Placeholder 12">
            <a:extLst>
              <a:ext uri="{FF2B5EF4-FFF2-40B4-BE49-F238E27FC236}">
                <a16:creationId xmlns:a16="http://schemas.microsoft.com/office/drawing/2014/main" id="{C7F119B1-945E-DB84-8CCC-48ECFF66E18A}"/>
              </a:ext>
            </a:extLst>
          </p:cNvPr>
          <p:cNvSpPr>
            <a:spLocks noGrp="1"/>
          </p:cNvSpPr>
          <p:nvPr>
            <p:ph type="pic" sz="quarter" idx="35"/>
          </p:nvPr>
        </p:nvSpPr>
        <p:spPr>
          <a:xfrm>
            <a:off x="6079067" y="1"/>
            <a:ext cx="6112933" cy="6858000"/>
          </a:xfrm>
          <a:prstGeom prst="rect">
            <a:avLst/>
          </a:prstGeom>
        </p:spPr>
        <p:txBody>
          <a:bodyPr/>
          <a:lstStyle/>
          <a:p>
            <a:r>
              <a:rPr lang="en-US"/>
              <a:t>Click icon to add picture</a:t>
            </a:r>
          </a:p>
        </p:txBody>
      </p:sp>
      <p:sp>
        <p:nvSpPr>
          <p:cNvPr id="10" name="Text Placeholder 4">
            <a:extLst>
              <a:ext uri="{FF2B5EF4-FFF2-40B4-BE49-F238E27FC236}">
                <a16:creationId xmlns:a16="http://schemas.microsoft.com/office/drawing/2014/main" id="{98D26C75-51C3-5A6C-E9B2-8C5ED2E7DC3C}"/>
              </a:ext>
            </a:extLst>
          </p:cNvPr>
          <p:cNvSpPr>
            <a:spLocks noGrp="1"/>
          </p:cNvSpPr>
          <p:nvPr>
            <p:ph type="body" sz="quarter" idx="36" hasCustomPrompt="1"/>
          </p:nvPr>
        </p:nvSpPr>
        <p:spPr>
          <a:xfrm>
            <a:off x="6743701"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0CE14F46-9EA2-9FF5-00DF-32589A51A587}"/>
              </a:ext>
            </a:extLst>
          </p:cNvPr>
          <p:cNvSpPr>
            <a:spLocks noGrp="1"/>
          </p:cNvSpPr>
          <p:nvPr>
            <p:ph type="body" sz="quarter" idx="37" hasCustomPrompt="1"/>
          </p:nvPr>
        </p:nvSpPr>
        <p:spPr>
          <a:xfrm>
            <a:off x="6743701"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2312386855"/>
      </p:ext>
    </p:extLst>
  </p:cSld>
  <p:clrMapOvr>
    <a:masterClrMapping/>
  </p:clrMapOvr>
</p:sldLayout>
</file>

<file path=ppt/slideLayouts/slideLayout134.xml><?xml version="1.0" encoding="utf-8"?>
<p:sldLayout xmlns:a="http://schemas.openxmlformats.org/drawingml/2006/main" xmlns:r="http://schemas.openxmlformats.org/officeDocument/2006/relationships" xmlns:p="http://schemas.openxmlformats.org/presentationml/2006/main" preserve="1" userDrawn="1">
  <p:cSld name="4_photos_Case_Study_Intro_B">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2" y="1"/>
            <a:ext cx="3044952" cy="4729162"/>
          </a:xfrm>
          <a:prstGeom prst="rect">
            <a:avLst/>
          </a:prstGeom>
        </p:spPr>
        <p:txBody>
          <a:bodyPr/>
          <a:lstStyle/>
          <a:p>
            <a:r>
              <a:rPr lang="en-US"/>
              <a:t>Click icon to add picture</a:t>
            </a:r>
          </a:p>
        </p:txBody>
      </p:sp>
      <p:sp>
        <p:nvSpPr>
          <p:cNvPr id="2" name="Picture Placeholder 12">
            <a:extLst>
              <a:ext uri="{FF2B5EF4-FFF2-40B4-BE49-F238E27FC236}">
                <a16:creationId xmlns:a16="http://schemas.microsoft.com/office/drawing/2014/main" id="{E055866F-C082-4D99-5B4E-3C63986AACF0}"/>
              </a:ext>
            </a:extLst>
          </p:cNvPr>
          <p:cNvSpPr>
            <a:spLocks noGrp="1"/>
          </p:cNvSpPr>
          <p:nvPr>
            <p:ph type="pic" sz="quarter" idx="26"/>
          </p:nvPr>
        </p:nvSpPr>
        <p:spPr>
          <a:xfrm>
            <a:off x="3049015" y="1"/>
            <a:ext cx="3044952" cy="4729162"/>
          </a:xfrm>
          <a:prstGeom prst="rect">
            <a:avLst/>
          </a:prstGeom>
        </p:spPr>
        <p:txBody>
          <a:bodyPr/>
          <a:lstStyle/>
          <a:p>
            <a:r>
              <a:rPr lang="en-US"/>
              <a:t>Click icon to add picture</a:t>
            </a:r>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343662"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343662"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0" name="Text Placeholder 4">
            <a:extLst>
              <a:ext uri="{FF2B5EF4-FFF2-40B4-BE49-F238E27FC236}">
                <a16:creationId xmlns:a16="http://schemas.microsoft.com/office/drawing/2014/main" id="{827EC50B-97F1-95B1-1645-215DA9E1E3BF}"/>
              </a:ext>
            </a:extLst>
          </p:cNvPr>
          <p:cNvSpPr>
            <a:spLocks noGrp="1"/>
          </p:cNvSpPr>
          <p:nvPr>
            <p:ph type="body" sz="quarter" idx="32" hasCustomPrompt="1"/>
          </p:nvPr>
        </p:nvSpPr>
        <p:spPr>
          <a:xfrm>
            <a:off x="3431287"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9DB968DD-CEBD-F381-301F-90981E0D721D}"/>
              </a:ext>
            </a:extLst>
          </p:cNvPr>
          <p:cNvSpPr>
            <a:spLocks noGrp="1"/>
          </p:cNvSpPr>
          <p:nvPr>
            <p:ph type="body" sz="quarter" idx="33" hasCustomPrompt="1"/>
          </p:nvPr>
        </p:nvSpPr>
        <p:spPr>
          <a:xfrm>
            <a:off x="3431287"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6098032" y="1"/>
            <a:ext cx="3044952" cy="4729162"/>
          </a:xfrm>
          <a:prstGeom prst="rect">
            <a:avLst/>
          </a:prstGeom>
        </p:spPr>
        <p:txBody>
          <a:bodyPr/>
          <a:lstStyle/>
          <a:p>
            <a:r>
              <a:rPr lang="en-US"/>
              <a:t>Click icon to add picture</a:t>
            </a:r>
          </a:p>
        </p:txBody>
      </p:sp>
      <p:sp>
        <p:nvSpPr>
          <p:cNvPr id="16" name="Picture Placeholder 12">
            <a:extLst>
              <a:ext uri="{FF2B5EF4-FFF2-40B4-BE49-F238E27FC236}">
                <a16:creationId xmlns:a16="http://schemas.microsoft.com/office/drawing/2014/main" id="{E55DC887-581D-F1A6-AE8A-07BF09DACBF5}"/>
              </a:ext>
            </a:extLst>
          </p:cNvPr>
          <p:cNvSpPr>
            <a:spLocks noGrp="1"/>
          </p:cNvSpPr>
          <p:nvPr>
            <p:ph type="pic" sz="quarter" idx="35"/>
          </p:nvPr>
        </p:nvSpPr>
        <p:spPr>
          <a:xfrm>
            <a:off x="9147048" y="1"/>
            <a:ext cx="3044952" cy="4729162"/>
          </a:xfrm>
          <a:prstGeom prst="rect">
            <a:avLst/>
          </a:prstGeom>
        </p:spPr>
        <p:txBody>
          <a:bodyPr/>
          <a:lstStyle/>
          <a:p>
            <a:r>
              <a:rPr lang="en-US"/>
              <a:t>Click icon to add picture</a:t>
            </a:r>
          </a:p>
        </p:txBody>
      </p:sp>
      <p:sp>
        <p:nvSpPr>
          <p:cNvPr id="18" name="Text Placeholder 4">
            <a:extLst>
              <a:ext uri="{FF2B5EF4-FFF2-40B4-BE49-F238E27FC236}">
                <a16:creationId xmlns:a16="http://schemas.microsoft.com/office/drawing/2014/main" id="{9EB4AE85-0F02-5C55-08C2-B0140E9D257E}"/>
              </a:ext>
            </a:extLst>
          </p:cNvPr>
          <p:cNvSpPr>
            <a:spLocks noGrp="1"/>
          </p:cNvSpPr>
          <p:nvPr>
            <p:ph type="body" sz="quarter" idx="36" hasCustomPrompt="1"/>
          </p:nvPr>
        </p:nvSpPr>
        <p:spPr>
          <a:xfrm>
            <a:off x="6515863"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0" name="Text Placeholder 4">
            <a:extLst>
              <a:ext uri="{FF2B5EF4-FFF2-40B4-BE49-F238E27FC236}">
                <a16:creationId xmlns:a16="http://schemas.microsoft.com/office/drawing/2014/main" id="{03CE0690-30B8-D5A7-67CF-262217A974F3}"/>
              </a:ext>
            </a:extLst>
          </p:cNvPr>
          <p:cNvSpPr>
            <a:spLocks noGrp="1"/>
          </p:cNvSpPr>
          <p:nvPr>
            <p:ph type="body" sz="quarter" idx="37" hasCustomPrompt="1"/>
          </p:nvPr>
        </p:nvSpPr>
        <p:spPr>
          <a:xfrm>
            <a:off x="6515863"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21" name="Text Placeholder 4">
            <a:extLst>
              <a:ext uri="{FF2B5EF4-FFF2-40B4-BE49-F238E27FC236}">
                <a16:creationId xmlns:a16="http://schemas.microsoft.com/office/drawing/2014/main" id="{098EDDB7-B424-017D-C031-094E73D4E03E}"/>
              </a:ext>
            </a:extLst>
          </p:cNvPr>
          <p:cNvSpPr>
            <a:spLocks noGrp="1"/>
          </p:cNvSpPr>
          <p:nvPr>
            <p:ph type="body" sz="quarter" idx="38" hasCustomPrompt="1"/>
          </p:nvPr>
        </p:nvSpPr>
        <p:spPr>
          <a:xfrm>
            <a:off x="9603488"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2" name="Text Placeholder 4">
            <a:extLst>
              <a:ext uri="{FF2B5EF4-FFF2-40B4-BE49-F238E27FC236}">
                <a16:creationId xmlns:a16="http://schemas.microsoft.com/office/drawing/2014/main" id="{3415EB96-602E-D431-3713-AB005A9D7BA6}"/>
              </a:ext>
            </a:extLst>
          </p:cNvPr>
          <p:cNvSpPr>
            <a:spLocks noGrp="1"/>
          </p:cNvSpPr>
          <p:nvPr>
            <p:ph type="body" sz="quarter" idx="39" hasCustomPrompt="1"/>
          </p:nvPr>
        </p:nvSpPr>
        <p:spPr>
          <a:xfrm>
            <a:off x="9603488"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3393181072"/>
      </p:ext>
    </p:extLst>
  </p:cSld>
  <p:clrMapOvr>
    <a:masterClrMapping/>
  </p:clrMapOvr>
</p:sldLayout>
</file>

<file path=ppt/slideLayouts/slideLayout135.xml><?xml version="1.0" encoding="utf-8"?>
<p:sldLayout xmlns:a="http://schemas.openxmlformats.org/drawingml/2006/main" xmlns:r="http://schemas.openxmlformats.org/officeDocument/2006/relationships" xmlns:p="http://schemas.openxmlformats.org/presentationml/2006/main" preserve="1" userDrawn="1">
  <p:cSld name="3_photos_Case_Study_Intro_B">
    <p:spTree>
      <p:nvGrpSpPr>
        <p:cNvPr id="1" name=""/>
        <p:cNvGrpSpPr/>
        <p:nvPr/>
      </p:nvGrpSpPr>
      <p:grpSpPr>
        <a:xfrm>
          <a:off x="0" y="0"/>
          <a:ext cx="0" cy="0"/>
          <a:chOff x="0" y="0"/>
          <a:chExt cx="0" cy="0"/>
        </a:xfrm>
      </p:grpSpPr>
      <p:sp>
        <p:nvSpPr>
          <p:cNvPr id="25" name="Picture Placeholder 12">
            <a:extLst>
              <a:ext uri="{FF2B5EF4-FFF2-40B4-BE49-F238E27FC236}">
                <a16:creationId xmlns:a16="http://schemas.microsoft.com/office/drawing/2014/main" id="{8CEB80F1-2238-7003-E60A-777E8870D8CA}"/>
              </a:ext>
            </a:extLst>
          </p:cNvPr>
          <p:cNvSpPr>
            <a:spLocks noGrp="1"/>
          </p:cNvSpPr>
          <p:nvPr>
            <p:ph type="pic" sz="quarter" idx="40"/>
          </p:nvPr>
        </p:nvSpPr>
        <p:spPr>
          <a:xfrm>
            <a:off x="8122920" y="1"/>
            <a:ext cx="4069080" cy="4727448"/>
          </a:xfrm>
          <a:prstGeom prst="rect">
            <a:avLst/>
          </a:prstGeom>
        </p:spPr>
        <p:txBody>
          <a:bodyPr/>
          <a:lstStyle/>
          <a:p>
            <a:r>
              <a:rPr lang="en-US"/>
              <a:t>Click icon to add picture</a:t>
            </a:r>
          </a:p>
        </p:txBody>
      </p:sp>
      <p:sp>
        <p:nvSpPr>
          <p:cNvPr id="26" name="Picture Placeholder 12">
            <a:extLst>
              <a:ext uri="{FF2B5EF4-FFF2-40B4-BE49-F238E27FC236}">
                <a16:creationId xmlns:a16="http://schemas.microsoft.com/office/drawing/2014/main" id="{081F6261-AB67-5FCE-B3A8-35604F14E2A9}"/>
              </a:ext>
            </a:extLst>
          </p:cNvPr>
          <p:cNvSpPr>
            <a:spLocks noGrp="1"/>
          </p:cNvSpPr>
          <p:nvPr>
            <p:ph type="pic" sz="quarter" idx="34"/>
          </p:nvPr>
        </p:nvSpPr>
        <p:spPr>
          <a:xfrm>
            <a:off x="0" y="1"/>
            <a:ext cx="4069080" cy="4727448"/>
          </a:xfrm>
          <a:prstGeom prst="rect">
            <a:avLst/>
          </a:prstGeom>
        </p:spPr>
        <p:txBody>
          <a:bodyPr/>
          <a:lstStyle/>
          <a:p>
            <a:r>
              <a:rPr lang="en-US"/>
              <a:t>Click icon to add picture</a:t>
            </a:r>
          </a:p>
        </p:txBody>
      </p:sp>
      <p:sp>
        <p:nvSpPr>
          <p:cNvPr id="27" name="Picture Placeholder 12">
            <a:extLst>
              <a:ext uri="{FF2B5EF4-FFF2-40B4-BE49-F238E27FC236}">
                <a16:creationId xmlns:a16="http://schemas.microsoft.com/office/drawing/2014/main" id="{B960C74D-5AC8-20B0-B8EC-5A82F42EEBCD}"/>
              </a:ext>
            </a:extLst>
          </p:cNvPr>
          <p:cNvSpPr>
            <a:spLocks noGrp="1"/>
          </p:cNvSpPr>
          <p:nvPr>
            <p:ph type="pic" sz="quarter" idx="37"/>
          </p:nvPr>
        </p:nvSpPr>
        <p:spPr>
          <a:xfrm>
            <a:off x="4061460" y="1"/>
            <a:ext cx="4069080" cy="4727448"/>
          </a:xfrm>
          <a:prstGeom prst="rect">
            <a:avLst/>
          </a:prstGeom>
        </p:spPr>
        <p:txBody>
          <a:bodyPr/>
          <a:lstStyle/>
          <a:p>
            <a:r>
              <a:rPr lang="en-US"/>
              <a:t>Click icon to add picture</a:t>
            </a:r>
          </a:p>
        </p:txBody>
      </p:sp>
      <p:sp>
        <p:nvSpPr>
          <p:cNvPr id="28" name="Text Placeholder 4">
            <a:extLst>
              <a:ext uri="{FF2B5EF4-FFF2-40B4-BE49-F238E27FC236}">
                <a16:creationId xmlns:a16="http://schemas.microsoft.com/office/drawing/2014/main" id="{1E694EF9-63E8-2DD1-855D-8226F0B9D7EE}"/>
              </a:ext>
            </a:extLst>
          </p:cNvPr>
          <p:cNvSpPr>
            <a:spLocks noGrp="1"/>
          </p:cNvSpPr>
          <p:nvPr>
            <p:ph type="body" sz="quarter" idx="41" hasCustomPrompt="1"/>
          </p:nvPr>
        </p:nvSpPr>
        <p:spPr>
          <a:xfrm>
            <a:off x="343662" y="5230368"/>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9" name="Text Placeholder 4">
            <a:extLst>
              <a:ext uri="{FF2B5EF4-FFF2-40B4-BE49-F238E27FC236}">
                <a16:creationId xmlns:a16="http://schemas.microsoft.com/office/drawing/2014/main" id="{0AC54D94-5550-35E2-9CBB-6380D1A0559B}"/>
              </a:ext>
            </a:extLst>
          </p:cNvPr>
          <p:cNvSpPr>
            <a:spLocks noGrp="1"/>
          </p:cNvSpPr>
          <p:nvPr>
            <p:ph type="body" sz="quarter" idx="42" hasCustomPrompt="1"/>
          </p:nvPr>
        </p:nvSpPr>
        <p:spPr>
          <a:xfrm>
            <a:off x="343662" y="5620940"/>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30" name="Text Placeholder 4">
            <a:extLst>
              <a:ext uri="{FF2B5EF4-FFF2-40B4-BE49-F238E27FC236}">
                <a16:creationId xmlns:a16="http://schemas.microsoft.com/office/drawing/2014/main" id="{1174A8AE-15FF-5BDD-7685-4FAF6EF23C53}"/>
              </a:ext>
            </a:extLst>
          </p:cNvPr>
          <p:cNvSpPr>
            <a:spLocks noGrp="1"/>
          </p:cNvSpPr>
          <p:nvPr>
            <p:ph type="body" sz="quarter" idx="35" hasCustomPrompt="1"/>
          </p:nvPr>
        </p:nvSpPr>
        <p:spPr>
          <a:xfrm>
            <a:off x="4458462" y="5233641"/>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31" name="Text Placeholder 4">
            <a:extLst>
              <a:ext uri="{FF2B5EF4-FFF2-40B4-BE49-F238E27FC236}">
                <a16:creationId xmlns:a16="http://schemas.microsoft.com/office/drawing/2014/main" id="{8D7025AF-5AD5-E053-39A9-A1C9947284B8}"/>
              </a:ext>
            </a:extLst>
          </p:cNvPr>
          <p:cNvSpPr>
            <a:spLocks noGrp="1"/>
          </p:cNvSpPr>
          <p:nvPr>
            <p:ph type="body" sz="quarter" idx="36" hasCustomPrompt="1"/>
          </p:nvPr>
        </p:nvSpPr>
        <p:spPr>
          <a:xfrm>
            <a:off x="4458462" y="5620940"/>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32" name="Text Placeholder 4">
            <a:extLst>
              <a:ext uri="{FF2B5EF4-FFF2-40B4-BE49-F238E27FC236}">
                <a16:creationId xmlns:a16="http://schemas.microsoft.com/office/drawing/2014/main" id="{A5C5A44C-A29D-3C27-3B25-9F14C1ECA7BB}"/>
              </a:ext>
            </a:extLst>
          </p:cNvPr>
          <p:cNvSpPr>
            <a:spLocks noGrp="1"/>
          </p:cNvSpPr>
          <p:nvPr>
            <p:ph type="body" sz="quarter" idx="38" hasCustomPrompt="1"/>
          </p:nvPr>
        </p:nvSpPr>
        <p:spPr>
          <a:xfrm>
            <a:off x="8497062" y="5233641"/>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33" name="Text Placeholder 4">
            <a:extLst>
              <a:ext uri="{FF2B5EF4-FFF2-40B4-BE49-F238E27FC236}">
                <a16:creationId xmlns:a16="http://schemas.microsoft.com/office/drawing/2014/main" id="{1BF15487-07BD-CB9A-E6A8-536C7BB5ED60}"/>
              </a:ext>
            </a:extLst>
          </p:cNvPr>
          <p:cNvSpPr>
            <a:spLocks noGrp="1"/>
          </p:cNvSpPr>
          <p:nvPr>
            <p:ph type="body" sz="quarter" idx="39" hasCustomPrompt="1"/>
          </p:nvPr>
        </p:nvSpPr>
        <p:spPr>
          <a:xfrm>
            <a:off x="8497062" y="5620940"/>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837791686"/>
      </p:ext>
    </p:extLst>
  </p:cSld>
  <p:clrMapOvr>
    <a:masterClrMapping/>
  </p:clrMapOvr>
</p:sldLayout>
</file>

<file path=ppt/slideLayouts/slideLayout136.xml><?xml version="1.0" encoding="utf-8"?>
<p:sldLayout xmlns:a="http://schemas.openxmlformats.org/drawingml/2006/main" xmlns:r="http://schemas.openxmlformats.org/officeDocument/2006/relationships" xmlns:p="http://schemas.openxmlformats.org/presentationml/2006/main" preserve="1" userDrawn="1">
  <p:cSld name="2_photos_Case_Study_Intro_B">
    <p:spTree>
      <p:nvGrpSpPr>
        <p:cNvPr id="1" name=""/>
        <p:cNvGrpSpPr/>
        <p:nvPr/>
      </p:nvGrpSpPr>
      <p:grpSpPr>
        <a:xfrm>
          <a:off x="0" y="0"/>
          <a:ext cx="0" cy="0"/>
          <a:chOff x="0" y="0"/>
          <a:chExt cx="0" cy="0"/>
        </a:xfrm>
      </p:grpSpPr>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2" y="1"/>
            <a:ext cx="6117336" cy="4727448"/>
          </a:xfrm>
          <a:prstGeom prst="rect">
            <a:avLst/>
          </a:prstGeom>
        </p:spPr>
        <p:txBody>
          <a:bodyPr/>
          <a:lstStyle/>
          <a:p>
            <a:r>
              <a:rPr lang="en-US"/>
              <a:t>Click icon to add picture</a:t>
            </a:r>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647700" y="5223588"/>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647700" y="5610887"/>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2" name="Picture Placeholder 12">
            <a:extLst>
              <a:ext uri="{FF2B5EF4-FFF2-40B4-BE49-F238E27FC236}">
                <a16:creationId xmlns:a16="http://schemas.microsoft.com/office/drawing/2014/main" id="{C7F119B1-945E-DB84-8CCC-48ECFF66E18A}"/>
              </a:ext>
            </a:extLst>
          </p:cNvPr>
          <p:cNvSpPr>
            <a:spLocks noGrp="1"/>
          </p:cNvSpPr>
          <p:nvPr>
            <p:ph type="pic" sz="quarter" idx="35"/>
          </p:nvPr>
        </p:nvSpPr>
        <p:spPr>
          <a:xfrm>
            <a:off x="6079066" y="1"/>
            <a:ext cx="6117336" cy="4727448"/>
          </a:xfrm>
          <a:prstGeom prst="rect">
            <a:avLst/>
          </a:prstGeom>
        </p:spPr>
        <p:txBody>
          <a:bodyPr/>
          <a:lstStyle/>
          <a:p>
            <a:r>
              <a:rPr lang="en-US"/>
              <a:t>Click icon to add picture</a:t>
            </a:r>
          </a:p>
        </p:txBody>
      </p:sp>
      <p:sp>
        <p:nvSpPr>
          <p:cNvPr id="10" name="Text Placeholder 4">
            <a:extLst>
              <a:ext uri="{FF2B5EF4-FFF2-40B4-BE49-F238E27FC236}">
                <a16:creationId xmlns:a16="http://schemas.microsoft.com/office/drawing/2014/main" id="{98D26C75-51C3-5A6C-E9B2-8C5ED2E7DC3C}"/>
              </a:ext>
            </a:extLst>
          </p:cNvPr>
          <p:cNvSpPr>
            <a:spLocks noGrp="1"/>
          </p:cNvSpPr>
          <p:nvPr>
            <p:ph type="body" sz="quarter" idx="36" hasCustomPrompt="1"/>
          </p:nvPr>
        </p:nvSpPr>
        <p:spPr>
          <a:xfrm>
            <a:off x="6743701" y="5223588"/>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0CE14F46-9EA2-9FF5-00DF-32589A51A587}"/>
              </a:ext>
            </a:extLst>
          </p:cNvPr>
          <p:cNvSpPr>
            <a:spLocks noGrp="1"/>
          </p:cNvSpPr>
          <p:nvPr>
            <p:ph type="body" sz="quarter" idx="37" hasCustomPrompt="1"/>
          </p:nvPr>
        </p:nvSpPr>
        <p:spPr>
          <a:xfrm>
            <a:off x="6743701" y="5610887"/>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2978571384"/>
      </p:ext>
    </p:extLst>
  </p:cSld>
  <p:clrMapOvr>
    <a:masterClrMapping/>
  </p:clrMapOvr>
</p:sldLayout>
</file>

<file path=ppt/slideLayouts/slideLayout137.xml><?xml version="1.0" encoding="utf-8"?>
<p:sldLayout xmlns:a="http://schemas.openxmlformats.org/drawingml/2006/main" xmlns:r="http://schemas.openxmlformats.org/officeDocument/2006/relationships" xmlns:p="http://schemas.openxmlformats.org/presentationml/2006/main" preserve="1" userDrawn="1">
  <p:cSld name="4_photos_Case_Study_Intro_C">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2" y="1385887"/>
            <a:ext cx="3044952" cy="3343275"/>
          </a:xfrm>
          <a:prstGeom prst="rect">
            <a:avLst/>
          </a:prstGeom>
        </p:spPr>
        <p:txBody>
          <a:bodyPr/>
          <a:lstStyle/>
          <a:p>
            <a:r>
              <a:rPr lang="en-US"/>
              <a:t>Click icon to add picture</a:t>
            </a:r>
          </a:p>
        </p:txBody>
      </p:sp>
      <p:sp>
        <p:nvSpPr>
          <p:cNvPr id="2" name="Picture Placeholder 12">
            <a:extLst>
              <a:ext uri="{FF2B5EF4-FFF2-40B4-BE49-F238E27FC236}">
                <a16:creationId xmlns:a16="http://schemas.microsoft.com/office/drawing/2014/main" id="{E055866F-C082-4D99-5B4E-3C63986AACF0}"/>
              </a:ext>
            </a:extLst>
          </p:cNvPr>
          <p:cNvSpPr>
            <a:spLocks noGrp="1"/>
          </p:cNvSpPr>
          <p:nvPr>
            <p:ph type="pic" sz="quarter" idx="26"/>
          </p:nvPr>
        </p:nvSpPr>
        <p:spPr>
          <a:xfrm>
            <a:off x="3049015" y="1"/>
            <a:ext cx="3044952" cy="3971924"/>
          </a:xfrm>
          <a:prstGeom prst="rect">
            <a:avLst/>
          </a:prstGeom>
        </p:spPr>
        <p:txBody>
          <a:bodyPr/>
          <a:lstStyle/>
          <a:p>
            <a:r>
              <a:rPr lang="en-US"/>
              <a:t>Click icon to add picture</a:t>
            </a:r>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343662"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343662"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0" name="Text Placeholder 4">
            <a:extLst>
              <a:ext uri="{FF2B5EF4-FFF2-40B4-BE49-F238E27FC236}">
                <a16:creationId xmlns:a16="http://schemas.microsoft.com/office/drawing/2014/main" id="{827EC50B-97F1-95B1-1645-215DA9E1E3BF}"/>
              </a:ext>
            </a:extLst>
          </p:cNvPr>
          <p:cNvSpPr>
            <a:spLocks noGrp="1"/>
          </p:cNvSpPr>
          <p:nvPr>
            <p:ph type="body" sz="quarter" idx="32" hasCustomPrompt="1"/>
          </p:nvPr>
        </p:nvSpPr>
        <p:spPr>
          <a:xfrm>
            <a:off x="3431287"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9DB968DD-CEBD-F381-301F-90981E0D721D}"/>
              </a:ext>
            </a:extLst>
          </p:cNvPr>
          <p:cNvSpPr>
            <a:spLocks noGrp="1"/>
          </p:cNvSpPr>
          <p:nvPr>
            <p:ph type="body" sz="quarter" idx="33" hasCustomPrompt="1"/>
          </p:nvPr>
        </p:nvSpPr>
        <p:spPr>
          <a:xfrm>
            <a:off x="3431287"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6098032" y="1000125"/>
            <a:ext cx="3044952" cy="3346704"/>
          </a:xfrm>
          <a:prstGeom prst="rect">
            <a:avLst/>
          </a:prstGeom>
        </p:spPr>
        <p:txBody>
          <a:bodyPr/>
          <a:lstStyle/>
          <a:p>
            <a:r>
              <a:rPr lang="en-US"/>
              <a:t>Click icon to add picture</a:t>
            </a:r>
          </a:p>
        </p:txBody>
      </p:sp>
      <p:sp>
        <p:nvSpPr>
          <p:cNvPr id="16" name="Picture Placeholder 12">
            <a:extLst>
              <a:ext uri="{FF2B5EF4-FFF2-40B4-BE49-F238E27FC236}">
                <a16:creationId xmlns:a16="http://schemas.microsoft.com/office/drawing/2014/main" id="{E55DC887-581D-F1A6-AE8A-07BF09DACBF5}"/>
              </a:ext>
            </a:extLst>
          </p:cNvPr>
          <p:cNvSpPr>
            <a:spLocks noGrp="1"/>
          </p:cNvSpPr>
          <p:nvPr>
            <p:ph type="pic" sz="quarter" idx="35"/>
          </p:nvPr>
        </p:nvSpPr>
        <p:spPr>
          <a:xfrm>
            <a:off x="9147048" y="1"/>
            <a:ext cx="3044952" cy="4729162"/>
          </a:xfrm>
          <a:prstGeom prst="rect">
            <a:avLst/>
          </a:prstGeom>
        </p:spPr>
        <p:txBody>
          <a:bodyPr/>
          <a:lstStyle/>
          <a:p>
            <a:r>
              <a:rPr lang="en-US"/>
              <a:t>Click icon to add picture</a:t>
            </a:r>
          </a:p>
        </p:txBody>
      </p:sp>
      <p:sp>
        <p:nvSpPr>
          <p:cNvPr id="18" name="Text Placeholder 4">
            <a:extLst>
              <a:ext uri="{FF2B5EF4-FFF2-40B4-BE49-F238E27FC236}">
                <a16:creationId xmlns:a16="http://schemas.microsoft.com/office/drawing/2014/main" id="{9EB4AE85-0F02-5C55-08C2-B0140E9D257E}"/>
              </a:ext>
            </a:extLst>
          </p:cNvPr>
          <p:cNvSpPr>
            <a:spLocks noGrp="1"/>
          </p:cNvSpPr>
          <p:nvPr>
            <p:ph type="body" sz="quarter" idx="36" hasCustomPrompt="1"/>
          </p:nvPr>
        </p:nvSpPr>
        <p:spPr>
          <a:xfrm>
            <a:off x="6515863"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0" name="Text Placeholder 4">
            <a:extLst>
              <a:ext uri="{FF2B5EF4-FFF2-40B4-BE49-F238E27FC236}">
                <a16:creationId xmlns:a16="http://schemas.microsoft.com/office/drawing/2014/main" id="{03CE0690-30B8-D5A7-67CF-262217A974F3}"/>
              </a:ext>
            </a:extLst>
          </p:cNvPr>
          <p:cNvSpPr>
            <a:spLocks noGrp="1"/>
          </p:cNvSpPr>
          <p:nvPr>
            <p:ph type="body" sz="quarter" idx="37" hasCustomPrompt="1"/>
          </p:nvPr>
        </p:nvSpPr>
        <p:spPr>
          <a:xfrm>
            <a:off x="6515863"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21" name="Text Placeholder 4">
            <a:extLst>
              <a:ext uri="{FF2B5EF4-FFF2-40B4-BE49-F238E27FC236}">
                <a16:creationId xmlns:a16="http://schemas.microsoft.com/office/drawing/2014/main" id="{098EDDB7-B424-017D-C031-094E73D4E03E}"/>
              </a:ext>
            </a:extLst>
          </p:cNvPr>
          <p:cNvSpPr>
            <a:spLocks noGrp="1"/>
          </p:cNvSpPr>
          <p:nvPr>
            <p:ph type="body" sz="quarter" idx="38" hasCustomPrompt="1"/>
          </p:nvPr>
        </p:nvSpPr>
        <p:spPr>
          <a:xfrm>
            <a:off x="9603488"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2" name="Text Placeholder 4">
            <a:extLst>
              <a:ext uri="{FF2B5EF4-FFF2-40B4-BE49-F238E27FC236}">
                <a16:creationId xmlns:a16="http://schemas.microsoft.com/office/drawing/2014/main" id="{3415EB96-602E-D431-3713-AB005A9D7BA6}"/>
              </a:ext>
            </a:extLst>
          </p:cNvPr>
          <p:cNvSpPr>
            <a:spLocks noGrp="1"/>
          </p:cNvSpPr>
          <p:nvPr>
            <p:ph type="body" sz="quarter" idx="39" hasCustomPrompt="1"/>
          </p:nvPr>
        </p:nvSpPr>
        <p:spPr>
          <a:xfrm>
            <a:off x="9603488"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1294868799"/>
      </p:ext>
    </p:extLst>
  </p:cSld>
  <p:clrMapOvr>
    <a:masterClrMapping/>
  </p:clrMapOvr>
</p:sldLayout>
</file>

<file path=ppt/slideLayouts/slideLayout138.xml><?xml version="1.0" encoding="utf-8"?>
<p:sldLayout xmlns:a="http://schemas.openxmlformats.org/drawingml/2006/main" xmlns:r="http://schemas.openxmlformats.org/officeDocument/2006/relationships" xmlns:p="http://schemas.openxmlformats.org/presentationml/2006/main" preserve="1" userDrawn="1">
  <p:cSld name="3_photos_Case_Study_Intro_C">
    <p:spTree>
      <p:nvGrpSpPr>
        <p:cNvPr id="1" name=""/>
        <p:cNvGrpSpPr/>
        <p:nvPr/>
      </p:nvGrpSpPr>
      <p:grpSpPr>
        <a:xfrm>
          <a:off x="0" y="0"/>
          <a:ext cx="0" cy="0"/>
          <a:chOff x="0" y="0"/>
          <a:chExt cx="0" cy="0"/>
        </a:xfrm>
      </p:grpSpPr>
      <p:sp>
        <p:nvSpPr>
          <p:cNvPr id="2" name="Picture Placeholder 12">
            <a:extLst>
              <a:ext uri="{FF2B5EF4-FFF2-40B4-BE49-F238E27FC236}">
                <a16:creationId xmlns:a16="http://schemas.microsoft.com/office/drawing/2014/main" id="{E055866F-C082-4D99-5B4E-3C63986AACF0}"/>
              </a:ext>
            </a:extLst>
          </p:cNvPr>
          <p:cNvSpPr>
            <a:spLocks noGrp="1"/>
          </p:cNvSpPr>
          <p:nvPr>
            <p:ph type="pic" sz="quarter" idx="26"/>
          </p:nvPr>
        </p:nvSpPr>
        <p:spPr>
          <a:xfrm>
            <a:off x="3414713" y="1"/>
            <a:ext cx="5372099" cy="3971924"/>
          </a:xfrm>
          <a:prstGeom prst="rect">
            <a:avLst/>
          </a:prstGeom>
        </p:spPr>
        <p:txBody>
          <a:bodyPr/>
          <a:lstStyle/>
          <a:p>
            <a:r>
              <a:rPr lang="en-US"/>
              <a:t>Click icon to add picture</a:t>
            </a:r>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343662"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343662"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8803132" y="1000125"/>
            <a:ext cx="3388868" cy="3346704"/>
          </a:xfrm>
          <a:prstGeom prst="rect">
            <a:avLst/>
          </a:prstGeom>
        </p:spPr>
        <p:txBody>
          <a:bodyPr/>
          <a:lstStyle/>
          <a:p>
            <a:r>
              <a:rPr lang="en-US"/>
              <a:t>Click icon to add picture</a:t>
            </a:r>
          </a:p>
        </p:txBody>
      </p:sp>
      <p:sp>
        <p:nvSpPr>
          <p:cNvPr id="18" name="Text Placeholder 4">
            <a:extLst>
              <a:ext uri="{FF2B5EF4-FFF2-40B4-BE49-F238E27FC236}">
                <a16:creationId xmlns:a16="http://schemas.microsoft.com/office/drawing/2014/main" id="{9EB4AE85-0F02-5C55-08C2-B0140E9D257E}"/>
              </a:ext>
            </a:extLst>
          </p:cNvPr>
          <p:cNvSpPr>
            <a:spLocks noGrp="1"/>
          </p:cNvSpPr>
          <p:nvPr>
            <p:ph type="body" sz="quarter" idx="36" hasCustomPrompt="1"/>
          </p:nvPr>
        </p:nvSpPr>
        <p:spPr>
          <a:xfrm>
            <a:off x="4730688"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0" name="Text Placeholder 4">
            <a:extLst>
              <a:ext uri="{FF2B5EF4-FFF2-40B4-BE49-F238E27FC236}">
                <a16:creationId xmlns:a16="http://schemas.microsoft.com/office/drawing/2014/main" id="{03CE0690-30B8-D5A7-67CF-262217A974F3}"/>
              </a:ext>
            </a:extLst>
          </p:cNvPr>
          <p:cNvSpPr>
            <a:spLocks noGrp="1"/>
          </p:cNvSpPr>
          <p:nvPr>
            <p:ph type="body" sz="quarter" idx="37" hasCustomPrompt="1"/>
          </p:nvPr>
        </p:nvSpPr>
        <p:spPr>
          <a:xfrm>
            <a:off x="4730688"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21" name="Text Placeholder 4">
            <a:extLst>
              <a:ext uri="{FF2B5EF4-FFF2-40B4-BE49-F238E27FC236}">
                <a16:creationId xmlns:a16="http://schemas.microsoft.com/office/drawing/2014/main" id="{098EDDB7-B424-017D-C031-094E73D4E03E}"/>
              </a:ext>
            </a:extLst>
          </p:cNvPr>
          <p:cNvSpPr>
            <a:spLocks noGrp="1"/>
          </p:cNvSpPr>
          <p:nvPr>
            <p:ph type="body" sz="quarter" idx="38" hasCustomPrompt="1"/>
          </p:nvPr>
        </p:nvSpPr>
        <p:spPr>
          <a:xfrm>
            <a:off x="9117713"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2" name="Text Placeholder 4">
            <a:extLst>
              <a:ext uri="{FF2B5EF4-FFF2-40B4-BE49-F238E27FC236}">
                <a16:creationId xmlns:a16="http://schemas.microsoft.com/office/drawing/2014/main" id="{3415EB96-602E-D431-3713-AB005A9D7BA6}"/>
              </a:ext>
            </a:extLst>
          </p:cNvPr>
          <p:cNvSpPr>
            <a:spLocks noGrp="1"/>
          </p:cNvSpPr>
          <p:nvPr>
            <p:ph type="body" sz="quarter" idx="39" hasCustomPrompt="1"/>
          </p:nvPr>
        </p:nvSpPr>
        <p:spPr>
          <a:xfrm>
            <a:off x="9117713"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5" name="Picture Placeholder 12">
            <a:extLst>
              <a:ext uri="{FF2B5EF4-FFF2-40B4-BE49-F238E27FC236}">
                <a16:creationId xmlns:a16="http://schemas.microsoft.com/office/drawing/2014/main" id="{0892A38E-DB30-CF79-A5B5-0EC6FE038BA6}"/>
              </a:ext>
            </a:extLst>
          </p:cNvPr>
          <p:cNvSpPr>
            <a:spLocks noGrp="1"/>
          </p:cNvSpPr>
          <p:nvPr>
            <p:ph type="pic" sz="quarter" idx="40"/>
          </p:nvPr>
        </p:nvSpPr>
        <p:spPr>
          <a:xfrm>
            <a:off x="0" y="1000125"/>
            <a:ext cx="3388868" cy="3346704"/>
          </a:xfrm>
          <a:prstGeom prst="rect">
            <a:avLst/>
          </a:prstGeom>
        </p:spPr>
        <p:txBody>
          <a:bodyPr/>
          <a:lstStyle/>
          <a:p>
            <a:r>
              <a:rPr lang="en-US"/>
              <a:t>Click icon to add picture</a:t>
            </a:r>
          </a:p>
        </p:txBody>
      </p:sp>
    </p:spTree>
    <p:extLst>
      <p:ext uri="{BB962C8B-B14F-4D97-AF65-F5344CB8AC3E}">
        <p14:creationId xmlns:p14="http://schemas.microsoft.com/office/powerpoint/2010/main" val="3727447232"/>
      </p:ext>
    </p:extLst>
  </p:cSld>
  <p:clrMapOvr>
    <a:masterClrMapping/>
  </p:clrMapOvr>
</p:sldLayout>
</file>

<file path=ppt/slideLayouts/slideLayout139.xml><?xml version="1.0" encoding="utf-8"?>
<p:sldLayout xmlns:a="http://schemas.openxmlformats.org/drawingml/2006/main" xmlns:r="http://schemas.openxmlformats.org/officeDocument/2006/relationships" xmlns:p="http://schemas.openxmlformats.org/presentationml/2006/main" preserve="1" userDrawn="1">
  <p:cSld name="2_photos_Case_Study_Intro_C">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647700"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647700"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4381500" y="0"/>
            <a:ext cx="7810500" cy="4944533"/>
          </a:xfrm>
          <a:prstGeom prst="rect">
            <a:avLst/>
          </a:prstGeom>
        </p:spPr>
        <p:txBody>
          <a:bodyPr/>
          <a:lstStyle/>
          <a:p>
            <a:r>
              <a:rPr lang="en-US"/>
              <a:t>Click icon to add picture</a:t>
            </a:r>
          </a:p>
        </p:txBody>
      </p:sp>
      <p:sp>
        <p:nvSpPr>
          <p:cNvPr id="21" name="Text Placeholder 4">
            <a:extLst>
              <a:ext uri="{FF2B5EF4-FFF2-40B4-BE49-F238E27FC236}">
                <a16:creationId xmlns:a16="http://schemas.microsoft.com/office/drawing/2014/main" id="{098EDDB7-B424-017D-C031-094E73D4E03E}"/>
              </a:ext>
            </a:extLst>
          </p:cNvPr>
          <p:cNvSpPr>
            <a:spLocks noGrp="1"/>
          </p:cNvSpPr>
          <p:nvPr>
            <p:ph type="body" sz="quarter" idx="38" hasCustomPrompt="1"/>
          </p:nvPr>
        </p:nvSpPr>
        <p:spPr>
          <a:xfrm>
            <a:off x="4881034"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2" name="Text Placeholder 4">
            <a:extLst>
              <a:ext uri="{FF2B5EF4-FFF2-40B4-BE49-F238E27FC236}">
                <a16:creationId xmlns:a16="http://schemas.microsoft.com/office/drawing/2014/main" id="{3415EB96-602E-D431-3713-AB005A9D7BA6}"/>
              </a:ext>
            </a:extLst>
          </p:cNvPr>
          <p:cNvSpPr>
            <a:spLocks noGrp="1"/>
          </p:cNvSpPr>
          <p:nvPr>
            <p:ph type="body" sz="quarter" idx="39" hasCustomPrompt="1"/>
          </p:nvPr>
        </p:nvSpPr>
        <p:spPr>
          <a:xfrm>
            <a:off x="4881034"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5" name="Picture Placeholder 12">
            <a:extLst>
              <a:ext uri="{FF2B5EF4-FFF2-40B4-BE49-F238E27FC236}">
                <a16:creationId xmlns:a16="http://schemas.microsoft.com/office/drawing/2014/main" id="{0892A38E-DB30-CF79-A5B5-0EC6FE038BA6}"/>
              </a:ext>
            </a:extLst>
          </p:cNvPr>
          <p:cNvSpPr>
            <a:spLocks noGrp="1"/>
          </p:cNvSpPr>
          <p:nvPr>
            <p:ph type="pic" sz="quarter" idx="40"/>
          </p:nvPr>
        </p:nvSpPr>
        <p:spPr>
          <a:xfrm>
            <a:off x="0" y="915459"/>
            <a:ext cx="4381500" cy="3346704"/>
          </a:xfrm>
          <a:prstGeom prst="rect">
            <a:avLst/>
          </a:prstGeom>
        </p:spPr>
        <p:txBody>
          <a:bodyPr/>
          <a:lstStyle/>
          <a:p>
            <a:r>
              <a:rPr lang="en-US"/>
              <a:t>Click icon to add picture</a:t>
            </a:r>
          </a:p>
        </p:txBody>
      </p:sp>
    </p:spTree>
    <p:extLst>
      <p:ext uri="{BB962C8B-B14F-4D97-AF65-F5344CB8AC3E}">
        <p14:creationId xmlns:p14="http://schemas.microsoft.com/office/powerpoint/2010/main" val="2624171793"/>
      </p:ext>
    </p:extLst>
  </p:cSld>
  <p:clrMapOvr>
    <a:masterClrMapping/>
  </p:clrMapOvr>
</p:sldLayout>
</file>

<file path=ppt/slideLayouts/slideLayout140.xml><?xml version="1.0" encoding="utf-8"?>
<p:sldLayout xmlns:a="http://schemas.openxmlformats.org/drawingml/2006/main" xmlns:r="http://schemas.openxmlformats.org/officeDocument/2006/relationships" xmlns:p="http://schemas.openxmlformats.org/presentationml/2006/main" preserve="1" userDrawn="1">
  <p:cSld name="4_photos_Case_Study_Intro_D">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3955255" y="1819274"/>
            <a:ext cx="2616200" cy="2605088"/>
          </a:xfrm>
          <a:prstGeom prst="rect">
            <a:avLst/>
          </a:prstGeom>
        </p:spPr>
        <p:txBody>
          <a:bodyPr/>
          <a:lstStyle/>
          <a:p>
            <a:r>
              <a:rPr lang="en-US"/>
              <a:t>Click icon to add picture</a:t>
            </a:r>
          </a:p>
        </p:txBody>
      </p:sp>
      <p:sp>
        <p:nvSpPr>
          <p:cNvPr id="15" name="Picture Placeholder 14">
            <a:extLst>
              <a:ext uri="{FF2B5EF4-FFF2-40B4-BE49-F238E27FC236}">
                <a16:creationId xmlns:a16="http://schemas.microsoft.com/office/drawing/2014/main" id="{4093A2EB-3C19-9E31-FDC7-914877B946FA}"/>
              </a:ext>
            </a:extLst>
          </p:cNvPr>
          <p:cNvSpPr>
            <a:spLocks noGrp="1"/>
          </p:cNvSpPr>
          <p:nvPr>
            <p:ph type="pic" sz="quarter" idx="14"/>
          </p:nvPr>
        </p:nvSpPr>
        <p:spPr>
          <a:xfrm>
            <a:off x="0" y="404812"/>
            <a:ext cx="3779476" cy="4210051"/>
          </a:xfrm>
          <a:prstGeom prst="rect">
            <a:avLst/>
          </a:prstGeom>
        </p:spPr>
        <p:txBody>
          <a:bodyPr/>
          <a:lstStyle/>
          <a:p>
            <a:r>
              <a:rPr lang="en-US"/>
              <a:t>Click icon to add picture</a:t>
            </a:r>
          </a:p>
        </p:txBody>
      </p:sp>
      <p:sp>
        <p:nvSpPr>
          <p:cNvPr id="17" name="Picture Placeholder 16">
            <a:extLst>
              <a:ext uri="{FF2B5EF4-FFF2-40B4-BE49-F238E27FC236}">
                <a16:creationId xmlns:a16="http://schemas.microsoft.com/office/drawing/2014/main" id="{AD0AD93E-4D95-4081-4F15-A8D7B51D2526}"/>
              </a:ext>
            </a:extLst>
          </p:cNvPr>
          <p:cNvSpPr>
            <a:spLocks noGrp="1"/>
          </p:cNvSpPr>
          <p:nvPr>
            <p:ph type="pic" sz="quarter" idx="15"/>
          </p:nvPr>
        </p:nvSpPr>
        <p:spPr>
          <a:xfrm>
            <a:off x="9758363" y="1484311"/>
            <a:ext cx="2329046" cy="2614613"/>
          </a:xfrm>
          <a:prstGeom prst="rect">
            <a:avLst/>
          </a:prstGeom>
        </p:spPr>
        <p:txBody>
          <a:bodyPr/>
          <a:lstStyle/>
          <a:p>
            <a:r>
              <a:rPr lang="en-US"/>
              <a:t>Click icon to add picture</a:t>
            </a:r>
          </a:p>
        </p:txBody>
      </p:sp>
      <p:sp>
        <p:nvSpPr>
          <p:cNvPr id="19" name="Picture Placeholder 18">
            <a:extLst>
              <a:ext uri="{FF2B5EF4-FFF2-40B4-BE49-F238E27FC236}">
                <a16:creationId xmlns:a16="http://schemas.microsoft.com/office/drawing/2014/main" id="{2F0AF10A-A1DF-4170-D2CD-EFCFAB551DAE}"/>
              </a:ext>
            </a:extLst>
          </p:cNvPr>
          <p:cNvSpPr>
            <a:spLocks noGrp="1"/>
          </p:cNvSpPr>
          <p:nvPr>
            <p:ph type="pic" sz="quarter" idx="16"/>
          </p:nvPr>
        </p:nvSpPr>
        <p:spPr>
          <a:xfrm>
            <a:off x="6747234" y="893762"/>
            <a:ext cx="2835349" cy="3721101"/>
          </a:xfrm>
          <a:prstGeom prst="rect">
            <a:avLst/>
          </a:prstGeom>
        </p:spPr>
        <p:txBody>
          <a:bodyPr/>
          <a:lstStyle/>
          <a:p>
            <a:r>
              <a:rPr lang="en-US"/>
              <a:t>Click icon to add picture</a:t>
            </a:r>
          </a:p>
        </p:txBody>
      </p:sp>
      <p:sp>
        <p:nvSpPr>
          <p:cNvPr id="2" name="Text Placeholder 4">
            <a:extLst>
              <a:ext uri="{FF2B5EF4-FFF2-40B4-BE49-F238E27FC236}">
                <a16:creationId xmlns:a16="http://schemas.microsoft.com/office/drawing/2014/main" id="{A9BD9240-DA34-2B4B-C18E-E31B5F3E26A8}"/>
              </a:ext>
            </a:extLst>
          </p:cNvPr>
          <p:cNvSpPr>
            <a:spLocks noGrp="1"/>
          </p:cNvSpPr>
          <p:nvPr>
            <p:ph type="body" sz="quarter" idx="29" hasCustomPrompt="1"/>
          </p:nvPr>
        </p:nvSpPr>
        <p:spPr>
          <a:xfrm>
            <a:off x="757999"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5" name="Text Placeholder 4">
            <a:extLst>
              <a:ext uri="{FF2B5EF4-FFF2-40B4-BE49-F238E27FC236}">
                <a16:creationId xmlns:a16="http://schemas.microsoft.com/office/drawing/2014/main" id="{7B3FFB4A-48ED-CC59-1A90-5722D0CADC6B}"/>
              </a:ext>
            </a:extLst>
          </p:cNvPr>
          <p:cNvSpPr>
            <a:spLocks noGrp="1"/>
          </p:cNvSpPr>
          <p:nvPr>
            <p:ph type="body" sz="quarter" idx="30" hasCustomPrompt="1"/>
          </p:nvPr>
        </p:nvSpPr>
        <p:spPr>
          <a:xfrm>
            <a:off x="757999"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6" name="Text Placeholder 4">
            <a:extLst>
              <a:ext uri="{FF2B5EF4-FFF2-40B4-BE49-F238E27FC236}">
                <a16:creationId xmlns:a16="http://schemas.microsoft.com/office/drawing/2014/main" id="{A97C5544-D8B2-9AE0-9BC4-AF92DF9C6A04}"/>
              </a:ext>
            </a:extLst>
          </p:cNvPr>
          <p:cNvSpPr>
            <a:spLocks noGrp="1"/>
          </p:cNvSpPr>
          <p:nvPr>
            <p:ph type="body" sz="quarter" idx="32" hasCustomPrompt="1"/>
          </p:nvPr>
        </p:nvSpPr>
        <p:spPr>
          <a:xfrm>
            <a:off x="4023233"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7" name="Text Placeholder 4">
            <a:extLst>
              <a:ext uri="{FF2B5EF4-FFF2-40B4-BE49-F238E27FC236}">
                <a16:creationId xmlns:a16="http://schemas.microsoft.com/office/drawing/2014/main" id="{A4662A9F-9217-54A8-5072-93ABC9E8D412}"/>
              </a:ext>
            </a:extLst>
          </p:cNvPr>
          <p:cNvSpPr>
            <a:spLocks noGrp="1"/>
          </p:cNvSpPr>
          <p:nvPr>
            <p:ph type="body" sz="quarter" idx="33" hasCustomPrompt="1"/>
          </p:nvPr>
        </p:nvSpPr>
        <p:spPr>
          <a:xfrm>
            <a:off x="4023233"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8" name="Text Placeholder 4">
            <a:extLst>
              <a:ext uri="{FF2B5EF4-FFF2-40B4-BE49-F238E27FC236}">
                <a16:creationId xmlns:a16="http://schemas.microsoft.com/office/drawing/2014/main" id="{B8473845-42B3-319E-BAD5-25FF29ECDA22}"/>
              </a:ext>
            </a:extLst>
          </p:cNvPr>
          <p:cNvSpPr>
            <a:spLocks noGrp="1"/>
          </p:cNvSpPr>
          <p:nvPr>
            <p:ph type="body" sz="quarter" idx="36" hasCustomPrompt="1"/>
          </p:nvPr>
        </p:nvSpPr>
        <p:spPr>
          <a:xfrm>
            <a:off x="6816979"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9" name="Text Placeholder 4">
            <a:extLst>
              <a:ext uri="{FF2B5EF4-FFF2-40B4-BE49-F238E27FC236}">
                <a16:creationId xmlns:a16="http://schemas.microsoft.com/office/drawing/2014/main" id="{D087191E-6D99-69DB-18A5-0987DC62F1F8}"/>
              </a:ext>
            </a:extLst>
          </p:cNvPr>
          <p:cNvSpPr>
            <a:spLocks noGrp="1"/>
          </p:cNvSpPr>
          <p:nvPr>
            <p:ph type="body" sz="quarter" idx="37" hasCustomPrompt="1"/>
          </p:nvPr>
        </p:nvSpPr>
        <p:spPr>
          <a:xfrm>
            <a:off x="6816979"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0" name="Text Placeholder 4">
            <a:extLst>
              <a:ext uri="{FF2B5EF4-FFF2-40B4-BE49-F238E27FC236}">
                <a16:creationId xmlns:a16="http://schemas.microsoft.com/office/drawing/2014/main" id="{21B4FCF2-6DDE-B735-E462-BA93B8E84561}"/>
              </a:ext>
            </a:extLst>
          </p:cNvPr>
          <p:cNvSpPr>
            <a:spLocks noGrp="1"/>
          </p:cNvSpPr>
          <p:nvPr>
            <p:ph type="body" sz="quarter" idx="38" hasCustomPrompt="1"/>
          </p:nvPr>
        </p:nvSpPr>
        <p:spPr>
          <a:xfrm>
            <a:off x="9753600"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9B0E7436-EC01-5BA6-ACB7-295FD0FD554E}"/>
              </a:ext>
            </a:extLst>
          </p:cNvPr>
          <p:cNvSpPr>
            <a:spLocks noGrp="1"/>
          </p:cNvSpPr>
          <p:nvPr>
            <p:ph type="body" sz="quarter" idx="39" hasCustomPrompt="1"/>
          </p:nvPr>
        </p:nvSpPr>
        <p:spPr>
          <a:xfrm>
            <a:off x="9753600"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3180283894"/>
      </p:ext>
    </p:extLst>
  </p:cSld>
  <p:clrMapOvr>
    <a:masterClrMapping/>
  </p:clrMapOvr>
</p:sldLayout>
</file>

<file path=ppt/slideLayouts/slideLayout141.xml><?xml version="1.0" encoding="utf-8"?>
<p:sldLayout xmlns:a="http://schemas.openxmlformats.org/drawingml/2006/main" xmlns:r="http://schemas.openxmlformats.org/officeDocument/2006/relationships" xmlns:p="http://schemas.openxmlformats.org/presentationml/2006/main" preserve="1" userDrawn="1">
  <p:cSld name="3_photos_Case_Study_Intro_D">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0" y="1614488"/>
            <a:ext cx="3357562" cy="2809874"/>
          </a:xfrm>
          <a:prstGeom prst="rect">
            <a:avLst/>
          </a:prstGeom>
        </p:spPr>
        <p:txBody>
          <a:bodyPr/>
          <a:lstStyle/>
          <a:p>
            <a:r>
              <a:rPr lang="en-US"/>
              <a:t>Click icon to add picture</a:t>
            </a:r>
          </a:p>
        </p:txBody>
      </p:sp>
      <p:sp>
        <p:nvSpPr>
          <p:cNvPr id="15" name="Picture Placeholder 14">
            <a:extLst>
              <a:ext uri="{FF2B5EF4-FFF2-40B4-BE49-F238E27FC236}">
                <a16:creationId xmlns:a16="http://schemas.microsoft.com/office/drawing/2014/main" id="{4093A2EB-3C19-9E31-FDC7-914877B946FA}"/>
              </a:ext>
            </a:extLst>
          </p:cNvPr>
          <p:cNvSpPr>
            <a:spLocks noGrp="1"/>
          </p:cNvSpPr>
          <p:nvPr>
            <p:ph type="pic" sz="quarter" idx="14"/>
          </p:nvPr>
        </p:nvSpPr>
        <p:spPr>
          <a:xfrm>
            <a:off x="3571874" y="404812"/>
            <a:ext cx="5100639" cy="4210051"/>
          </a:xfrm>
          <a:prstGeom prst="rect">
            <a:avLst/>
          </a:prstGeom>
        </p:spPr>
        <p:txBody>
          <a:bodyPr/>
          <a:lstStyle/>
          <a:p>
            <a:r>
              <a:rPr lang="en-US"/>
              <a:t>Click icon to add picture</a:t>
            </a:r>
          </a:p>
        </p:txBody>
      </p:sp>
      <p:sp>
        <p:nvSpPr>
          <p:cNvPr id="19" name="Picture Placeholder 18">
            <a:extLst>
              <a:ext uri="{FF2B5EF4-FFF2-40B4-BE49-F238E27FC236}">
                <a16:creationId xmlns:a16="http://schemas.microsoft.com/office/drawing/2014/main" id="{2F0AF10A-A1DF-4170-D2CD-EFCFAB551DAE}"/>
              </a:ext>
            </a:extLst>
          </p:cNvPr>
          <p:cNvSpPr>
            <a:spLocks noGrp="1"/>
          </p:cNvSpPr>
          <p:nvPr>
            <p:ph type="pic" sz="quarter" idx="16"/>
          </p:nvPr>
        </p:nvSpPr>
        <p:spPr>
          <a:xfrm>
            <a:off x="8858250" y="893762"/>
            <a:ext cx="3333750" cy="3535363"/>
          </a:xfrm>
          <a:prstGeom prst="rect">
            <a:avLst/>
          </a:prstGeom>
        </p:spPr>
        <p:txBody>
          <a:bodyPr/>
          <a:lstStyle/>
          <a:p>
            <a:r>
              <a:rPr lang="en-US"/>
              <a:t>Click icon to add picture</a:t>
            </a:r>
          </a:p>
        </p:txBody>
      </p:sp>
      <p:sp>
        <p:nvSpPr>
          <p:cNvPr id="2" name="Text Placeholder 4">
            <a:extLst>
              <a:ext uri="{FF2B5EF4-FFF2-40B4-BE49-F238E27FC236}">
                <a16:creationId xmlns:a16="http://schemas.microsoft.com/office/drawing/2014/main" id="{A9BD9240-DA34-2B4B-C18E-E31B5F3E26A8}"/>
              </a:ext>
            </a:extLst>
          </p:cNvPr>
          <p:cNvSpPr>
            <a:spLocks noGrp="1"/>
          </p:cNvSpPr>
          <p:nvPr>
            <p:ph type="body" sz="quarter" idx="29" hasCustomPrompt="1"/>
          </p:nvPr>
        </p:nvSpPr>
        <p:spPr>
          <a:xfrm>
            <a:off x="757999"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5" name="Text Placeholder 4">
            <a:extLst>
              <a:ext uri="{FF2B5EF4-FFF2-40B4-BE49-F238E27FC236}">
                <a16:creationId xmlns:a16="http://schemas.microsoft.com/office/drawing/2014/main" id="{7B3FFB4A-48ED-CC59-1A90-5722D0CADC6B}"/>
              </a:ext>
            </a:extLst>
          </p:cNvPr>
          <p:cNvSpPr>
            <a:spLocks noGrp="1"/>
          </p:cNvSpPr>
          <p:nvPr>
            <p:ph type="body" sz="quarter" idx="30" hasCustomPrompt="1"/>
          </p:nvPr>
        </p:nvSpPr>
        <p:spPr>
          <a:xfrm>
            <a:off x="757999"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6" name="Text Placeholder 4">
            <a:extLst>
              <a:ext uri="{FF2B5EF4-FFF2-40B4-BE49-F238E27FC236}">
                <a16:creationId xmlns:a16="http://schemas.microsoft.com/office/drawing/2014/main" id="{A97C5544-D8B2-9AE0-9BC4-AF92DF9C6A04}"/>
              </a:ext>
            </a:extLst>
          </p:cNvPr>
          <p:cNvSpPr>
            <a:spLocks noGrp="1"/>
          </p:cNvSpPr>
          <p:nvPr>
            <p:ph type="body" sz="quarter" idx="32" hasCustomPrompt="1"/>
          </p:nvPr>
        </p:nvSpPr>
        <p:spPr>
          <a:xfrm>
            <a:off x="5086731"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7" name="Text Placeholder 4">
            <a:extLst>
              <a:ext uri="{FF2B5EF4-FFF2-40B4-BE49-F238E27FC236}">
                <a16:creationId xmlns:a16="http://schemas.microsoft.com/office/drawing/2014/main" id="{A4662A9F-9217-54A8-5072-93ABC9E8D412}"/>
              </a:ext>
            </a:extLst>
          </p:cNvPr>
          <p:cNvSpPr>
            <a:spLocks noGrp="1"/>
          </p:cNvSpPr>
          <p:nvPr>
            <p:ph type="body" sz="quarter" idx="33" hasCustomPrompt="1"/>
          </p:nvPr>
        </p:nvSpPr>
        <p:spPr>
          <a:xfrm>
            <a:off x="5086731"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0" name="Text Placeholder 4">
            <a:extLst>
              <a:ext uri="{FF2B5EF4-FFF2-40B4-BE49-F238E27FC236}">
                <a16:creationId xmlns:a16="http://schemas.microsoft.com/office/drawing/2014/main" id="{21B4FCF2-6DDE-B735-E462-BA93B8E84561}"/>
              </a:ext>
            </a:extLst>
          </p:cNvPr>
          <p:cNvSpPr>
            <a:spLocks noGrp="1"/>
          </p:cNvSpPr>
          <p:nvPr>
            <p:ph type="body" sz="quarter" idx="38" hasCustomPrompt="1"/>
          </p:nvPr>
        </p:nvSpPr>
        <p:spPr>
          <a:xfrm>
            <a:off x="9415462"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9B0E7436-EC01-5BA6-ACB7-295FD0FD554E}"/>
              </a:ext>
            </a:extLst>
          </p:cNvPr>
          <p:cNvSpPr>
            <a:spLocks noGrp="1"/>
          </p:cNvSpPr>
          <p:nvPr>
            <p:ph type="body" sz="quarter" idx="39" hasCustomPrompt="1"/>
          </p:nvPr>
        </p:nvSpPr>
        <p:spPr>
          <a:xfrm>
            <a:off x="9415462"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4033056666"/>
      </p:ext>
    </p:extLst>
  </p:cSld>
  <p:clrMapOvr>
    <a:masterClrMapping/>
  </p:clrMapOvr>
</p:sldLayout>
</file>

<file path=ppt/slideLayouts/slideLayout142.xml><?xml version="1.0" encoding="utf-8"?>
<p:sldLayout xmlns:a="http://schemas.openxmlformats.org/drawingml/2006/main" xmlns:r="http://schemas.openxmlformats.org/officeDocument/2006/relationships" xmlns:p="http://schemas.openxmlformats.org/presentationml/2006/main" preserve="1" userDrawn="1">
  <p:cSld name="2_photos_Case_Study_Intro_D">
    <p:spTree>
      <p:nvGrpSpPr>
        <p:cNvPr id="1" name=""/>
        <p:cNvGrpSpPr/>
        <p:nvPr/>
      </p:nvGrpSpPr>
      <p:grpSpPr>
        <a:xfrm>
          <a:off x="0" y="0"/>
          <a:ext cx="0" cy="0"/>
          <a:chOff x="0" y="0"/>
          <a:chExt cx="0" cy="0"/>
        </a:xfrm>
      </p:grpSpPr>
      <p:sp>
        <p:nvSpPr>
          <p:cNvPr id="11" name="Picture Placeholder 12">
            <a:extLst>
              <a:ext uri="{FF2B5EF4-FFF2-40B4-BE49-F238E27FC236}">
                <a16:creationId xmlns:a16="http://schemas.microsoft.com/office/drawing/2014/main" id="{7248E6C1-AD8D-259C-5340-56A8EC44534C}"/>
              </a:ext>
            </a:extLst>
          </p:cNvPr>
          <p:cNvSpPr>
            <a:spLocks noGrp="1"/>
          </p:cNvSpPr>
          <p:nvPr>
            <p:ph type="pic" sz="quarter" idx="34"/>
          </p:nvPr>
        </p:nvSpPr>
        <p:spPr>
          <a:xfrm>
            <a:off x="4381500" y="419100"/>
            <a:ext cx="7810500" cy="4373033"/>
          </a:xfrm>
          <a:prstGeom prst="rect">
            <a:avLst/>
          </a:prstGeom>
        </p:spPr>
        <p:txBody>
          <a:bodyPr/>
          <a:lstStyle/>
          <a:p>
            <a:r>
              <a:rPr lang="en-US"/>
              <a:t>Click icon to add picture</a:t>
            </a:r>
          </a:p>
        </p:txBody>
      </p:sp>
      <p:sp>
        <p:nvSpPr>
          <p:cNvPr id="18" name="Picture Placeholder 12">
            <a:extLst>
              <a:ext uri="{FF2B5EF4-FFF2-40B4-BE49-F238E27FC236}">
                <a16:creationId xmlns:a16="http://schemas.microsoft.com/office/drawing/2014/main" id="{9A18AC36-E872-0FBB-CCDF-E7487C47BED8}"/>
              </a:ext>
            </a:extLst>
          </p:cNvPr>
          <p:cNvSpPr>
            <a:spLocks noGrp="1"/>
          </p:cNvSpPr>
          <p:nvPr>
            <p:ph type="pic" sz="quarter" idx="40"/>
          </p:nvPr>
        </p:nvSpPr>
        <p:spPr>
          <a:xfrm>
            <a:off x="0" y="915459"/>
            <a:ext cx="4114800" cy="3346704"/>
          </a:xfrm>
          <a:prstGeom prst="rect">
            <a:avLst/>
          </a:prstGeom>
        </p:spPr>
        <p:txBody>
          <a:bodyPr/>
          <a:lstStyle/>
          <a:p>
            <a:r>
              <a:rPr lang="en-US"/>
              <a:t>Click icon to add picture</a:t>
            </a:r>
          </a:p>
        </p:txBody>
      </p:sp>
      <p:sp>
        <p:nvSpPr>
          <p:cNvPr id="20" name="Text Placeholder 4">
            <a:extLst>
              <a:ext uri="{FF2B5EF4-FFF2-40B4-BE49-F238E27FC236}">
                <a16:creationId xmlns:a16="http://schemas.microsoft.com/office/drawing/2014/main" id="{AD4E9A13-72EC-7795-6682-8E9D5F884783}"/>
              </a:ext>
            </a:extLst>
          </p:cNvPr>
          <p:cNvSpPr>
            <a:spLocks noGrp="1"/>
          </p:cNvSpPr>
          <p:nvPr>
            <p:ph type="body" sz="quarter" idx="41" hasCustomPrompt="1"/>
          </p:nvPr>
        </p:nvSpPr>
        <p:spPr>
          <a:xfrm>
            <a:off x="651934"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1" name="Text Placeholder 4">
            <a:extLst>
              <a:ext uri="{FF2B5EF4-FFF2-40B4-BE49-F238E27FC236}">
                <a16:creationId xmlns:a16="http://schemas.microsoft.com/office/drawing/2014/main" id="{2AE7E2F1-8A7E-2749-7C23-12A180BF0CBA}"/>
              </a:ext>
            </a:extLst>
          </p:cNvPr>
          <p:cNvSpPr>
            <a:spLocks noGrp="1"/>
          </p:cNvSpPr>
          <p:nvPr>
            <p:ph type="body" sz="quarter" idx="42" hasCustomPrompt="1"/>
          </p:nvPr>
        </p:nvSpPr>
        <p:spPr>
          <a:xfrm>
            <a:off x="651934"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22" name="Text Placeholder 4">
            <a:extLst>
              <a:ext uri="{FF2B5EF4-FFF2-40B4-BE49-F238E27FC236}">
                <a16:creationId xmlns:a16="http://schemas.microsoft.com/office/drawing/2014/main" id="{A629CAEA-5BAE-C2BF-C737-48B738207AB3}"/>
              </a:ext>
            </a:extLst>
          </p:cNvPr>
          <p:cNvSpPr>
            <a:spLocks noGrp="1"/>
          </p:cNvSpPr>
          <p:nvPr>
            <p:ph type="body" sz="quarter" idx="38" hasCustomPrompt="1"/>
          </p:nvPr>
        </p:nvSpPr>
        <p:spPr>
          <a:xfrm>
            <a:off x="4881034"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3" name="Text Placeholder 4">
            <a:extLst>
              <a:ext uri="{FF2B5EF4-FFF2-40B4-BE49-F238E27FC236}">
                <a16:creationId xmlns:a16="http://schemas.microsoft.com/office/drawing/2014/main" id="{58F9ED73-42C5-93DF-AE80-AD7C5AF1BD6C}"/>
              </a:ext>
            </a:extLst>
          </p:cNvPr>
          <p:cNvSpPr>
            <a:spLocks noGrp="1"/>
          </p:cNvSpPr>
          <p:nvPr>
            <p:ph type="body" sz="quarter" idx="39" hasCustomPrompt="1"/>
          </p:nvPr>
        </p:nvSpPr>
        <p:spPr>
          <a:xfrm>
            <a:off x="4881034"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2325639494"/>
      </p:ext>
    </p:extLst>
  </p:cSld>
  <p:clrMapOvr>
    <a:masterClrMapping/>
  </p:clrMapOvr>
</p:sldLayout>
</file>

<file path=ppt/slideLayouts/slideLayout143.xml><?xml version="1.0" encoding="utf-8"?>
<p:sldLayout xmlns:a="http://schemas.openxmlformats.org/drawingml/2006/main" xmlns:r="http://schemas.openxmlformats.org/officeDocument/2006/relationships" xmlns:p="http://schemas.openxmlformats.org/presentationml/2006/main" preserve="1" userDrawn="1">
  <p:cSld name="Arrow">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17DFB89-A9BD-47AC-B57A-7869039229B5}"/>
              </a:ext>
            </a:extLst>
          </p:cNvPr>
          <p:cNvSpPr/>
          <p:nvPr userDrawn="1"/>
        </p:nvSpPr>
        <p:spPr bwMode="auto">
          <a:xfrm>
            <a:off x="-14154" y="0"/>
            <a:ext cx="6022081" cy="6858000"/>
          </a:xfrm>
          <a:prstGeom prst="rect">
            <a:avLst/>
          </a:prstGeom>
          <a:solidFill>
            <a:schemeClr val="bg1">
              <a:lumMod val="95000"/>
            </a:schemeClr>
          </a:solidFill>
          <a:ln>
            <a:noFill/>
          </a:ln>
          <a:effectLst/>
        </p:spPr>
        <p:txBody>
          <a:bodyPr wrap="none" rtlCol="0" anchor="ctr"/>
          <a:lstStyle/>
          <a:p>
            <a:pPr algn="ctr"/>
            <a:endParaRPr lang="en-US" sz="2400">
              <a:solidFill>
                <a:schemeClr val="bg1"/>
              </a:solidFill>
              <a:latin typeface="Calibri Light" panose="020F0302020204030204" pitchFamily="34" charset="0"/>
              <a:ea typeface="Human Sans ExtraLight" charset="0"/>
              <a:cs typeface="Calibri" panose="020F0502020204030204" pitchFamily="34" charset="0"/>
            </a:endParaRPr>
          </a:p>
        </p:txBody>
      </p:sp>
      <p:sp>
        <p:nvSpPr>
          <p:cNvPr id="7" name="Isosceles Triangle 13">
            <a:extLst>
              <a:ext uri="{FF2B5EF4-FFF2-40B4-BE49-F238E27FC236}">
                <a16:creationId xmlns:a16="http://schemas.microsoft.com/office/drawing/2014/main" id="{33DA4BCA-E06D-9C46-8E45-43243DD633D7}"/>
              </a:ext>
            </a:extLst>
          </p:cNvPr>
          <p:cNvSpPr/>
          <p:nvPr userDrawn="1"/>
        </p:nvSpPr>
        <p:spPr>
          <a:xfrm rot="5400000" flipH="1">
            <a:off x="2855323" y="3152602"/>
            <a:ext cx="6858002" cy="552793"/>
          </a:xfrm>
          <a:prstGeom prst="triangle">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itle 1">
            <a:extLst>
              <a:ext uri="{FF2B5EF4-FFF2-40B4-BE49-F238E27FC236}">
                <a16:creationId xmlns:a16="http://schemas.microsoft.com/office/drawing/2014/main" id="{938414CD-ADEE-2A1C-3732-775C2F8A6622}"/>
              </a:ext>
            </a:extLst>
          </p:cNvPr>
          <p:cNvSpPr>
            <a:spLocks noGrp="1"/>
          </p:cNvSpPr>
          <p:nvPr>
            <p:ph type="title"/>
          </p:nvPr>
        </p:nvSpPr>
        <p:spPr>
          <a:xfrm>
            <a:off x="639074" y="731520"/>
            <a:ext cx="4559300" cy="457200"/>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t>Click to edit Master title style</a:t>
            </a:r>
          </a:p>
        </p:txBody>
      </p:sp>
      <p:sp>
        <p:nvSpPr>
          <p:cNvPr id="4" name="Text Placeholder 10">
            <a:extLst>
              <a:ext uri="{FF2B5EF4-FFF2-40B4-BE49-F238E27FC236}">
                <a16:creationId xmlns:a16="http://schemas.microsoft.com/office/drawing/2014/main" id="{1E28BCD1-980E-222A-56FB-AF81B1AAA188}"/>
              </a:ext>
            </a:extLst>
          </p:cNvPr>
          <p:cNvSpPr>
            <a:spLocks noGrp="1"/>
          </p:cNvSpPr>
          <p:nvPr>
            <p:ph type="body" sz="quarter" idx="15" hasCustomPrompt="1"/>
          </p:nvPr>
        </p:nvSpPr>
        <p:spPr>
          <a:xfrm>
            <a:off x="639074" y="419100"/>
            <a:ext cx="3611880"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pic>
        <p:nvPicPr>
          <p:cNvPr id="2" name="Picture 1">
            <a:extLst>
              <a:ext uri="{FF2B5EF4-FFF2-40B4-BE49-F238E27FC236}">
                <a16:creationId xmlns:a16="http://schemas.microsoft.com/office/drawing/2014/main" id="{7A13427F-499E-7243-A0B2-2CF497977BCB}"/>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Tree>
    <p:extLst>
      <p:ext uri="{BB962C8B-B14F-4D97-AF65-F5344CB8AC3E}">
        <p14:creationId xmlns:p14="http://schemas.microsoft.com/office/powerpoint/2010/main" val="1028726748"/>
      </p:ext>
    </p:extLst>
  </p:cSld>
  <p:clrMapOvr>
    <a:masterClrMapping/>
  </p:clrMapOvr>
</p:sldLayout>
</file>

<file path=ppt/slideLayouts/slideLayout144.xml><?xml version="1.0" encoding="utf-8"?>
<p:sldLayout xmlns:a="http://schemas.openxmlformats.org/drawingml/2006/main" xmlns:r="http://schemas.openxmlformats.org/officeDocument/2006/relationships" xmlns:p="http://schemas.openxmlformats.org/presentationml/2006/main" preserve="1" userDrawn="1">
  <p:cSld name="Case Study-1/6">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B64E8965-1EA8-8005-A909-76465BA4C0FB}"/>
              </a:ext>
            </a:extLst>
          </p:cNvPr>
          <p:cNvSpPr/>
          <p:nvPr userDrawn="1"/>
        </p:nvSpPr>
        <p:spPr bwMode="auto">
          <a:xfrm>
            <a:off x="9696450" y="0"/>
            <a:ext cx="2495550"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9" name="TextBox 8">
            <a:extLst>
              <a:ext uri="{FF2B5EF4-FFF2-40B4-BE49-F238E27FC236}">
                <a16:creationId xmlns:a16="http://schemas.microsoft.com/office/drawing/2014/main" id="{4DE50EB9-DDCB-6B82-90E6-D93EE59FCA97}"/>
              </a:ext>
            </a:extLst>
          </p:cNvPr>
          <p:cNvSpPr txBox="1"/>
          <p:nvPr userDrawn="1"/>
        </p:nvSpPr>
        <p:spPr>
          <a:xfrm>
            <a:off x="9539519"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rgbClr val="010000"/>
                </a:solidFill>
              </a:rPr>
              <a:t>EPAM Proprietary &amp; Confidential.</a:t>
            </a:r>
          </a:p>
        </p:txBody>
      </p:sp>
      <p:sp>
        <p:nvSpPr>
          <p:cNvPr id="12" name="Text Placeholder 3">
            <a:extLst>
              <a:ext uri="{FF2B5EF4-FFF2-40B4-BE49-F238E27FC236}">
                <a16:creationId xmlns:a16="http://schemas.microsoft.com/office/drawing/2014/main" id="{D2BDD8D8-D17E-BFC0-ED6D-6E1D4A30B395}"/>
              </a:ext>
            </a:extLst>
          </p:cNvPr>
          <p:cNvSpPr txBox="1">
            <a:spLocks/>
          </p:cNvSpPr>
          <p:nvPr userDrawn="1"/>
        </p:nvSpPr>
        <p:spPr>
          <a:xfrm>
            <a:off x="11315641"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rgbClr val="010000"/>
                </a:solidFill>
              </a:rPr>
              <a:pPr lvl="0"/>
              <a:t>‹#›</a:t>
            </a:fld>
            <a:endParaRPr lang="en-US" sz="1000">
              <a:solidFill>
                <a:srgbClr val="010000"/>
              </a:solidFill>
            </a:endParaRPr>
          </a:p>
        </p:txBody>
      </p:sp>
      <p:sp>
        <p:nvSpPr>
          <p:cNvPr id="2" name="Title 1">
            <a:extLst>
              <a:ext uri="{FF2B5EF4-FFF2-40B4-BE49-F238E27FC236}">
                <a16:creationId xmlns:a16="http://schemas.microsoft.com/office/drawing/2014/main" id="{7CA1A5DA-E4C1-1856-5847-AE3486592FD5}"/>
              </a:ext>
            </a:extLst>
          </p:cNvPr>
          <p:cNvSpPr>
            <a:spLocks noGrp="1"/>
          </p:cNvSpPr>
          <p:nvPr>
            <p:ph type="title"/>
          </p:nvPr>
        </p:nvSpPr>
        <p:spPr>
          <a:xfrm>
            <a:off x="639074" y="731520"/>
            <a:ext cx="4559300" cy="457200"/>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t>Click to edit Master title style</a:t>
            </a:r>
          </a:p>
        </p:txBody>
      </p:sp>
      <p:sp>
        <p:nvSpPr>
          <p:cNvPr id="3" name="Text Placeholder 10">
            <a:extLst>
              <a:ext uri="{FF2B5EF4-FFF2-40B4-BE49-F238E27FC236}">
                <a16:creationId xmlns:a16="http://schemas.microsoft.com/office/drawing/2014/main" id="{AF691A2C-885A-0EB3-797C-EF58AD425AF3}"/>
              </a:ext>
            </a:extLst>
          </p:cNvPr>
          <p:cNvSpPr>
            <a:spLocks noGrp="1"/>
          </p:cNvSpPr>
          <p:nvPr>
            <p:ph type="body" sz="quarter" idx="15" hasCustomPrompt="1"/>
          </p:nvPr>
        </p:nvSpPr>
        <p:spPr>
          <a:xfrm>
            <a:off x="639074" y="419100"/>
            <a:ext cx="3611880"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1700041676"/>
      </p:ext>
    </p:extLst>
  </p:cSld>
  <p:clrMapOvr>
    <a:masterClrMapping/>
  </p:clrMapOvr>
</p:sldLayout>
</file>

<file path=ppt/slideLayouts/slideLayout145.xml><?xml version="1.0" encoding="utf-8"?>
<p:sldLayout xmlns:a="http://schemas.openxmlformats.org/drawingml/2006/main" xmlns:r="http://schemas.openxmlformats.org/officeDocument/2006/relationships" xmlns:p="http://schemas.openxmlformats.org/presentationml/2006/main" preserve="1" userDrawn="1">
  <p:cSld name="Case Study-1/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9F79CFF-40BD-429D-B35C-552695FE8C5D}"/>
              </a:ext>
            </a:extLst>
          </p:cNvPr>
          <p:cNvSpPr/>
          <p:nvPr userDrawn="1"/>
        </p:nvSpPr>
        <p:spPr bwMode="auto">
          <a:xfrm>
            <a:off x="7832725" y="0"/>
            <a:ext cx="4359275" cy="6858000"/>
          </a:xfrm>
          <a:prstGeom prst="rect">
            <a:avLst/>
          </a:prstGeom>
          <a:solidFill>
            <a:schemeClr val="bg1">
              <a:lumMod val="95000"/>
            </a:schemeClr>
          </a:solidFill>
          <a:ln>
            <a:noFill/>
          </a:ln>
          <a:effectLst/>
        </p:spPr>
        <p:txBody>
          <a:bodyPr wrap="none" rtlCol="0" anchor="ctr"/>
          <a:lstStyle/>
          <a:p>
            <a:pPr algn="ctr"/>
            <a:endParaRPr lang="en-US" sz="2400">
              <a:solidFill>
                <a:schemeClr val="bg1"/>
              </a:solidFill>
              <a:latin typeface="Calibri Light" panose="020F0302020204030204" pitchFamily="34" charset="0"/>
              <a:ea typeface="Human Sans ExtraLight" charset="0"/>
              <a:cs typeface="Human Sans ExtraLight" charset="0"/>
            </a:endParaRPr>
          </a:p>
        </p:txBody>
      </p:sp>
      <p:sp>
        <p:nvSpPr>
          <p:cNvPr id="9" name="TextBox 8">
            <a:extLst>
              <a:ext uri="{FF2B5EF4-FFF2-40B4-BE49-F238E27FC236}">
                <a16:creationId xmlns:a16="http://schemas.microsoft.com/office/drawing/2014/main" id="{DB1A98B3-DB51-25C7-9270-7820F6EA398D}"/>
              </a:ext>
            </a:extLst>
          </p:cNvPr>
          <p:cNvSpPr txBox="1"/>
          <p:nvPr userDrawn="1"/>
        </p:nvSpPr>
        <p:spPr>
          <a:xfrm>
            <a:off x="9539519"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rgbClr val="010000"/>
                </a:solidFill>
              </a:rPr>
              <a:t>EPAM Proprietary &amp; Confidential.</a:t>
            </a:r>
          </a:p>
        </p:txBody>
      </p:sp>
      <p:sp>
        <p:nvSpPr>
          <p:cNvPr id="12" name="Text Placeholder 3">
            <a:extLst>
              <a:ext uri="{FF2B5EF4-FFF2-40B4-BE49-F238E27FC236}">
                <a16:creationId xmlns:a16="http://schemas.microsoft.com/office/drawing/2014/main" id="{5D2C4444-E6DF-4B99-1941-139B63DFBEBB}"/>
              </a:ext>
            </a:extLst>
          </p:cNvPr>
          <p:cNvSpPr txBox="1">
            <a:spLocks/>
          </p:cNvSpPr>
          <p:nvPr userDrawn="1"/>
        </p:nvSpPr>
        <p:spPr>
          <a:xfrm>
            <a:off x="11315641"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rgbClr val="010000"/>
                </a:solidFill>
              </a:rPr>
              <a:pPr lvl="0"/>
              <a:t>‹#›</a:t>
            </a:fld>
            <a:endParaRPr lang="en-US" sz="1000">
              <a:solidFill>
                <a:srgbClr val="010000"/>
              </a:solidFill>
            </a:endParaRPr>
          </a:p>
        </p:txBody>
      </p:sp>
      <p:sp>
        <p:nvSpPr>
          <p:cNvPr id="3" name="Title 1">
            <a:extLst>
              <a:ext uri="{FF2B5EF4-FFF2-40B4-BE49-F238E27FC236}">
                <a16:creationId xmlns:a16="http://schemas.microsoft.com/office/drawing/2014/main" id="{E0D51657-4E0D-F30E-9697-A8C29A986641}"/>
              </a:ext>
            </a:extLst>
          </p:cNvPr>
          <p:cNvSpPr>
            <a:spLocks noGrp="1"/>
          </p:cNvSpPr>
          <p:nvPr>
            <p:ph type="title"/>
          </p:nvPr>
        </p:nvSpPr>
        <p:spPr>
          <a:xfrm>
            <a:off x="639074" y="731520"/>
            <a:ext cx="4559300" cy="457200"/>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t>Click to edit Master title style</a:t>
            </a:r>
          </a:p>
        </p:txBody>
      </p:sp>
      <p:sp>
        <p:nvSpPr>
          <p:cNvPr id="4" name="Text Placeholder 10">
            <a:extLst>
              <a:ext uri="{FF2B5EF4-FFF2-40B4-BE49-F238E27FC236}">
                <a16:creationId xmlns:a16="http://schemas.microsoft.com/office/drawing/2014/main" id="{2D1B3AA5-C2D7-58A8-7EBE-6629FEA85E59}"/>
              </a:ext>
            </a:extLst>
          </p:cNvPr>
          <p:cNvSpPr>
            <a:spLocks noGrp="1"/>
          </p:cNvSpPr>
          <p:nvPr>
            <p:ph type="body" sz="quarter" idx="15" hasCustomPrompt="1"/>
          </p:nvPr>
        </p:nvSpPr>
        <p:spPr>
          <a:xfrm>
            <a:off x="639074" y="419100"/>
            <a:ext cx="3611880"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1569160582"/>
      </p:ext>
    </p:extLst>
  </p:cSld>
  <p:clrMapOvr>
    <a:masterClrMapping/>
  </p:clrMapOvr>
</p:sldLayout>
</file>

<file path=ppt/slideLayouts/slideLayout146.xml><?xml version="1.0" encoding="utf-8"?>
<p:sldLayout xmlns:a="http://schemas.openxmlformats.org/drawingml/2006/main" xmlns:r="http://schemas.openxmlformats.org/officeDocument/2006/relationships" xmlns:p="http://schemas.openxmlformats.org/presentationml/2006/main" preserve="1" userDrawn="1">
  <p:cSld name="Case Study-1/2_B">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6095999" y="0"/>
            <a:ext cx="6096000" cy="6858000"/>
          </a:xfrm>
          <a:prstGeom prst="rect">
            <a:avLst/>
          </a:prstGeom>
          <a:solidFill>
            <a:schemeClr val="bg1">
              <a:lumMod val="95000"/>
            </a:schemeClr>
          </a:solidFill>
          <a:ln>
            <a:noFill/>
          </a:ln>
          <a:effectLst/>
        </p:spPr>
        <p:txBody>
          <a:bodyPr wrap="none" rtlCol="0" anchor="ctr"/>
          <a:lstStyle/>
          <a:p>
            <a:pPr lvl="0"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9" name="Text Placeholder 10">
            <a:extLst>
              <a:ext uri="{FF2B5EF4-FFF2-40B4-BE49-F238E27FC236}">
                <a16:creationId xmlns:a16="http://schemas.microsoft.com/office/drawing/2014/main" id="{8BAA6E4E-7596-A644-93F2-6ABBAFCD6B70}"/>
              </a:ext>
            </a:extLst>
          </p:cNvPr>
          <p:cNvSpPr>
            <a:spLocks noGrp="1"/>
          </p:cNvSpPr>
          <p:nvPr>
            <p:ph type="body" sz="quarter" idx="10" hasCustomPrompt="1"/>
          </p:nvPr>
        </p:nvSpPr>
        <p:spPr>
          <a:xfrm>
            <a:off x="6582021" y="802983"/>
            <a:ext cx="2213811" cy="246221"/>
          </a:xfrm>
          <a:prstGeom prst="rect">
            <a:avLst/>
          </a:prstGeom>
          <a:noFill/>
        </p:spPr>
        <p:txBody>
          <a:bodyPr vert="horz" wrap="none" lIns="0" tIns="0" rIns="0" bIns="0" rtlCol="0" anchor="ctr">
            <a:spAutoFit/>
          </a:bodyPr>
          <a:lstStyle>
            <a:lvl1pPr>
              <a:defRPr lang="en-US" sz="1600" b="1" cap="none" spc="100" baseline="0" smtClean="0">
                <a:solidFill>
                  <a:schemeClr val="accent1"/>
                </a:solidFill>
                <a:ea typeface="+mj-ea"/>
                <a:cs typeface="+mj-cs"/>
              </a:defRPr>
            </a:lvl1pPr>
            <a:lvl2pPr marL="171450" indent="0">
              <a:buNone/>
              <a:defRPr lang="en-US" sz="1350" smtClean="0"/>
            </a:lvl2pPr>
            <a:lvl3pPr>
              <a:defRPr lang="en-US" sz="1350" smtClean="0"/>
            </a:lvl3pPr>
            <a:lvl4pPr>
              <a:defRPr lang="en-US" sz="1350" smtClean="0"/>
            </a:lvl4pPr>
            <a:lvl5pPr>
              <a:defRPr lang="en-US" sz="1350"/>
            </a:lvl5pPr>
          </a:lstStyle>
          <a:p>
            <a:pPr marL="0" lvl="0">
              <a:lnSpc>
                <a:spcPct val="100000"/>
              </a:lnSpc>
              <a:spcBef>
                <a:spcPct val="0"/>
              </a:spcBef>
              <a:buNone/>
            </a:pPr>
            <a:r>
              <a:rPr lang="en-US"/>
              <a:t>Edit Master Text Styles</a:t>
            </a:r>
          </a:p>
        </p:txBody>
      </p:sp>
      <p:sp>
        <p:nvSpPr>
          <p:cNvPr id="10" name="Text Placeholder 10">
            <a:extLst>
              <a:ext uri="{FF2B5EF4-FFF2-40B4-BE49-F238E27FC236}">
                <a16:creationId xmlns:a16="http://schemas.microsoft.com/office/drawing/2014/main" id="{182FF9AB-2A1C-E54B-B99E-245DE32DDE96}"/>
              </a:ext>
            </a:extLst>
          </p:cNvPr>
          <p:cNvSpPr>
            <a:spLocks noGrp="1"/>
          </p:cNvSpPr>
          <p:nvPr>
            <p:ph type="body" sz="quarter" idx="18" hasCustomPrompt="1"/>
          </p:nvPr>
        </p:nvSpPr>
        <p:spPr>
          <a:xfrm>
            <a:off x="6582020" y="3200114"/>
            <a:ext cx="2213811" cy="246221"/>
          </a:xfrm>
          <a:prstGeom prst="rect">
            <a:avLst/>
          </a:prstGeom>
          <a:noFill/>
        </p:spPr>
        <p:txBody>
          <a:bodyPr vert="horz" wrap="none" lIns="0" tIns="0" rIns="0" bIns="0" rtlCol="0" anchor="ctr">
            <a:spAutoFit/>
          </a:bodyPr>
          <a:lstStyle>
            <a:lvl1pPr>
              <a:defRPr lang="en-US" sz="1600" b="1" cap="none" spc="100" baseline="0" smtClean="0">
                <a:solidFill>
                  <a:schemeClr val="accent1"/>
                </a:solidFill>
                <a:ea typeface="+mj-ea"/>
                <a:cs typeface="+mj-cs"/>
              </a:defRPr>
            </a:lvl1pPr>
            <a:lvl2pPr marL="171450" indent="0">
              <a:buNone/>
              <a:defRPr lang="en-US" sz="1350" smtClean="0"/>
            </a:lvl2pPr>
            <a:lvl3pPr>
              <a:defRPr lang="en-US" sz="1350" smtClean="0"/>
            </a:lvl3pPr>
            <a:lvl4pPr>
              <a:defRPr lang="en-US" sz="1350" smtClean="0"/>
            </a:lvl4pPr>
            <a:lvl5pPr>
              <a:defRPr lang="en-US" sz="1350"/>
            </a:lvl5pPr>
          </a:lstStyle>
          <a:p>
            <a:pPr marL="0" lvl="0">
              <a:lnSpc>
                <a:spcPct val="100000"/>
              </a:lnSpc>
              <a:spcBef>
                <a:spcPct val="0"/>
              </a:spcBef>
              <a:buNone/>
            </a:pPr>
            <a:r>
              <a:rPr lang="en-US"/>
              <a:t>Edit Master Text Styles</a:t>
            </a:r>
          </a:p>
        </p:txBody>
      </p:sp>
      <p:sp>
        <p:nvSpPr>
          <p:cNvPr id="5" name="TextBox 4">
            <a:extLst>
              <a:ext uri="{FF2B5EF4-FFF2-40B4-BE49-F238E27FC236}">
                <a16:creationId xmlns:a16="http://schemas.microsoft.com/office/drawing/2014/main" id="{3B7D9537-B25D-7D96-9993-3FD73B2FDB2F}"/>
              </a:ext>
            </a:extLst>
          </p:cNvPr>
          <p:cNvSpPr txBox="1"/>
          <p:nvPr userDrawn="1"/>
        </p:nvSpPr>
        <p:spPr>
          <a:xfrm>
            <a:off x="9517294"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7" name="Text Placeholder 3">
            <a:extLst>
              <a:ext uri="{FF2B5EF4-FFF2-40B4-BE49-F238E27FC236}">
                <a16:creationId xmlns:a16="http://schemas.microsoft.com/office/drawing/2014/main" id="{8C1EAE48-670D-1E75-E1E5-6E8259532FEE}"/>
              </a:ext>
            </a:extLst>
          </p:cNvPr>
          <p:cNvSpPr txBox="1">
            <a:spLocks/>
          </p:cNvSpPr>
          <p:nvPr userDrawn="1"/>
        </p:nvSpPr>
        <p:spPr>
          <a:xfrm>
            <a:off x="11341864"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bg1"/>
                </a:solidFill>
              </a:rPr>
              <a:pPr lvl="0"/>
              <a:t>‹#›</a:t>
            </a:fld>
            <a:endParaRPr lang="en-US" sz="1000">
              <a:solidFill>
                <a:schemeClr val="bg1"/>
              </a:solidFill>
            </a:endParaRPr>
          </a:p>
        </p:txBody>
      </p:sp>
      <p:sp>
        <p:nvSpPr>
          <p:cNvPr id="6" name="Title 1">
            <a:extLst>
              <a:ext uri="{FF2B5EF4-FFF2-40B4-BE49-F238E27FC236}">
                <a16:creationId xmlns:a16="http://schemas.microsoft.com/office/drawing/2014/main" id="{E6F59B46-0DE3-E568-233F-75A607AEE627}"/>
              </a:ext>
            </a:extLst>
          </p:cNvPr>
          <p:cNvSpPr>
            <a:spLocks noGrp="1"/>
          </p:cNvSpPr>
          <p:nvPr>
            <p:ph type="title"/>
          </p:nvPr>
        </p:nvSpPr>
        <p:spPr>
          <a:xfrm>
            <a:off x="639074" y="731520"/>
            <a:ext cx="4559300" cy="457200"/>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t>Click to edit Master title style</a:t>
            </a:r>
          </a:p>
        </p:txBody>
      </p:sp>
      <p:sp>
        <p:nvSpPr>
          <p:cNvPr id="8" name="Text Placeholder 10">
            <a:extLst>
              <a:ext uri="{FF2B5EF4-FFF2-40B4-BE49-F238E27FC236}">
                <a16:creationId xmlns:a16="http://schemas.microsoft.com/office/drawing/2014/main" id="{57396B7B-5CA0-2575-EECE-9254812E7AA7}"/>
              </a:ext>
            </a:extLst>
          </p:cNvPr>
          <p:cNvSpPr>
            <a:spLocks noGrp="1"/>
          </p:cNvSpPr>
          <p:nvPr>
            <p:ph type="body" sz="quarter" idx="15" hasCustomPrompt="1"/>
          </p:nvPr>
        </p:nvSpPr>
        <p:spPr>
          <a:xfrm>
            <a:off x="639074" y="419100"/>
            <a:ext cx="3611880"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1426952470"/>
      </p:ext>
    </p:extLst>
  </p:cSld>
  <p:clrMapOvr>
    <a:masterClrMapping/>
  </p:clrMapOvr>
</p:sldLayout>
</file>

<file path=ppt/slideLayouts/slideLayout147.xml><?xml version="1.0" encoding="utf-8"?>
<p:sldLayout xmlns:a="http://schemas.openxmlformats.org/drawingml/2006/main" xmlns:r="http://schemas.openxmlformats.org/officeDocument/2006/relationships" xmlns:p="http://schemas.openxmlformats.org/presentationml/2006/main" preserve="1" userDrawn="1">
  <p:cSld name="Case_Study_1/2_Picture">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79C487BF-0EFB-7D6C-3495-E817AE08A6AD}"/>
              </a:ext>
            </a:extLst>
          </p:cNvPr>
          <p:cNvSpPr>
            <a:spLocks noGrp="1"/>
          </p:cNvSpPr>
          <p:nvPr>
            <p:ph type="pic" sz="quarter" idx="24"/>
          </p:nvPr>
        </p:nvSpPr>
        <p:spPr>
          <a:xfrm>
            <a:off x="6096000" y="0"/>
            <a:ext cx="6096000" cy="6858000"/>
          </a:xfrm>
          <a:prstGeom prst="rect">
            <a:avLst/>
          </a:prstGeom>
          <a:solidFill>
            <a:schemeClr val="bg1">
              <a:lumMod val="95000"/>
            </a:schemeClr>
          </a:solidFill>
        </p:spPr>
        <p:txBody>
          <a:bodyPr/>
          <a:lstStyle/>
          <a:p>
            <a:r>
              <a:rPr lang="en-US"/>
              <a:t>Click icon to add picture</a:t>
            </a:r>
          </a:p>
        </p:txBody>
      </p:sp>
      <p:sp>
        <p:nvSpPr>
          <p:cNvPr id="7" name="TextBox 6">
            <a:extLst>
              <a:ext uri="{FF2B5EF4-FFF2-40B4-BE49-F238E27FC236}">
                <a16:creationId xmlns:a16="http://schemas.microsoft.com/office/drawing/2014/main" id="{E7E1AB88-4EAB-7302-D460-368C8A95B880}"/>
              </a:ext>
            </a:extLst>
          </p:cNvPr>
          <p:cNvSpPr txBox="1"/>
          <p:nvPr userDrawn="1"/>
        </p:nvSpPr>
        <p:spPr>
          <a:xfrm>
            <a:off x="9539519"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rgbClr val="010000"/>
                </a:solidFill>
              </a:rPr>
              <a:t>EPAM Proprietary &amp; Confidential.</a:t>
            </a:r>
          </a:p>
        </p:txBody>
      </p:sp>
      <p:sp>
        <p:nvSpPr>
          <p:cNvPr id="8" name="Text Placeholder 3">
            <a:extLst>
              <a:ext uri="{FF2B5EF4-FFF2-40B4-BE49-F238E27FC236}">
                <a16:creationId xmlns:a16="http://schemas.microsoft.com/office/drawing/2014/main" id="{63BB7D0E-0360-1177-1B37-D40F98E8945C}"/>
              </a:ext>
            </a:extLst>
          </p:cNvPr>
          <p:cNvSpPr txBox="1">
            <a:spLocks/>
          </p:cNvSpPr>
          <p:nvPr userDrawn="1"/>
        </p:nvSpPr>
        <p:spPr>
          <a:xfrm>
            <a:off x="11315641"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rgbClr val="010000"/>
                </a:solidFill>
              </a:rPr>
              <a:pPr lvl="0"/>
              <a:t>‹#›</a:t>
            </a:fld>
            <a:endParaRPr lang="en-US" sz="1000">
              <a:solidFill>
                <a:srgbClr val="010000"/>
              </a:solidFill>
            </a:endParaRPr>
          </a:p>
        </p:txBody>
      </p:sp>
      <p:sp>
        <p:nvSpPr>
          <p:cNvPr id="5" name="Title 1">
            <a:extLst>
              <a:ext uri="{FF2B5EF4-FFF2-40B4-BE49-F238E27FC236}">
                <a16:creationId xmlns:a16="http://schemas.microsoft.com/office/drawing/2014/main" id="{FC806764-F53B-099D-08F4-9559CEC18F27}"/>
              </a:ext>
            </a:extLst>
          </p:cNvPr>
          <p:cNvSpPr>
            <a:spLocks noGrp="1"/>
          </p:cNvSpPr>
          <p:nvPr>
            <p:ph type="title"/>
          </p:nvPr>
        </p:nvSpPr>
        <p:spPr>
          <a:xfrm>
            <a:off x="639074" y="731520"/>
            <a:ext cx="4559300" cy="457200"/>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t>Click to edit Master title style</a:t>
            </a:r>
          </a:p>
        </p:txBody>
      </p:sp>
      <p:sp>
        <p:nvSpPr>
          <p:cNvPr id="6" name="Text Placeholder 10">
            <a:extLst>
              <a:ext uri="{FF2B5EF4-FFF2-40B4-BE49-F238E27FC236}">
                <a16:creationId xmlns:a16="http://schemas.microsoft.com/office/drawing/2014/main" id="{93281F56-5810-8527-EA21-EF9D06E82D7E}"/>
              </a:ext>
            </a:extLst>
          </p:cNvPr>
          <p:cNvSpPr>
            <a:spLocks noGrp="1"/>
          </p:cNvSpPr>
          <p:nvPr>
            <p:ph type="body" sz="quarter" idx="15" hasCustomPrompt="1"/>
          </p:nvPr>
        </p:nvSpPr>
        <p:spPr>
          <a:xfrm>
            <a:off x="639074" y="419100"/>
            <a:ext cx="3611880"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2249705870"/>
      </p:ext>
    </p:extLst>
  </p:cSld>
  <p:clrMapOvr>
    <a:masterClrMapping/>
  </p:clrMapOvr>
</p:sldLayout>
</file>

<file path=ppt/slideLayouts/slideLayout148.xml><?xml version="1.0" encoding="utf-8"?>
<p:sldLayout xmlns:a="http://schemas.openxmlformats.org/drawingml/2006/main" xmlns:r="http://schemas.openxmlformats.org/officeDocument/2006/relationships" xmlns:p="http://schemas.openxmlformats.org/presentationml/2006/main" preserve="1" userDrawn="1">
  <p:cSld name="Case Study-1/2">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63FF4445-7E43-4943-6564-663F57E4686B}"/>
              </a:ext>
            </a:extLst>
          </p:cNvPr>
          <p:cNvSpPr/>
          <p:nvPr userDrawn="1"/>
        </p:nvSpPr>
        <p:spPr bwMode="auto">
          <a:xfrm>
            <a:off x="0" y="0"/>
            <a:ext cx="6105525" cy="6858000"/>
          </a:xfrm>
          <a:prstGeom prst="rect">
            <a:avLst/>
          </a:prstGeom>
          <a:solidFill>
            <a:schemeClr val="bg1">
              <a:lumMod val="95000"/>
            </a:schemeClr>
          </a:solidFill>
          <a:ln>
            <a:noFill/>
          </a:ln>
          <a:effectLst/>
        </p:spPr>
        <p:txBody>
          <a:bodyPr wrap="none" rtlCol="0" anchor="ctr"/>
          <a:lstStyle/>
          <a:p>
            <a:pPr algn="ctr"/>
            <a:endParaRPr lang="en-US" sz="2400">
              <a:solidFill>
                <a:schemeClr val="bg1"/>
              </a:solidFill>
              <a:latin typeface="Calibri Light" panose="020F0302020204030204" pitchFamily="34" charset="0"/>
              <a:ea typeface="Human Sans ExtraLight" charset="0"/>
              <a:cs typeface="Human Sans ExtraLight" charset="0"/>
            </a:endParaRPr>
          </a:p>
        </p:txBody>
      </p:sp>
      <p:pic>
        <p:nvPicPr>
          <p:cNvPr id="2" name="Picture 1">
            <a:extLst>
              <a:ext uri="{FF2B5EF4-FFF2-40B4-BE49-F238E27FC236}">
                <a16:creationId xmlns:a16="http://schemas.microsoft.com/office/drawing/2014/main" id="{E6BCB5CB-662F-D77E-B95C-6FAEB9F5B96A}"/>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
        <p:nvSpPr>
          <p:cNvPr id="3" name="Title 1">
            <a:extLst>
              <a:ext uri="{FF2B5EF4-FFF2-40B4-BE49-F238E27FC236}">
                <a16:creationId xmlns:a16="http://schemas.microsoft.com/office/drawing/2014/main" id="{AB9A991D-1B79-B376-3D76-EEC73A5EFBAA}"/>
              </a:ext>
            </a:extLst>
          </p:cNvPr>
          <p:cNvSpPr>
            <a:spLocks noGrp="1"/>
          </p:cNvSpPr>
          <p:nvPr>
            <p:ph type="title"/>
          </p:nvPr>
        </p:nvSpPr>
        <p:spPr>
          <a:xfrm>
            <a:off x="639074" y="731520"/>
            <a:ext cx="4559300" cy="457200"/>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t>Click to edit Master title style</a:t>
            </a:r>
          </a:p>
        </p:txBody>
      </p:sp>
      <p:sp>
        <p:nvSpPr>
          <p:cNvPr id="4" name="Text Placeholder 10">
            <a:extLst>
              <a:ext uri="{FF2B5EF4-FFF2-40B4-BE49-F238E27FC236}">
                <a16:creationId xmlns:a16="http://schemas.microsoft.com/office/drawing/2014/main" id="{136083D7-1357-B3A0-B2CA-C5879573A124}"/>
              </a:ext>
            </a:extLst>
          </p:cNvPr>
          <p:cNvSpPr>
            <a:spLocks noGrp="1"/>
          </p:cNvSpPr>
          <p:nvPr>
            <p:ph type="body" sz="quarter" idx="15" hasCustomPrompt="1"/>
          </p:nvPr>
        </p:nvSpPr>
        <p:spPr>
          <a:xfrm>
            <a:off x="639074" y="419100"/>
            <a:ext cx="3611880"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611961495"/>
      </p:ext>
    </p:extLst>
  </p:cSld>
  <p:clrMapOvr>
    <a:masterClrMapping/>
  </p:clrMapOvr>
</p:sldLayout>
</file>

<file path=ppt/slideLayouts/slideLayout149.xml><?xml version="1.0" encoding="utf-8"?>
<p:sldLayout xmlns:a="http://schemas.openxmlformats.org/drawingml/2006/main" xmlns:r="http://schemas.openxmlformats.org/officeDocument/2006/relationships" xmlns:p="http://schemas.openxmlformats.org/presentationml/2006/main" preserve="1" userDrawn="1">
  <p:cSld name="Narrow">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17DFB89-A9BD-47AC-B57A-7869039229B5}"/>
              </a:ext>
            </a:extLst>
          </p:cNvPr>
          <p:cNvSpPr/>
          <p:nvPr userDrawn="1"/>
        </p:nvSpPr>
        <p:spPr bwMode="auto">
          <a:xfrm>
            <a:off x="0" y="0"/>
            <a:ext cx="3429000"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7" name="Picture Placeholder 2">
            <a:extLst>
              <a:ext uri="{FF2B5EF4-FFF2-40B4-BE49-F238E27FC236}">
                <a16:creationId xmlns:a16="http://schemas.microsoft.com/office/drawing/2014/main" id="{CE8FAB7B-4710-4747-B680-F6B4F0097B29}"/>
              </a:ext>
            </a:extLst>
          </p:cNvPr>
          <p:cNvSpPr>
            <a:spLocks noGrp="1"/>
          </p:cNvSpPr>
          <p:nvPr>
            <p:ph type="pic" sz="quarter" idx="16"/>
          </p:nvPr>
        </p:nvSpPr>
        <p:spPr>
          <a:xfrm>
            <a:off x="3428999" y="0"/>
            <a:ext cx="8763001" cy="6858000"/>
          </a:xfrm>
          <a:prstGeom prst="rect">
            <a:avLst/>
          </a:prstGeom>
        </p:spPr>
        <p:txBody>
          <a:bodyPr/>
          <a:lstStyle/>
          <a:p>
            <a:r>
              <a:rPr lang="en-US"/>
              <a:t>Click icon to add picture</a:t>
            </a:r>
          </a:p>
        </p:txBody>
      </p:sp>
      <p:pic>
        <p:nvPicPr>
          <p:cNvPr id="6" name="Picture 5">
            <a:extLst>
              <a:ext uri="{FF2B5EF4-FFF2-40B4-BE49-F238E27FC236}">
                <a16:creationId xmlns:a16="http://schemas.microsoft.com/office/drawing/2014/main" id="{45215EAA-C348-C006-D714-D17F88664CEA}"/>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
        <p:nvSpPr>
          <p:cNvPr id="2" name="Title 1">
            <a:extLst>
              <a:ext uri="{FF2B5EF4-FFF2-40B4-BE49-F238E27FC236}">
                <a16:creationId xmlns:a16="http://schemas.microsoft.com/office/drawing/2014/main" id="{AEB6FBC1-BEC1-A0F4-57EF-55F4857ABEE1}"/>
              </a:ext>
            </a:extLst>
          </p:cNvPr>
          <p:cNvSpPr>
            <a:spLocks noGrp="1"/>
          </p:cNvSpPr>
          <p:nvPr>
            <p:ph type="title" hasCustomPrompt="1"/>
          </p:nvPr>
        </p:nvSpPr>
        <p:spPr>
          <a:xfrm>
            <a:off x="639074" y="731520"/>
            <a:ext cx="2542276" cy="457200"/>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t>Title Goes Here</a:t>
            </a:r>
          </a:p>
        </p:txBody>
      </p:sp>
      <p:sp>
        <p:nvSpPr>
          <p:cNvPr id="8" name="Text Placeholder 10">
            <a:extLst>
              <a:ext uri="{FF2B5EF4-FFF2-40B4-BE49-F238E27FC236}">
                <a16:creationId xmlns:a16="http://schemas.microsoft.com/office/drawing/2014/main" id="{14D7C070-9D88-55A0-43C0-D19D13432502}"/>
              </a:ext>
            </a:extLst>
          </p:cNvPr>
          <p:cNvSpPr>
            <a:spLocks noGrp="1"/>
          </p:cNvSpPr>
          <p:nvPr>
            <p:ph type="body" sz="quarter" idx="15" hasCustomPrompt="1"/>
          </p:nvPr>
        </p:nvSpPr>
        <p:spPr>
          <a:xfrm>
            <a:off x="639074" y="419100"/>
            <a:ext cx="2542276" cy="223451"/>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3866234826"/>
      </p:ext>
    </p:extLst>
  </p:cSld>
  <p:clrMapOvr>
    <a:masterClrMapping/>
  </p:clrMapOvr>
</p:sldLayout>
</file>

<file path=ppt/slideLayouts/slideLayout150.xml><?xml version="1.0" encoding="utf-8"?>
<p:sldLayout xmlns:a="http://schemas.openxmlformats.org/drawingml/2006/main" xmlns:r="http://schemas.openxmlformats.org/officeDocument/2006/relationships" xmlns:p="http://schemas.openxmlformats.org/presentationml/2006/main" preserve="1" userDrawn="1">
  <p:cSld name="Case Study-2/3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4381500"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6" name="Picture 5">
            <a:extLst>
              <a:ext uri="{FF2B5EF4-FFF2-40B4-BE49-F238E27FC236}">
                <a16:creationId xmlns:a16="http://schemas.microsoft.com/office/drawing/2014/main" id="{1189404C-9543-05AC-0FE7-5F45141B88BF}"/>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
        <p:nvSpPr>
          <p:cNvPr id="10" name="Title 1">
            <a:extLst>
              <a:ext uri="{FF2B5EF4-FFF2-40B4-BE49-F238E27FC236}">
                <a16:creationId xmlns:a16="http://schemas.microsoft.com/office/drawing/2014/main" id="{7EE2443F-202F-9996-08A0-68D8B34EB257}"/>
              </a:ext>
            </a:extLst>
          </p:cNvPr>
          <p:cNvSpPr>
            <a:spLocks noGrp="1"/>
          </p:cNvSpPr>
          <p:nvPr>
            <p:ph type="title" hasCustomPrompt="1"/>
          </p:nvPr>
        </p:nvSpPr>
        <p:spPr>
          <a:xfrm>
            <a:off x="639074" y="731520"/>
            <a:ext cx="2542276" cy="457200"/>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t>Title Goes Here</a:t>
            </a:r>
          </a:p>
        </p:txBody>
      </p:sp>
      <p:sp>
        <p:nvSpPr>
          <p:cNvPr id="11" name="Text Placeholder 10">
            <a:extLst>
              <a:ext uri="{FF2B5EF4-FFF2-40B4-BE49-F238E27FC236}">
                <a16:creationId xmlns:a16="http://schemas.microsoft.com/office/drawing/2014/main" id="{75A952B7-2C29-CE80-75CE-F2ED96B6386D}"/>
              </a:ext>
            </a:extLst>
          </p:cNvPr>
          <p:cNvSpPr>
            <a:spLocks noGrp="1"/>
          </p:cNvSpPr>
          <p:nvPr>
            <p:ph type="body" sz="quarter" idx="15" hasCustomPrompt="1"/>
          </p:nvPr>
        </p:nvSpPr>
        <p:spPr>
          <a:xfrm>
            <a:off x="639074" y="419100"/>
            <a:ext cx="2542276" cy="223451"/>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662878152"/>
      </p:ext>
    </p:extLst>
  </p:cSld>
  <p:clrMapOvr>
    <a:masterClrMapping/>
  </p:clrMapOvr>
</p:sldLayout>
</file>

<file path=ppt/slideLayouts/slideLayout151.xml><?xml version="1.0" encoding="utf-8"?>
<p:sldLayout xmlns:a="http://schemas.openxmlformats.org/drawingml/2006/main" xmlns:r="http://schemas.openxmlformats.org/officeDocument/2006/relationships" xmlns:p="http://schemas.openxmlformats.org/presentationml/2006/main" preserve="1" userDrawn="1">
  <p:cSld name="Case Study-2/3 Picture">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1657C14D-88D4-2E4E-B3D4-C2C8ABFC1A31}"/>
              </a:ext>
            </a:extLst>
          </p:cNvPr>
          <p:cNvSpPr/>
          <p:nvPr userDrawn="1"/>
        </p:nvSpPr>
        <p:spPr bwMode="auto">
          <a:xfrm>
            <a:off x="4352926" y="0"/>
            <a:ext cx="7839074"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12" name="TextBox 11">
            <a:extLst>
              <a:ext uri="{FF2B5EF4-FFF2-40B4-BE49-F238E27FC236}">
                <a16:creationId xmlns:a16="http://schemas.microsoft.com/office/drawing/2014/main" id="{9D211704-E6A2-554A-83D7-019EF0F003D0}"/>
              </a:ext>
            </a:extLst>
          </p:cNvPr>
          <p:cNvSpPr txBox="1"/>
          <p:nvPr userDrawn="1"/>
        </p:nvSpPr>
        <p:spPr>
          <a:xfrm>
            <a:off x="10505872" y="6406591"/>
            <a:ext cx="939818"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lvl="0"/>
            <a:r>
              <a:rPr lang="en-US">
                <a:solidFill>
                  <a:schemeClr val="tx1"/>
                </a:solidFill>
              </a:rPr>
              <a:t>CONFIDENTIAL. Copyright ©</a:t>
            </a:r>
          </a:p>
        </p:txBody>
      </p:sp>
      <p:sp>
        <p:nvSpPr>
          <p:cNvPr id="13" name="Text Placeholder 3">
            <a:extLst>
              <a:ext uri="{FF2B5EF4-FFF2-40B4-BE49-F238E27FC236}">
                <a16:creationId xmlns:a16="http://schemas.microsoft.com/office/drawing/2014/main" id="{C4E06C20-AA8E-8342-A500-79B18C390223}"/>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tx1"/>
                </a:solidFill>
              </a:rPr>
              <a:pPr lvl="0"/>
              <a:t>‹#›</a:t>
            </a:fld>
            <a:endParaRPr lang="en-US" sz="1000">
              <a:solidFill>
                <a:schemeClr val="tx1"/>
              </a:solidFill>
            </a:endParaRPr>
          </a:p>
        </p:txBody>
      </p:sp>
      <p:sp>
        <p:nvSpPr>
          <p:cNvPr id="14" name="Picture Placeholder 2">
            <a:extLst>
              <a:ext uri="{FF2B5EF4-FFF2-40B4-BE49-F238E27FC236}">
                <a16:creationId xmlns:a16="http://schemas.microsoft.com/office/drawing/2014/main" id="{B0B5FC9B-C94B-DD4C-B568-43367EF1D400}"/>
              </a:ext>
            </a:extLst>
          </p:cNvPr>
          <p:cNvSpPr>
            <a:spLocks noGrp="1"/>
          </p:cNvSpPr>
          <p:nvPr>
            <p:ph type="pic" sz="quarter" idx="16"/>
          </p:nvPr>
        </p:nvSpPr>
        <p:spPr>
          <a:xfrm>
            <a:off x="4352925" y="0"/>
            <a:ext cx="7839075" cy="6858000"/>
          </a:xfrm>
          <a:prstGeom prst="rect">
            <a:avLst/>
          </a:prstGeom>
          <a:solidFill>
            <a:schemeClr val="bg1">
              <a:lumMod val="95000"/>
            </a:schemeClr>
          </a:solidFill>
        </p:spPr>
        <p:txBody>
          <a:bodyPr/>
          <a:lstStyle/>
          <a:p>
            <a:r>
              <a:rPr lang="en-US"/>
              <a:t>Click icon to add picture</a:t>
            </a:r>
          </a:p>
        </p:txBody>
      </p:sp>
      <p:sp>
        <p:nvSpPr>
          <p:cNvPr id="6" name="Title 1">
            <a:extLst>
              <a:ext uri="{FF2B5EF4-FFF2-40B4-BE49-F238E27FC236}">
                <a16:creationId xmlns:a16="http://schemas.microsoft.com/office/drawing/2014/main" id="{50445D59-5D09-D8C1-2EC1-A52718159786}"/>
              </a:ext>
            </a:extLst>
          </p:cNvPr>
          <p:cNvSpPr>
            <a:spLocks noGrp="1"/>
          </p:cNvSpPr>
          <p:nvPr>
            <p:ph type="title" hasCustomPrompt="1"/>
          </p:nvPr>
        </p:nvSpPr>
        <p:spPr>
          <a:xfrm>
            <a:off x="639074" y="731520"/>
            <a:ext cx="2542276" cy="457200"/>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t>Title Goes Here</a:t>
            </a:r>
          </a:p>
        </p:txBody>
      </p:sp>
      <p:sp>
        <p:nvSpPr>
          <p:cNvPr id="7" name="Text Placeholder 10">
            <a:extLst>
              <a:ext uri="{FF2B5EF4-FFF2-40B4-BE49-F238E27FC236}">
                <a16:creationId xmlns:a16="http://schemas.microsoft.com/office/drawing/2014/main" id="{77EF2F3C-6015-6E2B-6FDD-5205793AA2FD}"/>
              </a:ext>
            </a:extLst>
          </p:cNvPr>
          <p:cNvSpPr>
            <a:spLocks noGrp="1"/>
          </p:cNvSpPr>
          <p:nvPr>
            <p:ph type="body" sz="quarter" idx="15" hasCustomPrompt="1"/>
          </p:nvPr>
        </p:nvSpPr>
        <p:spPr>
          <a:xfrm>
            <a:off x="639074" y="419100"/>
            <a:ext cx="2542276" cy="223451"/>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618800113"/>
      </p:ext>
    </p:extLst>
  </p:cSld>
  <p:clrMapOvr>
    <a:masterClrMapping/>
  </p:clrMapOvr>
</p:sldLayout>
</file>

<file path=ppt/slideLayouts/slideLayout152.xml><?xml version="1.0" encoding="utf-8"?>
<p:sldLayout xmlns:a="http://schemas.openxmlformats.org/drawingml/2006/main" xmlns:r="http://schemas.openxmlformats.org/officeDocument/2006/relationships" xmlns:p="http://schemas.openxmlformats.org/presentationml/2006/main" preserve="1" userDrawn="1">
  <p:cSld name="Case Study_Mockup_Lef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012FD094-0794-063E-2B57-722EE39684F1}"/>
              </a:ext>
            </a:extLst>
          </p:cNvPr>
          <p:cNvSpPr/>
          <p:nvPr userDrawn="1"/>
        </p:nvSpPr>
        <p:spPr bwMode="auto">
          <a:xfrm>
            <a:off x="0" y="0"/>
            <a:ext cx="7143750" cy="6858000"/>
          </a:xfrm>
          <a:prstGeom prst="rect">
            <a:avLst/>
          </a:prstGeom>
          <a:solidFill>
            <a:schemeClr val="bg1">
              <a:lumMod val="95000"/>
            </a:schemeClr>
          </a:solidFill>
          <a:ln>
            <a:noFill/>
          </a:ln>
          <a:effectLst/>
        </p:spPr>
        <p:txBody>
          <a:bodyPr wrap="none" rtlCol="0" anchor="ctr"/>
          <a:lstStyle/>
          <a:p>
            <a:pPr algn="ctr"/>
            <a:endParaRPr lang="en-US" sz="2400">
              <a:solidFill>
                <a:schemeClr val="bg1"/>
              </a:solidFill>
              <a:latin typeface="Calibri Light" panose="020F0302020204030204" pitchFamily="34" charset="0"/>
              <a:ea typeface="Human Sans ExtraLight" charset="0"/>
              <a:cs typeface="Human Sans ExtraLight" charset="0"/>
            </a:endParaRPr>
          </a:p>
        </p:txBody>
      </p:sp>
      <p:pic>
        <p:nvPicPr>
          <p:cNvPr id="8" name="Picture 7">
            <a:extLst>
              <a:ext uri="{FF2B5EF4-FFF2-40B4-BE49-F238E27FC236}">
                <a16:creationId xmlns:a16="http://schemas.microsoft.com/office/drawing/2014/main" id="{81633583-352F-F956-B6C1-9C86A76DE1E9}"/>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
        <p:nvSpPr>
          <p:cNvPr id="6" name="Title 1">
            <a:extLst>
              <a:ext uri="{FF2B5EF4-FFF2-40B4-BE49-F238E27FC236}">
                <a16:creationId xmlns:a16="http://schemas.microsoft.com/office/drawing/2014/main" id="{5CB865C5-5C2A-A194-F7E1-984E0B642407}"/>
              </a:ext>
            </a:extLst>
          </p:cNvPr>
          <p:cNvSpPr>
            <a:spLocks noGrp="1"/>
          </p:cNvSpPr>
          <p:nvPr>
            <p:ph type="title" hasCustomPrompt="1"/>
          </p:nvPr>
        </p:nvSpPr>
        <p:spPr>
          <a:xfrm>
            <a:off x="639074" y="731520"/>
            <a:ext cx="2542276" cy="457200"/>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t>Title Goes Here</a:t>
            </a:r>
          </a:p>
        </p:txBody>
      </p:sp>
      <p:sp>
        <p:nvSpPr>
          <p:cNvPr id="7" name="Text Placeholder 10">
            <a:extLst>
              <a:ext uri="{FF2B5EF4-FFF2-40B4-BE49-F238E27FC236}">
                <a16:creationId xmlns:a16="http://schemas.microsoft.com/office/drawing/2014/main" id="{4D86B38F-89DD-F114-5F16-98FE8F50CA3D}"/>
              </a:ext>
            </a:extLst>
          </p:cNvPr>
          <p:cNvSpPr>
            <a:spLocks noGrp="1"/>
          </p:cNvSpPr>
          <p:nvPr>
            <p:ph type="body" sz="quarter" idx="15" hasCustomPrompt="1"/>
          </p:nvPr>
        </p:nvSpPr>
        <p:spPr>
          <a:xfrm>
            <a:off x="639074" y="419100"/>
            <a:ext cx="2542276" cy="223451"/>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3810795457"/>
      </p:ext>
    </p:extLst>
  </p:cSld>
  <p:clrMapOvr>
    <a:masterClrMapping/>
  </p:clrMapOvr>
</p:sldLayout>
</file>

<file path=ppt/slideLayouts/slideLayout153.xml><?xml version="1.0" encoding="utf-8"?>
<p:sldLayout xmlns:a="http://schemas.openxmlformats.org/drawingml/2006/main" xmlns:r="http://schemas.openxmlformats.org/officeDocument/2006/relationships" xmlns:p="http://schemas.openxmlformats.org/presentationml/2006/main" preserve="1" userDrawn="1">
  <p:cSld name="Case Study_Mockup">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9D2A7FA-64FE-D868-11A0-F061891C2469}"/>
              </a:ext>
            </a:extLst>
          </p:cNvPr>
          <p:cNvSpPr/>
          <p:nvPr userDrawn="1"/>
        </p:nvSpPr>
        <p:spPr bwMode="auto">
          <a:xfrm>
            <a:off x="0" y="0"/>
            <a:ext cx="2489200"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5" name="Title 1">
            <a:extLst>
              <a:ext uri="{FF2B5EF4-FFF2-40B4-BE49-F238E27FC236}">
                <a16:creationId xmlns:a16="http://schemas.microsoft.com/office/drawing/2014/main" id="{EAF94430-52EF-289A-6B5B-96C63479C8AD}"/>
              </a:ext>
            </a:extLst>
          </p:cNvPr>
          <p:cNvSpPr>
            <a:spLocks noGrp="1"/>
          </p:cNvSpPr>
          <p:nvPr>
            <p:ph type="title"/>
          </p:nvPr>
        </p:nvSpPr>
        <p:spPr>
          <a:xfrm>
            <a:off x="4354641" y="1600200"/>
            <a:ext cx="4797425" cy="338554"/>
          </a:xfrm>
          <a:prstGeom prst="rect">
            <a:avLst/>
          </a:prstGeom>
        </p:spPr>
        <p:txBody>
          <a:bodyPr>
            <a:spAutoFit/>
          </a:bodyPr>
          <a:lstStyle>
            <a:lvl1pPr>
              <a:defRPr sz="2200" b="1" i="0">
                <a:solidFill>
                  <a:schemeClr val="tx1"/>
                </a:solidFill>
                <a:latin typeface="Calibri" panose="020F0502020204030204" pitchFamily="34" charset="0"/>
                <a:cs typeface="Calibri" panose="020F0502020204030204" pitchFamily="34" charset="0"/>
              </a:defRPr>
            </a:lvl1pPr>
          </a:lstStyle>
          <a:p>
            <a:r>
              <a:rPr lang="en-US"/>
              <a:t>Click to edit Master title style</a:t>
            </a:r>
          </a:p>
        </p:txBody>
      </p:sp>
      <p:sp>
        <p:nvSpPr>
          <p:cNvPr id="6" name="Text Placeholder 2">
            <a:extLst>
              <a:ext uri="{FF2B5EF4-FFF2-40B4-BE49-F238E27FC236}">
                <a16:creationId xmlns:a16="http://schemas.microsoft.com/office/drawing/2014/main" id="{79C365B7-BDA2-A1BA-99C3-FAE4F63E6178}"/>
              </a:ext>
            </a:extLst>
          </p:cNvPr>
          <p:cNvSpPr>
            <a:spLocks noGrp="1"/>
          </p:cNvSpPr>
          <p:nvPr>
            <p:ph type="body" sz="quarter" idx="17" hasCustomPrompt="1"/>
          </p:nvPr>
        </p:nvSpPr>
        <p:spPr>
          <a:xfrm>
            <a:off x="4354641" y="2286000"/>
            <a:ext cx="4784852" cy="3657600"/>
          </a:xfrm>
          <a:prstGeom prst="rect">
            <a:avLst/>
          </a:prstGeom>
        </p:spPr>
        <p:txBody>
          <a:bodyPr/>
          <a:lstStyle>
            <a:lvl1pPr>
              <a:lnSpc>
                <a:spcPts val="2400"/>
              </a:lnSpc>
              <a:defRPr sz="1600" b="0" i="0">
                <a:solidFill>
                  <a:schemeClr val="tx1"/>
                </a:solidFill>
                <a:latin typeface="Calibri Light" panose="020F0302020204030204" pitchFamily="34" charset="0"/>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 scrambled it to make a type specimen book. It has survived not only five centuries, but also the leap into electronic typesetting, remaining essentially unchanged.</a:t>
            </a:r>
          </a:p>
        </p:txBody>
      </p:sp>
      <p:pic>
        <p:nvPicPr>
          <p:cNvPr id="8" name="Picture 7">
            <a:extLst>
              <a:ext uri="{FF2B5EF4-FFF2-40B4-BE49-F238E27FC236}">
                <a16:creationId xmlns:a16="http://schemas.microsoft.com/office/drawing/2014/main" id="{7D27BDED-D894-E63E-2F9E-832F391AA1F8}"/>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Tree>
    <p:extLst>
      <p:ext uri="{BB962C8B-B14F-4D97-AF65-F5344CB8AC3E}">
        <p14:creationId xmlns:p14="http://schemas.microsoft.com/office/powerpoint/2010/main" val="3813826399"/>
      </p:ext>
    </p:extLst>
  </p:cSld>
  <p:clrMapOvr>
    <a:masterClrMapping/>
  </p:clrMapOvr>
</p:sldLayout>
</file>

<file path=ppt/slideLayouts/slideLayout154.xml><?xml version="1.0" encoding="utf-8"?>
<p:sldLayout xmlns:a="http://schemas.openxmlformats.org/drawingml/2006/main" xmlns:r="http://schemas.openxmlformats.org/officeDocument/2006/relationships" xmlns:p="http://schemas.openxmlformats.org/presentationml/2006/main" preserve="1" userDrawn="1">
  <p:cSld name="Photo">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7FD4578C-8BBA-DD7F-1D7F-67C3334C4001}"/>
              </a:ext>
            </a:extLst>
          </p:cNvPr>
          <p:cNvSpPr>
            <a:spLocks noGrp="1"/>
          </p:cNvSpPr>
          <p:nvPr>
            <p:ph type="pic" sz="quarter" idx="12"/>
          </p:nvPr>
        </p:nvSpPr>
        <p:spPr>
          <a:xfrm>
            <a:off x="0" y="0"/>
            <a:ext cx="12192000" cy="6858000"/>
          </a:xfrm>
          <a:prstGeom prst="rect">
            <a:avLst/>
          </a:prstGeom>
        </p:spPr>
        <p:txBody>
          <a:bodyPr/>
          <a:lstStyle/>
          <a:p>
            <a:r>
              <a:rPr lang="en-US"/>
              <a:t>Click icon to add picture</a:t>
            </a:r>
          </a:p>
        </p:txBody>
      </p:sp>
    </p:spTree>
    <p:extLst>
      <p:ext uri="{BB962C8B-B14F-4D97-AF65-F5344CB8AC3E}">
        <p14:creationId xmlns:p14="http://schemas.microsoft.com/office/powerpoint/2010/main" val="159595019"/>
      </p:ext>
    </p:extLst>
  </p:cSld>
  <p:clrMapOvr>
    <a:masterClrMapping/>
  </p:clrMapOvr>
</p:sldLayout>
</file>

<file path=ppt/slideLayouts/slideLayout155.xml><?xml version="1.0" encoding="utf-8"?>
<p:sldLayout xmlns:a="http://schemas.openxmlformats.org/drawingml/2006/main" xmlns:r="http://schemas.openxmlformats.org/officeDocument/2006/relationships" xmlns:p="http://schemas.openxmlformats.org/presentationml/2006/main" preserve="1" userDrawn="1">
  <p:cSld name="2_Custom Layout">
    <p:bg>
      <p:bgPr>
        <a:blipFill dpi="0" rotWithShape="1">
          <a:blip r:embed="rId2" cstate="email">
            <a:alphaModFix amt="97000"/>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57E287B6-2821-6380-6538-D34B5499079B}"/>
              </a:ext>
            </a:extLst>
          </p:cNvPr>
          <p:cNvSpPr>
            <a:spLocks noGrp="1"/>
          </p:cNvSpPr>
          <p:nvPr>
            <p:ph type="title" hasCustomPrompt="1"/>
          </p:nvPr>
        </p:nvSpPr>
        <p:spPr>
          <a:xfrm>
            <a:off x="639074" y="731520"/>
            <a:ext cx="10917926" cy="457200"/>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t>Title Goes Here</a:t>
            </a:r>
          </a:p>
        </p:txBody>
      </p:sp>
      <p:sp>
        <p:nvSpPr>
          <p:cNvPr id="4" name="Text Placeholder 10">
            <a:extLst>
              <a:ext uri="{FF2B5EF4-FFF2-40B4-BE49-F238E27FC236}">
                <a16:creationId xmlns:a16="http://schemas.microsoft.com/office/drawing/2014/main" id="{01126A01-3EE7-5F33-DA74-B4FF2B18EB2F}"/>
              </a:ext>
            </a:extLst>
          </p:cNvPr>
          <p:cNvSpPr>
            <a:spLocks noGrp="1"/>
          </p:cNvSpPr>
          <p:nvPr>
            <p:ph type="body" sz="quarter" idx="15" hasCustomPrompt="1"/>
          </p:nvPr>
        </p:nvSpPr>
        <p:spPr>
          <a:xfrm>
            <a:off x="639074" y="419100"/>
            <a:ext cx="10917926" cy="223451"/>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846476287"/>
      </p:ext>
    </p:extLst>
  </p:cSld>
  <p:clrMapOvr>
    <a:masterClrMapping/>
  </p:clrMapOvr>
</p:sldLayout>
</file>

<file path=ppt/slideLayouts/slideLayout156.xml><?xml version="1.0" encoding="utf-8"?>
<p:sldLayout xmlns:a="http://schemas.openxmlformats.org/drawingml/2006/main" xmlns:r="http://schemas.openxmlformats.org/officeDocument/2006/relationships" xmlns:p="http://schemas.openxmlformats.org/presentationml/2006/main" preserve="1" userDrawn="1">
  <p:cSld name="Thank_you">
    <p:spTree>
      <p:nvGrpSpPr>
        <p:cNvPr id="1" name=""/>
        <p:cNvGrpSpPr/>
        <p:nvPr/>
      </p:nvGrpSpPr>
      <p:grpSpPr>
        <a:xfrm>
          <a:off x="0" y="0"/>
          <a:ext cx="0" cy="0"/>
          <a:chOff x="0" y="0"/>
          <a:chExt cx="0" cy="0"/>
        </a:xfrm>
      </p:grpSpPr>
      <p:sp>
        <p:nvSpPr>
          <p:cNvPr id="6" name="Text Placeholder 2">
            <a:extLst>
              <a:ext uri="{FF2B5EF4-FFF2-40B4-BE49-F238E27FC236}">
                <a16:creationId xmlns:a16="http://schemas.microsoft.com/office/drawing/2014/main" id="{32B93596-9EFA-D1CF-1891-B79E8C134296}"/>
              </a:ext>
            </a:extLst>
          </p:cNvPr>
          <p:cNvSpPr>
            <a:spLocks noGrp="1"/>
          </p:cNvSpPr>
          <p:nvPr>
            <p:ph type="body" sz="quarter" idx="12"/>
          </p:nvPr>
        </p:nvSpPr>
        <p:spPr>
          <a:xfrm>
            <a:off x="6008594" y="1585875"/>
            <a:ext cx="3827462" cy="257250"/>
          </a:xfrm>
          <a:prstGeom prst="rect">
            <a:avLst/>
          </a:prstGeom>
        </p:spPr>
        <p:txBody>
          <a:bodyPr/>
          <a:lstStyle>
            <a:lvl1pPr>
              <a:defRPr sz="1600" b="0" i="0">
                <a:latin typeface="Calibri" panose="020F0502020204030204" pitchFamily="34" charset="0"/>
                <a:cs typeface="Calibri" panose="020F0502020204030204" pitchFamily="34" charset="0"/>
              </a:defRPr>
            </a:lvl1pPr>
          </a:lstStyle>
          <a:p>
            <a:pPr lvl="0"/>
            <a:r>
              <a:rPr lang="en-US"/>
              <a:t>Click to edit Master text styles</a:t>
            </a:r>
          </a:p>
        </p:txBody>
      </p:sp>
      <p:sp>
        <p:nvSpPr>
          <p:cNvPr id="7" name="Text Placeholder 3">
            <a:extLst>
              <a:ext uri="{FF2B5EF4-FFF2-40B4-BE49-F238E27FC236}">
                <a16:creationId xmlns:a16="http://schemas.microsoft.com/office/drawing/2014/main" id="{6FDC7A20-9DDC-243D-12E0-D419647A673B}"/>
              </a:ext>
            </a:extLst>
          </p:cNvPr>
          <p:cNvSpPr>
            <a:spLocks noGrp="1"/>
          </p:cNvSpPr>
          <p:nvPr>
            <p:ph type="body" sz="quarter" idx="13"/>
          </p:nvPr>
        </p:nvSpPr>
        <p:spPr>
          <a:xfrm>
            <a:off x="6008594" y="2359058"/>
            <a:ext cx="3827462" cy="289438"/>
          </a:xfrm>
          <a:prstGeom prst="rect">
            <a:avLst/>
          </a:prstGeom>
        </p:spPr>
        <p:txBody>
          <a:bodyPr/>
          <a:lstStyle>
            <a:lvl1pPr>
              <a:defRPr sz="1800" b="1" i="0">
                <a:solidFill>
                  <a:schemeClr val="accent5"/>
                </a:solidFill>
                <a:latin typeface="Calibri" panose="020F0502020204030204" pitchFamily="34" charset="0"/>
                <a:cs typeface="Calibri" panose="020F0502020204030204" pitchFamily="34" charset="0"/>
              </a:defRPr>
            </a:lvl1pPr>
          </a:lstStyle>
          <a:p>
            <a:pPr lvl="0"/>
            <a:r>
              <a:rPr lang="en-US"/>
              <a:t>Click to edit Master text styles</a:t>
            </a:r>
          </a:p>
        </p:txBody>
      </p:sp>
      <p:sp>
        <p:nvSpPr>
          <p:cNvPr id="8" name="Text Placeholder 4">
            <a:extLst>
              <a:ext uri="{FF2B5EF4-FFF2-40B4-BE49-F238E27FC236}">
                <a16:creationId xmlns:a16="http://schemas.microsoft.com/office/drawing/2014/main" id="{DF0BB83A-8F61-9449-F88A-D14428FB92FB}"/>
              </a:ext>
            </a:extLst>
          </p:cNvPr>
          <p:cNvSpPr>
            <a:spLocks noGrp="1"/>
          </p:cNvSpPr>
          <p:nvPr>
            <p:ph type="body" sz="quarter" idx="14"/>
          </p:nvPr>
        </p:nvSpPr>
        <p:spPr>
          <a:xfrm>
            <a:off x="6008594" y="2744373"/>
            <a:ext cx="3827462" cy="225126"/>
          </a:xfrm>
          <a:prstGeom prst="rect">
            <a:avLst/>
          </a:prstGeom>
        </p:spPr>
        <p:txBody>
          <a:bodyPr/>
          <a:lstStyle>
            <a:lvl1pPr>
              <a:defRPr sz="1400" b="0" i="0">
                <a:solidFill>
                  <a:schemeClr val="accent5"/>
                </a:solidFill>
                <a:latin typeface="Calibri Light" panose="020F0302020204030204" pitchFamily="34" charset="0"/>
                <a:cs typeface="Calibri Light" panose="020F0302020204030204" pitchFamily="34" charset="0"/>
              </a:defRPr>
            </a:lvl1pPr>
          </a:lstStyle>
          <a:p>
            <a:pPr lvl="0"/>
            <a:r>
              <a:rPr lang="en-US"/>
              <a:t>Click to edit Master text styles</a:t>
            </a:r>
          </a:p>
        </p:txBody>
      </p:sp>
      <p:sp>
        <p:nvSpPr>
          <p:cNvPr id="9" name="Text Placeholder 5">
            <a:extLst>
              <a:ext uri="{FF2B5EF4-FFF2-40B4-BE49-F238E27FC236}">
                <a16:creationId xmlns:a16="http://schemas.microsoft.com/office/drawing/2014/main" id="{928CEB9B-E281-2F84-4094-6D6C75AE1667}"/>
              </a:ext>
            </a:extLst>
          </p:cNvPr>
          <p:cNvSpPr>
            <a:spLocks noGrp="1"/>
          </p:cNvSpPr>
          <p:nvPr>
            <p:ph type="body" sz="quarter" idx="15"/>
          </p:nvPr>
        </p:nvSpPr>
        <p:spPr>
          <a:xfrm>
            <a:off x="6008594" y="3273458"/>
            <a:ext cx="3827462" cy="225126"/>
          </a:xfrm>
          <a:prstGeom prst="rect">
            <a:avLst/>
          </a:prstGeom>
        </p:spPr>
        <p:txBody>
          <a:bodyPr/>
          <a:lstStyle>
            <a:lvl1pPr>
              <a:defRPr sz="1400" b="0" i="0">
                <a:latin typeface="Calibri Light" panose="020F0302020204030204" pitchFamily="34" charset="0"/>
                <a:cs typeface="Calibri Light" panose="020F0302020204030204" pitchFamily="34" charset="0"/>
              </a:defRPr>
            </a:lvl1pPr>
          </a:lstStyle>
          <a:p>
            <a:pPr lvl="0"/>
            <a:r>
              <a:rPr lang="en-US"/>
              <a:t>Click to edit Master text styles</a:t>
            </a:r>
          </a:p>
        </p:txBody>
      </p:sp>
      <p:sp>
        <p:nvSpPr>
          <p:cNvPr id="10" name="Text Placeholder 6">
            <a:extLst>
              <a:ext uri="{FF2B5EF4-FFF2-40B4-BE49-F238E27FC236}">
                <a16:creationId xmlns:a16="http://schemas.microsoft.com/office/drawing/2014/main" id="{4B5D4FBD-9119-A47E-823E-8468ED6CF450}"/>
              </a:ext>
            </a:extLst>
          </p:cNvPr>
          <p:cNvSpPr>
            <a:spLocks noGrp="1"/>
          </p:cNvSpPr>
          <p:nvPr>
            <p:ph type="body" sz="quarter" idx="16"/>
          </p:nvPr>
        </p:nvSpPr>
        <p:spPr>
          <a:xfrm>
            <a:off x="6008594" y="3560388"/>
            <a:ext cx="3827462" cy="225126"/>
          </a:xfrm>
          <a:prstGeom prst="rect">
            <a:avLst/>
          </a:prstGeom>
        </p:spPr>
        <p:txBody>
          <a:bodyPr/>
          <a:lstStyle>
            <a:lvl1pPr>
              <a:defRPr sz="1400" b="0" i="0">
                <a:latin typeface="Calibri Light" panose="020F0302020204030204" pitchFamily="34" charset="0"/>
                <a:cs typeface="Calibri Light" panose="020F0302020204030204" pitchFamily="34" charset="0"/>
              </a:defRPr>
            </a:lvl1pPr>
          </a:lstStyle>
          <a:p>
            <a:pPr lvl="0"/>
            <a:r>
              <a:rPr lang="en-US"/>
              <a:t>Click to edit Master text styles</a:t>
            </a:r>
          </a:p>
        </p:txBody>
      </p:sp>
      <p:sp>
        <p:nvSpPr>
          <p:cNvPr id="11" name="Text Placeholder 7">
            <a:extLst>
              <a:ext uri="{FF2B5EF4-FFF2-40B4-BE49-F238E27FC236}">
                <a16:creationId xmlns:a16="http://schemas.microsoft.com/office/drawing/2014/main" id="{C67B81F6-EE7E-69A9-E411-F7C52303401A}"/>
              </a:ext>
            </a:extLst>
          </p:cNvPr>
          <p:cNvSpPr>
            <a:spLocks noGrp="1"/>
          </p:cNvSpPr>
          <p:nvPr>
            <p:ph type="body" sz="quarter" idx="17"/>
          </p:nvPr>
        </p:nvSpPr>
        <p:spPr>
          <a:xfrm>
            <a:off x="6008594" y="4117149"/>
            <a:ext cx="3827462" cy="1173078"/>
          </a:xfrm>
          <a:prstGeom prst="rect">
            <a:avLst/>
          </a:prstGeom>
        </p:spPr>
        <p:txBody>
          <a:bodyPr/>
          <a:lstStyle>
            <a:lvl1pPr>
              <a:defRPr sz="1400" b="0" i="0">
                <a:latin typeface="Calibri Light" panose="020F0302020204030204" pitchFamily="34" charset="0"/>
                <a:cs typeface="Calibri Light" panose="020F0302020204030204" pitchFamily="34" charset="0"/>
              </a:defRPr>
            </a:lvl1pPr>
          </a:lstStyle>
          <a:p>
            <a:pPr lvl="0"/>
            <a:r>
              <a:rPr lang="en-US"/>
              <a:t>Click to edit Master text styles</a:t>
            </a:r>
          </a:p>
          <a:p>
            <a:pPr lvl="1"/>
            <a:r>
              <a:rPr lang="en-US"/>
              <a:t>Second level</a:t>
            </a:r>
          </a:p>
          <a:p>
            <a:pPr lvl="2"/>
            <a:r>
              <a:rPr lang="en-US"/>
              <a:t>Third level</a:t>
            </a:r>
          </a:p>
          <a:p>
            <a:pPr lvl="3"/>
            <a:r>
              <a:rPr lang="en-US"/>
              <a:t>Fourth level</a:t>
            </a:r>
          </a:p>
        </p:txBody>
      </p:sp>
      <p:sp>
        <p:nvSpPr>
          <p:cNvPr id="12" name="Title 2">
            <a:extLst>
              <a:ext uri="{FF2B5EF4-FFF2-40B4-BE49-F238E27FC236}">
                <a16:creationId xmlns:a16="http://schemas.microsoft.com/office/drawing/2014/main" id="{7D40B0A2-8366-4164-6D42-A15D2F6F574B}"/>
              </a:ext>
            </a:extLst>
          </p:cNvPr>
          <p:cNvSpPr>
            <a:spLocks noGrp="1"/>
          </p:cNvSpPr>
          <p:nvPr>
            <p:ph type="title" hasCustomPrompt="1"/>
          </p:nvPr>
        </p:nvSpPr>
        <p:spPr>
          <a:xfrm>
            <a:off x="639074" y="1353882"/>
            <a:ext cx="4220135" cy="1107996"/>
          </a:xfrm>
          <a:prstGeom prst="rect">
            <a:avLst/>
          </a:prstGeom>
        </p:spPr>
        <p:txBody>
          <a:bodyPr wrap="square">
            <a:spAutoFit/>
          </a:bodyPr>
          <a:lstStyle>
            <a:lvl1pPr>
              <a:defRPr sz="7200" b="0" i="0">
                <a:gradFill>
                  <a:gsLst>
                    <a:gs pos="0">
                      <a:schemeClr val="accent3"/>
                    </a:gs>
                    <a:gs pos="55000">
                      <a:schemeClr val="accent2"/>
                    </a:gs>
                    <a:gs pos="100000">
                      <a:schemeClr val="accent4"/>
                    </a:gs>
                  </a:gsLst>
                  <a:lin ang="0" scaled="0"/>
                </a:gradFill>
                <a:latin typeface="Calibri" panose="020F0502020204030204" pitchFamily="34" charset="0"/>
                <a:cs typeface="Calibri" panose="020F0502020204030204" pitchFamily="34" charset="0"/>
              </a:defRPr>
            </a:lvl1pPr>
          </a:lstStyle>
          <a:p>
            <a:r>
              <a:rPr lang="en-US"/>
              <a:t>Thank you!</a:t>
            </a:r>
          </a:p>
        </p:txBody>
      </p:sp>
      <p:cxnSp>
        <p:nvCxnSpPr>
          <p:cNvPr id="16" name="Straight Connector 15">
            <a:extLst>
              <a:ext uri="{FF2B5EF4-FFF2-40B4-BE49-F238E27FC236}">
                <a16:creationId xmlns:a16="http://schemas.microsoft.com/office/drawing/2014/main" id="{32A2464A-FAB8-9787-5897-30B871357252}"/>
              </a:ext>
            </a:extLst>
          </p:cNvPr>
          <p:cNvCxnSpPr>
            <a:cxnSpLocks/>
          </p:cNvCxnSpPr>
          <p:nvPr userDrawn="1"/>
        </p:nvCxnSpPr>
        <p:spPr>
          <a:xfrm>
            <a:off x="6008594" y="1981200"/>
            <a:ext cx="6248400"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05028228"/>
      </p:ext>
    </p:extLst>
  </p:cSld>
  <p:clrMapOvr>
    <a:masterClrMapping/>
  </p:clrMapOvr>
</p:sldLayout>
</file>

<file path=ppt/slideLayouts/slideLayout157.xml><?xml version="1.0" encoding="utf-8"?>
<p:sldLayout xmlns:a="http://schemas.openxmlformats.org/drawingml/2006/main" xmlns:r="http://schemas.openxmlformats.org/officeDocument/2006/relationships" xmlns:p="http://schemas.openxmlformats.org/presentationml/2006/main" preserve="1" userDrawn="1">
  <p:cSld name="Thank_you_photo">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79C487BF-0EFB-7D6C-3495-E817AE08A6AD}"/>
              </a:ext>
            </a:extLst>
          </p:cNvPr>
          <p:cNvSpPr>
            <a:spLocks noGrp="1"/>
          </p:cNvSpPr>
          <p:nvPr>
            <p:ph type="pic" sz="quarter" idx="24"/>
          </p:nvPr>
        </p:nvSpPr>
        <p:spPr>
          <a:xfrm>
            <a:off x="6096000" y="0"/>
            <a:ext cx="6096000" cy="6858000"/>
          </a:xfrm>
          <a:prstGeom prst="rect">
            <a:avLst/>
          </a:prstGeom>
        </p:spPr>
        <p:txBody>
          <a:bodyPr/>
          <a:lstStyle/>
          <a:p>
            <a:r>
              <a:rPr lang="en-US"/>
              <a:t>Click icon to add picture</a:t>
            </a:r>
          </a:p>
        </p:txBody>
      </p:sp>
      <p:sp>
        <p:nvSpPr>
          <p:cNvPr id="2" name="Title 2">
            <a:extLst>
              <a:ext uri="{FF2B5EF4-FFF2-40B4-BE49-F238E27FC236}">
                <a16:creationId xmlns:a16="http://schemas.microsoft.com/office/drawing/2014/main" id="{C4526B2C-80FA-F150-338B-DB03C5073388}"/>
              </a:ext>
            </a:extLst>
          </p:cNvPr>
          <p:cNvSpPr>
            <a:spLocks noGrp="1"/>
          </p:cNvSpPr>
          <p:nvPr>
            <p:ph type="title" hasCustomPrompt="1"/>
          </p:nvPr>
        </p:nvSpPr>
        <p:spPr>
          <a:xfrm>
            <a:off x="639074" y="1035424"/>
            <a:ext cx="4648200" cy="1107996"/>
          </a:xfrm>
          <a:prstGeom prst="rect">
            <a:avLst/>
          </a:prstGeom>
        </p:spPr>
        <p:txBody>
          <a:bodyPr wrap="square" lIns="0" tIns="0" rIns="0" bIns="0">
            <a:spAutoFit/>
          </a:bodyPr>
          <a:lstStyle>
            <a:lvl1pPr>
              <a:defRPr lang="en-US" sz="7200" b="0" dirty="0">
                <a:gradFill>
                  <a:gsLst>
                    <a:gs pos="0">
                      <a:schemeClr val="accent3"/>
                    </a:gs>
                    <a:gs pos="55000">
                      <a:schemeClr val="accent2"/>
                    </a:gs>
                    <a:gs pos="100000">
                      <a:schemeClr val="accent4"/>
                    </a:gs>
                  </a:gsLst>
                  <a:lin ang="0" scaled="0"/>
                </a:gradFill>
                <a:latin typeface="Calibri" panose="020F0502020204030204" pitchFamily="34" charset="0"/>
              </a:defRPr>
            </a:lvl1pPr>
          </a:lstStyle>
          <a:p>
            <a:pPr lvl="0"/>
            <a:r>
              <a:rPr lang="en-US"/>
              <a:t>Thank you!</a:t>
            </a:r>
          </a:p>
        </p:txBody>
      </p:sp>
      <p:sp>
        <p:nvSpPr>
          <p:cNvPr id="5" name="Text Placeholder 2">
            <a:extLst>
              <a:ext uri="{FF2B5EF4-FFF2-40B4-BE49-F238E27FC236}">
                <a16:creationId xmlns:a16="http://schemas.microsoft.com/office/drawing/2014/main" id="{7AF9CC8A-BAB0-4529-6083-A3D7F01CE458}"/>
              </a:ext>
            </a:extLst>
          </p:cNvPr>
          <p:cNvSpPr>
            <a:spLocks noGrp="1"/>
          </p:cNvSpPr>
          <p:nvPr>
            <p:ph type="body" sz="quarter" idx="12"/>
          </p:nvPr>
        </p:nvSpPr>
        <p:spPr>
          <a:xfrm>
            <a:off x="639074" y="2540616"/>
            <a:ext cx="3827462" cy="257250"/>
          </a:xfrm>
          <a:prstGeom prst="rect">
            <a:avLst/>
          </a:prstGeom>
        </p:spPr>
        <p:txBody>
          <a:bodyPr/>
          <a:lstStyle>
            <a:lvl1pPr>
              <a:defRPr sz="1600" b="0" i="0">
                <a:latin typeface="Calibri" panose="020F0502020204030204" pitchFamily="34" charset="0"/>
                <a:cs typeface="Calibri" panose="020F0502020204030204" pitchFamily="34" charset="0"/>
              </a:defRPr>
            </a:lvl1pPr>
          </a:lstStyle>
          <a:p>
            <a:pPr lvl="0"/>
            <a:r>
              <a:rPr lang="en-US"/>
              <a:t>Click to edit Master text styles</a:t>
            </a:r>
          </a:p>
        </p:txBody>
      </p:sp>
      <p:sp>
        <p:nvSpPr>
          <p:cNvPr id="6" name="Text Placeholder 3">
            <a:extLst>
              <a:ext uri="{FF2B5EF4-FFF2-40B4-BE49-F238E27FC236}">
                <a16:creationId xmlns:a16="http://schemas.microsoft.com/office/drawing/2014/main" id="{25054708-622B-37B7-6E33-486A71C9526E}"/>
              </a:ext>
            </a:extLst>
          </p:cNvPr>
          <p:cNvSpPr>
            <a:spLocks noGrp="1"/>
          </p:cNvSpPr>
          <p:nvPr>
            <p:ph type="body" sz="quarter" idx="13"/>
          </p:nvPr>
        </p:nvSpPr>
        <p:spPr>
          <a:xfrm>
            <a:off x="639074" y="3313799"/>
            <a:ext cx="3827462" cy="289438"/>
          </a:xfrm>
          <a:prstGeom prst="rect">
            <a:avLst/>
          </a:prstGeom>
        </p:spPr>
        <p:txBody>
          <a:bodyPr/>
          <a:lstStyle>
            <a:lvl1pPr>
              <a:defRPr sz="1800" b="1" i="0">
                <a:solidFill>
                  <a:schemeClr val="accent5"/>
                </a:solidFill>
                <a:latin typeface="Calibri" panose="020F0502020204030204" pitchFamily="34" charset="0"/>
                <a:cs typeface="Calibri" panose="020F0502020204030204" pitchFamily="34" charset="0"/>
              </a:defRPr>
            </a:lvl1pPr>
          </a:lstStyle>
          <a:p>
            <a:pPr lvl="0"/>
            <a:r>
              <a:rPr lang="en-US"/>
              <a:t>Click to edit Master text styles</a:t>
            </a:r>
          </a:p>
        </p:txBody>
      </p:sp>
      <p:sp>
        <p:nvSpPr>
          <p:cNvPr id="7" name="Text Placeholder 4">
            <a:extLst>
              <a:ext uri="{FF2B5EF4-FFF2-40B4-BE49-F238E27FC236}">
                <a16:creationId xmlns:a16="http://schemas.microsoft.com/office/drawing/2014/main" id="{756D2A3F-CCA1-F399-D035-1BB32FED6345}"/>
              </a:ext>
            </a:extLst>
          </p:cNvPr>
          <p:cNvSpPr>
            <a:spLocks noGrp="1"/>
          </p:cNvSpPr>
          <p:nvPr>
            <p:ph type="body" sz="quarter" idx="14"/>
          </p:nvPr>
        </p:nvSpPr>
        <p:spPr>
          <a:xfrm>
            <a:off x="639074" y="3672220"/>
            <a:ext cx="3827462" cy="225126"/>
          </a:xfrm>
          <a:prstGeom prst="rect">
            <a:avLst/>
          </a:prstGeom>
        </p:spPr>
        <p:txBody>
          <a:bodyPr/>
          <a:lstStyle>
            <a:lvl1pPr>
              <a:defRPr sz="1400" b="0" i="0">
                <a:solidFill>
                  <a:schemeClr val="accent5"/>
                </a:solidFill>
                <a:latin typeface="Calibri Light" panose="020F0302020204030204" pitchFamily="34" charset="0"/>
                <a:cs typeface="Calibri Light" panose="020F0302020204030204" pitchFamily="34" charset="0"/>
              </a:defRPr>
            </a:lvl1pPr>
          </a:lstStyle>
          <a:p>
            <a:pPr lvl="0"/>
            <a:r>
              <a:rPr lang="en-US"/>
              <a:t>Click to edit Master text styles</a:t>
            </a:r>
          </a:p>
        </p:txBody>
      </p:sp>
      <p:sp>
        <p:nvSpPr>
          <p:cNvPr id="8" name="Text Placeholder 5">
            <a:extLst>
              <a:ext uri="{FF2B5EF4-FFF2-40B4-BE49-F238E27FC236}">
                <a16:creationId xmlns:a16="http://schemas.microsoft.com/office/drawing/2014/main" id="{D50C7B71-5C80-8C3A-B66C-42F7296EB9CC}"/>
              </a:ext>
            </a:extLst>
          </p:cNvPr>
          <p:cNvSpPr>
            <a:spLocks noGrp="1"/>
          </p:cNvSpPr>
          <p:nvPr>
            <p:ph type="body" sz="quarter" idx="15"/>
          </p:nvPr>
        </p:nvSpPr>
        <p:spPr>
          <a:xfrm>
            <a:off x="639074" y="4201305"/>
            <a:ext cx="3827462" cy="225126"/>
          </a:xfrm>
          <a:prstGeom prst="rect">
            <a:avLst/>
          </a:prstGeom>
        </p:spPr>
        <p:txBody>
          <a:bodyPr/>
          <a:lstStyle>
            <a:lvl1pPr>
              <a:defRPr sz="1400" b="0" i="0">
                <a:latin typeface="Calibri Light" panose="020F0302020204030204" pitchFamily="34" charset="0"/>
                <a:cs typeface="Calibri Light" panose="020F0302020204030204" pitchFamily="34" charset="0"/>
              </a:defRPr>
            </a:lvl1pPr>
          </a:lstStyle>
          <a:p>
            <a:pPr lvl="0"/>
            <a:r>
              <a:rPr lang="en-US"/>
              <a:t>Click to edit Master text styles</a:t>
            </a:r>
          </a:p>
        </p:txBody>
      </p:sp>
      <p:sp>
        <p:nvSpPr>
          <p:cNvPr id="9" name="Text Placeholder 6">
            <a:extLst>
              <a:ext uri="{FF2B5EF4-FFF2-40B4-BE49-F238E27FC236}">
                <a16:creationId xmlns:a16="http://schemas.microsoft.com/office/drawing/2014/main" id="{0BFDDCB6-69BB-2359-40AB-46BA1DA744F3}"/>
              </a:ext>
            </a:extLst>
          </p:cNvPr>
          <p:cNvSpPr>
            <a:spLocks noGrp="1"/>
          </p:cNvSpPr>
          <p:nvPr>
            <p:ph type="body" sz="quarter" idx="16"/>
          </p:nvPr>
        </p:nvSpPr>
        <p:spPr>
          <a:xfrm>
            <a:off x="639074" y="4488235"/>
            <a:ext cx="3827462" cy="225126"/>
          </a:xfrm>
          <a:prstGeom prst="rect">
            <a:avLst/>
          </a:prstGeom>
        </p:spPr>
        <p:txBody>
          <a:bodyPr/>
          <a:lstStyle>
            <a:lvl1pPr>
              <a:defRPr sz="1400" b="0" i="0">
                <a:latin typeface="Calibri Light" panose="020F0302020204030204" pitchFamily="34" charset="0"/>
                <a:cs typeface="Calibri Light" panose="020F0302020204030204" pitchFamily="34" charset="0"/>
              </a:defRPr>
            </a:lvl1pPr>
          </a:lstStyle>
          <a:p>
            <a:pPr lvl="0"/>
            <a:r>
              <a:rPr lang="en-US"/>
              <a:t>Click to edit Master text styles</a:t>
            </a:r>
          </a:p>
        </p:txBody>
      </p:sp>
      <p:sp>
        <p:nvSpPr>
          <p:cNvPr id="10" name="Text Placeholder 7">
            <a:extLst>
              <a:ext uri="{FF2B5EF4-FFF2-40B4-BE49-F238E27FC236}">
                <a16:creationId xmlns:a16="http://schemas.microsoft.com/office/drawing/2014/main" id="{3D16F9E7-5E17-1B62-F499-C761278885E7}"/>
              </a:ext>
            </a:extLst>
          </p:cNvPr>
          <p:cNvSpPr>
            <a:spLocks noGrp="1"/>
          </p:cNvSpPr>
          <p:nvPr>
            <p:ph type="body" sz="quarter" idx="17"/>
          </p:nvPr>
        </p:nvSpPr>
        <p:spPr>
          <a:xfrm>
            <a:off x="639074" y="4897078"/>
            <a:ext cx="3827462" cy="1173078"/>
          </a:xfrm>
          <a:prstGeom prst="rect">
            <a:avLst/>
          </a:prstGeom>
        </p:spPr>
        <p:txBody>
          <a:bodyPr/>
          <a:lstStyle>
            <a:lvl1pPr>
              <a:defRPr sz="1400" b="0" i="0">
                <a:latin typeface="Calibri Light" panose="020F0302020204030204" pitchFamily="34" charset="0"/>
                <a:cs typeface="Calibri Light" panose="020F0302020204030204" pitchFamily="34" charset="0"/>
              </a:defRPr>
            </a:lvl1pPr>
          </a:lstStyle>
          <a:p>
            <a:pPr lvl="0"/>
            <a:r>
              <a:rPr lang="en-US"/>
              <a:t>Click to edit Master text styles</a:t>
            </a:r>
          </a:p>
          <a:p>
            <a:pPr lvl="1"/>
            <a:r>
              <a:rPr lang="en-US"/>
              <a:t>Second level</a:t>
            </a:r>
          </a:p>
          <a:p>
            <a:pPr lvl="2"/>
            <a:r>
              <a:rPr lang="en-US"/>
              <a:t>Third level</a:t>
            </a:r>
          </a:p>
          <a:p>
            <a:pPr lvl="3"/>
            <a:r>
              <a:rPr lang="en-US"/>
              <a:t>Fourth level</a:t>
            </a:r>
          </a:p>
        </p:txBody>
      </p:sp>
      <p:cxnSp>
        <p:nvCxnSpPr>
          <p:cNvPr id="11" name="Straight Connector 10">
            <a:extLst>
              <a:ext uri="{FF2B5EF4-FFF2-40B4-BE49-F238E27FC236}">
                <a16:creationId xmlns:a16="http://schemas.microsoft.com/office/drawing/2014/main" id="{68FF80AE-E38B-EC18-E1B5-2B5AAE36C2F4}"/>
              </a:ext>
            </a:extLst>
          </p:cNvPr>
          <p:cNvCxnSpPr>
            <a:cxnSpLocks/>
          </p:cNvCxnSpPr>
          <p:nvPr userDrawn="1"/>
        </p:nvCxnSpPr>
        <p:spPr>
          <a:xfrm>
            <a:off x="639074" y="2935941"/>
            <a:ext cx="3534335"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94235918"/>
      </p:ext>
    </p:extLst>
  </p:cSld>
  <p:clrMapOvr>
    <a:masterClrMapping/>
  </p:clrMapOvr>
</p:sldLayout>
</file>

<file path=ppt/slideLayouts/slideLayout158.xml><?xml version="1.0" encoding="utf-8"?>
<p:sldLayout xmlns:a="http://schemas.openxmlformats.org/drawingml/2006/main" xmlns:r="http://schemas.openxmlformats.org/officeDocument/2006/relationships" xmlns:p="http://schemas.openxmlformats.org/presentationml/2006/main" preserve="1" userDrawn="1">
  <p:cSld name="x_Photo_+_Caption_A">
    <p:bg>
      <p:bgPr>
        <a:solidFill>
          <a:schemeClr val="bg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C50EF9F7-1BDD-C412-DA7B-D3D0D1ABA091}"/>
              </a:ext>
            </a:extLst>
          </p:cNvPr>
          <p:cNvSpPr>
            <a:spLocks noGrp="1"/>
          </p:cNvSpPr>
          <p:nvPr>
            <p:ph type="pic" sz="quarter" idx="13"/>
          </p:nvPr>
        </p:nvSpPr>
        <p:spPr>
          <a:xfrm>
            <a:off x="647700" y="670773"/>
            <a:ext cx="10896600" cy="5539527"/>
          </a:xfrm>
          <a:prstGeom prst="rect">
            <a:avLst/>
          </a:prstGeom>
        </p:spPr>
        <p:txBody>
          <a:bodyPr/>
          <a:lstStyle/>
          <a:p>
            <a:r>
              <a:rPr lang="en-US"/>
              <a:t>Click icon to add picture</a:t>
            </a:r>
          </a:p>
        </p:txBody>
      </p:sp>
      <p:sp>
        <p:nvSpPr>
          <p:cNvPr id="2" name="Rectangle 1">
            <a:extLst>
              <a:ext uri="{FF2B5EF4-FFF2-40B4-BE49-F238E27FC236}">
                <a16:creationId xmlns:a16="http://schemas.microsoft.com/office/drawing/2014/main" id="{F7C1B8CB-9FFB-8D0A-F788-18710501B096}"/>
              </a:ext>
            </a:extLst>
          </p:cNvPr>
          <p:cNvSpPr/>
          <p:nvPr userDrawn="1"/>
        </p:nvSpPr>
        <p:spPr bwMode="auto">
          <a:xfrm>
            <a:off x="0" y="2679405"/>
            <a:ext cx="4924396" cy="4178595"/>
          </a:xfrm>
          <a:prstGeom prst="rect">
            <a:avLst/>
          </a:prstGeom>
          <a:solidFill>
            <a:schemeClr val="bg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8" name="Oval 7">
            <a:extLst>
              <a:ext uri="{FF2B5EF4-FFF2-40B4-BE49-F238E27FC236}">
                <a16:creationId xmlns:a16="http://schemas.microsoft.com/office/drawing/2014/main" id="{08E94620-1500-8D43-BD64-006D83AE4B8E}"/>
              </a:ext>
            </a:extLst>
          </p:cNvPr>
          <p:cNvSpPr/>
          <p:nvPr userDrawn="1"/>
        </p:nvSpPr>
        <p:spPr bwMode="auto">
          <a:xfrm>
            <a:off x="-1674905" y="5035401"/>
            <a:ext cx="3848986" cy="3848986"/>
          </a:xfrm>
          <a:prstGeom prst="ellipse">
            <a:avLst/>
          </a:prstGeom>
          <a:solidFill>
            <a:srgbClr val="8B97FF">
              <a:alpha val="65000"/>
            </a:srgbClr>
          </a:solidFill>
          <a:ln>
            <a:noFill/>
          </a:ln>
          <a:effectLst>
            <a:softEdge rad="805949"/>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5" name="Text Placeholder 4">
            <a:extLst>
              <a:ext uri="{FF2B5EF4-FFF2-40B4-BE49-F238E27FC236}">
                <a16:creationId xmlns:a16="http://schemas.microsoft.com/office/drawing/2014/main" id="{A2159C2A-0FC8-422F-92E4-B92935AAE5A0}"/>
              </a:ext>
            </a:extLst>
          </p:cNvPr>
          <p:cNvSpPr>
            <a:spLocks noGrp="1"/>
          </p:cNvSpPr>
          <p:nvPr>
            <p:ph type="body" sz="quarter" idx="10" hasCustomPrompt="1"/>
          </p:nvPr>
        </p:nvSpPr>
        <p:spPr>
          <a:xfrm>
            <a:off x="647699" y="3809007"/>
            <a:ext cx="3722281" cy="1169551"/>
          </a:xfrm>
          <a:prstGeom prst="rect">
            <a:avLst/>
          </a:prstGeom>
        </p:spPr>
        <p:txBody>
          <a:bodyPr wrap="square">
            <a:spAutoFit/>
          </a:bodyPr>
          <a:lstStyle>
            <a:lvl1pPr>
              <a:lnSpc>
                <a:spcPct val="100000"/>
              </a:lnSpc>
              <a:spcBef>
                <a:spcPts val="0"/>
              </a:spcBef>
              <a:defRPr sz="3800" b="0" i="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t>Caption with two or more lines</a:t>
            </a:r>
          </a:p>
        </p:txBody>
      </p:sp>
      <p:sp>
        <p:nvSpPr>
          <p:cNvPr id="13" name="Text Placeholder 4">
            <a:extLst>
              <a:ext uri="{FF2B5EF4-FFF2-40B4-BE49-F238E27FC236}">
                <a16:creationId xmlns:a16="http://schemas.microsoft.com/office/drawing/2014/main" id="{B8E369A2-FC86-4140-9080-E549260B9180}"/>
              </a:ext>
            </a:extLst>
          </p:cNvPr>
          <p:cNvSpPr>
            <a:spLocks noGrp="1"/>
          </p:cNvSpPr>
          <p:nvPr>
            <p:ph type="body" sz="quarter" idx="11" hasCustomPrompt="1"/>
          </p:nvPr>
        </p:nvSpPr>
        <p:spPr>
          <a:xfrm>
            <a:off x="647700" y="3428999"/>
            <a:ext cx="3732914" cy="184666"/>
          </a:xfrm>
          <a:prstGeom prst="rect">
            <a:avLst/>
          </a:prstGeom>
        </p:spPr>
        <p:txBody>
          <a:bodyPr wrap="square">
            <a:spAutoFit/>
          </a:bodyPr>
          <a:lstStyle>
            <a:lvl1pPr>
              <a:lnSpc>
                <a:spcPct val="100000"/>
              </a:lnSpc>
              <a:spcBef>
                <a:spcPts val="0"/>
              </a:spcBef>
              <a:defRPr sz="1200" b="1" spc="300">
                <a:solidFill>
                  <a:schemeClr val="tx1"/>
                </a:solidFill>
                <a:latin typeface="+mj-lt"/>
                <a:cs typeface="Calibri Light" panose="020F0302020204030204" pitchFamily="34" charset="0"/>
              </a:defRPr>
            </a:lvl1pPr>
            <a:lvl2pPr>
              <a:buNone/>
              <a:defRPr/>
            </a:lvl2pPr>
          </a:lstStyle>
          <a:p>
            <a:pPr lvl="0"/>
            <a:r>
              <a:rPr lang="en-US">
                <a:effectLst/>
              </a:rPr>
              <a:t>PREHEADER</a:t>
            </a:r>
            <a:endParaRPr lang="en-US"/>
          </a:p>
        </p:txBody>
      </p:sp>
      <p:sp>
        <p:nvSpPr>
          <p:cNvPr id="3" name="Text Placeholder 4">
            <a:extLst>
              <a:ext uri="{FF2B5EF4-FFF2-40B4-BE49-F238E27FC236}">
                <a16:creationId xmlns:a16="http://schemas.microsoft.com/office/drawing/2014/main" id="{184CEF6B-33E9-BCE0-3818-CFEBB6352D89}"/>
              </a:ext>
            </a:extLst>
          </p:cNvPr>
          <p:cNvSpPr>
            <a:spLocks noGrp="1"/>
          </p:cNvSpPr>
          <p:nvPr>
            <p:ph type="body" sz="quarter" idx="12" hasCustomPrompt="1"/>
          </p:nvPr>
        </p:nvSpPr>
        <p:spPr>
          <a:xfrm>
            <a:off x="647700" y="5438001"/>
            <a:ext cx="3690384" cy="276999"/>
          </a:xfrm>
          <a:prstGeom prst="rect">
            <a:avLst/>
          </a:prstGeom>
        </p:spPr>
        <p:txBody>
          <a:bodyPr wrap="square">
            <a:spAutoFit/>
          </a:bodyPr>
          <a:lstStyle>
            <a:lvl1pPr>
              <a:lnSpc>
                <a:spcPct val="100000"/>
              </a:lnSpc>
              <a:spcBef>
                <a:spcPts val="0"/>
              </a:spcBef>
              <a:defRPr sz="180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a:t>
            </a:r>
            <a:endParaRPr lang="en-US"/>
          </a:p>
        </p:txBody>
      </p:sp>
      <p:sp>
        <p:nvSpPr>
          <p:cNvPr id="4" name="TextBox 3">
            <a:extLst>
              <a:ext uri="{FF2B5EF4-FFF2-40B4-BE49-F238E27FC236}">
                <a16:creationId xmlns:a16="http://schemas.microsoft.com/office/drawing/2014/main" id="{332FADFE-CDC9-BCE0-575D-8C2B21EF5ECA}"/>
              </a:ext>
            </a:extLst>
          </p:cNvPr>
          <p:cNvSpPr txBox="1"/>
          <p:nvPr userDrawn="1"/>
        </p:nvSpPr>
        <p:spPr>
          <a:xfrm>
            <a:off x="2271713" y="-857250"/>
            <a:ext cx="0" cy="0"/>
          </a:xfrm>
          <a:prstGeom prst="rect">
            <a:avLst/>
          </a:prstGeom>
          <a:noFill/>
        </p:spPr>
        <p:txBody>
          <a:bodyPr wrap="none" lIns="0" tIns="0" rIns="0" bIns="0" rtlCol="0">
            <a:noAutofit/>
          </a:bodyPr>
          <a:lstStyle/>
          <a:p>
            <a:pPr>
              <a:lnSpc>
                <a:spcPct val="110000"/>
              </a:lnSpc>
              <a:spcBef>
                <a:spcPts val="600"/>
              </a:spcBef>
            </a:pPr>
            <a:endParaRPr lang="en-US" sz="1200" err="1">
              <a:ea typeface="Human Sans" charset="0"/>
              <a:cs typeface="Human Sans" charset="0"/>
            </a:endParaRPr>
          </a:p>
        </p:txBody>
      </p:sp>
      <p:pic>
        <p:nvPicPr>
          <p:cNvPr id="6" name="Picture 5">
            <a:extLst>
              <a:ext uri="{FF2B5EF4-FFF2-40B4-BE49-F238E27FC236}">
                <a16:creationId xmlns:a16="http://schemas.microsoft.com/office/drawing/2014/main" id="{B7FE3F6A-717B-D671-C21C-B99B4FB2316A}"/>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47701" y="237004"/>
            <a:ext cx="495300" cy="182096"/>
          </a:xfrm>
          <a:prstGeom prst="rect">
            <a:avLst/>
          </a:prstGeom>
        </p:spPr>
      </p:pic>
      <p:sp>
        <p:nvSpPr>
          <p:cNvPr id="9" name="TextBox 8">
            <a:extLst>
              <a:ext uri="{FF2B5EF4-FFF2-40B4-BE49-F238E27FC236}">
                <a16:creationId xmlns:a16="http://schemas.microsoft.com/office/drawing/2014/main" id="{CD5434AD-5AC2-9852-2EE5-0B7825009419}"/>
              </a:ext>
            </a:extLst>
          </p:cNvPr>
          <p:cNvSpPr txBox="1"/>
          <p:nvPr userDrawn="1"/>
        </p:nvSpPr>
        <p:spPr>
          <a:xfrm>
            <a:off x="-914400" y="2743200"/>
            <a:ext cx="0" cy="0"/>
          </a:xfrm>
          <a:prstGeom prst="rect">
            <a:avLst/>
          </a:prstGeom>
          <a:noFill/>
        </p:spPr>
        <p:txBody>
          <a:bodyPr wrap="none" lIns="0" tIns="0" rIns="0" bIns="0" rtlCol="0">
            <a:noAutofit/>
          </a:bodyPr>
          <a:lstStyle/>
          <a:p>
            <a:pPr>
              <a:lnSpc>
                <a:spcPct val="110000"/>
              </a:lnSpc>
              <a:spcBef>
                <a:spcPts val="600"/>
              </a:spcBef>
            </a:pPr>
            <a:endParaRPr lang="en-US" sz="1200" err="1">
              <a:ea typeface="Human Sans" charset="0"/>
              <a:cs typeface="Human Sans" charset="0"/>
            </a:endParaRPr>
          </a:p>
        </p:txBody>
      </p:sp>
    </p:spTree>
    <p:extLst>
      <p:ext uri="{BB962C8B-B14F-4D97-AF65-F5344CB8AC3E}">
        <p14:creationId xmlns:p14="http://schemas.microsoft.com/office/powerpoint/2010/main" val="2165041603"/>
      </p:ext>
    </p:extLst>
  </p:cSld>
  <p:clrMapOvr>
    <a:masterClrMapping/>
  </p:clrMapOvr>
</p:sldLayout>
</file>

<file path=ppt/slideLayouts/slideLayout159.xml><?xml version="1.0" encoding="utf-8"?>
<p:sldLayout xmlns:a="http://schemas.openxmlformats.org/drawingml/2006/main" xmlns:r="http://schemas.openxmlformats.org/officeDocument/2006/relationships" xmlns:p="http://schemas.openxmlformats.org/presentationml/2006/main" preserve="1">
  <p:cSld name="Case Study-Mock Up Lef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p:nvSpPr>
        <p:spPr bwMode="auto">
          <a:xfrm>
            <a:off x="0" y="0"/>
            <a:ext cx="7180263"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ECD48285-8885-4D22-8AE4-172AF6114199}"/>
              </a:ext>
            </a:extLst>
          </p:cNvPr>
          <p:cNvPicPr>
            <a:picLocks noChangeAspect="1"/>
          </p:cNvPicPr>
          <p:nvPr/>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3" name="Title 1">
            <a:extLst>
              <a:ext uri="{FF2B5EF4-FFF2-40B4-BE49-F238E27FC236}">
                <a16:creationId xmlns:a16="http://schemas.microsoft.com/office/drawing/2014/main" id="{15F520A7-9AB7-29A3-F6E1-6EDE842DFA3A}"/>
              </a:ext>
            </a:extLst>
          </p:cNvPr>
          <p:cNvSpPr>
            <a:spLocks noGrp="1"/>
          </p:cNvSpPr>
          <p:nvPr>
            <p:ph type="title"/>
          </p:nvPr>
        </p:nvSpPr>
        <p:spPr>
          <a:xfrm>
            <a:off x="457200" y="723900"/>
            <a:ext cx="5530849" cy="457200"/>
          </a:xfrm>
        </p:spPr>
        <p:txBody>
          <a:bodyPr/>
          <a:lstStyle>
            <a:lvl1pPr>
              <a:defRPr b="1">
                <a:solidFill>
                  <a:schemeClr val="tx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B35B6FBE-AD77-73FE-AB75-C5B0A0FF3DDF}"/>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648767483"/>
      </p:ext>
    </p:extLst>
  </p:cSld>
  <p:clrMapOvr>
    <a:masterClrMapping/>
  </p:clrMapOvr>
</p:sldLayout>
</file>

<file path=ppt/slideLayouts/slideLayout160.xml><?xml version="1.0" encoding="utf-8"?>
<p:sldLayout xmlns:a="http://schemas.openxmlformats.org/drawingml/2006/main" xmlns:r="http://schemas.openxmlformats.org/officeDocument/2006/relationships" xmlns:p="http://schemas.openxmlformats.org/presentationml/2006/main" preserve="1" userDrawn="1">
  <p:cSld name="Cover-BG">
    <p:bg>
      <p:bgPr>
        <a:solidFill>
          <a:schemeClr val="bg1"/>
        </a:solidFill>
        <a:effectLst/>
      </p:bgPr>
    </p:bg>
    <p:spTree>
      <p:nvGrpSpPr>
        <p:cNvPr id="1" name=""/>
        <p:cNvGrpSpPr/>
        <p:nvPr/>
      </p:nvGrpSpPr>
      <p:grpSpPr>
        <a:xfrm>
          <a:off x="0" y="0"/>
          <a:ext cx="0" cy="0"/>
          <a:chOff x="0" y="0"/>
          <a:chExt cx="0" cy="0"/>
        </a:xfrm>
      </p:grpSpPr>
      <p:pic>
        <p:nvPicPr>
          <p:cNvPr id="4" name="Picture 3" descr="A bright light in the dark  Description automatically generated with medium confidence">
            <a:extLst>
              <a:ext uri="{FF2B5EF4-FFF2-40B4-BE49-F238E27FC236}">
                <a16:creationId xmlns:a16="http://schemas.microsoft.com/office/drawing/2014/main" id="{292D94B7-0233-C940-0B7E-BB187340B7C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0" y="-1"/>
            <a:ext cx="12192000" cy="6858001"/>
          </a:xfrm>
          <a:prstGeom prst="rect">
            <a:avLst/>
          </a:prstGeom>
        </p:spPr>
      </p:pic>
      <p:sp>
        <p:nvSpPr>
          <p:cNvPr id="5" name="Text Placeholder 4">
            <a:extLst>
              <a:ext uri="{FF2B5EF4-FFF2-40B4-BE49-F238E27FC236}">
                <a16:creationId xmlns:a16="http://schemas.microsoft.com/office/drawing/2014/main" id="{4448AADE-3723-5675-1E93-91E2083DA966}"/>
              </a:ext>
            </a:extLst>
          </p:cNvPr>
          <p:cNvSpPr>
            <a:spLocks noGrp="1"/>
          </p:cNvSpPr>
          <p:nvPr>
            <p:ph type="body" sz="quarter" idx="11" hasCustomPrompt="1"/>
          </p:nvPr>
        </p:nvSpPr>
        <p:spPr>
          <a:xfrm>
            <a:off x="468775" y="4663440"/>
            <a:ext cx="6489700" cy="276999"/>
          </a:xfrm>
          <a:prstGeom prst="rect">
            <a:avLst/>
          </a:prstGeom>
        </p:spPr>
        <p:txBody>
          <a:bodyPr>
            <a:spAutoFit/>
          </a:bodyPr>
          <a:lstStyle>
            <a:lvl1pPr>
              <a:lnSpc>
                <a:spcPct val="100000"/>
              </a:lnSpc>
              <a:spcBef>
                <a:spcPts val="0"/>
              </a:spcBef>
              <a:defRPr sz="18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6" name="Text Placeholder 4">
            <a:extLst>
              <a:ext uri="{FF2B5EF4-FFF2-40B4-BE49-F238E27FC236}">
                <a16:creationId xmlns:a16="http://schemas.microsoft.com/office/drawing/2014/main" id="{72020841-C9E1-4289-E94E-04CC0C8D6EAB}"/>
              </a:ext>
            </a:extLst>
          </p:cNvPr>
          <p:cNvSpPr>
            <a:spLocks noGrp="1"/>
          </p:cNvSpPr>
          <p:nvPr>
            <p:ph type="body" sz="quarter" idx="12" hasCustomPrompt="1"/>
          </p:nvPr>
        </p:nvSpPr>
        <p:spPr>
          <a:xfrm>
            <a:off x="468775" y="5245390"/>
            <a:ext cx="6489700" cy="184666"/>
          </a:xfrm>
          <a:prstGeom prst="rect">
            <a:avLst/>
          </a:prstGeom>
        </p:spPr>
        <p:txBody>
          <a:bodyPr vert="horz" wrap="square" lIns="0" tIns="0" rIns="0" bIns="0" rtlCol="0">
            <a:spAutoFit/>
          </a:bodyPr>
          <a:lstStyle>
            <a:lvl1pPr>
              <a:defRPr lang="en-US" sz="1200" b="1" spc="400" baseline="0" dirty="0">
                <a:solidFill>
                  <a:schemeClr val="bg1"/>
                </a:solidFill>
                <a:effectLst/>
                <a:latin typeface="Calibri" panose="020F0502020204030204" pitchFamily="34" charset="0"/>
              </a:defRPr>
            </a:lvl1pPr>
          </a:lstStyle>
          <a:p>
            <a:pPr lvl="0">
              <a:lnSpc>
                <a:spcPct val="100000"/>
              </a:lnSpc>
              <a:spcBef>
                <a:spcPts val="0"/>
              </a:spcBef>
            </a:pPr>
            <a:r>
              <a:rPr lang="en-US">
                <a:effectLst/>
              </a:rPr>
              <a:t>JANUARY 2023</a:t>
            </a:r>
            <a:endParaRPr lang="en-US"/>
          </a:p>
        </p:txBody>
      </p:sp>
      <p:sp>
        <p:nvSpPr>
          <p:cNvPr id="7" name="Title 2">
            <a:extLst>
              <a:ext uri="{FF2B5EF4-FFF2-40B4-BE49-F238E27FC236}">
                <a16:creationId xmlns:a16="http://schemas.microsoft.com/office/drawing/2014/main" id="{1E233166-418F-6386-079E-CEDA3BF9846B}"/>
              </a:ext>
            </a:extLst>
          </p:cNvPr>
          <p:cNvSpPr>
            <a:spLocks noGrp="1"/>
          </p:cNvSpPr>
          <p:nvPr>
            <p:ph type="title"/>
          </p:nvPr>
        </p:nvSpPr>
        <p:spPr>
          <a:xfrm>
            <a:off x="466165" y="1696496"/>
            <a:ext cx="7843822" cy="2462213"/>
          </a:xfrm>
        </p:spPr>
        <p:txBody>
          <a:bodyPr vert="horz" wrap="square" lIns="0" tIns="0" rIns="0" bIns="0" rtlCol="0">
            <a:spAutoFit/>
          </a:bodyPr>
          <a:lstStyle>
            <a:lvl1pPr>
              <a:defRPr lang="en-US" sz="8000" b="0" dirty="0">
                <a:solidFill>
                  <a:schemeClr val="bg1"/>
                </a:solidFill>
                <a:latin typeface="Calibri Light" panose="020F0302020204030204" pitchFamily="34" charset="0"/>
                <a:cs typeface="Calibri Light" panose="020F0302020204030204" pitchFamily="34" charset="0"/>
              </a:defRPr>
            </a:lvl1pPr>
          </a:lstStyle>
          <a:p>
            <a:pPr marL="0" lvl="0" indent="0">
              <a:spcBef>
                <a:spcPts val="0"/>
              </a:spcBef>
              <a:spcAft>
                <a:spcPts val="0"/>
              </a:spcAft>
              <a:buFont typeface="Arial" panose="020B0604020202020204" pitchFamily="34" charset="0"/>
            </a:pPr>
            <a:r>
              <a:rPr lang="en-US"/>
              <a:t>Click to edit Master title style</a:t>
            </a:r>
          </a:p>
        </p:txBody>
      </p:sp>
      <p:pic>
        <p:nvPicPr>
          <p:cNvPr id="8" name="Picture 7">
            <a:extLst>
              <a:ext uri="{FF2B5EF4-FFF2-40B4-BE49-F238E27FC236}">
                <a16:creationId xmlns:a16="http://schemas.microsoft.com/office/drawing/2014/main" id="{3AAC7376-20F0-E0B1-E7D5-414FC5DC35FA}"/>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485414" y="740715"/>
            <a:ext cx="1226857" cy="451050"/>
          </a:xfrm>
          <a:prstGeom prst="rect">
            <a:avLst/>
          </a:prstGeom>
        </p:spPr>
      </p:pic>
    </p:spTree>
    <p:extLst>
      <p:ext uri="{BB962C8B-B14F-4D97-AF65-F5344CB8AC3E}">
        <p14:creationId xmlns:p14="http://schemas.microsoft.com/office/powerpoint/2010/main" val="650261858"/>
      </p:ext>
    </p:extLst>
  </p:cSld>
  <p:clrMapOvr>
    <a:masterClrMapping/>
  </p:clrMapOvr>
</p:sldLayout>
</file>

<file path=ppt/slideLayouts/slideLayout161.xml><?xml version="1.0" encoding="utf-8"?>
<p:sldLayout xmlns:a="http://schemas.openxmlformats.org/drawingml/2006/main" xmlns:r="http://schemas.openxmlformats.org/officeDocument/2006/relationships" xmlns:p="http://schemas.openxmlformats.org/presentationml/2006/main" preserve="1" userDrawn="1">
  <p:cSld name="Cover-Picture">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08188486-1E04-4170-877E-F561315E0FFC}"/>
              </a:ext>
            </a:extLst>
          </p:cNvPr>
          <p:cNvSpPr>
            <a:spLocks noGrp="1"/>
          </p:cNvSpPr>
          <p:nvPr>
            <p:ph type="pic" sz="quarter" idx="13"/>
          </p:nvPr>
        </p:nvSpPr>
        <p:spPr>
          <a:xfrm>
            <a:off x="0" y="0"/>
            <a:ext cx="12192000" cy="6858000"/>
          </a:xfrm>
          <a:prstGeom prst="rect">
            <a:avLst/>
          </a:prstGeom>
          <a:solidFill>
            <a:schemeClr val="bg1">
              <a:lumMod val="65000"/>
            </a:schemeClr>
          </a:solidFill>
        </p:spPr>
        <p:txBody>
          <a:bodyPr/>
          <a:lstStyle>
            <a:lvl1pPr>
              <a:defRPr/>
            </a:lvl1pPr>
          </a:lstStyle>
          <a:p>
            <a:endParaRPr lang="en-US"/>
          </a:p>
        </p:txBody>
      </p:sp>
      <p:sp>
        <p:nvSpPr>
          <p:cNvPr id="4" name="Text Placeholder 4">
            <a:extLst>
              <a:ext uri="{FF2B5EF4-FFF2-40B4-BE49-F238E27FC236}">
                <a16:creationId xmlns:a16="http://schemas.microsoft.com/office/drawing/2014/main" id="{0BD2E969-F100-6B32-8DFD-11A45E5E43FA}"/>
              </a:ext>
            </a:extLst>
          </p:cNvPr>
          <p:cNvSpPr>
            <a:spLocks noGrp="1"/>
          </p:cNvSpPr>
          <p:nvPr>
            <p:ph type="body" sz="quarter" idx="11" hasCustomPrompt="1"/>
          </p:nvPr>
        </p:nvSpPr>
        <p:spPr>
          <a:xfrm>
            <a:off x="468775" y="4663440"/>
            <a:ext cx="6489700" cy="276999"/>
          </a:xfrm>
          <a:prstGeom prst="rect">
            <a:avLst/>
          </a:prstGeom>
        </p:spPr>
        <p:txBody>
          <a:bodyPr>
            <a:spAutoFit/>
          </a:bodyPr>
          <a:lstStyle>
            <a:lvl1pPr>
              <a:lnSpc>
                <a:spcPct val="100000"/>
              </a:lnSpc>
              <a:spcBef>
                <a:spcPts val="0"/>
              </a:spcBef>
              <a:defRPr sz="18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5" name="Text Placeholder 4">
            <a:extLst>
              <a:ext uri="{FF2B5EF4-FFF2-40B4-BE49-F238E27FC236}">
                <a16:creationId xmlns:a16="http://schemas.microsoft.com/office/drawing/2014/main" id="{2C67B491-F517-CB8D-96B1-B02A50D72325}"/>
              </a:ext>
            </a:extLst>
          </p:cNvPr>
          <p:cNvSpPr>
            <a:spLocks noGrp="1"/>
          </p:cNvSpPr>
          <p:nvPr>
            <p:ph type="body" sz="quarter" idx="12" hasCustomPrompt="1"/>
          </p:nvPr>
        </p:nvSpPr>
        <p:spPr>
          <a:xfrm>
            <a:off x="468775" y="5245390"/>
            <a:ext cx="6489700" cy="184666"/>
          </a:xfrm>
          <a:prstGeom prst="rect">
            <a:avLst/>
          </a:prstGeom>
        </p:spPr>
        <p:txBody>
          <a:bodyPr vert="horz" wrap="square" lIns="0" tIns="0" rIns="0" bIns="0" rtlCol="0">
            <a:spAutoFit/>
          </a:bodyPr>
          <a:lstStyle>
            <a:lvl1pPr>
              <a:defRPr lang="en-US" sz="1200" b="1" spc="400" baseline="0" dirty="0">
                <a:solidFill>
                  <a:schemeClr val="bg1"/>
                </a:solidFill>
                <a:effectLst/>
                <a:latin typeface="Calibri" panose="020F0502020204030204" pitchFamily="34" charset="0"/>
              </a:defRPr>
            </a:lvl1pPr>
          </a:lstStyle>
          <a:p>
            <a:pPr lvl="0">
              <a:lnSpc>
                <a:spcPct val="100000"/>
              </a:lnSpc>
              <a:spcBef>
                <a:spcPts val="0"/>
              </a:spcBef>
            </a:pPr>
            <a:r>
              <a:rPr lang="en-US">
                <a:effectLst/>
              </a:rPr>
              <a:t>JANUARY 2023</a:t>
            </a:r>
            <a:endParaRPr lang="en-US"/>
          </a:p>
        </p:txBody>
      </p:sp>
      <p:sp>
        <p:nvSpPr>
          <p:cNvPr id="6" name="Title 2">
            <a:extLst>
              <a:ext uri="{FF2B5EF4-FFF2-40B4-BE49-F238E27FC236}">
                <a16:creationId xmlns:a16="http://schemas.microsoft.com/office/drawing/2014/main" id="{430FF820-B532-1296-E817-DF961B67DF09}"/>
              </a:ext>
            </a:extLst>
          </p:cNvPr>
          <p:cNvSpPr>
            <a:spLocks noGrp="1"/>
          </p:cNvSpPr>
          <p:nvPr>
            <p:ph type="title"/>
          </p:nvPr>
        </p:nvSpPr>
        <p:spPr>
          <a:xfrm>
            <a:off x="466165" y="1696496"/>
            <a:ext cx="7843822" cy="2462213"/>
          </a:xfrm>
        </p:spPr>
        <p:txBody>
          <a:bodyPr vert="horz" wrap="square" lIns="0" tIns="0" rIns="0" bIns="0" rtlCol="0">
            <a:spAutoFit/>
          </a:bodyPr>
          <a:lstStyle>
            <a:lvl1pPr>
              <a:defRPr lang="en-US" sz="8000" b="0" dirty="0">
                <a:solidFill>
                  <a:schemeClr val="bg1"/>
                </a:solidFill>
                <a:latin typeface="Calibri Light" panose="020F0302020204030204" pitchFamily="34" charset="0"/>
                <a:cs typeface="Calibri Light" panose="020F0302020204030204" pitchFamily="34" charset="0"/>
              </a:defRPr>
            </a:lvl1pPr>
          </a:lstStyle>
          <a:p>
            <a:pPr marL="0" lvl="0" indent="0">
              <a:spcBef>
                <a:spcPts val="0"/>
              </a:spcBef>
              <a:spcAft>
                <a:spcPts val="0"/>
              </a:spcAft>
              <a:buFont typeface="Arial" panose="020B0604020202020204" pitchFamily="34" charset="0"/>
            </a:pPr>
            <a:r>
              <a:rPr lang="en-US"/>
              <a:t>Click to edit Master title style</a:t>
            </a:r>
          </a:p>
        </p:txBody>
      </p:sp>
      <p:pic>
        <p:nvPicPr>
          <p:cNvPr id="7" name="Picture 6">
            <a:extLst>
              <a:ext uri="{FF2B5EF4-FFF2-40B4-BE49-F238E27FC236}">
                <a16:creationId xmlns:a16="http://schemas.microsoft.com/office/drawing/2014/main" id="{5754D4BD-6E7A-841D-F70C-31FAEF56CD6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485414" y="740715"/>
            <a:ext cx="1226857" cy="451050"/>
          </a:xfrm>
          <a:prstGeom prst="rect">
            <a:avLst/>
          </a:prstGeom>
        </p:spPr>
      </p:pic>
    </p:spTree>
    <p:extLst>
      <p:ext uri="{BB962C8B-B14F-4D97-AF65-F5344CB8AC3E}">
        <p14:creationId xmlns:p14="http://schemas.microsoft.com/office/powerpoint/2010/main" val="913969521"/>
      </p:ext>
    </p:extLst>
  </p:cSld>
  <p:clrMapOvr>
    <a:masterClrMapping/>
  </p:clrMapOvr>
</p:sldLayout>
</file>

<file path=ppt/slideLayouts/slideLayout162.xml><?xml version="1.0" encoding="utf-8"?>
<p:sldLayout xmlns:a="http://schemas.openxmlformats.org/drawingml/2006/main" xmlns:r="http://schemas.openxmlformats.org/officeDocument/2006/relationships" xmlns:p="http://schemas.openxmlformats.org/presentationml/2006/main" preserve="1" userDrawn="1">
  <p:cSld name="Cover-1/2">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2339377C-8642-441F-BDC6-500DB01AD362}"/>
              </a:ext>
            </a:extLst>
          </p:cNvPr>
          <p:cNvSpPr/>
          <p:nvPr userDrawn="1"/>
        </p:nvSpPr>
        <p:spPr bwMode="auto">
          <a:xfrm>
            <a:off x="0" y="0"/>
            <a:ext cx="6096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7" name="Picture Placeholder 2">
            <a:extLst>
              <a:ext uri="{FF2B5EF4-FFF2-40B4-BE49-F238E27FC236}">
                <a16:creationId xmlns:a16="http://schemas.microsoft.com/office/drawing/2014/main" id="{11A216CA-E680-42EB-BC45-95A09D62759B}"/>
              </a:ext>
            </a:extLst>
          </p:cNvPr>
          <p:cNvSpPr>
            <a:spLocks noGrp="1"/>
          </p:cNvSpPr>
          <p:nvPr>
            <p:ph type="pic" sz="quarter" idx="13"/>
          </p:nvPr>
        </p:nvSpPr>
        <p:spPr>
          <a:xfrm>
            <a:off x="6095998" y="0"/>
            <a:ext cx="6096001" cy="6858000"/>
          </a:xfrm>
          <a:prstGeom prst="rect">
            <a:avLst/>
          </a:prstGeom>
          <a:solidFill>
            <a:schemeClr val="bg2"/>
          </a:solidFill>
        </p:spPr>
        <p:txBody>
          <a:bodyPr/>
          <a:lstStyle>
            <a:lvl1pPr>
              <a:defRPr/>
            </a:lvl1pPr>
          </a:lstStyle>
          <a:p>
            <a:endParaRPr lang="en-US"/>
          </a:p>
        </p:txBody>
      </p:sp>
      <p:sp>
        <p:nvSpPr>
          <p:cNvPr id="3" name="Text Placeholder 4">
            <a:extLst>
              <a:ext uri="{FF2B5EF4-FFF2-40B4-BE49-F238E27FC236}">
                <a16:creationId xmlns:a16="http://schemas.microsoft.com/office/drawing/2014/main" id="{30094E5E-6EFF-CE7E-D775-2FA95EEE2F1D}"/>
              </a:ext>
            </a:extLst>
          </p:cNvPr>
          <p:cNvSpPr>
            <a:spLocks noGrp="1"/>
          </p:cNvSpPr>
          <p:nvPr>
            <p:ph type="body" sz="quarter" idx="11" hasCustomPrompt="1"/>
          </p:nvPr>
        </p:nvSpPr>
        <p:spPr>
          <a:xfrm>
            <a:off x="468775" y="4663440"/>
            <a:ext cx="5309027" cy="276999"/>
          </a:xfrm>
          <a:prstGeom prst="rect">
            <a:avLst/>
          </a:prstGeom>
        </p:spPr>
        <p:txBody>
          <a:bodyPr wrap="square">
            <a:spAutoFit/>
          </a:bodyPr>
          <a:lstStyle>
            <a:lvl1pPr>
              <a:lnSpc>
                <a:spcPct val="100000"/>
              </a:lnSpc>
              <a:spcBef>
                <a:spcPts val="0"/>
              </a:spcBef>
              <a:defRPr sz="18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4" name="Text Placeholder 4">
            <a:extLst>
              <a:ext uri="{FF2B5EF4-FFF2-40B4-BE49-F238E27FC236}">
                <a16:creationId xmlns:a16="http://schemas.microsoft.com/office/drawing/2014/main" id="{4E632B84-D810-D682-26F1-538579099EAB}"/>
              </a:ext>
            </a:extLst>
          </p:cNvPr>
          <p:cNvSpPr>
            <a:spLocks noGrp="1"/>
          </p:cNvSpPr>
          <p:nvPr>
            <p:ph type="body" sz="quarter" idx="12" hasCustomPrompt="1"/>
          </p:nvPr>
        </p:nvSpPr>
        <p:spPr>
          <a:xfrm>
            <a:off x="468775" y="5245390"/>
            <a:ext cx="5309027" cy="184666"/>
          </a:xfrm>
          <a:prstGeom prst="rect">
            <a:avLst/>
          </a:prstGeom>
        </p:spPr>
        <p:txBody>
          <a:bodyPr vert="horz" wrap="square" lIns="0" tIns="0" rIns="0" bIns="0" rtlCol="0">
            <a:spAutoFit/>
          </a:bodyPr>
          <a:lstStyle>
            <a:lvl1pPr>
              <a:defRPr lang="en-US" sz="1200" b="1" spc="400" baseline="0" dirty="0">
                <a:solidFill>
                  <a:schemeClr val="bg1"/>
                </a:solidFill>
                <a:effectLst/>
                <a:latin typeface="Calibri" panose="020F0502020204030204" pitchFamily="34" charset="0"/>
              </a:defRPr>
            </a:lvl1pPr>
          </a:lstStyle>
          <a:p>
            <a:pPr lvl="0">
              <a:lnSpc>
                <a:spcPct val="100000"/>
              </a:lnSpc>
              <a:spcBef>
                <a:spcPts val="0"/>
              </a:spcBef>
            </a:pPr>
            <a:r>
              <a:rPr lang="en-US">
                <a:effectLst/>
              </a:rPr>
              <a:t>JANUARY 2023</a:t>
            </a:r>
            <a:endParaRPr lang="en-US"/>
          </a:p>
        </p:txBody>
      </p:sp>
      <p:sp>
        <p:nvSpPr>
          <p:cNvPr id="5" name="Title 2">
            <a:extLst>
              <a:ext uri="{FF2B5EF4-FFF2-40B4-BE49-F238E27FC236}">
                <a16:creationId xmlns:a16="http://schemas.microsoft.com/office/drawing/2014/main" id="{7E6BD730-15BB-8DAE-B807-85A733E0F752}"/>
              </a:ext>
            </a:extLst>
          </p:cNvPr>
          <p:cNvSpPr>
            <a:spLocks noGrp="1"/>
          </p:cNvSpPr>
          <p:nvPr>
            <p:ph type="title"/>
          </p:nvPr>
        </p:nvSpPr>
        <p:spPr>
          <a:xfrm>
            <a:off x="466165" y="1696496"/>
            <a:ext cx="5311637" cy="1846659"/>
          </a:xfrm>
        </p:spPr>
        <p:txBody>
          <a:bodyPr vert="horz" wrap="square" lIns="0" tIns="0" rIns="0" bIns="0" rtlCol="0">
            <a:spAutoFit/>
          </a:bodyPr>
          <a:lstStyle>
            <a:lvl1pPr>
              <a:defRPr lang="en-US" sz="6000" b="0" dirty="0">
                <a:solidFill>
                  <a:schemeClr val="bg1"/>
                </a:solidFill>
                <a:latin typeface="Calibri Light" panose="020F0302020204030204" pitchFamily="34" charset="0"/>
                <a:cs typeface="Calibri Light" panose="020F0302020204030204" pitchFamily="34" charset="0"/>
              </a:defRPr>
            </a:lvl1pPr>
          </a:lstStyle>
          <a:p>
            <a:pPr marL="0" lvl="0" indent="0">
              <a:spcBef>
                <a:spcPts val="0"/>
              </a:spcBef>
              <a:spcAft>
                <a:spcPts val="0"/>
              </a:spcAft>
              <a:buFont typeface="Arial" panose="020B0604020202020204" pitchFamily="34" charset="0"/>
            </a:pPr>
            <a:r>
              <a:rPr lang="en-US"/>
              <a:t>Click to edit Master title style</a:t>
            </a:r>
          </a:p>
        </p:txBody>
      </p:sp>
      <p:pic>
        <p:nvPicPr>
          <p:cNvPr id="2" name="Picture 1">
            <a:extLst>
              <a:ext uri="{FF2B5EF4-FFF2-40B4-BE49-F238E27FC236}">
                <a16:creationId xmlns:a16="http://schemas.microsoft.com/office/drawing/2014/main" id="{58229A6F-36FA-05D5-E223-1581D31CE2D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485414" y="740715"/>
            <a:ext cx="1226857" cy="451050"/>
          </a:xfrm>
          <a:prstGeom prst="rect">
            <a:avLst/>
          </a:prstGeom>
        </p:spPr>
      </p:pic>
    </p:spTree>
    <p:extLst>
      <p:ext uri="{BB962C8B-B14F-4D97-AF65-F5344CB8AC3E}">
        <p14:creationId xmlns:p14="http://schemas.microsoft.com/office/powerpoint/2010/main" val="3379480648"/>
      </p:ext>
    </p:extLst>
  </p:cSld>
  <p:clrMapOvr>
    <a:masterClrMapping/>
  </p:clrMapOvr>
</p:sldLayout>
</file>

<file path=ppt/slideLayouts/slideLayout163.xml><?xml version="1.0" encoding="utf-8"?>
<p:sldLayout xmlns:a="http://schemas.openxmlformats.org/drawingml/2006/main" xmlns:r="http://schemas.openxmlformats.org/officeDocument/2006/relationships" xmlns:p="http://schemas.openxmlformats.org/presentationml/2006/main" preserve="1" userDrawn="1">
  <p:cSld name="Contents">
    <p:spTree>
      <p:nvGrpSpPr>
        <p:cNvPr id="1" name=""/>
        <p:cNvGrpSpPr/>
        <p:nvPr/>
      </p:nvGrpSpPr>
      <p:grpSpPr>
        <a:xfrm>
          <a:off x="0" y="0"/>
          <a:ext cx="0" cy="0"/>
          <a:chOff x="0" y="0"/>
          <a:chExt cx="0" cy="0"/>
        </a:xfrm>
      </p:grpSpPr>
      <p:sp>
        <p:nvSpPr>
          <p:cNvPr id="23" name="Title 2">
            <a:extLst>
              <a:ext uri="{FF2B5EF4-FFF2-40B4-BE49-F238E27FC236}">
                <a16:creationId xmlns:a16="http://schemas.microsoft.com/office/drawing/2014/main" id="{7D36EB9C-BBDB-7447-884B-AC6C7C7D1DA2}"/>
              </a:ext>
            </a:extLst>
          </p:cNvPr>
          <p:cNvSpPr>
            <a:spLocks noGrp="1"/>
          </p:cNvSpPr>
          <p:nvPr>
            <p:ph type="title" hasCustomPrompt="1"/>
          </p:nvPr>
        </p:nvSpPr>
        <p:spPr>
          <a:xfrm>
            <a:off x="467140" y="1191039"/>
            <a:ext cx="3024846" cy="923330"/>
          </a:xfrm>
        </p:spPr>
        <p:txBody>
          <a:bodyPr vert="horz" wrap="square" lIns="0" tIns="0" rIns="0" bIns="0" rtlCol="0" anchor="t">
            <a:spAutoFit/>
          </a:bodyPr>
          <a:lstStyle>
            <a:lvl1pPr>
              <a:defRPr lang="en-US" sz="6000" b="1" spc="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Contents</a:t>
            </a:r>
          </a:p>
        </p:txBody>
      </p:sp>
      <p:sp>
        <p:nvSpPr>
          <p:cNvPr id="24" name="Text Placeholder 4">
            <a:extLst>
              <a:ext uri="{FF2B5EF4-FFF2-40B4-BE49-F238E27FC236}">
                <a16:creationId xmlns:a16="http://schemas.microsoft.com/office/drawing/2014/main" id="{ECE784D3-D287-664F-80A6-CBA29DD12FE1}"/>
              </a:ext>
            </a:extLst>
          </p:cNvPr>
          <p:cNvSpPr>
            <a:spLocks noGrp="1"/>
          </p:cNvSpPr>
          <p:nvPr>
            <p:ph type="body" sz="quarter" idx="10" hasCustomPrompt="1"/>
          </p:nvPr>
        </p:nvSpPr>
        <p:spPr>
          <a:xfrm>
            <a:off x="4324216" y="1521418"/>
            <a:ext cx="498928" cy="321627"/>
          </a:xfrm>
          <a:prstGeom prst="rect">
            <a:avLst/>
          </a:prstGeom>
        </p:spPr>
        <p:txBody>
          <a:bodyPr wrap="square" anchor="t" anchorCtr="0">
            <a:spAutoFit/>
          </a:bodyPr>
          <a:lstStyle>
            <a:lvl1pPr algn="r">
              <a:defRPr sz="2000" b="0">
                <a:solidFill>
                  <a:schemeClr val="tx1"/>
                </a:solidFill>
              </a:defRPr>
            </a:lvl1pPr>
          </a:lstStyle>
          <a:p>
            <a:pPr lvl="0"/>
            <a:r>
              <a:rPr lang="en-US"/>
              <a:t>01</a:t>
            </a:r>
          </a:p>
        </p:txBody>
      </p:sp>
      <p:sp>
        <p:nvSpPr>
          <p:cNvPr id="25" name="Text Placeholder 4">
            <a:extLst>
              <a:ext uri="{FF2B5EF4-FFF2-40B4-BE49-F238E27FC236}">
                <a16:creationId xmlns:a16="http://schemas.microsoft.com/office/drawing/2014/main" id="{29A1CE94-599A-5146-9EFB-9AEECE436784}"/>
              </a:ext>
            </a:extLst>
          </p:cNvPr>
          <p:cNvSpPr>
            <a:spLocks noGrp="1"/>
          </p:cNvSpPr>
          <p:nvPr>
            <p:ph type="body" sz="quarter" idx="11" hasCustomPrompt="1"/>
          </p:nvPr>
        </p:nvSpPr>
        <p:spPr>
          <a:xfrm>
            <a:off x="4324216" y="2214485"/>
            <a:ext cx="498928" cy="321627"/>
          </a:xfrm>
          <a:prstGeom prst="rect">
            <a:avLst/>
          </a:prstGeom>
        </p:spPr>
        <p:txBody>
          <a:bodyPr wrap="square" anchor="t" anchorCtr="0">
            <a:spAutoFit/>
          </a:bodyPr>
          <a:lstStyle>
            <a:lvl1pPr algn="r">
              <a:defRPr sz="2000" b="0">
                <a:solidFill>
                  <a:schemeClr val="tx1"/>
                </a:solidFill>
              </a:defRPr>
            </a:lvl1pPr>
          </a:lstStyle>
          <a:p>
            <a:pPr lvl="0"/>
            <a:r>
              <a:rPr lang="en-US"/>
              <a:t>02</a:t>
            </a:r>
          </a:p>
        </p:txBody>
      </p:sp>
      <p:sp>
        <p:nvSpPr>
          <p:cNvPr id="26" name="Text Placeholder 4">
            <a:extLst>
              <a:ext uri="{FF2B5EF4-FFF2-40B4-BE49-F238E27FC236}">
                <a16:creationId xmlns:a16="http://schemas.microsoft.com/office/drawing/2014/main" id="{B0E828E5-70FD-D449-B964-390D8366EA4E}"/>
              </a:ext>
            </a:extLst>
          </p:cNvPr>
          <p:cNvSpPr>
            <a:spLocks noGrp="1"/>
          </p:cNvSpPr>
          <p:nvPr>
            <p:ph type="body" sz="quarter" idx="12" hasCustomPrompt="1"/>
          </p:nvPr>
        </p:nvSpPr>
        <p:spPr>
          <a:xfrm>
            <a:off x="4324216" y="2897391"/>
            <a:ext cx="498928" cy="321627"/>
          </a:xfrm>
          <a:prstGeom prst="rect">
            <a:avLst/>
          </a:prstGeom>
        </p:spPr>
        <p:txBody>
          <a:bodyPr wrap="square" anchor="t" anchorCtr="0">
            <a:spAutoFit/>
          </a:bodyPr>
          <a:lstStyle>
            <a:lvl1pPr algn="r">
              <a:defRPr sz="2000" b="0">
                <a:solidFill>
                  <a:schemeClr val="tx1"/>
                </a:solidFill>
              </a:defRPr>
            </a:lvl1pPr>
          </a:lstStyle>
          <a:p>
            <a:pPr lvl="0"/>
            <a:r>
              <a:rPr lang="en-US"/>
              <a:t>03</a:t>
            </a:r>
          </a:p>
        </p:txBody>
      </p:sp>
      <p:sp>
        <p:nvSpPr>
          <p:cNvPr id="27" name="Text Placeholder 4">
            <a:extLst>
              <a:ext uri="{FF2B5EF4-FFF2-40B4-BE49-F238E27FC236}">
                <a16:creationId xmlns:a16="http://schemas.microsoft.com/office/drawing/2014/main" id="{23D1ADF7-7F17-9F4A-A000-26CFD756A34B}"/>
              </a:ext>
            </a:extLst>
          </p:cNvPr>
          <p:cNvSpPr>
            <a:spLocks noGrp="1"/>
          </p:cNvSpPr>
          <p:nvPr>
            <p:ph type="body" sz="quarter" idx="13" hasCustomPrompt="1"/>
          </p:nvPr>
        </p:nvSpPr>
        <p:spPr>
          <a:xfrm>
            <a:off x="4324216" y="3590458"/>
            <a:ext cx="498928" cy="321627"/>
          </a:xfrm>
          <a:prstGeom prst="rect">
            <a:avLst/>
          </a:prstGeom>
        </p:spPr>
        <p:txBody>
          <a:bodyPr wrap="square" anchor="t" anchorCtr="0">
            <a:spAutoFit/>
          </a:bodyPr>
          <a:lstStyle>
            <a:lvl1pPr algn="r">
              <a:defRPr sz="2000" b="0">
                <a:solidFill>
                  <a:schemeClr val="tx1"/>
                </a:solidFill>
              </a:defRPr>
            </a:lvl1pPr>
          </a:lstStyle>
          <a:p>
            <a:pPr lvl="0"/>
            <a:r>
              <a:rPr lang="en-US"/>
              <a:t>04</a:t>
            </a:r>
          </a:p>
        </p:txBody>
      </p:sp>
      <p:sp>
        <p:nvSpPr>
          <p:cNvPr id="28" name="Text Placeholder 4">
            <a:extLst>
              <a:ext uri="{FF2B5EF4-FFF2-40B4-BE49-F238E27FC236}">
                <a16:creationId xmlns:a16="http://schemas.microsoft.com/office/drawing/2014/main" id="{C8974FB4-0DC4-9A48-849B-3445C17323D8}"/>
              </a:ext>
            </a:extLst>
          </p:cNvPr>
          <p:cNvSpPr>
            <a:spLocks noGrp="1"/>
          </p:cNvSpPr>
          <p:nvPr>
            <p:ph type="body" sz="quarter" idx="14" hasCustomPrompt="1"/>
          </p:nvPr>
        </p:nvSpPr>
        <p:spPr>
          <a:xfrm>
            <a:off x="4324216" y="4273364"/>
            <a:ext cx="498928" cy="321627"/>
          </a:xfrm>
          <a:prstGeom prst="rect">
            <a:avLst/>
          </a:prstGeom>
        </p:spPr>
        <p:txBody>
          <a:bodyPr wrap="square" anchor="t" anchorCtr="0">
            <a:spAutoFit/>
          </a:bodyPr>
          <a:lstStyle>
            <a:lvl1pPr algn="r">
              <a:defRPr sz="2000" b="0">
                <a:solidFill>
                  <a:schemeClr val="tx1"/>
                </a:solidFill>
              </a:defRPr>
            </a:lvl1pPr>
          </a:lstStyle>
          <a:p>
            <a:pPr lvl="0"/>
            <a:r>
              <a:rPr lang="en-US"/>
              <a:t>05</a:t>
            </a:r>
          </a:p>
        </p:txBody>
      </p:sp>
      <p:sp>
        <p:nvSpPr>
          <p:cNvPr id="29" name="Text Placeholder 4">
            <a:extLst>
              <a:ext uri="{FF2B5EF4-FFF2-40B4-BE49-F238E27FC236}">
                <a16:creationId xmlns:a16="http://schemas.microsoft.com/office/drawing/2014/main" id="{3B70AEBB-A750-864B-B6BD-21B4D0EFE2A7}"/>
              </a:ext>
            </a:extLst>
          </p:cNvPr>
          <p:cNvSpPr>
            <a:spLocks noGrp="1"/>
          </p:cNvSpPr>
          <p:nvPr>
            <p:ph type="body" sz="quarter" idx="15" hasCustomPrompt="1"/>
          </p:nvPr>
        </p:nvSpPr>
        <p:spPr>
          <a:xfrm>
            <a:off x="4324216" y="4956271"/>
            <a:ext cx="498928" cy="321627"/>
          </a:xfrm>
          <a:prstGeom prst="rect">
            <a:avLst/>
          </a:prstGeom>
        </p:spPr>
        <p:txBody>
          <a:bodyPr wrap="square" anchor="t" anchorCtr="0">
            <a:spAutoFit/>
          </a:bodyPr>
          <a:lstStyle>
            <a:lvl1pPr algn="r">
              <a:defRPr sz="2000" b="0">
                <a:solidFill>
                  <a:schemeClr val="tx1"/>
                </a:solidFill>
              </a:defRPr>
            </a:lvl1pPr>
          </a:lstStyle>
          <a:p>
            <a:pPr lvl="0"/>
            <a:r>
              <a:rPr lang="en-US"/>
              <a:t>06</a:t>
            </a:r>
          </a:p>
        </p:txBody>
      </p:sp>
      <p:sp>
        <p:nvSpPr>
          <p:cNvPr id="30" name="Text Placeholder 4">
            <a:extLst>
              <a:ext uri="{FF2B5EF4-FFF2-40B4-BE49-F238E27FC236}">
                <a16:creationId xmlns:a16="http://schemas.microsoft.com/office/drawing/2014/main" id="{B6A80AC0-F1D6-7541-A91C-C279FD194827}"/>
              </a:ext>
            </a:extLst>
          </p:cNvPr>
          <p:cNvSpPr>
            <a:spLocks noGrp="1"/>
          </p:cNvSpPr>
          <p:nvPr>
            <p:ph type="body" sz="quarter" idx="16" hasCustomPrompt="1"/>
          </p:nvPr>
        </p:nvSpPr>
        <p:spPr>
          <a:xfrm>
            <a:off x="5056507" y="1521418"/>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31" name="Text Placeholder 4">
            <a:extLst>
              <a:ext uri="{FF2B5EF4-FFF2-40B4-BE49-F238E27FC236}">
                <a16:creationId xmlns:a16="http://schemas.microsoft.com/office/drawing/2014/main" id="{48BEB51A-F18F-5749-809D-EC078A513A09}"/>
              </a:ext>
            </a:extLst>
          </p:cNvPr>
          <p:cNvSpPr>
            <a:spLocks noGrp="1"/>
          </p:cNvSpPr>
          <p:nvPr>
            <p:ph type="body" sz="quarter" idx="17" hasCustomPrompt="1"/>
          </p:nvPr>
        </p:nvSpPr>
        <p:spPr>
          <a:xfrm>
            <a:off x="5056507" y="2214485"/>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32" name="Text Placeholder 4">
            <a:extLst>
              <a:ext uri="{FF2B5EF4-FFF2-40B4-BE49-F238E27FC236}">
                <a16:creationId xmlns:a16="http://schemas.microsoft.com/office/drawing/2014/main" id="{C6735154-D863-074C-BEF0-25E8F0836038}"/>
              </a:ext>
            </a:extLst>
          </p:cNvPr>
          <p:cNvSpPr>
            <a:spLocks noGrp="1"/>
          </p:cNvSpPr>
          <p:nvPr>
            <p:ph type="body" sz="quarter" idx="18" hasCustomPrompt="1"/>
          </p:nvPr>
        </p:nvSpPr>
        <p:spPr>
          <a:xfrm>
            <a:off x="5056507" y="2897391"/>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33" name="Text Placeholder 4">
            <a:extLst>
              <a:ext uri="{FF2B5EF4-FFF2-40B4-BE49-F238E27FC236}">
                <a16:creationId xmlns:a16="http://schemas.microsoft.com/office/drawing/2014/main" id="{C373B72A-00B1-9E4F-BC7F-202B2AC57FCC}"/>
              </a:ext>
            </a:extLst>
          </p:cNvPr>
          <p:cNvSpPr>
            <a:spLocks noGrp="1"/>
          </p:cNvSpPr>
          <p:nvPr>
            <p:ph type="body" sz="quarter" idx="19" hasCustomPrompt="1"/>
          </p:nvPr>
        </p:nvSpPr>
        <p:spPr>
          <a:xfrm>
            <a:off x="5056507" y="3590458"/>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34" name="Text Placeholder 4">
            <a:extLst>
              <a:ext uri="{FF2B5EF4-FFF2-40B4-BE49-F238E27FC236}">
                <a16:creationId xmlns:a16="http://schemas.microsoft.com/office/drawing/2014/main" id="{A584DDAC-74C3-8649-AA09-BE37E59266EB}"/>
              </a:ext>
            </a:extLst>
          </p:cNvPr>
          <p:cNvSpPr>
            <a:spLocks noGrp="1"/>
          </p:cNvSpPr>
          <p:nvPr>
            <p:ph type="body" sz="quarter" idx="20" hasCustomPrompt="1"/>
          </p:nvPr>
        </p:nvSpPr>
        <p:spPr>
          <a:xfrm>
            <a:off x="5056507" y="4273364"/>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35" name="Text Placeholder 4">
            <a:extLst>
              <a:ext uri="{FF2B5EF4-FFF2-40B4-BE49-F238E27FC236}">
                <a16:creationId xmlns:a16="http://schemas.microsoft.com/office/drawing/2014/main" id="{4BE98457-B105-874C-9706-66BA69C1AFC7}"/>
              </a:ext>
            </a:extLst>
          </p:cNvPr>
          <p:cNvSpPr>
            <a:spLocks noGrp="1"/>
          </p:cNvSpPr>
          <p:nvPr>
            <p:ph type="body" sz="quarter" idx="21" hasCustomPrompt="1"/>
          </p:nvPr>
        </p:nvSpPr>
        <p:spPr>
          <a:xfrm>
            <a:off x="5056507" y="4956271"/>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Tree>
    <p:extLst>
      <p:ext uri="{BB962C8B-B14F-4D97-AF65-F5344CB8AC3E}">
        <p14:creationId xmlns:p14="http://schemas.microsoft.com/office/powerpoint/2010/main" val="3407502645"/>
      </p:ext>
    </p:extLst>
  </p:cSld>
  <p:clrMapOvr>
    <a:masterClrMapping/>
  </p:clrMapOvr>
</p:sldLayout>
</file>

<file path=ppt/slideLayouts/slideLayout164.xml><?xml version="1.0" encoding="utf-8"?>
<p:sldLayout xmlns:a="http://schemas.openxmlformats.org/drawingml/2006/main" xmlns:r="http://schemas.openxmlformats.org/officeDocument/2006/relationships" xmlns:p="http://schemas.openxmlformats.org/presentationml/2006/main" preserve="1" userDrawn="1">
  <p:cSld name="Contents-Dark">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7A51F759-2C51-4E26-B317-26DFEBAE952C}"/>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pic>
        <p:nvPicPr>
          <p:cNvPr id="10" name="Graphic 9">
            <a:extLst>
              <a:ext uri="{FF2B5EF4-FFF2-40B4-BE49-F238E27FC236}">
                <a16:creationId xmlns:a16="http://schemas.microsoft.com/office/drawing/2014/main" id="{7F2C7208-C4AB-4962-96F0-F897DFFC37C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23" name="TextBox 22">
            <a:extLst>
              <a:ext uri="{FF2B5EF4-FFF2-40B4-BE49-F238E27FC236}">
                <a16:creationId xmlns:a16="http://schemas.microsoft.com/office/drawing/2014/main" id="{05DCFC83-97AB-BE40-9059-9CE8B2021737}"/>
              </a:ext>
            </a:extLst>
          </p:cNvPr>
          <p:cNvSpPr txBox="1"/>
          <p:nvPr userDrawn="1"/>
        </p:nvSpPr>
        <p:spPr>
          <a:xfrm>
            <a:off x="10505872" y="6406591"/>
            <a:ext cx="939818"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CONFIDENTIAL. Copyright ©</a:t>
            </a:r>
          </a:p>
        </p:txBody>
      </p:sp>
      <p:sp>
        <p:nvSpPr>
          <p:cNvPr id="26" name="Text Placeholder 3">
            <a:extLst>
              <a:ext uri="{FF2B5EF4-FFF2-40B4-BE49-F238E27FC236}">
                <a16:creationId xmlns:a16="http://schemas.microsoft.com/office/drawing/2014/main" id="{AE04C751-FBC9-3B46-AAD4-46BD8DFA5D32}"/>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
        <p:nvSpPr>
          <p:cNvPr id="2" name="Title 2">
            <a:extLst>
              <a:ext uri="{FF2B5EF4-FFF2-40B4-BE49-F238E27FC236}">
                <a16:creationId xmlns:a16="http://schemas.microsoft.com/office/drawing/2014/main" id="{37B4F039-C58D-468E-394C-C92CD517A82F}"/>
              </a:ext>
            </a:extLst>
          </p:cNvPr>
          <p:cNvSpPr>
            <a:spLocks noGrp="1"/>
          </p:cNvSpPr>
          <p:nvPr>
            <p:ph type="title" hasCustomPrompt="1"/>
          </p:nvPr>
        </p:nvSpPr>
        <p:spPr>
          <a:xfrm>
            <a:off x="467140" y="1191039"/>
            <a:ext cx="3024846" cy="923330"/>
          </a:xfrm>
        </p:spPr>
        <p:txBody>
          <a:bodyPr vert="horz" wrap="square" lIns="0" tIns="0" rIns="0" bIns="0" rtlCol="0" anchor="t">
            <a:spAutoFit/>
          </a:bodyPr>
          <a:lstStyle>
            <a:lvl1pPr>
              <a:defRPr lang="en-US" sz="6000" b="1" i="0" kern="1200" spc="0" dirty="0">
                <a:gradFill>
                  <a:gsLst>
                    <a:gs pos="50000">
                      <a:schemeClr val="accent2"/>
                    </a:gs>
                    <a:gs pos="70000">
                      <a:schemeClr val="accent5"/>
                    </a:gs>
                    <a:gs pos="100000">
                      <a:schemeClr val="accent4"/>
                    </a:gs>
                  </a:gsLst>
                  <a:lin ang="1200000" scaled="0"/>
                </a:gradFill>
                <a:effectLst/>
                <a:latin typeface="Calibri" panose="020F0502020204030204" pitchFamily="34" charset="0"/>
                <a:ea typeface="Calibri" panose="020F0502020204030204" pitchFamily="34" charset="0"/>
                <a:cs typeface="Calibri" panose="020F0502020204030204" pitchFamily="34" charset="0"/>
              </a:defRPr>
            </a:lvl1pPr>
          </a:lstStyle>
          <a:p>
            <a:pPr lvl="0" algn="l" defTabSz="914400" rtl="0" eaLnBrk="1" latinLnBrk="0" hangingPunct="1">
              <a:lnSpc>
                <a:spcPct val="100000"/>
              </a:lnSpc>
              <a:spcBef>
                <a:spcPct val="0"/>
              </a:spcBef>
              <a:buNone/>
            </a:pPr>
            <a:r>
              <a:rPr lang="en-US"/>
              <a:t>Contents</a:t>
            </a:r>
          </a:p>
        </p:txBody>
      </p:sp>
      <p:sp>
        <p:nvSpPr>
          <p:cNvPr id="7" name="Text Placeholder 4">
            <a:extLst>
              <a:ext uri="{FF2B5EF4-FFF2-40B4-BE49-F238E27FC236}">
                <a16:creationId xmlns:a16="http://schemas.microsoft.com/office/drawing/2014/main" id="{EEBDF361-F375-D313-8D06-BDA2782784FE}"/>
              </a:ext>
            </a:extLst>
          </p:cNvPr>
          <p:cNvSpPr>
            <a:spLocks noGrp="1"/>
          </p:cNvSpPr>
          <p:nvPr>
            <p:ph type="body" sz="quarter" idx="10" hasCustomPrompt="1"/>
          </p:nvPr>
        </p:nvSpPr>
        <p:spPr>
          <a:xfrm>
            <a:off x="4324216" y="1521418"/>
            <a:ext cx="498928" cy="321627"/>
          </a:xfrm>
          <a:prstGeom prst="rect">
            <a:avLst/>
          </a:prstGeom>
        </p:spPr>
        <p:txBody>
          <a:bodyPr wrap="square" anchor="t" anchorCtr="0">
            <a:spAutoFit/>
          </a:bodyPr>
          <a:lstStyle>
            <a:lvl1pPr algn="r">
              <a:defRPr sz="2000" b="0">
                <a:solidFill>
                  <a:schemeClr val="bg1"/>
                </a:solidFill>
              </a:defRPr>
            </a:lvl1pPr>
          </a:lstStyle>
          <a:p>
            <a:pPr lvl="0"/>
            <a:r>
              <a:rPr lang="en-US"/>
              <a:t>01</a:t>
            </a:r>
          </a:p>
        </p:txBody>
      </p:sp>
      <p:sp>
        <p:nvSpPr>
          <p:cNvPr id="8" name="Text Placeholder 4">
            <a:extLst>
              <a:ext uri="{FF2B5EF4-FFF2-40B4-BE49-F238E27FC236}">
                <a16:creationId xmlns:a16="http://schemas.microsoft.com/office/drawing/2014/main" id="{BBC6E842-5D88-CC5C-F1DA-808D61BEE757}"/>
              </a:ext>
            </a:extLst>
          </p:cNvPr>
          <p:cNvSpPr>
            <a:spLocks noGrp="1"/>
          </p:cNvSpPr>
          <p:nvPr>
            <p:ph type="body" sz="quarter" idx="11" hasCustomPrompt="1"/>
          </p:nvPr>
        </p:nvSpPr>
        <p:spPr>
          <a:xfrm>
            <a:off x="4324216" y="2214485"/>
            <a:ext cx="498928" cy="321627"/>
          </a:xfrm>
          <a:prstGeom prst="rect">
            <a:avLst/>
          </a:prstGeom>
        </p:spPr>
        <p:txBody>
          <a:bodyPr wrap="square" anchor="t" anchorCtr="0">
            <a:spAutoFit/>
          </a:bodyPr>
          <a:lstStyle>
            <a:lvl1pPr algn="r">
              <a:defRPr sz="2000" b="0">
                <a:solidFill>
                  <a:schemeClr val="bg1"/>
                </a:solidFill>
              </a:defRPr>
            </a:lvl1pPr>
          </a:lstStyle>
          <a:p>
            <a:pPr lvl="0"/>
            <a:r>
              <a:rPr lang="en-US"/>
              <a:t>02</a:t>
            </a:r>
          </a:p>
        </p:txBody>
      </p:sp>
      <p:sp>
        <p:nvSpPr>
          <p:cNvPr id="11" name="Text Placeholder 4">
            <a:extLst>
              <a:ext uri="{FF2B5EF4-FFF2-40B4-BE49-F238E27FC236}">
                <a16:creationId xmlns:a16="http://schemas.microsoft.com/office/drawing/2014/main" id="{CD37A923-9C8E-6CA3-1F51-1680DBD25361}"/>
              </a:ext>
            </a:extLst>
          </p:cNvPr>
          <p:cNvSpPr>
            <a:spLocks noGrp="1"/>
          </p:cNvSpPr>
          <p:nvPr>
            <p:ph type="body" sz="quarter" idx="12" hasCustomPrompt="1"/>
          </p:nvPr>
        </p:nvSpPr>
        <p:spPr>
          <a:xfrm>
            <a:off x="4324216" y="2897391"/>
            <a:ext cx="498928" cy="321627"/>
          </a:xfrm>
          <a:prstGeom prst="rect">
            <a:avLst/>
          </a:prstGeom>
        </p:spPr>
        <p:txBody>
          <a:bodyPr wrap="square" anchor="t" anchorCtr="0">
            <a:spAutoFit/>
          </a:bodyPr>
          <a:lstStyle>
            <a:lvl1pPr algn="r">
              <a:defRPr sz="2000" b="0">
                <a:solidFill>
                  <a:schemeClr val="bg1"/>
                </a:solidFill>
              </a:defRPr>
            </a:lvl1pPr>
          </a:lstStyle>
          <a:p>
            <a:pPr lvl="0"/>
            <a:r>
              <a:rPr lang="en-US"/>
              <a:t>03</a:t>
            </a:r>
          </a:p>
        </p:txBody>
      </p:sp>
      <p:sp>
        <p:nvSpPr>
          <p:cNvPr id="12" name="Text Placeholder 4">
            <a:extLst>
              <a:ext uri="{FF2B5EF4-FFF2-40B4-BE49-F238E27FC236}">
                <a16:creationId xmlns:a16="http://schemas.microsoft.com/office/drawing/2014/main" id="{3DB5EB1A-8556-A82E-AC69-301BA431D9AC}"/>
              </a:ext>
            </a:extLst>
          </p:cNvPr>
          <p:cNvSpPr>
            <a:spLocks noGrp="1"/>
          </p:cNvSpPr>
          <p:nvPr>
            <p:ph type="body" sz="quarter" idx="13" hasCustomPrompt="1"/>
          </p:nvPr>
        </p:nvSpPr>
        <p:spPr>
          <a:xfrm>
            <a:off x="4324216" y="3590458"/>
            <a:ext cx="498928" cy="321627"/>
          </a:xfrm>
          <a:prstGeom prst="rect">
            <a:avLst/>
          </a:prstGeom>
        </p:spPr>
        <p:txBody>
          <a:bodyPr wrap="square" anchor="t" anchorCtr="0">
            <a:spAutoFit/>
          </a:bodyPr>
          <a:lstStyle>
            <a:lvl1pPr algn="r">
              <a:defRPr sz="2000" b="0">
                <a:solidFill>
                  <a:schemeClr val="bg1"/>
                </a:solidFill>
              </a:defRPr>
            </a:lvl1pPr>
          </a:lstStyle>
          <a:p>
            <a:pPr lvl="0"/>
            <a:r>
              <a:rPr lang="en-US"/>
              <a:t>04</a:t>
            </a:r>
          </a:p>
        </p:txBody>
      </p:sp>
      <p:sp>
        <p:nvSpPr>
          <p:cNvPr id="24" name="Text Placeholder 4">
            <a:extLst>
              <a:ext uri="{FF2B5EF4-FFF2-40B4-BE49-F238E27FC236}">
                <a16:creationId xmlns:a16="http://schemas.microsoft.com/office/drawing/2014/main" id="{11E3B50A-6363-7824-DFC1-3035609DF678}"/>
              </a:ext>
            </a:extLst>
          </p:cNvPr>
          <p:cNvSpPr>
            <a:spLocks noGrp="1"/>
          </p:cNvSpPr>
          <p:nvPr>
            <p:ph type="body" sz="quarter" idx="14" hasCustomPrompt="1"/>
          </p:nvPr>
        </p:nvSpPr>
        <p:spPr>
          <a:xfrm>
            <a:off x="4324216" y="4273364"/>
            <a:ext cx="498928" cy="321627"/>
          </a:xfrm>
          <a:prstGeom prst="rect">
            <a:avLst/>
          </a:prstGeom>
        </p:spPr>
        <p:txBody>
          <a:bodyPr wrap="square" anchor="t" anchorCtr="0">
            <a:spAutoFit/>
          </a:bodyPr>
          <a:lstStyle>
            <a:lvl1pPr algn="r">
              <a:defRPr sz="2000" b="0">
                <a:solidFill>
                  <a:schemeClr val="bg1"/>
                </a:solidFill>
              </a:defRPr>
            </a:lvl1pPr>
          </a:lstStyle>
          <a:p>
            <a:pPr lvl="0"/>
            <a:r>
              <a:rPr lang="en-US"/>
              <a:t>05</a:t>
            </a:r>
          </a:p>
        </p:txBody>
      </p:sp>
      <p:sp>
        <p:nvSpPr>
          <p:cNvPr id="27" name="Text Placeholder 4">
            <a:extLst>
              <a:ext uri="{FF2B5EF4-FFF2-40B4-BE49-F238E27FC236}">
                <a16:creationId xmlns:a16="http://schemas.microsoft.com/office/drawing/2014/main" id="{13E6F179-1003-654A-7321-F8FE6D12AC32}"/>
              </a:ext>
            </a:extLst>
          </p:cNvPr>
          <p:cNvSpPr>
            <a:spLocks noGrp="1"/>
          </p:cNvSpPr>
          <p:nvPr>
            <p:ph type="body" sz="quarter" idx="15" hasCustomPrompt="1"/>
          </p:nvPr>
        </p:nvSpPr>
        <p:spPr>
          <a:xfrm>
            <a:off x="4324216" y="4956271"/>
            <a:ext cx="498928" cy="321627"/>
          </a:xfrm>
          <a:prstGeom prst="rect">
            <a:avLst/>
          </a:prstGeom>
        </p:spPr>
        <p:txBody>
          <a:bodyPr wrap="square" anchor="t" anchorCtr="0">
            <a:spAutoFit/>
          </a:bodyPr>
          <a:lstStyle>
            <a:lvl1pPr algn="r">
              <a:defRPr sz="2000" b="0">
                <a:solidFill>
                  <a:schemeClr val="bg1"/>
                </a:solidFill>
              </a:defRPr>
            </a:lvl1pPr>
          </a:lstStyle>
          <a:p>
            <a:pPr lvl="0"/>
            <a:r>
              <a:rPr lang="en-US"/>
              <a:t>06</a:t>
            </a:r>
          </a:p>
        </p:txBody>
      </p:sp>
      <p:sp>
        <p:nvSpPr>
          <p:cNvPr id="28" name="Text Placeholder 4">
            <a:extLst>
              <a:ext uri="{FF2B5EF4-FFF2-40B4-BE49-F238E27FC236}">
                <a16:creationId xmlns:a16="http://schemas.microsoft.com/office/drawing/2014/main" id="{9A7166E3-13D7-44C2-45BA-F8800FCD1D93}"/>
              </a:ext>
            </a:extLst>
          </p:cNvPr>
          <p:cNvSpPr>
            <a:spLocks noGrp="1"/>
          </p:cNvSpPr>
          <p:nvPr>
            <p:ph type="body" sz="quarter" idx="16" hasCustomPrompt="1"/>
          </p:nvPr>
        </p:nvSpPr>
        <p:spPr>
          <a:xfrm>
            <a:off x="5056507" y="1521418"/>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29" name="Text Placeholder 4">
            <a:extLst>
              <a:ext uri="{FF2B5EF4-FFF2-40B4-BE49-F238E27FC236}">
                <a16:creationId xmlns:a16="http://schemas.microsoft.com/office/drawing/2014/main" id="{342EBD53-BF92-55A6-E85A-50AD5A80A5B1}"/>
              </a:ext>
            </a:extLst>
          </p:cNvPr>
          <p:cNvSpPr>
            <a:spLocks noGrp="1"/>
          </p:cNvSpPr>
          <p:nvPr>
            <p:ph type="body" sz="quarter" idx="17" hasCustomPrompt="1"/>
          </p:nvPr>
        </p:nvSpPr>
        <p:spPr>
          <a:xfrm>
            <a:off x="5056507" y="2214485"/>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30" name="Text Placeholder 4">
            <a:extLst>
              <a:ext uri="{FF2B5EF4-FFF2-40B4-BE49-F238E27FC236}">
                <a16:creationId xmlns:a16="http://schemas.microsoft.com/office/drawing/2014/main" id="{41709A76-8AD3-E8A8-447B-E2C8D00A4A1D}"/>
              </a:ext>
            </a:extLst>
          </p:cNvPr>
          <p:cNvSpPr>
            <a:spLocks noGrp="1"/>
          </p:cNvSpPr>
          <p:nvPr>
            <p:ph type="body" sz="quarter" idx="18" hasCustomPrompt="1"/>
          </p:nvPr>
        </p:nvSpPr>
        <p:spPr>
          <a:xfrm>
            <a:off x="5056507" y="2897391"/>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31" name="Text Placeholder 4">
            <a:extLst>
              <a:ext uri="{FF2B5EF4-FFF2-40B4-BE49-F238E27FC236}">
                <a16:creationId xmlns:a16="http://schemas.microsoft.com/office/drawing/2014/main" id="{FA4DA4A4-AEAC-105E-34C0-12EBA35F10E6}"/>
              </a:ext>
            </a:extLst>
          </p:cNvPr>
          <p:cNvSpPr>
            <a:spLocks noGrp="1"/>
          </p:cNvSpPr>
          <p:nvPr>
            <p:ph type="body" sz="quarter" idx="19" hasCustomPrompt="1"/>
          </p:nvPr>
        </p:nvSpPr>
        <p:spPr>
          <a:xfrm>
            <a:off x="5056507" y="3590458"/>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32" name="Text Placeholder 4">
            <a:extLst>
              <a:ext uri="{FF2B5EF4-FFF2-40B4-BE49-F238E27FC236}">
                <a16:creationId xmlns:a16="http://schemas.microsoft.com/office/drawing/2014/main" id="{B6DD83F2-9BFD-E0B8-4706-D7200B45DE3C}"/>
              </a:ext>
            </a:extLst>
          </p:cNvPr>
          <p:cNvSpPr>
            <a:spLocks noGrp="1"/>
          </p:cNvSpPr>
          <p:nvPr>
            <p:ph type="body" sz="quarter" idx="20" hasCustomPrompt="1"/>
          </p:nvPr>
        </p:nvSpPr>
        <p:spPr>
          <a:xfrm>
            <a:off x="5056507" y="4273364"/>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33" name="Text Placeholder 4">
            <a:extLst>
              <a:ext uri="{FF2B5EF4-FFF2-40B4-BE49-F238E27FC236}">
                <a16:creationId xmlns:a16="http://schemas.microsoft.com/office/drawing/2014/main" id="{0D94FEEB-2EA8-081B-0B69-F0ED7A8348AC}"/>
              </a:ext>
            </a:extLst>
          </p:cNvPr>
          <p:cNvSpPr>
            <a:spLocks noGrp="1"/>
          </p:cNvSpPr>
          <p:nvPr>
            <p:ph type="body" sz="quarter" idx="21" hasCustomPrompt="1"/>
          </p:nvPr>
        </p:nvSpPr>
        <p:spPr>
          <a:xfrm>
            <a:off x="5056507" y="4956271"/>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Tree>
    <p:extLst>
      <p:ext uri="{BB962C8B-B14F-4D97-AF65-F5344CB8AC3E}">
        <p14:creationId xmlns:p14="http://schemas.microsoft.com/office/powerpoint/2010/main" val="2629784643"/>
      </p:ext>
    </p:extLst>
  </p:cSld>
  <p:clrMapOvr>
    <a:masterClrMapping/>
  </p:clrMapOvr>
</p:sldLayout>
</file>

<file path=ppt/slideLayouts/slideLayout165.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2CC2842-970F-4D83-A7C9-C111F3E9E8F4}"/>
              </a:ext>
            </a:extLst>
          </p:cNvPr>
          <p:cNvSpPr>
            <a:spLocks noGrp="1"/>
          </p:cNvSpPr>
          <p:nvPr>
            <p:ph type="title" hasCustomPrompt="1"/>
          </p:nvPr>
        </p:nvSpPr>
        <p:spPr>
          <a:xfrm>
            <a:off x="467140" y="1191039"/>
            <a:ext cx="3024846" cy="923330"/>
          </a:xfrm>
        </p:spPr>
        <p:txBody>
          <a:bodyPr vert="horz" wrap="square" lIns="0" tIns="0" rIns="0" bIns="0" rtlCol="0" anchor="t">
            <a:spAutoFit/>
          </a:bodyPr>
          <a:lstStyle>
            <a:lvl1pPr>
              <a:defRPr lang="en-US" sz="6000" b="1" spc="0" dirty="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Agenda</a:t>
            </a:r>
          </a:p>
        </p:txBody>
      </p:sp>
      <p:sp>
        <p:nvSpPr>
          <p:cNvPr id="17" name="Text Placeholder 4">
            <a:extLst>
              <a:ext uri="{FF2B5EF4-FFF2-40B4-BE49-F238E27FC236}">
                <a16:creationId xmlns:a16="http://schemas.microsoft.com/office/drawing/2014/main" id="{73338DC0-8609-4542-8807-E7838F7CE5D6}"/>
              </a:ext>
            </a:extLst>
          </p:cNvPr>
          <p:cNvSpPr>
            <a:spLocks noGrp="1"/>
          </p:cNvSpPr>
          <p:nvPr>
            <p:ph type="body" sz="quarter" idx="16" hasCustomPrompt="1"/>
          </p:nvPr>
        </p:nvSpPr>
        <p:spPr>
          <a:xfrm>
            <a:off x="6030496" y="1541587"/>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18" name="Text Placeholder 4">
            <a:extLst>
              <a:ext uri="{FF2B5EF4-FFF2-40B4-BE49-F238E27FC236}">
                <a16:creationId xmlns:a16="http://schemas.microsoft.com/office/drawing/2014/main" id="{43948224-37C6-4D02-AFD9-C1D88C1C073C}"/>
              </a:ext>
            </a:extLst>
          </p:cNvPr>
          <p:cNvSpPr>
            <a:spLocks noGrp="1"/>
          </p:cNvSpPr>
          <p:nvPr>
            <p:ph type="body" sz="quarter" idx="17" hasCustomPrompt="1"/>
          </p:nvPr>
        </p:nvSpPr>
        <p:spPr>
          <a:xfrm>
            <a:off x="6030496" y="2231845"/>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19" name="Text Placeholder 4">
            <a:extLst>
              <a:ext uri="{FF2B5EF4-FFF2-40B4-BE49-F238E27FC236}">
                <a16:creationId xmlns:a16="http://schemas.microsoft.com/office/drawing/2014/main" id="{4BDE3CEE-0230-44C2-A389-A8747AA6BB8C}"/>
              </a:ext>
            </a:extLst>
          </p:cNvPr>
          <p:cNvSpPr>
            <a:spLocks noGrp="1"/>
          </p:cNvSpPr>
          <p:nvPr>
            <p:ph type="body" sz="quarter" idx="18" hasCustomPrompt="1"/>
          </p:nvPr>
        </p:nvSpPr>
        <p:spPr>
          <a:xfrm>
            <a:off x="6030496" y="2922103"/>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20" name="Text Placeholder 4">
            <a:extLst>
              <a:ext uri="{FF2B5EF4-FFF2-40B4-BE49-F238E27FC236}">
                <a16:creationId xmlns:a16="http://schemas.microsoft.com/office/drawing/2014/main" id="{76BF9761-22A6-4919-B7B5-2A027DDC6D44}"/>
              </a:ext>
            </a:extLst>
          </p:cNvPr>
          <p:cNvSpPr>
            <a:spLocks noGrp="1"/>
          </p:cNvSpPr>
          <p:nvPr>
            <p:ph type="body" sz="quarter" idx="19" hasCustomPrompt="1"/>
          </p:nvPr>
        </p:nvSpPr>
        <p:spPr>
          <a:xfrm>
            <a:off x="6030496" y="3612361"/>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21" name="Text Placeholder 4">
            <a:extLst>
              <a:ext uri="{FF2B5EF4-FFF2-40B4-BE49-F238E27FC236}">
                <a16:creationId xmlns:a16="http://schemas.microsoft.com/office/drawing/2014/main" id="{1BA13C9B-9D26-4B3E-8215-17F0475C2000}"/>
              </a:ext>
            </a:extLst>
          </p:cNvPr>
          <p:cNvSpPr>
            <a:spLocks noGrp="1"/>
          </p:cNvSpPr>
          <p:nvPr>
            <p:ph type="body" sz="quarter" idx="20" hasCustomPrompt="1"/>
          </p:nvPr>
        </p:nvSpPr>
        <p:spPr>
          <a:xfrm>
            <a:off x="6030496" y="4302619"/>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22" name="Text Placeholder 4">
            <a:extLst>
              <a:ext uri="{FF2B5EF4-FFF2-40B4-BE49-F238E27FC236}">
                <a16:creationId xmlns:a16="http://schemas.microsoft.com/office/drawing/2014/main" id="{64AC5FFC-6616-4F1B-B644-F0560ADC7ED3}"/>
              </a:ext>
            </a:extLst>
          </p:cNvPr>
          <p:cNvSpPr>
            <a:spLocks noGrp="1"/>
          </p:cNvSpPr>
          <p:nvPr>
            <p:ph type="body" sz="quarter" idx="21" hasCustomPrompt="1"/>
          </p:nvPr>
        </p:nvSpPr>
        <p:spPr>
          <a:xfrm>
            <a:off x="6030496" y="4992878"/>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2" name="Text Placeholder 4">
            <a:extLst>
              <a:ext uri="{FF2B5EF4-FFF2-40B4-BE49-F238E27FC236}">
                <a16:creationId xmlns:a16="http://schemas.microsoft.com/office/drawing/2014/main" id="{749D503E-C57A-9E5B-19CF-94AF46BB63B3}"/>
              </a:ext>
            </a:extLst>
          </p:cNvPr>
          <p:cNvSpPr>
            <a:spLocks noGrp="1"/>
          </p:cNvSpPr>
          <p:nvPr>
            <p:ph type="body" sz="quarter" idx="10" hasCustomPrompt="1"/>
          </p:nvPr>
        </p:nvSpPr>
        <p:spPr>
          <a:xfrm>
            <a:off x="4101160" y="1541587"/>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6" name="Text Placeholder 4">
            <a:extLst>
              <a:ext uri="{FF2B5EF4-FFF2-40B4-BE49-F238E27FC236}">
                <a16:creationId xmlns:a16="http://schemas.microsoft.com/office/drawing/2014/main" id="{42BD3FFC-05D4-6AF7-0434-C1AC0298E5CD}"/>
              </a:ext>
            </a:extLst>
          </p:cNvPr>
          <p:cNvSpPr>
            <a:spLocks noGrp="1"/>
          </p:cNvSpPr>
          <p:nvPr>
            <p:ph type="body" sz="quarter" idx="24" hasCustomPrompt="1"/>
          </p:nvPr>
        </p:nvSpPr>
        <p:spPr>
          <a:xfrm>
            <a:off x="4101160" y="2234115"/>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7" name="Text Placeholder 4">
            <a:extLst>
              <a:ext uri="{FF2B5EF4-FFF2-40B4-BE49-F238E27FC236}">
                <a16:creationId xmlns:a16="http://schemas.microsoft.com/office/drawing/2014/main" id="{D0952C60-604F-9F1A-9D20-17D094CE4831}"/>
              </a:ext>
            </a:extLst>
          </p:cNvPr>
          <p:cNvSpPr>
            <a:spLocks noGrp="1"/>
          </p:cNvSpPr>
          <p:nvPr>
            <p:ph type="body" sz="quarter" idx="26" hasCustomPrompt="1"/>
          </p:nvPr>
        </p:nvSpPr>
        <p:spPr>
          <a:xfrm>
            <a:off x="4101160" y="2923806"/>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8" name="Text Placeholder 4">
            <a:extLst>
              <a:ext uri="{FF2B5EF4-FFF2-40B4-BE49-F238E27FC236}">
                <a16:creationId xmlns:a16="http://schemas.microsoft.com/office/drawing/2014/main" id="{BD164F81-CDD1-C1B4-ED55-A3321E1032B0}"/>
              </a:ext>
            </a:extLst>
          </p:cNvPr>
          <p:cNvSpPr>
            <a:spLocks noGrp="1"/>
          </p:cNvSpPr>
          <p:nvPr>
            <p:ph type="body" sz="quarter" idx="28" hasCustomPrompt="1"/>
          </p:nvPr>
        </p:nvSpPr>
        <p:spPr>
          <a:xfrm>
            <a:off x="4101160" y="3613497"/>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11" name="Text Placeholder 4">
            <a:extLst>
              <a:ext uri="{FF2B5EF4-FFF2-40B4-BE49-F238E27FC236}">
                <a16:creationId xmlns:a16="http://schemas.microsoft.com/office/drawing/2014/main" id="{7DF71D53-1D3F-D8F8-96D5-6DE13F1A9CC8}"/>
              </a:ext>
            </a:extLst>
          </p:cNvPr>
          <p:cNvSpPr>
            <a:spLocks noGrp="1"/>
          </p:cNvSpPr>
          <p:nvPr>
            <p:ph type="body" sz="quarter" idx="30" hasCustomPrompt="1"/>
          </p:nvPr>
        </p:nvSpPr>
        <p:spPr>
          <a:xfrm>
            <a:off x="4101160" y="4303188"/>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12" name="Text Placeholder 4">
            <a:extLst>
              <a:ext uri="{FF2B5EF4-FFF2-40B4-BE49-F238E27FC236}">
                <a16:creationId xmlns:a16="http://schemas.microsoft.com/office/drawing/2014/main" id="{142F11AF-BF37-8BBB-B5E7-A8655CF9477B}"/>
              </a:ext>
            </a:extLst>
          </p:cNvPr>
          <p:cNvSpPr>
            <a:spLocks noGrp="1"/>
          </p:cNvSpPr>
          <p:nvPr>
            <p:ph type="body" sz="quarter" idx="32" hasCustomPrompt="1"/>
          </p:nvPr>
        </p:nvSpPr>
        <p:spPr>
          <a:xfrm>
            <a:off x="4101160" y="4992878"/>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Tree>
    <p:extLst>
      <p:ext uri="{BB962C8B-B14F-4D97-AF65-F5344CB8AC3E}">
        <p14:creationId xmlns:p14="http://schemas.microsoft.com/office/powerpoint/2010/main" val="4254146511"/>
      </p:ext>
    </p:extLst>
  </p:cSld>
  <p:clrMapOvr>
    <a:masterClrMapping/>
  </p:clrMapOvr>
</p:sldLayout>
</file>

<file path=ppt/slideLayouts/slideLayout166.xml><?xml version="1.0" encoding="utf-8"?>
<p:sldLayout xmlns:a="http://schemas.openxmlformats.org/drawingml/2006/main" xmlns:r="http://schemas.openxmlformats.org/officeDocument/2006/relationships" xmlns:p="http://schemas.openxmlformats.org/presentationml/2006/main" preserve="1" userDrawn="1">
  <p:cSld name="Agenda-Dark">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7A51F759-2C51-4E26-B317-26DFEBAE952C}"/>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3" name="Title 2">
            <a:extLst>
              <a:ext uri="{FF2B5EF4-FFF2-40B4-BE49-F238E27FC236}">
                <a16:creationId xmlns:a16="http://schemas.microsoft.com/office/drawing/2014/main" id="{22CC2842-970F-4D83-A7C9-C111F3E9E8F4}"/>
              </a:ext>
            </a:extLst>
          </p:cNvPr>
          <p:cNvSpPr>
            <a:spLocks noGrp="1"/>
          </p:cNvSpPr>
          <p:nvPr>
            <p:ph type="title" hasCustomPrompt="1"/>
          </p:nvPr>
        </p:nvSpPr>
        <p:spPr>
          <a:xfrm>
            <a:off x="467140" y="1191039"/>
            <a:ext cx="3024846" cy="923330"/>
          </a:xfrm>
        </p:spPr>
        <p:txBody>
          <a:bodyPr vert="horz" wrap="square" lIns="0" tIns="0" rIns="0" bIns="0" rtlCol="0" anchor="t">
            <a:spAutoFit/>
          </a:bodyPr>
          <a:lstStyle>
            <a:lvl1pPr>
              <a:defRPr lang="en-US" sz="6000" b="1" i="0" kern="1200" spc="0" dirty="0">
                <a:gradFill>
                  <a:gsLst>
                    <a:gs pos="50000">
                      <a:schemeClr val="accent2"/>
                    </a:gs>
                    <a:gs pos="70000">
                      <a:schemeClr val="accent5"/>
                    </a:gs>
                    <a:gs pos="100000">
                      <a:schemeClr val="accent4"/>
                    </a:gs>
                  </a:gsLst>
                  <a:lin ang="1200000" scaled="0"/>
                </a:gradFill>
                <a:effectLst/>
                <a:latin typeface="Calibri" panose="020F0502020204030204" pitchFamily="34" charset="0"/>
                <a:ea typeface="Calibri" panose="020F0502020204030204" pitchFamily="34" charset="0"/>
                <a:cs typeface="Calibri" panose="020F0502020204030204" pitchFamily="34" charset="0"/>
              </a:defRPr>
            </a:lvl1pPr>
          </a:lstStyle>
          <a:p>
            <a:pPr lvl="0" algn="l" defTabSz="914400" rtl="0" eaLnBrk="1" latinLnBrk="0" hangingPunct="1">
              <a:lnSpc>
                <a:spcPct val="100000"/>
              </a:lnSpc>
              <a:spcBef>
                <a:spcPct val="0"/>
              </a:spcBef>
              <a:buNone/>
            </a:pPr>
            <a:r>
              <a:rPr lang="en-US"/>
              <a:t>Agenda</a:t>
            </a:r>
          </a:p>
        </p:txBody>
      </p:sp>
      <p:pic>
        <p:nvPicPr>
          <p:cNvPr id="27" name="Graphic 26">
            <a:extLst>
              <a:ext uri="{FF2B5EF4-FFF2-40B4-BE49-F238E27FC236}">
                <a16:creationId xmlns:a16="http://schemas.microsoft.com/office/drawing/2014/main" id="{404C027E-E5F6-C4D1-7BE4-B87D52F48E6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28" name="TextBox 27">
            <a:extLst>
              <a:ext uri="{FF2B5EF4-FFF2-40B4-BE49-F238E27FC236}">
                <a16:creationId xmlns:a16="http://schemas.microsoft.com/office/drawing/2014/main" id="{5696A0CB-1C78-8CBF-08C6-7CD08CF1D191}"/>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29" name="Text Placeholder 3">
            <a:extLst>
              <a:ext uri="{FF2B5EF4-FFF2-40B4-BE49-F238E27FC236}">
                <a16:creationId xmlns:a16="http://schemas.microsoft.com/office/drawing/2014/main" id="{328107B5-87E9-D299-9F61-658CFC39E3B4}"/>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
        <p:nvSpPr>
          <p:cNvPr id="5" name="Text Placeholder 4">
            <a:extLst>
              <a:ext uri="{FF2B5EF4-FFF2-40B4-BE49-F238E27FC236}">
                <a16:creationId xmlns:a16="http://schemas.microsoft.com/office/drawing/2014/main" id="{6672B4D0-A39C-FAF6-B1FC-E8138006004A}"/>
              </a:ext>
            </a:extLst>
          </p:cNvPr>
          <p:cNvSpPr>
            <a:spLocks noGrp="1"/>
          </p:cNvSpPr>
          <p:nvPr>
            <p:ph type="body" sz="quarter" idx="16" hasCustomPrompt="1"/>
          </p:nvPr>
        </p:nvSpPr>
        <p:spPr>
          <a:xfrm>
            <a:off x="6030496" y="1541587"/>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9" name="Text Placeholder 4">
            <a:extLst>
              <a:ext uri="{FF2B5EF4-FFF2-40B4-BE49-F238E27FC236}">
                <a16:creationId xmlns:a16="http://schemas.microsoft.com/office/drawing/2014/main" id="{A00A134C-93F9-0B06-D8F4-9B3C7532A426}"/>
              </a:ext>
            </a:extLst>
          </p:cNvPr>
          <p:cNvSpPr>
            <a:spLocks noGrp="1"/>
          </p:cNvSpPr>
          <p:nvPr>
            <p:ph type="body" sz="quarter" idx="17" hasCustomPrompt="1"/>
          </p:nvPr>
        </p:nvSpPr>
        <p:spPr>
          <a:xfrm>
            <a:off x="6030496" y="2231845"/>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10" name="Text Placeholder 4">
            <a:extLst>
              <a:ext uri="{FF2B5EF4-FFF2-40B4-BE49-F238E27FC236}">
                <a16:creationId xmlns:a16="http://schemas.microsoft.com/office/drawing/2014/main" id="{E37B92C4-122A-5377-7B74-D58A2319E90C}"/>
              </a:ext>
            </a:extLst>
          </p:cNvPr>
          <p:cNvSpPr>
            <a:spLocks noGrp="1"/>
          </p:cNvSpPr>
          <p:nvPr>
            <p:ph type="body" sz="quarter" idx="18" hasCustomPrompt="1"/>
          </p:nvPr>
        </p:nvSpPr>
        <p:spPr>
          <a:xfrm>
            <a:off x="6030496" y="2922103"/>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13" name="Text Placeholder 4">
            <a:extLst>
              <a:ext uri="{FF2B5EF4-FFF2-40B4-BE49-F238E27FC236}">
                <a16:creationId xmlns:a16="http://schemas.microsoft.com/office/drawing/2014/main" id="{D28A167B-CD8D-159B-58DB-AD9C0600F651}"/>
              </a:ext>
            </a:extLst>
          </p:cNvPr>
          <p:cNvSpPr>
            <a:spLocks noGrp="1"/>
          </p:cNvSpPr>
          <p:nvPr>
            <p:ph type="body" sz="quarter" idx="19" hasCustomPrompt="1"/>
          </p:nvPr>
        </p:nvSpPr>
        <p:spPr>
          <a:xfrm>
            <a:off x="6030496" y="3612361"/>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14" name="Text Placeholder 4">
            <a:extLst>
              <a:ext uri="{FF2B5EF4-FFF2-40B4-BE49-F238E27FC236}">
                <a16:creationId xmlns:a16="http://schemas.microsoft.com/office/drawing/2014/main" id="{D3238DD8-4A7D-554B-8216-37EA1F023174}"/>
              </a:ext>
            </a:extLst>
          </p:cNvPr>
          <p:cNvSpPr>
            <a:spLocks noGrp="1"/>
          </p:cNvSpPr>
          <p:nvPr>
            <p:ph type="body" sz="quarter" idx="20" hasCustomPrompt="1"/>
          </p:nvPr>
        </p:nvSpPr>
        <p:spPr>
          <a:xfrm>
            <a:off x="6030496" y="4302619"/>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15" name="Text Placeholder 4">
            <a:extLst>
              <a:ext uri="{FF2B5EF4-FFF2-40B4-BE49-F238E27FC236}">
                <a16:creationId xmlns:a16="http://schemas.microsoft.com/office/drawing/2014/main" id="{11D58AB5-54CF-F584-79F8-821E69DF6010}"/>
              </a:ext>
            </a:extLst>
          </p:cNvPr>
          <p:cNvSpPr>
            <a:spLocks noGrp="1"/>
          </p:cNvSpPr>
          <p:nvPr>
            <p:ph type="body" sz="quarter" idx="21" hasCustomPrompt="1"/>
          </p:nvPr>
        </p:nvSpPr>
        <p:spPr>
          <a:xfrm>
            <a:off x="6030496" y="4992878"/>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16" name="Text Placeholder 4">
            <a:extLst>
              <a:ext uri="{FF2B5EF4-FFF2-40B4-BE49-F238E27FC236}">
                <a16:creationId xmlns:a16="http://schemas.microsoft.com/office/drawing/2014/main" id="{6367AC01-84C2-7E8C-3BF8-201856803E21}"/>
              </a:ext>
            </a:extLst>
          </p:cNvPr>
          <p:cNvSpPr>
            <a:spLocks noGrp="1"/>
          </p:cNvSpPr>
          <p:nvPr>
            <p:ph type="body" sz="quarter" idx="10" hasCustomPrompt="1"/>
          </p:nvPr>
        </p:nvSpPr>
        <p:spPr>
          <a:xfrm>
            <a:off x="4101160" y="1541587"/>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23" name="Text Placeholder 4">
            <a:extLst>
              <a:ext uri="{FF2B5EF4-FFF2-40B4-BE49-F238E27FC236}">
                <a16:creationId xmlns:a16="http://schemas.microsoft.com/office/drawing/2014/main" id="{60B1A9C8-7F43-7DB1-4F91-53075745C4B6}"/>
              </a:ext>
            </a:extLst>
          </p:cNvPr>
          <p:cNvSpPr>
            <a:spLocks noGrp="1"/>
          </p:cNvSpPr>
          <p:nvPr>
            <p:ph type="body" sz="quarter" idx="24" hasCustomPrompt="1"/>
          </p:nvPr>
        </p:nvSpPr>
        <p:spPr>
          <a:xfrm>
            <a:off x="4101160" y="2234115"/>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24" name="Text Placeholder 4">
            <a:extLst>
              <a:ext uri="{FF2B5EF4-FFF2-40B4-BE49-F238E27FC236}">
                <a16:creationId xmlns:a16="http://schemas.microsoft.com/office/drawing/2014/main" id="{46C8629B-DFA8-41AA-9C67-96D3D02BED28}"/>
              </a:ext>
            </a:extLst>
          </p:cNvPr>
          <p:cNvSpPr>
            <a:spLocks noGrp="1"/>
          </p:cNvSpPr>
          <p:nvPr>
            <p:ph type="body" sz="quarter" idx="26" hasCustomPrompt="1"/>
          </p:nvPr>
        </p:nvSpPr>
        <p:spPr>
          <a:xfrm>
            <a:off x="4101160" y="2923806"/>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26" name="Text Placeholder 4">
            <a:extLst>
              <a:ext uri="{FF2B5EF4-FFF2-40B4-BE49-F238E27FC236}">
                <a16:creationId xmlns:a16="http://schemas.microsoft.com/office/drawing/2014/main" id="{11CC2B96-A6B1-5232-3AEE-F9B7FDBBC137}"/>
              </a:ext>
            </a:extLst>
          </p:cNvPr>
          <p:cNvSpPr>
            <a:spLocks noGrp="1"/>
          </p:cNvSpPr>
          <p:nvPr>
            <p:ph type="body" sz="quarter" idx="28" hasCustomPrompt="1"/>
          </p:nvPr>
        </p:nvSpPr>
        <p:spPr>
          <a:xfrm>
            <a:off x="4101160" y="3613497"/>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30" name="Text Placeholder 4">
            <a:extLst>
              <a:ext uri="{FF2B5EF4-FFF2-40B4-BE49-F238E27FC236}">
                <a16:creationId xmlns:a16="http://schemas.microsoft.com/office/drawing/2014/main" id="{7A18B250-73F5-69E3-5878-B1D8C984F427}"/>
              </a:ext>
            </a:extLst>
          </p:cNvPr>
          <p:cNvSpPr>
            <a:spLocks noGrp="1"/>
          </p:cNvSpPr>
          <p:nvPr>
            <p:ph type="body" sz="quarter" idx="30" hasCustomPrompt="1"/>
          </p:nvPr>
        </p:nvSpPr>
        <p:spPr>
          <a:xfrm>
            <a:off x="4101160" y="4303188"/>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31" name="Text Placeholder 4">
            <a:extLst>
              <a:ext uri="{FF2B5EF4-FFF2-40B4-BE49-F238E27FC236}">
                <a16:creationId xmlns:a16="http://schemas.microsoft.com/office/drawing/2014/main" id="{462FE180-ECE1-55D7-0248-053AC1E99B1F}"/>
              </a:ext>
            </a:extLst>
          </p:cNvPr>
          <p:cNvSpPr>
            <a:spLocks noGrp="1"/>
          </p:cNvSpPr>
          <p:nvPr>
            <p:ph type="body" sz="quarter" idx="32" hasCustomPrompt="1"/>
          </p:nvPr>
        </p:nvSpPr>
        <p:spPr>
          <a:xfrm>
            <a:off x="4101160" y="4992878"/>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Tree>
    <p:extLst>
      <p:ext uri="{BB962C8B-B14F-4D97-AF65-F5344CB8AC3E}">
        <p14:creationId xmlns:p14="http://schemas.microsoft.com/office/powerpoint/2010/main" val="3521564650"/>
      </p:ext>
    </p:extLst>
  </p:cSld>
  <p:clrMapOvr>
    <a:masterClrMapping/>
  </p:clrMapOvr>
</p:sldLayout>
</file>

<file path=ppt/slideLayouts/slideLayout167.xml><?xml version="1.0" encoding="utf-8"?>
<p:sldLayout xmlns:a="http://schemas.openxmlformats.org/drawingml/2006/main" xmlns:r="http://schemas.openxmlformats.org/officeDocument/2006/relationships" xmlns:p="http://schemas.openxmlformats.org/presentationml/2006/main" preserve="1" userDrawn="1">
  <p:cSld name="Section_Header_Custom_1">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919866F5-F57A-6C40-4D30-D67CB6A3D24E}"/>
              </a:ext>
            </a:extLst>
          </p:cNvPr>
          <p:cNvSpPr>
            <a:spLocks noGrp="1"/>
          </p:cNvSpPr>
          <p:nvPr>
            <p:ph type="title" hasCustomPrompt="1"/>
          </p:nvPr>
        </p:nvSpPr>
        <p:spPr>
          <a:xfrm>
            <a:off x="481265" y="1793240"/>
            <a:ext cx="5640805" cy="923330"/>
          </a:xfrm>
          <a:prstGeom prst="rect">
            <a:avLst/>
          </a:prstGeom>
        </p:spPr>
        <p:txBody>
          <a:bodyPr wrap="square">
            <a:spAutoFit/>
          </a:bodyPr>
          <a:lstStyle>
            <a:lvl1pPr>
              <a:defRPr sz="6000" b="1" i="0">
                <a:solidFill>
                  <a:schemeClr val="bg1"/>
                </a:solidFill>
                <a:latin typeface="+mj-lt"/>
                <a:cs typeface="Calibri Light" panose="020F0302020204030204" pitchFamily="34" charset="0"/>
              </a:defRPr>
            </a:lvl1pPr>
          </a:lstStyle>
          <a:p>
            <a:r>
              <a:rPr lang="en-US"/>
              <a:t>Section Header</a:t>
            </a:r>
          </a:p>
        </p:txBody>
      </p:sp>
      <p:sp>
        <p:nvSpPr>
          <p:cNvPr id="3" name="Text Placeholder 4">
            <a:extLst>
              <a:ext uri="{FF2B5EF4-FFF2-40B4-BE49-F238E27FC236}">
                <a16:creationId xmlns:a16="http://schemas.microsoft.com/office/drawing/2014/main" id="{B0EC5345-D2D0-6B03-7DDB-B62AB64329C8}"/>
              </a:ext>
            </a:extLst>
          </p:cNvPr>
          <p:cNvSpPr>
            <a:spLocks noGrp="1"/>
          </p:cNvSpPr>
          <p:nvPr>
            <p:ph type="body" sz="quarter" idx="10" hasCustomPrompt="1"/>
          </p:nvPr>
        </p:nvSpPr>
        <p:spPr>
          <a:xfrm>
            <a:off x="481265" y="1336040"/>
            <a:ext cx="498928" cy="321627"/>
          </a:xfrm>
          <a:prstGeom prst="rect">
            <a:avLst/>
          </a:prstGeom>
        </p:spPr>
        <p:txBody>
          <a:bodyPr wrap="square" anchor="t" anchorCtr="0">
            <a:spAutoFit/>
          </a:bodyPr>
          <a:lstStyle>
            <a:lvl1pPr algn="l">
              <a:defRPr sz="2000" b="1">
                <a:solidFill>
                  <a:schemeClr val="bg1"/>
                </a:solidFill>
              </a:defRPr>
            </a:lvl1pPr>
          </a:lstStyle>
          <a:p>
            <a:pPr lvl="0"/>
            <a:r>
              <a:rPr lang="en-US"/>
              <a:t>01</a:t>
            </a:r>
          </a:p>
        </p:txBody>
      </p:sp>
      <p:sp>
        <p:nvSpPr>
          <p:cNvPr id="4" name="Text Placeholder 4">
            <a:extLst>
              <a:ext uri="{FF2B5EF4-FFF2-40B4-BE49-F238E27FC236}">
                <a16:creationId xmlns:a16="http://schemas.microsoft.com/office/drawing/2014/main" id="{CB32F50E-D900-4FFA-87A8-502151FBE20C}"/>
              </a:ext>
            </a:extLst>
          </p:cNvPr>
          <p:cNvSpPr>
            <a:spLocks noGrp="1"/>
          </p:cNvSpPr>
          <p:nvPr>
            <p:ph type="body" sz="quarter" idx="16" hasCustomPrompt="1"/>
          </p:nvPr>
        </p:nvSpPr>
        <p:spPr>
          <a:xfrm>
            <a:off x="481265" y="3126991"/>
            <a:ext cx="4554537" cy="289438"/>
          </a:xfrm>
          <a:prstGeom prst="rect">
            <a:avLst/>
          </a:prstGeom>
        </p:spPr>
        <p:txBody>
          <a:bodyPr wrap="square" anchor="t" anchorCtr="0">
            <a:spAutoFit/>
          </a:bodyPr>
          <a:lstStyle>
            <a:lvl1pPr>
              <a:defRPr sz="1800" b="0" i="0">
                <a:solidFill>
                  <a:schemeClr val="bg1"/>
                </a:solidFill>
                <a:latin typeface="Calibri Light" panose="020F0302020204030204" pitchFamily="34" charset="0"/>
                <a:cs typeface="Calibri Light" panose="020F0302020204030204" pitchFamily="34" charset="0"/>
              </a:defRPr>
            </a:lvl1pPr>
          </a:lstStyle>
          <a:p>
            <a:pPr lvl="0"/>
            <a:r>
              <a:rPr lang="en-US"/>
              <a:t>Section description</a:t>
            </a:r>
          </a:p>
        </p:txBody>
      </p:sp>
      <p:pic>
        <p:nvPicPr>
          <p:cNvPr id="5" name="Graphic 4">
            <a:extLst>
              <a:ext uri="{FF2B5EF4-FFF2-40B4-BE49-F238E27FC236}">
                <a16:creationId xmlns:a16="http://schemas.microsoft.com/office/drawing/2014/main" id="{7BA73176-A11D-D62A-EC12-39C3DF983B1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6" name="TextBox 5">
            <a:extLst>
              <a:ext uri="{FF2B5EF4-FFF2-40B4-BE49-F238E27FC236}">
                <a16:creationId xmlns:a16="http://schemas.microsoft.com/office/drawing/2014/main" id="{DDED43E1-5036-AF03-3AFC-AC404D716E48}"/>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7" name="Text Placeholder 3">
            <a:extLst>
              <a:ext uri="{FF2B5EF4-FFF2-40B4-BE49-F238E27FC236}">
                <a16:creationId xmlns:a16="http://schemas.microsoft.com/office/drawing/2014/main" id="{B4AFFE7B-BAB3-2BE6-68C7-82413494811D}"/>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2736114600"/>
      </p:ext>
    </p:extLst>
  </p:cSld>
  <p:clrMapOvr>
    <a:masterClrMapping/>
  </p:clrMapOvr>
</p:sldLayout>
</file>

<file path=ppt/slideLayouts/slideLayout168.xml><?xml version="1.0" encoding="utf-8"?>
<p:sldLayout xmlns:a="http://schemas.openxmlformats.org/drawingml/2006/main" xmlns:r="http://schemas.openxmlformats.org/officeDocument/2006/relationships" xmlns:p="http://schemas.openxmlformats.org/presentationml/2006/main" preserve="1" userDrawn="1">
  <p:cSld name="Section_Header_Custiom_2">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8" name="Title 2">
            <a:extLst>
              <a:ext uri="{FF2B5EF4-FFF2-40B4-BE49-F238E27FC236}">
                <a16:creationId xmlns:a16="http://schemas.microsoft.com/office/drawing/2014/main" id="{05BDBBF2-452B-8A53-D3BC-946EEC403099}"/>
              </a:ext>
            </a:extLst>
          </p:cNvPr>
          <p:cNvSpPr>
            <a:spLocks noGrp="1"/>
          </p:cNvSpPr>
          <p:nvPr>
            <p:ph type="title" hasCustomPrompt="1"/>
          </p:nvPr>
        </p:nvSpPr>
        <p:spPr>
          <a:xfrm>
            <a:off x="481265" y="1793240"/>
            <a:ext cx="5640805" cy="923330"/>
          </a:xfrm>
          <a:prstGeom prst="rect">
            <a:avLst/>
          </a:prstGeom>
        </p:spPr>
        <p:txBody>
          <a:bodyPr vert="horz" wrap="square" lIns="0" tIns="0" rIns="0" bIns="0" rtlCol="0" anchor="t">
            <a:spAutoFit/>
          </a:bodyPr>
          <a:lstStyle>
            <a:lvl1pPr>
              <a:defRPr lang="en-US" sz="6000" dirty="0">
                <a:solidFill>
                  <a:schemeClr val="bg1"/>
                </a:solidFill>
                <a:latin typeface="+mj-lt"/>
                <a:cs typeface="Calibri Light" panose="020F0302020204030204" pitchFamily="34" charset="0"/>
              </a:defRPr>
            </a:lvl1pPr>
          </a:lstStyle>
          <a:p>
            <a:pPr lvl="0"/>
            <a:r>
              <a:rPr lang="en-US"/>
              <a:t>Section Header</a:t>
            </a:r>
          </a:p>
        </p:txBody>
      </p:sp>
      <p:sp>
        <p:nvSpPr>
          <p:cNvPr id="9" name="Text Placeholder 4">
            <a:extLst>
              <a:ext uri="{FF2B5EF4-FFF2-40B4-BE49-F238E27FC236}">
                <a16:creationId xmlns:a16="http://schemas.microsoft.com/office/drawing/2014/main" id="{2CA620CE-1B8B-D388-B43E-902BAFDB8F31}"/>
              </a:ext>
            </a:extLst>
          </p:cNvPr>
          <p:cNvSpPr>
            <a:spLocks noGrp="1"/>
          </p:cNvSpPr>
          <p:nvPr>
            <p:ph type="body" sz="quarter" idx="10" hasCustomPrompt="1"/>
          </p:nvPr>
        </p:nvSpPr>
        <p:spPr>
          <a:xfrm>
            <a:off x="481265" y="1336040"/>
            <a:ext cx="498928" cy="321627"/>
          </a:xfrm>
          <a:prstGeom prst="rect">
            <a:avLst/>
          </a:prstGeom>
        </p:spPr>
        <p:txBody>
          <a:bodyPr vert="horz" wrap="square" lIns="0" tIns="0" rIns="0" bIns="0" rtlCol="0" anchor="t" anchorCtr="0">
            <a:spAutoFit/>
          </a:bodyPr>
          <a:lstStyle>
            <a:lvl1pPr>
              <a:defRPr lang="en-US" sz="2000" b="1">
                <a:solidFill>
                  <a:schemeClr val="bg1"/>
                </a:solidFill>
              </a:defRPr>
            </a:lvl1pPr>
          </a:lstStyle>
          <a:p>
            <a:pPr lvl="0"/>
            <a:r>
              <a:rPr lang="en-US"/>
              <a:t>01</a:t>
            </a:r>
          </a:p>
        </p:txBody>
      </p:sp>
      <p:sp>
        <p:nvSpPr>
          <p:cNvPr id="10" name="Text Placeholder 4">
            <a:extLst>
              <a:ext uri="{FF2B5EF4-FFF2-40B4-BE49-F238E27FC236}">
                <a16:creationId xmlns:a16="http://schemas.microsoft.com/office/drawing/2014/main" id="{9B21D373-42F2-86AB-3F79-81C1BE348209}"/>
              </a:ext>
            </a:extLst>
          </p:cNvPr>
          <p:cNvSpPr>
            <a:spLocks noGrp="1"/>
          </p:cNvSpPr>
          <p:nvPr>
            <p:ph type="body" sz="quarter" idx="16" hasCustomPrompt="1"/>
          </p:nvPr>
        </p:nvSpPr>
        <p:spPr>
          <a:xfrm>
            <a:off x="481265" y="3126991"/>
            <a:ext cx="4554537" cy="289438"/>
          </a:xfrm>
          <a:prstGeom prst="rect">
            <a:avLst/>
          </a:prstGeom>
        </p:spPr>
        <p:txBody>
          <a:bodyPr wrap="square" anchor="t" anchorCtr="0">
            <a:spAutoFit/>
          </a:bodyPr>
          <a:lstStyle>
            <a:lvl1pPr>
              <a:defRPr sz="1800" b="0" i="0">
                <a:solidFill>
                  <a:schemeClr val="bg1"/>
                </a:solidFill>
                <a:latin typeface="Calibri Light" panose="020F0302020204030204" pitchFamily="34" charset="0"/>
                <a:cs typeface="Calibri Light" panose="020F0302020204030204" pitchFamily="34" charset="0"/>
              </a:defRPr>
            </a:lvl1pPr>
          </a:lstStyle>
          <a:p>
            <a:pPr lvl="0"/>
            <a:r>
              <a:rPr lang="en-US"/>
              <a:t>Section description</a:t>
            </a:r>
          </a:p>
        </p:txBody>
      </p:sp>
      <p:pic>
        <p:nvPicPr>
          <p:cNvPr id="2" name="Graphic 1">
            <a:extLst>
              <a:ext uri="{FF2B5EF4-FFF2-40B4-BE49-F238E27FC236}">
                <a16:creationId xmlns:a16="http://schemas.microsoft.com/office/drawing/2014/main" id="{78720EBE-A59D-52D5-044F-DF5C07F83D76}"/>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33F31129-9154-6101-E99F-40D9C428A70F}"/>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4" name="Text Placeholder 3">
            <a:extLst>
              <a:ext uri="{FF2B5EF4-FFF2-40B4-BE49-F238E27FC236}">
                <a16:creationId xmlns:a16="http://schemas.microsoft.com/office/drawing/2014/main" id="{BF7BD8E2-6131-A98D-36C8-080B716E4D62}"/>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3207312826"/>
      </p:ext>
    </p:extLst>
  </p:cSld>
  <p:clrMapOvr>
    <a:masterClrMapping/>
  </p:clrMapOvr>
</p:sldLayout>
</file>

<file path=ppt/slideLayouts/slideLayout169.xml><?xml version="1.0" encoding="utf-8"?>
<p:sldLayout xmlns:a="http://schemas.openxmlformats.org/drawingml/2006/main" xmlns:r="http://schemas.openxmlformats.org/officeDocument/2006/relationships" xmlns:p="http://schemas.openxmlformats.org/presentationml/2006/main" preserve="1" userDrawn="1">
  <p:cSld name="Section_Header_Custiom_3">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5" name="Title 2">
            <a:extLst>
              <a:ext uri="{FF2B5EF4-FFF2-40B4-BE49-F238E27FC236}">
                <a16:creationId xmlns:a16="http://schemas.microsoft.com/office/drawing/2014/main" id="{8BEA6F8A-F8D2-0E03-127C-C4C39351EE62}"/>
              </a:ext>
            </a:extLst>
          </p:cNvPr>
          <p:cNvSpPr>
            <a:spLocks noGrp="1"/>
          </p:cNvSpPr>
          <p:nvPr>
            <p:ph type="title" hasCustomPrompt="1"/>
          </p:nvPr>
        </p:nvSpPr>
        <p:spPr>
          <a:xfrm>
            <a:off x="481265" y="1793240"/>
            <a:ext cx="5640805" cy="923330"/>
          </a:xfrm>
          <a:prstGeom prst="rect">
            <a:avLst/>
          </a:prstGeom>
        </p:spPr>
        <p:txBody>
          <a:bodyPr vert="horz" wrap="square" lIns="0" tIns="0" rIns="0" bIns="0" rtlCol="0" anchor="t">
            <a:spAutoFit/>
          </a:bodyPr>
          <a:lstStyle>
            <a:lvl1pPr>
              <a:defRPr lang="en-US" sz="6000">
                <a:solidFill>
                  <a:schemeClr val="bg1"/>
                </a:solidFill>
                <a:latin typeface="+mj-lt"/>
                <a:cs typeface="Calibri Light" panose="020F0302020204030204" pitchFamily="34" charset="0"/>
              </a:defRPr>
            </a:lvl1pPr>
          </a:lstStyle>
          <a:p>
            <a:pPr lvl="0"/>
            <a:r>
              <a:rPr lang="en-US"/>
              <a:t>Section Header</a:t>
            </a:r>
          </a:p>
        </p:txBody>
      </p:sp>
      <p:sp>
        <p:nvSpPr>
          <p:cNvPr id="6" name="Text Placeholder 4">
            <a:extLst>
              <a:ext uri="{FF2B5EF4-FFF2-40B4-BE49-F238E27FC236}">
                <a16:creationId xmlns:a16="http://schemas.microsoft.com/office/drawing/2014/main" id="{F86F72EA-0ABE-9A8E-4E77-930AA5496A56}"/>
              </a:ext>
            </a:extLst>
          </p:cNvPr>
          <p:cNvSpPr>
            <a:spLocks noGrp="1"/>
          </p:cNvSpPr>
          <p:nvPr>
            <p:ph type="body" sz="quarter" idx="10" hasCustomPrompt="1"/>
          </p:nvPr>
        </p:nvSpPr>
        <p:spPr>
          <a:xfrm>
            <a:off x="481265" y="1336040"/>
            <a:ext cx="498928" cy="321627"/>
          </a:xfrm>
          <a:prstGeom prst="rect">
            <a:avLst/>
          </a:prstGeom>
        </p:spPr>
        <p:txBody>
          <a:bodyPr vert="horz" wrap="square" lIns="0" tIns="0" rIns="0" bIns="0" rtlCol="0" anchor="t" anchorCtr="0">
            <a:spAutoFit/>
          </a:bodyPr>
          <a:lstStyle>
            <a:lvl1pPr>
              <a:defRPr lang="en-US" sz="2000" b="1">
                <a:solidFill>
                  <a:schemeClr val="bg1"/>
                </a:solidFill>
              </a:defRPr>
            </a:lvl1pPr>
          </a:lstStyle>
          <a:p>
            <a:pPr lvl="0"/>
            <a:r>
              <a:rPr lang="en-US"/>
              <a:t>01</a:t>
            </a:r>
          </a:p>
        </p:txBody>
      </p:sp>
      <p:sp>
        <p:nvSpPr>
          <p:cNvPr id="7" name="Text Placeholder 4">
            <a:extLst>
              <a:ext uri="{FF2B5EF4-FFF2-40B4-BE49-F238E27FC236}">
                <a16:creationId xmlns:a16="http://schemas.microsoft.com/office/drawing/2014/main" id="{A5E6E347-3D84-596D-2504-6BB7F3483113}"/>
              </a:ext>
            </a:extLst>
          </p:cNvPr>
          <p:cNvSpPr>
            <a:spLocks noGrp="1"/>
          </p:cNvSpPr>
          <p:nvPr>
            <p:ph type="body" sz="quarter" idx="16" hasCustomPrompt="1"/>
          </p:nvPr>
        </p:nvSpPr>
        <p:spPr>
          <a:xfrm>
            <a:off x="481265" y="3126991"/>
            <a:ext cx="4554537" cy="289438"/>
          </a:xfrm>
          <a:prstGeom prst="rect">
            <a:avLst/>
          </a:prstGeom>
        </p:spPr>
        <p:txBody>
          <a:bodyPr wrap="square" anchor="t" anchorCtr="0">
            <a:spAutoFit/>
          </a:bodyPr>
          <a:lstStyle>
            <a:lvl1pPr>
              <a:defRPr sz="1800" b="0" i="0">
                <a:solidFill>
                  <a:schemeClr val="bg1"/>
                </a:solidFill>
                <a:latin typeface="Calibri Light" panose="020F0302020204030204" pitchFamily="34" charset="0"/>
                <a:cs typeface="Calibri Light" panose="020F0302020204030204" pitchFamily="34" charset="0"/>
              </a:defRPr>
            </a:lvl1pPr>
          </a:lstStyle>
          <a:p>
            <a:pPr lvl="0"/>
            <a:r>
              <a:rPr lang="en-US"/>
              <a:t>Section description</a:t>
            </a:r>
          </a:p>
        </p:txBody>
      </p:sp>
      <p:pic>
        <p:nvPicPr>
          <p:cNvPr id="2" name="Graphic 1">
            <a:extLst>
              <a:ext uri="{FF2B5EF4-FFF2-40B4-BE49-F238E27FC236}">
                <a16:creationId xmlns:a16="http://schemas.microsoft.com/office/drawing/2014/main" id="{75684E56-61FE-0760-81FB-D738FF31CE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C4AFDEA9-4B5D-18D7-3B7C-ADC156E9EFCF}"/>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4" name="Text Placeholder 3">
            <a:extLst>
              <a:ext uri="{FF2B5EF4-FFF2-40B4-BE49-F238E27FC236}">
                <a16:creationId xmlns:a16="http://schemas.microsoft.com/office/drawing/2014/main" id="{1C818241-0582-A630-8CB0-7598682D85EA}"/>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1320322598"/>
      </p:ext>
    </p:extLst>
  </p:cSld>
  <p:clrMapOvr>
    <a:masterClrMapping/>
  </p:clrMapOvr>
</p:sldLayout>
</file>

<file path=ppt/slideLayouts/slideLayout170.xml><?xml version="1.0" encoding="utf-8"?>
<p:sldLayout xmlns:a="http://schemas.openxmlformats.org/drawingml/2006/main" xmlns:r="http://schemas.openxmlformats.org/officeDocument/2006/relationships" xmlns:p="http://schemas.openxmlformats.org/presentationml/2006/main" preserve="1" userDrawn="1">
  <p:cSld name="Section_Header_Custiom_4">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5" name="Title 2">
            <a:extLst>
              <a:ext uri="{FF2B5EF4-FFF2-40B4-BE49-F238E27FC236}">
                <a16:creationId xmlns:a16="http://schemas.microsoft.com/office/drawing/2014/main" id="{48956E04-CBD7-E482-8975-949516BE35C7}"/>
              </a:ext>
            </a:extLst>
          </p:cNvPr>
          <p:cNvSpPr>
            <a:spLocks noGrp="1"/>
          </p:cNvSpPr>
          <p:nvPr>
            <p:ph type="title" hasCustomPrompt="1"/>
          </p:nvPr>
        </p:nvSpPr>
        <p:spPr>
          <a:xfrm>
            <a:off x="481265" y="1793240"/>
            <a:ext cx="5640805" cy="923330"/>
          </a:xfrm>
          <a:prstGeom prst="rect">
            <a:avLst/>
          </a:prstGeom>
        </p:spPr>
        <p:txBody>
          <a:bodyPr vert="horz" wrap="square" lIns="0" tIns="0" rIns="0" bIns="0" rtlCol="0" anchor="t">
            <a:spAutoFit/>
          </a:bodyPr>
          <a:lstStyle>
            <a:lvl1pPr>
              <a:defRPr lang="en-US" sz="6000">
                <a:solidFill>
                  <a:schemeClr val="bg1"/>
                </a:solidFill>
                <a:latin typeface="+mj-lt"/>
                <a:cs typeface="Calibri Light" panose="020F0302020204030204" pitchFamily="34" charset="0"/>
              </a:defRPr>
            </a:lvl1pPr>
          </a:lstStyle>
          <a:p>
            <a:pPr lvl="0"/>
            <a:r>
              <a:rPr lang="en-US"/>
              <a:t>Section Header</a:t>
            </a:r>
          </a:p>
        </p:txBody>
      </p:sp>
      <p:sp>
        <p:nvSpPr>
          <p:cNvPr id="6" name="Text Placeholder 4">
            <a:extLst>
              <a:ext uri="{FF2B5EF4-FFF2-40B4-BE49-F238E27FC236}">
                <a16:creationId xmlns:a16="http://schemas.microsoft.com/office/drawing/2014/main" id="{4DF04DE8-18FA-CC1C-A2E5-416F24CA0863}"/>
              </a:ext>
            </a:extLst>
          </p:cNvPr>
          <p:cNvSpPr>
            <a:spLocks noGrp="1"/>
          </p:cNvSpPr>
          <p:nvPr>
            <p:ph type="body" sz="quarter" idx="10" hasCustomPrompt="1"/>
          </p:nvPr>
        </p:nvSpPr>
        <p:spPr>
          <a:xfrm>
            <a:off x="481265" y="1336040"/>
            <a:ext cx="498928" cy="321627"/>
          </a:xfrm>
          <a:prstGeom prst="rect">
            <a:avLst/>
          </a:prstGeom>
        </p:spPr>
        <p:txBody>
          <a:bodyPr vert="horz" wrap="square" lIns="0" tIns="0" rIns="0" bIns="0" rtlCol="0" anchor="t" anchorCtr="0">
            <a:spAutoFit/>
          </a:bodyPr>
          <a:lstStyle>
            <a:lvl1pPr>
              <a:defRPr lang="en-US" sz="2000" b="1">
                <a:solidFill>
                  <a:schemeClr val="bg1"/>
                </a:solidFill>
              </a:defRPr>
            </a:lvl1pPr>
          </a:lstStyle>
          <a:p>
            <a:pPr lvl="0"/>
            <a:r>
              <a:rPr lang="en-US"/>
              <a:t>01</a:t>
            </a:r>
          </a:p>
        </p:txBody>
      </p:sp>
      <p:sp>
        <p:nvSpPr>
          <p:cNvPr id="7" name="Text Placeholder 4">
            <a:extLst>
              <a:ext uri="{FF2B5EF4-FFF2-40B4-BE49-F238E27FC236}">
                <a16:creationId xmlns:a16="http://schemas.microsoft.com/office/drawing/2014/main" id="{6BD1EAAB-FF14-59B6-EB7C-E327DBE47644}"/>
              </a:ext>
            </a:extLst>
          </p:cNvPr>
          <p:cNvSpPr>
            <a:spLocks noGrp="1"/>
          </p:cNvSpPr>
          <p:nvPr>
            <p:ph type="body" sz="quarter" idx="16" hasCustomPrompt="1"/>
          </p:nvPr>
        </p:nvSpPr>
        <p:spPr>
          <a:xfrm>
            <a:off x="481265" y="3126991"/>
            <a:ext cx="4554537" cy="289438"/>
          </a:xfrm>
          <a:prstGeom prst="rect">
            <a:avLst/>
          </a:prstGeom>
        </p:spPr>
        <p:txBody>
          <a:bodyPr wrap="square" anchor="t" anchorCtr="0">
            <a:spAutoFit/>
          </a:bodyPr>
          <a:lstStyle>
            <a:lvl1pPr>
              <a:defRPr sz="1800" b="0" i="0">
                <a:solidFill>
                  <a:schemeClr val="bg1"/>
                </a:solidFill>
                <a:latin typeface="Calibri Light" panose="020F0302020204030204" pitchFamily="34" charset="0"/>
                <a:cs typeface="Calibri Light" panose="020F0302020204030204" pitchFamily="34" charset="0"/>
              </a:defRPr>
            </a:lvl1pPr>
          </a:lstStyle>
          <a:p>
            <a:pPr lvl="0"/>
            <a:r>
              <a:rPr lang="en-US"/>
              <a:t>Section description</a:t>
            </a:r>
          </a:p>
        </p:txBody>
      </p:sp>
      <p:pic>
        <p:nvPicPr>
          <p:cNvPr id="2" name="Graphic 1">
            <a:extLst>
              <a:ext uri="{FF2B5EF4-FFF2-40B4-BE49-F238E27FC236}">
                <a16:creationId xmlns:a16="http://schemas.microsoft.com/office/drawing/2014/main" id="{53ED1D57-42C1-01EC-FDEC-8930A13F028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FA158379-42B6-CCBC-ACEF-3055CDBB2DD6}"/>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4" name="Text Placeholder 3">
            <a:extLst>
              <a:ext uri="{FF2B5EF4-FFF2-40B4-BE49-F238E27FC236}">
                <a16:creationId xmlns:a16="http://schemas.microsoft.com/office/drawing/2014/main" id="{48C1715E-3786-F104-88AB-8B85E2F6D918}"/>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1438370374"/>
      </p:ext>
    </p:extLst>
  </p:cSld>
  <p:clrMapOvr>
    <a:masterClrMapping/>
  </p:clrMapOvr>
</p:sldLayout>
</file>

<file path=ppt/slideLayouts/slideLayout171.xml><?xml version="1.0" encoding="utf-8"?>
<p:sldLayout xmlns:a="http://schemas.openxmlformats.org/drawingml/2006/main" xmlns:r="http://schemas.openxmlformats.org/officeDocument/2006/relationships" xmlns:p="http://schemas.openxmlformats.org/presentationml/2006/main" preserve="1" userDrawn="1">
  <p:cSld name="Disclaimer">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7CBC286D-0325-2652-6DE3-BC17B7921CDE}"/>
              </a:ext>
            </a:extLst>
          </p:cNvPr>
          <p:cNvSpPr txBox="1">
            <a:spLocks/>
          </p:cNvSpPr>
          <p:nvPr userDrawn="1"/>
        </p:nvSpPr>
        <p:spPr>
          <a:xfrm>
            <a:off x="481264" y="1667844"/>
            <a:ext cx="4403565" cy="1015663"/>
          </a:xfrm>
          <a:prstGeom prst="rect">
            <a:avLst/>
          </a:prstGeom>
        </p:spPr>
        <p:txBody>
          <a:bodyPr vert="horz" wrap="square" lIns="0" tIns="0" rIns="0" bIns="0" rtlCol="0" anchor="t">
            <a:spAutoFit/>
          </a:bodyPr>
          <a:lstStyle>
            <a:lvl1pPr>
              <a:lnSpc>
                <a:spcPct val="100000"/>
              </a:lnSpc>
              <a:spcBef>
                <a:spcPct val="0"/>
              </a:spcBef>
              <a:buNone/>
              <a:defRPr lang="en-US" sz="6000" b="1" i="0" dirty="0">
                <a:solidFill>
                  <a:schemeClr val="bg1"/>
                </a:solidFill>
                <a:latin typeface="+mj-lt"/>
                <a:ea typeface="Calibri" panose="020F0502020204030204" pitchFamily="34" charset="0"/>
                <a:cs typeface="Calibri Light" panose="020F0302020204030204" pitchFamily="34" charset="0"/>
              </a:defRPr>
            </a:lvl1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sz="6000" b="1" i="0" u="none" strike="noStrike" kern="1200" cap="none" spc="0" normalizeH="0" baseline="0" noProof="0">
                <a:ln>
                  <a:noFill/>
                </a:ln>
                <a:solidFill>
                  <a:srgbClr val="FFFFFF"/>
                </a:solidFill>
                <a:effectLst/>
                <a:uLnTx/>
                <a:uFillTx/>
                <a:latin typeface="Calibri Bold"/>
                <a:cs typeface="Calibri Light" panose="020F0302020204030204" pitchFamily="34" charset="0"/>
              </a:rPr>
              <a:t>Disclaimer</a:t>
            </a:r>
          </a:p>
        </p:txBody>
      </p:sp>
      <p:sp>
        <p:nvSpPr>
          <p:cNvPr id="6" name="Rectangle 5">
            <a:extLst>
              <a:ext uri="{FF2B5EF4-FFF2-40B4-BE49-F238E27FC236}">
                <a16:creationId xmlns:a16="http://schemas.microsoft.com/office/drawing/2014/main" id="{EDA858F5-1B5C-FD7A-432D-19F62375A90D}"/>
              </a:ext>
            </a:extLst>
          </p:cNvPr>
          <p:cNvSpPr/>
          <p:nvPr userDrawn="1"/>
        </p:nvSpPr>
        <p:spPr>
          <a:xfrm>
            <a:off x="481264" y="4759456"/>
            <a:ext cx="4267462" cy="986010"/>
          </a:xfrm>
          <a:prstGeom prst="rect">
            <a:avLst/>
          </a:prstGeom>
          <a:noFill/>
          <a:ln>
            <a:noFill/>
          </a:ln>
          <a:extLst>
            <a:ext uri="{909E8E84-426E-40DD-AFC4-6F175D3DCCD1}">
              <a14:hiddenFill xmlns:a14="http://schemas.microsoft.com/office/drawing/2010/main">
                <a:solidFill>
                  <a:schemeClr val="bg2"/>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l" defTabSz="914354" rtl="0" eaLnBrk="1" fontAlgn="auto" latinLnBrk="0" hangingPunct="1">
              <a:lnSpc>
                <a:spcPct val="100000"/>
              </a:lnSpc>
              <a:spcBef>
                <a:spcPts val="0"/>
              </a:spcBef>
              <a:spcAft>
                <a:spcPts val="600"/>
              </a:spcAft>
              <a:buClrTx/>
              <a:buSzTx/>
              <a:buFontTx/>
              <a:buNone/>
              <a:tabLst/>
              <a:defRPr/>
            </a:pPr>
            <a:r>
              <a:rPr kumimoji="0" lang="en-US" sz="1200" b="1" i="0" u="none" strike="noStrike" kern="1200" cap="none" spc="0" normalizeH="0" baseline="0" noProof="0">
                <a:ln>
                  <a:noFill/>
                </a:ln>
                <a:solidFill>
                  <a:srgbClr val="418DFF"/>
                </a:solidFill>
                <a:effectLst/>
                <a:uLnTx/>
                <a:uFillTx/>
                <a:latin typeface="Calibri"/>
                <a:ea typeface="+mn-ea"/>
                <a:cs typeface="+mn-cs"/>
              </a:rPr>
              <a:t>This presentation was downloaded from Presales Stories. </a:t>
            </a:r>
          </a:p>
          <a:p>
            <a:pPr marL="0" marR="0" lvl="0" indent="0" algn="l" defTabSz="914354"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418DFF"/>
                </a:solidFill>
                <a:effectLst/>
                <a:uLnTx/>
                <a:uFillTx/>
                <a:latin typeface="Calibri"/>
                <a:ea typeface="+mn-ea"/>
                <a:cs typeface="+mn-cs"/>
              </a:rPr>
              <a:t>Discover more content about EPAM’s Capabilities at </a:t>
            </a:r>
            <a:br>
              <a:rPr kumimoji="0" lang="en-US" sz="1200" b="1" i="0" u="none" strike="noStrike" kern="1200" cap="none" spc="0" normalizeH="0" baseline="0" noProof="0">
                <a:ln>
                  <a:noFill/>
                </a:ln>
                <a:solidFill>
                  <a:srgbClr val="418DFF"/>
                </a:solidFill>
                <a:effectLst/>
                <a:uLnTx/>
                <a:uFillTx/>
                <a:latin typeface="Calibri"/>
                <a:ea typeface="+mn-ea"/>
                <a:cs typeface="+mn-cs"/>
              </a:rPr>
            </a:br>
            <a:r>
              <a:rPr kumimoji="0" lang="en-US" sz="1200" b="1" i="0" u="sng" strike="noStrike" kern="1200" cap="none" spc="0" normalizeH="0" baseline="0" noProof="0">
                <a:ln>
                  <a:noFill/>
                </a:ln>
                <a:solidFill>
                  <a:srgbClr val="418DFF"/>
                </a:solidFill>
                <a:effectLst/>
                <a:uLnTx/>
                <a:uFillTx/>
                <a:latin typeface="Calibri"/>
                <a:ea typeface="+mn-ea"/>
                <a:cs typeface="+mn-cs"/>
                <a:hlinkClick r:id="rId3">
                  <a:extLst>
                    <a:ext uri="{A12FA001-AC4F-418D-AE19-62706E023703}">
                      <ahyp:hlinkClr xmlns:ahyp="http://schemas.microsoft.com/office/drawing/2018/hyperlinkcolor" val="tx"/>
                    </a:ext>
                  </a:extLst>
                </a:hlinkClick>
              </a:rPr>
              <a:t>https://epa.ms/stories</a:t>
            </a:r>
            <a:endParaRPr kumimoji="0" lang="en-US" sz="1200" b="1" i="0" u="none" strike="noStrike" kern="1200" cap="none" spc="0" normalizeH="0" baseline="0" noProof="0">
              <a:ln>
                <a:noFill/>
              </a:ln>
              <a:solidFill>
                <a:srgbClr val="418DFF"/>
              </a:solidFill>
              <a:effectLst/>
              <a:uLnTx/>
              <a:uFillTx/>
              <a:latin typeface="Calibri"/>
              <a:ea typeface="+mn-ea"/>
              <a:cs typeface="+mn-cs"/>
            </a:endParaRPr>
          </a:p>
        </p:txBody>
      </p:sp>
      <p:sp>
        <p:nvSpPr>
          <p:cNvPr id="7" name="Title 4">
            <a:extLst>
              <a:ext uri="{FF2B5EF4-FFF2-40B4-BE49-F238E27FC236}">
                <a16:creationId xmlns:a16="http://schemas.microsoft.com/office/drawing/2014/main" id="{5C60129C-ED73-46C0-0FB7-BB32CA2BD978}"/>
              </a:ext>
            </a:extLst>
          </p:cNvPr>
          <p:cNvSpPr txBox="1">
            <a:spLocks/>
          </p:cNvSpPr>
          <p:nvPr userDrawn="1"/>
        </p:nvSpPr>
        <p:spPr>
          <a:xfrm>
            <a:off x="481264" y="2919114"/>
            <a:ext cx="6388966" cy="1604735"/>
          </a:xfrm>
          <a:prstGeom prst="rect">
            <a:avLst/>
          </a:prstGeom>
        </p:spPr>
        <p:txBody>
          <a:bodyPr wrap="square" lIns="0" tIns="0" rIns="0" bIns="0">
            <a:spAutoFit/>
          </a:bodyPr>
          <a:lstStyle>
            <a:lvl1pPr algn="l" defTabSz="914400" rtl="0" eaLnBrk="1" latinLnBrk="0" hangingPunct="1">
              <a:lnSpc>
                <a:spcPct val="100000"/>
              </a:lnSpc>
              <a:spcBef>
                <a:spcPct val="0"/>
              </a:spcBef>
              <a:buNone/>
              <a:defRPr sz="2200" b="1" i="0" kern="1200">
                <a:solidFill>
                  <a:schemeClr val="tx1"/>
                </a:solidFill>
                <a:latin typeface="+mj-lt"/>
                <a:ea typeface="Calibri" panose="020F0502020204030204" pitchFamily="34" charset="0"/>
                <a:cs typeface="Calibri" panose="020F0502020204030204" pitchFamily="34" charset="0"/>
              </a:defRPr>
            </a:lvl1pPr>
          </a:lstStyle>
          <a:p>
            <a:pPr marL="0" marR="0" lvl="0" indent="0" algn="l" defTabSz="914400" rtl="0" eaLnBrk="1" fontAlgn="auto" latinLnBrk="0" hangingPunct="1">
              <a:lnSpc>
                <a:spcPct val="150000"/>
              </a:lnSpc>
              <a:spcBef>
                <a:spcPct val="0"/>
              </a:spcBef>
              <a:spcAft>
                <a:spcPts val="0"/>
              </a:spcAft>
              <a:buClrTx/>
              <a:buSzTx/>
              <a:buFontTx/>
              <a:buNone/>
              <a:tabLst/>
              <a:defRPr/>
            </a:pPr>
            <a:r>
              <a:rPr kumimoji="0" lang="en-US" sz="2400" b="0" i="0" u="none" strike="noStrike" kern="1200" cap="none" spc="0" normalizeH="0" baseline="0" noProof="0">
                <a:ln>
                  <a:noFill/>
                </a:ln>
                <a:solidFill>
                  <a:srgbClr val="FFFFFF"/>
                </a:solidFill>
                <a:effectLst/>
                <a:uLnTx/>
                <a:uFillTx/>
                <a:latin typeface="Calibri Light" panose="020F0302020204030204" pitchFamily="34" charset="0"/>
                <a:cs typeface="Calibri" panose="020F0502020204030204" pitchFamily="34" charset="0"/>
              </a:rPr>
              <a:t>All provided material can only be used under NDA</a:t>
            </a:r>
            <a:br>
              <a:rPr kumimoji="0" lang="en-US" sz="2400" b="0" i="0" u="none" strike="noStrike" kern="1200" cap="none" spc="0" normalizeH="0" baseline="0" noProof="0">
                <a:ln>
                  <a:noFill/>
                </a:ln>
                <a:solidFill>
                  <a:srgbClr val="FFFFFF"/>
                </a:solidFill>
                <a:effectLst/>
                <a:uLnTx/>
                <a:uFillTx/>
                <a:latin typeface="Calibri Light" panose="020F0302020204030204" pitchFamily="34" charset="0"/>
                <a:cs typeface="Calibri" panose="020F0502020204030204" pitchFamily="34" charset="0"/>
              </a:rPr>
            </a:br>
            <a:r>
              <a:rPr kumimoji="0" lang="en-US" sz="2400" b="0" i="0" u="none" strike="noStrike" kern="1200" cap="none" spc="0" normalizeH="0" baseline="0" noProof="0">
                <a:ln>
                  <a:noFill/>
                </a:ln>
                <a:solidFill>
                  <a:srgbClr val="FFFFFF"/>
                </a:solidFill>
                <a:effectLst/>
                <a:uLnTx/>
                <a:uFillTx/>
                <a:latin typeface="Calibri Light" panose="020F0302020204030204" pitchFamily="34" charset="0"/>
                <a:cs typeface="Calibri" panose="020F0502020204030204" pitchFamily="34" charset="0"/>
              </a:rPr>
              <a:t>Slides can contain confidential notes</a:t>
            </a:r>
            <a:br>
              <a:rPr kumimoji="0" lang="en-US" sz="2400" b="0" i="0" u="none" strike="noStrike" kern="1200" cap="none" spc="0" normalizeH="0" baseline="0" noProof="0">
                <a:ln>
                  <a:noFill/>
                </a:ln>
                <a:solidFill>
                  <a:srgbClr val="FFFFFF"/>
                </a:solidFill>
                <a:effectLst/>
                <a:uLnTx/>
                <a:uFillTx/>
                <a:latin typeface="Calibri Light" panose="020F0302020204030204" pitchFamily="34" charset="0"/>
                <a:cs typeface="Calibri" panose="020F0502020204030204" pitchFamily="34" charset="0"/>
              </a:rPr>
            </a:br>
            <a:r>
              <a:rPr kumimoji="0" lang="en-US" sz="2400" b="0" i="0" u="none" strike="noStrike" kern="1200" cap="none" spc="0" normalizeH="0" baseline="0" noProof="0">
                <a:ln>
                  <a:noFill/>
                </a:ln>
                <a:solidFill>
                  <a:srgbClr val="FFFFFF"/>
                </a:solidFill>
                <a:effectLst/>
                <a:uLnTx/>
                <a:uFillTx/>
                <a:latin typeface="Calibri Light" panose="020F0302020204030204" pitchFamily="34" charset="0"/>
                <a:cs typeface="Calibri" panose="020F0502020204030204" pitchFamily="34" charset="0"/>
              </a:rPr>
              <a:t>Convert to PDF before sharing</a:t>
            </a:r>
          </a:p>
        </p:txBody>
      </p:sp>
      <p:pic>
        <p:nvPicPr>
          <p:cNvPr id="8" name="Picture 7">
            <a:extLst>
              <a:ext uri="{FF2B5EF4-FFF2-40B4-BE49-F238E27FC236}">
                <a16:creationId xmlns:a16="http://schemas.microsoft.com/office/drawing/2014/main" id="{EF3464A0-B9BD-B9A5-38BA-45F5800B2DA9}"/>
              </a:ext>
            </a:extLst>
          </p:cNvPr>
          <p:cNvPicPr>
            <a:picLocks noChangeAspect="1"/>
          </p:cNvPicPr>
          <p:nvPr userDrawn="1"/>
        </p:nvPicPr>
        <p:blipFill>
          <a:blip r:embed="rId4" cstate="screen">
            <a:extLst>
              <a:ext uri="{28A0092B-C50C-407E-A947-70E740481C1C}">
                <a14:useLocalDpi xmlns:a14="http://schemas.microsoft.com/office/drawing/2010/main"/>
              </a:ext>
            </a:extLst>
          </a:blip>
          <a:stretch>
            <a:fillRect/>
          </a:stretch>
        </p:blipFill>
        <p:spPr>
          <a:xfrm>
            <a:off x="481264" y="872962"/>
            <a:ext cx="668294" cy="622205"/>
          </a:xfrm>
          <a:prstGeom prst="rect">
            <a:avLst/>
          </a:prstGeom>
        </p:spPr>
      </p:pic>
      <p:pic>
        <p:nvPicPr>
          <p:cNvPr id="2" name="Graphic 1">
            <a:extLst>
              <a:ext uri="{FF2B5EF4-FFF2-40B4-BE49-F238E27FC236}">
                <a16:creationId xmlns:a16="http://schemas.microsoft.com/office/drawing/2014/main" id="{C9E71BD3-C16B-E833-87BA-15C303776436}"/>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4D42082F-236C-033C-4BB1-ED91055E10D6}"/>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4" name="Text Placeholder 3">
            <a:extLst>
              <a:ext uri="{FF2B5EF4-FFF2-40B4-BE49-F238E27FC236}">
                <a16:creationId xmlns:a16="http://schemas.microsoft.com/office/drawing/2014/main" id="{43DDC278-1F97-461F-020F-97C4F17BCD4E}"/>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4268968994"/>
      </p:ext>
    </p:extLst>
  </p:cSld>
  <p:clrMapOvr>
    <a:masterClrMapping/>
  </p:clrMapOvr>
</p:sldLayout>
</file>

<file path=ppt/slideLayouts/slideLayout172.xml><?xml version="1.0" encoding="utf-8"?>
<p:sldLayout xmlns:a="http://schemas.openxmlformats.org/drawingml/2006/main" xmlns:r="http://schemas.openxmlformats.org/officeDocument/2006/relationships" xmlns:p="http://schemas.openxmlformats.org/presentationml/2006/main" preserve="1" userDrawn="1">
  <p:cSld name="Divider-Light">
    <p:spTree>
      <p:nvGrpSpPr>
        <p:cNvPr id="1" name=""/>
        <p:cNvGrpSpPr/>
        <p:nvPr/>
      </p:nvGrpSpPr>
      <p:grpSpPr>
        <a:xfrm>
          <a:off x="0" y="0"/>
          <a:ext cx="0" cy="0"/>
          <a:chOff x="0" y="0"/>
          <a:chExt cx="0" cy="0"/>
        </a:xfrm>
      </p:grpSpPr>
      <p:pic>
        <p:nvPicPr>
          <p:cNvPr id="4" name="Picture 3" descr="Background pattern  Description automatically generated with medium confidence">
            <a:extLst>
              <a:ext uri="{FF2B5EF4-FFF2-40B4-BE49-F238E27FC236}">
                <a16:creationId xmlns:a16="http://schemas.microsoft.com/office/drawing/2014/main" id="{93E89BDD-DFE0-2F52-8234-B4BA719C24D1}"/>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45299"/>
          </a:xfrm>
          <a:prstGeom prst="rect">
            <a:avLst/>
          </a:prstGeom>
        </p:spPr>
      </p:pic>
      <p:pic>
        <p:nvPicPr>
          <p:cNvPr id="5" name="Graphic 4">
            <a:extLst>
              <a:ext uri="{FF2B5EF4-FFF2-40B4-BE49-F238E27FC236}">
                <a16:creationId xmlns:a16="http://schemas.microsoft.com/office/drawing/2014/main" id="{BAB1331E-AD8D-C6DD-2EB9-162F1E8744C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6" name="TextBox 5">
            <a:extLst>
              <a:ext uri="{FF2B5EF4-FFF2-40B4-BE49-F238E27FC236}">
                <a16:creationId xmlns:a16="http://schemas.microsoft.com/office/drawing/2014/main" id="{38E73F41-F196-FE58-99BD-8AFA2B909861}"/>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8" name="Text Placeholder 3">
            <a:extLst>
              <a:ext uri="{FF2B5EF4-FFF2-40B4-BE49-F238E27FC236}">
                <a16:creationId xmlns:a16="http://schemas.microsoft.com/office/drawing/2014/main" id="{ECA775BE-E377-94D3-AEB3-0F6AC5EABBE8}"/>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
        <p:nvSpPr>
          <p:cNvPr id="2" name="Text Placeholder 7">
            <a:extLst>
              <a:ext uri="{FF2B5EF4-FFF2-40B4-BE49-F238E27FC236}">
                <a16:creationId xmlns:a16="http://schemas.microsoft.com/office/drawing/2014/main" id="{51296AC5-6772-5447-9F7F-930222E7DD10}"/>
              </a:ext>
            </a:extLst>
          </p:cNvPr>
          <p:cNvSpPr>
            <a:spLocks noGrp="1"/>
          </p:cNvSpPr>
          <p:nvPr>
            <p:ph type="body" sz="quarter" idx="10" hasCustomPrompt="1"/>
          </p:nvPr>
        </p:nvSpPr>
        <p:spPr>
          <a:xfrm>
            <a:off x="457277" y="3005339"/>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3" name="Title 8">
            <a:extLst>
              <a:ext uri="{FF2B5EF4-FFF2-40B4-BE49-F238E27FC236}">
                <a16:creationId xmlns:a16="http://schemas.microsoft.com/office/drawing/2014/main" id="{522FF93D-C8A6-33EF-5BC7-877E52BEE05B}"/>
              </a:ext>
            </a:extLst>
          </p:cNvPr>
          <p:cNvSpPr>
            <a:spLocks noGrp="1"/>
          </p:cNvSpPr>
          <p:nvPr>
            <p:ph type="title" hasCustomPrompt="1"/>
          </p:nvPr>
        </p:nvSpPr>
        <p:spPr>
          <a:xfrm>
            <a:off x="457277" y="1751304"/>
            <a:ext cx="9601200" cy="923330"/>
          </a:xfrm>
          <a:prstGeom prst="rect">
            <a:avLst/>
          </a:prstGeom>
        </p:spPr>
        <p:txBody>
          <a:bodyPr vert="horz" wrap="square" lIns="0" tIns="0" rIns="0" bIns="0" rtlCol="0" anchor="t">
            <a:spAutoFit/>
          </a:bodyPr>
          <a:lstStyle>
            <a:lvl1pPr>
              <a:defRPr lang="en-US" sz="6000" b="1" spc="0" dirty="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Section Header</a:t>
            </a:r>
          </a:p>
        </p:txBody>
      </p:sp>
      <p:sp>
        <p:nvSpPr>
          <p:cNvPr id="7" name="Text Placeholder 4">
            <a:extLst>
              <a:ext uri="{FF2B5EF4-FFF2-40B4-BE49-F238E27FC236}">
                <a16:creationId xmlns:a16="http://schemas.microsoft.com/office/drawing/2014/main" id="{FA81627C-09AF-5EC8-CA35-DF312ECADD9B}"/>
              </a:ext>
            </a:extLst>
          </p:cNvPr>
          <p:cNvSpPr>
            <a:spLocks noGrp="1"/>
          </p:cNvSpPr>
          <p:nvPr>
            <p:ph type="body" sz="quarter" idx="11" hasCustomPrompt="1"/>
          </p:nvPr>
        </p:nvSpPr>
        <p:spPr>
          <a:xfrm>
            <a:off x="457277" y="1356499"/>
            <a:ext cx="498928" cy="321627"/>
          </a:xfrm>
          <a:prstGeom prst="rect">
            <a:avLst/>
          </a:prstGeom>
        </p:spPr>
        <p:txBody>
          <a:bodyPr wrap="square" anchor="t" anchorCtr="0">
            <a:spAutoFit/>
          </a:bodyPr>
          <a:lstStyle>
            <a:lvl1pPr algn="l">
              <a:defRPr sz="2000" b="0">
                <a:solidFill>
                  <a:schemeClr val="tx1"/>
                </a:solidFill>
              </a:defRPr>
            </a:lvl1pPr>
          </a:lstStyle>
          <a:p>
            <a:pPr lvl="0"/>
            <a:r>
              <a:rPr lang="en-US"/>
              <a:t>01</a:t>
            </a:r>
          </a:p>
        </p:txBody>
      </p:sp>
    </p:spTree>
    <p:extLst>
      <p:ext uri="{BB962C8B-B14F-4D97-AF65-F5344CB8AC3E}">
        <p14:creationId xmlns:p14="http://schemas.microsoft.com/office/powerpoint/2010/main" val="3222512767"/>
      </p:ext>
    </p:extLst>
  </p:cSld>
  <p:clrMapOvr>
    <a:masterClrMapping/>
  </p:clrMapOvr>
</p:sldLayout>
</file>

<file path=ppt/slideLayouts/slideLayout173.xml><?xml version="1.0" encoding="utf-8"?>
<p:sldLayout xmlns:a="http://schemas.openxmlformats.org/drawingml/2006/main" xmlns:r="http://schemas.openxmlformats.org/officeDocument/2006/relationships" xmlns:p="http://schemas.openxmlformats.org/presentationml/2006/main" preserve="1" userDrawn="1">
  <p:cSld name="Divider-Light-2">
    <p:spTree>
      <p:nvGrpSpPr>
        <p:cNvPr id="1" name=""/>
        <p:cNvGrpSpPr/>
        <p:nvPr/>
      </p:nvGrpSpPr>
      <p:grpSpPr>
        <a:xfrm>
          <a:off x="0" y="0"/>
          <a:ext cx="0" cy="0"/>
          <a:chOff x="0" y="0"/>
          <a:chExt cx="0" cy="0"/>
        </a:xfrm>
      </p:grpSpPr>
      <p:pic>
        <p:nvPicPr>
          <p:cNvPr id="6" name="Picture 5" descr="Background pattern  Description automatically generated">
            <a:extLst>
              <a:ext uri="{FF2B5EF4-FFF2-40B4-BE49-F238E27FC236}">
                <a16:creationId xmlns:a16="http://schemas.microsoft.com/office/drawing/2014/main" id="{8E60C0F2-79B7-EE1B-6041-90317B3CB1EF}"/>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19050" y="-1"/>
            <a:ext cx="12172950" cy="6868749"/>
          </a:xfrm>
          <a:prstGeom prst="rect">
            <a:avLst/>
          </a:prstGeom>
        </p:spPr>
      </p:pic>
      <p:pic>
        <p:nvPicPr>
          <p:cNvPr id="2" name="Graphic 1">
            <a:extLst>
              <a:ext uri="{FF2B5EF4-FFF2-40B4-BE49-F238E27FC236}">
                <a16:creationId xmlns:a16="http://schemas.microsoft.com/office/drawing/2014/main" id="{5199D6FE-5F94-4710-8291-B3438158799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C13F08F0-0194-EA75-42BA-A0773D6D3D9A}"/>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4" name="Text Placeholder 3">
            <a:extLst>
              <a:ext uri="{FF2B5EF4-FFF2-40B4-BE49-F238E27FC236}">
                <a16:creationId xmlns:a16="http://schemas.microsoft.com/office/drawing/2014/main" id="{5EBCD999-82B2-EE7A-6B7F-62E9DF0FC3BB}"/>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
        <p:nvSpPr>
          <p:cNvPr id="5" name="Text Placeholder 7">
            <a:extLst>
              <a:ext uri="{FF2B5EF4-FFF2-40B4-BE49-F238E27FC236}">
                <a16:creationId xmlns:a16="http://schemas.microsoft.com/office/drawing/2014/main" id="{F60BC1F9-F5BB-BACB-98D9-6B1EA76689A5}"/>
              </a:ext>
            </a:extLst>
          </p:cNvPr>
          <p:cNvSpPr>
            <a:spLocks noGrp="1"/>
          </p:cNvSpPr>
          <p:nvPr>
            <p:ph type="body" sz="quarter" idx="10" hasCustomPrompt="1"/>
          </p:nvPr>
        </p:nvSpPr>
        <p:spPr>
          <a:xfrm>
            <a:off x="457277" y="3005339"/>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10" name="Title 8">
            <a:extLst>
              <a:ext uri="{FF2B5EF4-FFF2-40B4-BE49-F238E27FC236}">
                <a16:creationId xmlns:a16="http://schemas.microsoft.com/office/drawing/2014/main" id="{21A2213A-A5D0-F62A-BDB3-8BB538A659C6}"/>
              </a:ext>
            </a:extLst>
          </p:cNvPr>
          <p:cNvSpPr>
            <a:spLocks noGrp="1"/>
          </p:cNvSpPr>
          <p:nvPr>
            <p:ph type="title" hasCustomPrompt="1"/>
          </p:nvPr>
        </p:nvSpPr>
        <p:spPr>
          <a:xfrm>
            <a:off x="457277" y="1751304"/>
            <a:ext cx="9601200" cy="923330"/>
          </a:xfrm>
          <a:prstGeom prst="rect">
            <a:avLst/>
          </a:prstGeom>
        </p:spPr>
        <p:txBody>
          <a:bodyPr vert="horz" wrap="square" lIns="0" tIns="0" rIns="0" bIns="0" rtlCol="0" anchor="t">
            <a:spAutoFit/>
          </a:bodyPr>
          <a:lstStyle>
            <a:lvl1pPr>
              <a:defRPr lang="en-US" sz="6000" b="1" spc="0" dirty="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Section Header</a:t>
            </a:r>
          </a:p>
        </p:txBody>
      </p:sp>
      <p:sp>
        <p:nvSpPr>
          <p:cNvPr id="11" name="Text Placeholder 4">
            <a:extLst>
              <a:ext uri="{FF2B5EF4-FFF2-40B4-BE49-F238E27FC236}">
                <a16:creationId xmlns:a16="http://schemas.microsoft.com/office/drawing/2014/main" id="{500BD8D1-BEE3-CC7B-18BC-B2C6739412DA}"/>
              </a:ext>
            </a:extLst>
          </p:cNvPr>
          <p:cNvSpPr>
            <a:spLocks noGrp="1"/>
          </p:cNvSpPr>
          <p:nvPr>
            <p:ph type="body" sz="quarter" idx="11" hasCustomPrompt="1"/>
          </p:nvPr>
        </p:nvSpPr>
        <p:spPr>
          <a:xfrm>
            <a:off x="457277" y="1356499"/>
            <a:ext cx="498928" cy="321627"/>
          </a:xfrm>
          <a:prstGeom prst="rect">
            <a:avLst/>
          </a:prstGeom>
        </p:spPr>
        <p:txBody>
          <a:bodyPr wrap="square" anchor="t" anchorCtr="0">
            <a:spAutoFit/>
          </a:bodyPr>
          <a:lstStyle>
            <a:lvl1pPr algn="l">
              <a:defRPr sz="2000" b="0">
                <a:solidFill>
                  <a:schemeClr val="tx1"/>
                </a:solidFill>
              </a:defRPr>
            </a:lvl1pPr>
          </a:lstStyle>
          <a:p>
            <a:pPr lvl="0"/>
            <a:r>
              <a:rPr lang="en-US"/>
              <a:t>01</a:t>
            </a:r>
          </a:p>
        </p:txBody>
      </p:sp>
    </p:spTree>
    <p:extLst>
      <p:ext uri="{BB962C8B-B14F-4D97-AF65-F5344CB8AC3E}">
        <p14:creationId xmlns:p14="http://schemas.microsoft.com/office/powerpoint/2010/main" val="3650290873"/>
      </p:ext>
    </p:extLst>
  </p:cSld>
  <p:clrMapOvr>
    <a:masterClrMapping/>
  </p:clrMapOvr>
</p:sldLayout>
</file>

<file path=ppt/slideLayouts/slideLayout174.xml><?xml version="1.0" encoding="utf-8"?>
<p:sldLayout xmlns:a="http://schemas.openxmlformats.org/drawingml/2006/main" xmlns:r="http://schemas.openxmlformats.org/officeDocument/2006/relationships" xmlns:p="http://schemas.openxmlformats.org/presentationml/2006/main" preserve="1" userDrawn="1">
  <p:cSld name="Divider-Light-3">
    <p:spTree>
      <p:nvGrpSpPr>
        <p:cNvPr id="1" name=""/>
        <p:cNvGrpSpPr/>
        <p:nvPr/>
      </p:nvGrpSpPr>
      <p:grpSpPr>
        <a:xfrm>
          <a:off x="0" y="0"/>
          <a:ext cx="0" cy="0"/>
          <a:chOff x="0" y="0"/>
          <a:chExt cx="0" cy="0"/>
        </a:xfrm>
      </p:grpSpPr>
      <p:pic>
        <p:nvPicPr>
          <p:cNvPr id="6" name="Picture 5" descr="Background pattern  Description automatically generated">
            <a:extLst>
              <a:ext uri="{FF2B5EF4-FFF2-40B4-BE49-F238E27FC236}">
                <a16:creationId xmlns:a16="http://schemas.microsoft.com/office/drawing/2014/main" id="{47254E77-EA64-0D5B-1B56-09AF228EFA4B}"/>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19050" y="-1"/>
            <a:ext cx="12172950" cy="6868749"/>
          </a:xfrm>
          <a:prstGeom prst="rect">
            <a:avLst/>
          </a:prstGeom>
        </p:spPr>
      </p:pic>
      <p:pic>
        <p:nvPicPr>
          <p:cNvPr id="2" name="Graphic 1">
            <a:extLst>
              <a:ext uri="{FF2B5EF4-FFF2-40B4-BE49-F238E27FC236}">
                <a16:creationId xmlns:a16="http://schemas.microsoft.com/office/drawing/2014/main" id="{41AD50E6-D58E-3D8C-41A0-48F21CC758C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3BEC493A-D2B3-E243-2D3B-B6C3183A3174}"/>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4" name="Text Placeholder 3">
            <a:extLst>
              <a:ext uri="{FF2B5EF4-FFF2-40B4-BE49-F238E27FC236}">
                <a16:creationId xmlns:a16="http://schemas.microsoft.com/office/drawing/2014/main" id="{0AF48D13-7FE0-0CB2-89F9-E7AA85593DB9}"/>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
        <p:nvSpPr>
          <p:cNvPr id="5" name="Text Placeholder 7">
            <a:extLst>
              <a:ext uri="{FF2B5EF4-FFF2-40B4-BE49-F238E27FC236}">
                <a16:creationId xmlns:a16="http://schemas.microsoft.com/office/drawing/2014/main" id="{7D221B2F-F01A-3D8B-58F3-2E0CD5776910}"/>
              </a:ext>
            </a:extLst>
          </p:cNvPr>
          <p:cNvSpPr>
            <a:spLocks noGrp="1"/>
          </p:cNvSpPr>
          <p:nvPr>
            <p:ph type="body" sz="quarter" idx="10" hasCustomPrompt="1"/>
          </p:nvPr>
        </p:nvSpPr>
        <p:spPr>
          <a:xfrm>
            <a:off x="457277" y="3005339"/>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7" name="Title 8">
            <a:extLst>
              <a:ext uri="{FF2B5EF4-FFF2-40B4-BE49-F238E27FC236}">
                <a16:creationId xmlns:a16="http://schemas.microsoft.com/office/drawing/2014/main" id="{5E154CAE-C4D8-C2A0-6BE8-461C3B8FA5B3}"/>
              </a:ext>
            </a:extLst>
          </p:cNvPr>
          <p:cNvSpPr>
            <a:spLocks noGrp="1"/>
          </p:cNvSpPr>
          <p:nvPr>
            <p:ph type="title" hasCustomPrompt="1"/>
          </p:nvPr>
        </p:nvSpPr>
        <p:spPr>
          <a:xfrm>
            <a:off x="457277" y="1751304"/>
            <a:ext cx="9601200" cy="923330"/>
          </a:xfrm>
          <a:prstGeom prst="rect">
            <a:avLst/>
          </a:prstGeom>
        </p:spPr>
        <p:txBody>
          <a:bodyPr vert="horz" wrap="square" lIns="0" tIns="0" rIns="0" bIns="0" rtlCol="0" anchor="t">
            <a:spAutoFit/>
          </a:bodyPr>
          <a:lstStyle>
            <a:lvl1pPr>
              <a:defRPr lang="en-US" sz="6000" b="1" spc="0" dirty="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Section Header</a:t>
            </a:r>
          </a:p>
        </p:txBody>
      </p:sp>
      <p:sp>
        <p:nvSpPr>
          <p:cNvPr id="8" name="Text Placeholder 4">
            <a:extLst>
              <a:ext uri="{FF2B5EF4-FFF2-40B4-BE49-F238E27FC236}">
                <a16:creationId xmlns:a16="http://schemas.microsoft.com/office/drawing/2014/main" id="{702DE92A-A744-9D66-5950-661ECF019C8B}"/>
              </a:ext>
            </a:extLst>
          </p:cNvPr>
          <p:cNvSpPr>
            <a:spLocks noGrp="1"/>
          </p:cNvSpPr>
          <p:nvPr>
            <p:ph type="body" sz="quarter" idx="11" hasCustomPrompt="1"/>
          </p:nvPr>
        </p:nvSpPr>
        <p:spPr>
          <a:xfrm>
            <a:off x="457277" y="1356499"/>
            <a:ext cx="498928" cy="321627"/>
          </a:xfrm>
          <a:prstGeom prst="rect">
            <a:avLst/>
          </a:prstGeom>
        </p:spPr>
        <p:txBody>
          <a:bodyPr wrap="square" anchor="t" anchorCtr="0">
            <a:spAutoFit/>
          </a:bodyPr>
          <a:lstStyle>
            <a:lvl1pPr algn="l">
              <a:defRPr sz="2000" b="0">
                <a:solidFill>
                  <a:schemeClr val="tx1"/>
                </a:solidFill>
              </a:defRPr>
            </a:lvl1pPr>
          </a:lstStyle>
          <a:p>
            <a:pPr lvl="0"/>
            <a:r>
              <a:rPr lang="en-US"/>
              <a:t>01</a:t>
            </a:r>
          </a:p>
        </p:txBody>
      </p:sp>
    </p:spTree>
    <p:extLst>
      <p:ext uri="{BB962C8B-B14F-4D97-AF65-F5344CB8AC3E}">
        <p14:creationId xmlns:p14="http://schemas.microsoft.com/office/powerpoint/2010/main" val="1692201138"/>
      </p:ext>
    </p:extLst>
  </p:cSld>
  <p:clrMapOvr>
    <a:masterClrMapping/>
  </p:clrMapOvr>
</p:sldLayout>
</file>

<file path=ppt/slideLayouts/slideLayout175.xml><?xml version="1.0" encoding="utf-8"?>
<p:sldLayout xmlns:a="http://schemas.openxmlformats.org/drawingml/2006/main" xmlns:r="http://schemas.openxmlformats.org/officeDocument/2006/relationships" xmlns:p="http://schemas.openxmlformats.org/presentationml/2006/main" preserve="1" userDrawn="1">
  <p:cSld name="Divider-Light-4">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65381F3-7ADD-A798-2917-70C400E5FC03}"/>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704668" y="2820541"/>
            <a:ext cx="4487332" cy="4037459"/>
          </a:xfrm>
          <a:prstGeom prst="rect">
            <a:avLst/>
          </a:prstGeom>
        </p:spPr>
      </p:pic>
      <p:pic>
        <p:nvPicPr>
          <p:cNvPr id="3" name="Graphic 2">
            <a:extLst>
              <a:ext uri="{FF2B5EF4-FFF2-40B4-BE49-F238E27FC236}">
                <a16:creationId xmlns:a16="http://schemas.microsoft.com/office/drawing/2014/main" id="{7ECD9392-FD78-BAFC-F25C-F397815B412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4" name="TextBox 3">
            <a:extLst>
              <a:ext uri="{FF2B5EF4-FFF2-40B4-BE49-F238E27FC236}">
                <a16:creationId xmlns:a16="http://schemas.microsoft.com/office/drawing/2014/main" id="{78C8D2A9-E7E5-3BDF-6F80-BF5E11614C79}"/>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5" name="Text Placeholder 3">
            <a:extLst>
              <a:ext uri="{FF2B5EF4-FFF2-40B4-BE49-F238E27FC236}">
                <a16:creationId xmlns:a16="http://schemas.microsoft.com/office/drawing/2014/main" id="{4562172F-E23C-EEAE-BC22-38510E2D1068}"/>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
        <p:nvSpPr>
          <p:cNvPr id="9" name="Text Placeholder 7">
            <a:extLst>
              <a:ext uri="{FF2B5EF4-FFF2-40B4-BE49-F238E27FC236}">
                <a16:creationId xmlns:a16="http://schemas.microsoft.com/office/drawing/2014/main" id="{5747460E-84D6-E4C7-66CE-0A88D0D3B7E5}"/>
              </a:ext>
            </a:extLst>
          </p:cNvPr>
          <p:cNvSpPr>
            <a:spLocks noGrp="1"/>
          </p:cNvSpPr>
          <p:nvPr>
            <p:ph type="body" sz="quarter" idx="10" hasCustomPrompt="1"/>
          </p:nvPr>
        </p:nvSpPr>
        <p:spPr>
          <a:xfrm>
            <a:off x="457277" y="3005339"/>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10" name="Title 8">
            <a:extLst>
              <a:ext uri="{FF2B5EF4-FFF2-40B4-BE49-F238E27FC236}">
                <a16:creationId xmlns:a16="http://schemas.microsoft.com/office/drawing/2014/main" id="{4C926E2E-67D5-D03F-CAF1-D936DD3C015A}"/>
              </a:ext>
            </a:extLst>
          </p:cNvPr>
          <p:cNvSpPr>
            <a:spLocks noGrp="1"/>
          </p:cNvSpPr>
          <p:nvPr>
            <p:ph type="title" hasCustomPrompt="1"/>
          </p:nvPr>
        </p:nvSpPr>
        <p:spPr>
          <a:xfrm>
            <a:off x="457277" y="1751304"/>
            <a:ext cx="9601200" cy="923330"/>
          </a:xfrm>
          <a:prstGeom prst="rect">
            <a:avLst/>
          </a:prstGeom>
        </p:spPr>
        <p:txBody>
          <a:bodyPr vert="horz" wrap="square" lIns="0" tIns="0" rIns="0" bIns="0" rtlCol="0" anchor="t">
            <a:spAutoFit/>
          </a:bodyPr>
          <a:lstStyle>
            <a:lvl1pPr>
              <a:defRPr lang="en-US" sz="6000" b="1" spc="0" dirty="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Section Header</a:t>
            </a:r>
          </a:p>
        </p:txBody>
      </p:sp>
      <p:sp>
        <p:nvSpPr>
          <p:cNvPr id="11" name="Text Placeholder 4">
            <a:extLst>
              <a:ext uri="{FF2B5EF4-FFF2-40B4-BE49-F238E27FC236}">
                <a16:creationId xmlns:a16="http://schemas.microsoft.com/office/drawing/2014/main" id="{470B9D3F-8FFD-EE49-3B30-05286E2EBB66}"/>
              </a:ext>
            </a:extLst>
          </p:cNvPr>
          <p:cNvSpPr>
            <a:spLocks noGrp="1"/>
          </p:cNvSpPr>
          <p:nvPr>
            <p:ph type="body" sz="quarter" idx="11" hasCustomPrompt="1"/>
          </p:nvPr>
        </p:nvSpPr>
        <p:spPr>
          <a:xfrm>
            <a:off x="457277" y="1356499"/>
            <a:ext cx="498928" cy="321627"/>
          </a:xfrm>
          <a:prstGeom prst="rect">
            <a:avLst/>
          </a:prstGeom>
        </p:spPr>
        <p:txBody>
          <a:bodyPr wrap="square" anchor="t" anchorCtr="0">
            <a:spAutoFit/>
          </a:bodyPr>
          <a:lstStyle>
            <a:lvl1pPr algn="l">
              <a:defRPr sz="2000" b="0">
                <a:solidFill>
                  <a:schemeClr val="tx1"/>
                </a:solidFill>
              </a:defRPr>
            </a:lvl1pPr>
          </a:lstStyle>
          <a:p>
            <a:pPr lvl="0"/>
            <a:r>
              <a:rPr lang="en-US"/>
              <a:t>01</a:t>
            </a:r>
          </a:p>
        </p:txBody>
      </p:sp>
    </p:spTree>
    <p:extLst>
      <p:ext uri="{BB962C8B-B14F-4D97-AF65-F5344CB8AC3E}">
        <p14:creationId xmlns:p14="http://schemas.microsoft.com/office/powerpoint/2010/main" val="4033234568"/>
      </p:ext>
    </p:extLst>
  </p:cSld>
  <p:clrMapOvr>
    <a:masterClrMapping/>
  </p:clrMapOvr>
</p:sldLayout>
</file>

<file path=ppt/slideLayouts/slideLayout176.xml><?xml version="1.0" encoding="utf-8"?>
<p:sldLayout xmlns:a="http://schemas.openxmlformats.org/drawingml/2006/main" xmlns:r="http://schemas.openxmlformats.org/officeDocument/2006/relationships" xmlns:p="http://schemas.openxmlformats.org/presentationml/2006/main" preserve="1" userDrawn="1">
  <p:cSld name="Divider-Light-5">
    <p:spTree>
      <p:nvGrpSpPr>
        <p:cNvPr id="1" name=""/>
        <p:cNvGrpSpPr/>
        <p:nvPr/>
      </p:nvGrpSpPr>
      <p:grpSpPr>
        <a:xfrm>
          <a:off x="0" y="0"/>
          <a:ext cx="0" cy="0"/>
          <a:chOff x="0" y="0"/>
          <a:chExt cx="0" cy="0"/>
        </a:xfrm>
      </p:grpSpPr>
      <p:pic>
        <p:nvPicPr>
          <p:cNvPr id="7" name="Picture 6" descr="Background pattern  Description automatically generated">
            <a:extLst>
              <a:ext uri="{FF2B5EF4-FFF2-40B4-BE49-F238E27FC236}">
                <a16:creationId xmlns:a16="http://schemas.microsoft.com/office/drawing/2014/main" id="{35273E55-8F47-AC18-08B7-C31C53E2A276}"/>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pic>
        <p:nvPicPr>
          <p:cNvPr id="3" name="Graphic 2">
            <a:extLst>
              <a:ext uri="{FF2B5EF4-FFF2-40B4-BE49-F238E27FC236}">
                <a16:creationId xmlns:a16="http://schemas.microsoft.com/office/drawing/2014/main" id="{7ECD9392-FD78-BAFC-F25C-F397815B412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4" name="TextBox 3">
            <a:extLst>
              <a:ext uri="{FF2B5EF4-FFF2-40B4-BE49-F238E27FC236}">
                <a16:creationId xmlns:a16="http://schemas.microsoft.com/office/drawing/2014/main" id="{78C8D2A9-E7E5-3BDF-6F80-BF5E11614C79}"/>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5" name="Text Placeholder 3">
            <a:extLst>
              <a:ext uri="{FF2B5EF4-FFF2-40B4-BE49-F238E27FC236}">
                <a16:creationId xmlns:a16="http://schemas.microsoft.com/office/drawing/2014/main" id="{4562172F-E23C-EEAE-BC22-38510E2D1068}"/>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
        <p:nvSpPr>
          <p:cNvPr id="9" name="Text Placeholder 7">
            <a:extLst>
              <a:ext uri="{FF2B5EF4-FFF2-40B4-BE49-F238E27FC236}">
                <a16:creationId xmlns:a16="http://schemas.microsoft.com/office/drawing/2014/main" id="{CBBCDB36-A5F4-DF81-FE84-1CBB05508220}"/>
              </a:ext>
            </a:extLst>
          </p:cNvPr>
          <p:cNvSpPr>
            <a:spLocks noGrp="1"/>
          </p:cNvSpPr>
          <p:nvPr>
            <p:ph type="body" sz="quarter" idx="10" hasCustomPrompt="1"/>
          </p:nvPr>
        </p:nvSpPr>
        <p:spPr>
          <a:xfrm>
            <a:off x="457277" y="3005339"/>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10" name="Title 8">
            <a:extLst>
              <a:ext uri="{FF2B5EF4-FFF2-40B4-BE49-F238E27FC236}">
                <a16:creationId xmlns:a16="http://schemas.microsoft.com/office/drawing/2014/main" id="{36520FD8-AF16-A7D1-FBFD-C07B1B5276AA}"/>
              </a:ext>
            </a:extLst>
          </p:cNvPr>
          <p:cNvSpPr>
            <a:spLocks noGrp="1"/>
          </p:cNvSpPr>
          <p:nvPr>
            <p:ph type="title" hasCustomPrompt="1"/>
          </p:nvPr>
        </p:nvSpPr>
        <p:spPr>
          <a:xfrm>
            <a:off x="457277" y="1751304"/>
            <a:ext cx="9601200" cy="923330"/>
          </a:xfrm>
          <a:prstGeom prst="rect">
            <a:avLst/>
          </a:prstGeom>
        </p:spPr>
        <p:txBody>
          <a:bodyPr vert="horz" wrap="square" lIns="0" tIns="0" rIns="0" bIns="0" rtlCol="0" anchor="t">
            <a:spAutoFit/>
          </a:bodyPr>
          <a:lstStyle>
            <a:lvl1pPr>
              <a:defRPr lang="en-US" sz="6000" b="1" spc="0" dirty="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Section Header</a:t>
            </a:r>
          </a:p>
        </p:txBody>
      </p:sp>
      <p:sp>
        <p:nvSpPr>
          <p:cNvPr id="11" name="Text Placeholder 4">
            <a:extLst>
              <a:ext uri="{FF2B5EF4-FFF2-40B4-BE49-F238E27FC236}">
                <a16:creationId xmlns:a16="http://schemas.microsoft.com/office/drawing/2014/main" id="{BEA145C4-F1AE-010B-FC94-C27466A668E5}"/>
              </a:ext>
            </a:extLst>
          </p:cNvPr>
          <p:cNvSpPr>
            <a:spLocks noGrp="1"/>
          </p:cNvSpPr>
          <p:nvPr>
            <p:ph type="body" sz="quarter" idx="11" hasCustomPrompt="1"/>
          </p:nvPr>
        </p:nvSpPr>
        <p:spPr>
          <a:xfrm>
            <a:off x="457277" y="1356499"/>
            <a:ext cx="498928" cy="321627"/>
          </a:xfrm>
          <a:prstGeom prst="rect">
            <a:avLst/>
          </a:prstGeom>
        </p:spPr>
        <p:txBody>
          <a:bodyPr wrap="square" anchor="t" anchorCtr="0">
            <a:spAutoFit/>
          </a:bodyPr>
          <a:lstStyle>
            <a:lvl1pPr algn="l">
              <a:defRPr sz="2000" b="0">
                <a:solidFill>
                  <a:schemeClr val="tx1"/>
                </a:solidFill>
              </a:defRPr>
            </a:lvl1pPr>
          </a:lstStyle>
          <a:p>
            <a:pPr lvl="0"/>
            <a:r>
              <a:rPr lang="en-US"/>
              <a:t>01</a:t>
            </a:r>
          </a:p>
        </p:txBody>
      </p:sp>
    </p:spTree>
    <p:extLst>
      <p:ext uri="{BB962C8B-B14F-4D97-AF65-F5344CB8AC3E}">
        <p14:creationId xmlns:p14="http://schemas.microsoft.com/office/powerpoint/2010/main" val="2101120849"/>
      </p:ext>
    </p:extLst>
  </p:cSld>
  <p:clrMapOvr>
    <a:masterClrMapping/>
  </p:clrMapOvr>
</p:sldLayout>
</file>

<file path=ppt/slideLayouts/slideLayout177.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11" name="Title 1"/>
          <p:cNvSpPr>
            <a:spLocks noGrp="1"/>
          </p:cNvSpPr>
          <p:nvPr>
            <p:ph type="title"/>
          </p:nvPr>
        </p:nvSpPr>
        <p:spPr>
          <a:xfrm>
            <a:off x="457200" y="721896"/>
            <a:ext cx="11274552" cy="457200"/>
          </a:xfrm>
        </p:spPr>
        <p:txBody>
          <a:bodyPr/>
          <a:lstStyle>
            <a:lvl1pPr>
              <a:defRPr b="1">
                <a:latin typeface="+mn-lt"/>
              </a:defRPr>
            </a:lvl1pPr>
          </a:lstStyle>
          <a:p>
            <a:r>
              <a:rPr lang="en-US"/>
              <a:t>Click to edit Master title style</a:t>
            </a:r>
          </a:p>
        </p:txBody>
      </p:sp>
    </p:spTree>
    <p:extLst>
      <p:ext uri="{BB962C8B-B14F-4D97-AF65-F5344CB8AC3E}">
        <p14:creationId xmlns:p14="http://schemas.microsoft.com/office/powerpoint/2010/main" val="310374321"/>
      </p:ext>
    </p:extLst>
  </p:cSld>
  <p:clrMapOvr>
    <a:masterClrMapping/>
  </p:clrMapOvr>
</p:sldLayout>
</file>

<file path=ppt/slideLayouts/slideLayout178.xml><?xml version="1.0" encoding="utf-8"?>
<p:sldLayout xmlns:a="http://schemas.openxmlformats.org/drawingml/2006/main" xmlns:r="http://schemas.openxmlformats.org/officeDocument/2006/relationships" xmlns:p="http://schemas.openxmlformats.org/presentationml/2006/main" preserve="1" userDrawn="1">
  <p:cSld name="Title+UpSubtitle">
    <p:spTree>
      <p:nvGrpSpPr>
        <p:cNvPr id="1" name=""/>
        <p:cNvGrpSpPr/>
        <p:nvPr/>
      </p:nvGrpSpPr>
      <p:grpSpPr>
        <a:xfrm>
          <a:off x="0" y="0"/>
          <a:ext cx="0" cy="0"/>
          <a:chOff x="0" y="0"/>
          <a:chExt cx="0" cy="0"/>
        </a:xfrm>
      </p:grpSpPr>
      <p:sp>
        <p:nvSpPr>
          <p:cNvPr id="11" name="Title 1"/>
          <p:cNvSpPr>
            <a:spLocks noGrp="1"/>
          </p:cNvSpPr>
          <p:nvPr>
            <p:ph type="title"/>
          </p:nvPr>
        </p:nvSpPr>
        <p:spPr>
          <a:xfrm>
            <a:off x="457200" y="723900"/>
            <a:ext cx="11274552" cy="457200"/>
          </a:xfrm>
        </p:spPr>
        <p:txBody>
          <a:bodyPr/>
          <a:lstStyle>
            <a:lvl1pPr>
              <a:defRPr b="1">
                <a:latin typeface="+mn-lt"/>
              </a:defRPr>
            </a:lvl1pPr>
          </a:lstStyle>
          <a:p>
            <a:r>
              <a:rPr lang="en-US"/>
              <a:t>Click to edit Master title style</a:t>
            </a:r>
          </a:p>
        </p:txBody>
      </p:sp>
      <p:sp>
        <p:nvSpPr>
          <p:cNvPr id="12" name="Text Placeholder 10"/>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797884110"/>
      </p:ext>
    </p:extLst>
  </p:cSld>
  <p:clrMapOvr>
    <a:masterClrMapping/>
  </p:clrMapOvr>
</p:sldLayout>
</file>

<file path=ppt/slideLayouts/slideLayout179.xml><?xml version="1.0" encoding="utf-8"?>
<p:sldLayout xmlns:a="http://schemas.openxmlformats.org/drawingml/2006/main" xmlns:r="http://schemas.openxmlformats.org/officeDocument/2006/relationships" xmlns:p="http://schemas.openxmlformats.org/presentationml/2006/main" preserve="1" userDrawn="1">
  <p:cSld name="Title+Subtitle">
    <p:spTree>
      <p:nvGrpSpPr>
        <p:cNvPr id="1" name=""/>
        <p:cNvGrpSpPr/>
        <p:nvPr/>
      </p:nvGrpSpPr>
      <p:grpSpPr>
        <a:xfrm>
          <a:off x="0" y="0"/>
          <a:ext cx="0" cy="0"/>
          <a:chOff x="0" y="0"/>
          <a:chExt cx="0" cy="0"/>
        </a:xfrm>
      </p:grpSpPr>
      <p:sp>
        <p:nvSpPr>
          <p:cNvPr id="6" name="Text Placeholder 8">
            <a:extLst>
              <a:ext uri="{FF2B5EF4-FFF2-40B4-BE49-F238E27FC236}">
                <a16:creationId xmlns:a16="http://schemas.microsoft.com/office/drawing/2014/main" id="{E4F57360-96E0-124A-8B27-F0C4589ED94D}"/>
              </a:ext>
            </a:extLst>
          </p:cNvPr>
          <p:cNvSpPr>
            <a:spLocks noGrp="1"/>
          </p:cNvSpPr>
          <p:nvPr>
            <p:ph type="body" sz="quarter" idx="11" hasCustomPrompt="1"/>
          </p:nvPr>
        </p:nvSpPr>
        <p:spPr>
          <a:xfrm>
            <a:off x="457200" y="1195614"/>
            <a:ext cx="11274552" cy="246221"/>
          </a:xfrm>
          <a:prstGeom prst="rect">
            <a:avLst/>
          </a:prstGeom>
        </p:spPr>
        <p:txBody>
          <a:bodyPr wrap="square" lIns="0" tIns="0" rIns="0" bIns="0" anchor="t" anchorCtr="0">
            <a:noAutofit/>
          </a:bodyPr>
          <a:lstStyle>
            <a:lvl1pPr marL="0" indent="0">
              <a:lnSpc>
                <a:spcPct val="100000"/>
              </a:lnSpc>
              <a:spcBef>
                <a:spcPts val="0"/>
              </a:spcBef>
              <a:buNone/>
              <a:defRPr sz="1600" b="1" i="0">
                <a:solidFill>
                  <a:schemeClr val="tx1"/>
                </a:solidFill>
              </a:defRPr>
            </a:lvl1pPr>
          </a:lstStyle>
          <a:p>
            <a:pPr lvl="0"/>
            <a:r>
              <a:rPr lang="en-US"/>
              <a:t>Edit Master text styles</a:t>
            </a:r>
          </a:p>
        </p:txBody>
      </p:sp>
      <p:sp>
        <p:nvSpPr>
          <p:cNvPr id="2" name="Title 1">
            <a:extLst>
              <a:ext uri="{FF2B5EF4-FFF2-40B4-BE49-F238E27FC236}">
                <a16:creationId xmlns:a16="http://schemas.microsoft.com/office/drawing/2014/main" id="{51B4284D-C7B7-AF33-505C-3BCE705434E9}"/>
              </a:ext>
            </a:extLst>
          </p:cNvPr>
          <p:cNvSpPr>
            <a:spLocks noGrp="1"/>
          </p:cNvSpPr>
          <p:nvPr>
            <p:ph type="title"/>
          </p:nvPr>
        </p:nvSpPr>
        <p:spPr>
          <a:xfrm>
            <a:off x="457200" y="723900"/>
            <a:ext cx="11274552" cy="457200"/>
          </a:xfrm>
        </p:spPr>
        <p:txBody>
          <a:bodyPr/>
          <a:lstStyle>
            <a:lvl1pPr>
              <a:defRPr b="1">
                <a:latin typeface="+mn-lt"/>
              </a:defRPr>
            </a:lvl1pPr>
          </a:lstStyle>
          <a:p>
            <a:r>
              <a:rPr lang="en-US"/>
              <a:t>Click to edit Master title style</a:t>
            </a:r>
          </a:p>
        </p:txBody>
      </p:sp>
      <p:sp>
        <p:nvSpPr>
          <p:cNvPr id="3" name="Text Placeholder 10">
            <a:extLst>
              <a:ext uri="{FF2B5EF4-FFF2-40B4-BE49-F238E27FC236}">
                <a16:creationId xmlns:a16="http://schemas.microsoft.com/office/drawing/2014/main" id="{8CBF3641-43B5-6FAC-E7AA-3C2E1B686848}"/>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802969503"/>
      </p:ext>
    </p:extLst>
  </p:cSld>
  <p:clrMapOvr>
    <a:masterClrMapping/>
  </p:clrMapOvr>
</p:sldLayout>
</file>

<file path=ppt/slideLayouts/slideLayout180.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781769223"/>
      </p:ext>
    </p:extLst>
  </p:cSld>
  <p:clrMapOvr>
    <a:masterClrMapping/>
  </p:clrMapOvr>
</p:sldLayout>
</file>

<file path=ppt/slideLayouts/slideLayout181.xml><?xml version="1.0" encoding="utf-8"?>
<p:sldLayout xmlns:a="http://schemas.openxmlformats.org/drawingml/2006/main" xmlns:r="http://schemas.openxmlformats.org/officeDocument/2006/relationships" xmlns:p="http://schemas.openxmlformats.org/presentationml/2006/main" preserve="1" userDrawn="1">
  <p:cSld name="Title-Dar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190717A-8E85-0A40-B27D-E9A4F8826E8E}"/>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D0D8E0D9-9406-08F5-F3AB-192276B840AD}"/>
              </a:ext>
            </a:extLst>
          </p:cNvPr>
          <p:cNvSpPr>
            <a:spLocks noGrp="1"/>
          </p:cNvSpPr>
          <p:nvPr>
            <p:ph type="title"/>
          </p:nvPr>
        </p:nvSpPr>
        <p:spPr>
          <a:xfrm>
            <a:off x="457200" y="723900"/>
            <a:ext cx="11274552" cy="457200"/>
          </a:xfrm>
        </p:spPr>
        <p:txBody>
          <a:bodyPr/>
          <a:lstStyle>
            <a:lvl1pPr>
              <a:defRPr b="1">
                <a:solidFill>
                  <a:schemeClr val="bg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23010F0C-E353-B615-EE43-DC7134E728C4}"/>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pic>
        <p:nvPicPr>
          <p:cNvPr id="5" name="Graphic 4">
            <a:extLst>
              <a:ext uri="{FF2B5EF4-FFF2-40B4-BE49-F238E27FC236}">
                <a16:creationId xmlns:a16="http://schemas.microsoft.com/office/drawing/2014/main" id="{828E7F92-C4B1-FD15-88E1-E80C3CABEB7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11" name="TextBox 10">
            <a:extLst>
              <a:ext uri="{FF2B5EF4-FFF2-40B4-BE49-F238E27FC236}">
                <a16:creationId xmlns:a16="http://schemas.microsoft.com/office/drawing/2014/main" id="{97BE634E-7C12-4735-5F97-ACA0CB41F520}"/>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13" name="Text Placeholder 3">
            <a:extLst>
              <a:ext uri="{FF2B5EF4-FFF2-40B4-BE49-F238E27FC236}">
                <a16:creationId xmlns:a16="http://schemas.microsoft.com/office/drawing/2014/main" id="{891A8E84-4915-F847-688F-F749F3B632BE}"/>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3534525221"/>
      </p:ext>
    </p:extLst>
  </p:cSld>
  <p:clrMapOvr>
    <a:masterClrMapping/>
  </p:clrMapOvr>
</p:sldLayout>
</file>

<file path=ppt/slideLayouts/slideLayout182.xml><?xml version="1.0" encoding="utf-8"?>
<p:sldLayout xmlns:a="http://schemas.openxmlformats.org/drawingml/2006/main" xmlns:r="http://schemas.openxmlformats.org/officeDocument/2006/relationships" xmlns:p="http://schemas.openxmlformats.org/presentationml/2006/main" preserve="1" userDrawn="1">
  <p:cSld name="Title-Subtitle-Dar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190717A-8E85-0A40-B27D-E9A4F8826E8E}"/>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D0D8E0D9-9406-08F5-F3AB-192276B840AD}"/>
              </a:ext>
            </a:extLst>
          </p:cNvPr>
          <p:cNvSpPr>
            <a:spLocks noGrp="1"/>
          </p:cNvSpPr>
          <p:nvPr>
            <p:ph type="title"/>
          </p:nvPr>
        </p:nvSpPr>
        <p:spPr>
          <a:xfrm>
            <a:off x="457200" y="723900"/>
            <a:ext cx="11274552" cy="457200"/>
          </a:xfrm>
        </p:spPr>
        <p:txBody>
          <a:bodyPr/>
          <a:lstStyle>
            <a:lvl1pPr>
              <a:defRPr b="1">
                <a:solidFill>
                  <a:schemeClr val="bg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23010F0C-E353-B615-EE43-DC7134E728C4}"/>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pic>
        <p:nvPicPr>
          <p:cNvPr id="5" name="Graphic 4">
            <a:extLst>
              <a:ext uri="{FF2B5EF4-FFF2-40B4-BE49-F238E27FC236}">
                <a16:creationId xmlns:a16="http://schemas.microsoft.com/office/drawing/2014/main" id="{828E7F92-C4B1-FD15-88E1-E80C3CABEB7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11" name="TextBox 10">
            <a:extLst>
              <a:ext uri="{FF2B5EF4-FFF2-40B4-BE49-F238E27FC236}">
                <a16:creationId xmlns:a16="http://schemas.microsoft.com/office/drawing/2014/main" id="{97BE634E-7C12-4735-5F97-ACA0CB41F520}"/>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13" name="Text Placeholder 3">
            <a:extLst>
              <a:ext uri="{FF2B5EF4-FFF2-40B4-BE49-F238E27FC236}">
                <a16:creationId xmlns:a16="http://schemas.microsoft.com/office/drawing/2014/main" id="{891A8E84-4915-F847-688F-F749F3B632BE}"/>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
        <p:nvSpPr>
          <p:cNvPr id="7" name="Text Placeholder 8">
            <a:extLst>
              <a:ext uri="{FF2B5EF4-FFF2-40B4-BE49-F238E27FC236}">
                <a16:creationId xmlns:a16="http://schemas.microsoft.com/office/drawing/2014/main" id="{AA4049EA-1C80-CEF2-C39E-9249C1D295FE}"/>
              </a:ext>
            </a:extLst>
          </p:cNvPr>
          <p:cNvSpPr>
            <a:spLocks noGrp="1"/>
          </p:cNvSpPr>
          <p:nvPr>
            <p:ph type="body" sz="quarter" idx="11" hasCustomPrompt="1"/>
          </p:nvPr>
        </p:nvSpPr>
        <p:spPr>
          <a:xfrm>
            <a:off x="457200" y="1195614"/>
            <a:ext cx="11274552" cy="246221"/>
          </a:xfrm>
          <a:prstGeom prst="rect">
            <a:avLst/>
          </a:prstGeom>
        </p:spPr>
        <p:txBody>
          <a:bodyPr wrap="square" lIns="0" tIns="0" rIns="0" bIns="0" anchor="t" anchorCtr="0">
            <a:noAutofit/>
          </a:bodyPr>
          <a:lstStyle>
            <a:lvl1pPr marL="0" indent="0">
              <a:lnSpc>
                <a:spcPct val="100000"/>
              </a:lnSpc>
              <a:spcBef>
                <a:spcPts val="0"/>
              </a:spcBef>
              <a:buNone/>
              <a:defRPr sz="1600" b="1" i="0">
                <a:solidFill>
                  <a:schemeClr val="bg1"/>
                </a:solidFill>
              </a:defRPr>
            </a:lvl1pPr>
          </a:lstStyle>
          <a:p>
            <a:pPr lvl="0"/>
            <a:r>
              <a:rPr lang="en-US"/>
              <a:t>Edit Master text styles</a:t>
            </a:r>
          </a:p>
        </p:txBody>
      </p:sp>
    </p:spTree>
    <p:extLst>
      <p:ext uri="{BB962C8B-B14F-4D97-AF65-F5344CB8AC3E}">
        <p14:creationId xmlns:p14="http://schemas.microsoft.com/office/powerpoint/2010/main" val="764297093"/>
      </p:ext>
    </p:extLst>
  </p:cSld>
  <p:clrMapOvr>
    <a:masterClrMapping/>
  </p:clrMapOvr>
</p:sldLayout>
</file>

<file path=ppt/slideLayouts/slideLayout183.xml><?xml version="1.0" encoding="utf-8"?>
<p:sldLayout xmlns:a="http://schemas.openxmlformats.org/drawingml/2006/main" xmlns:r="http://schemas.openxmlformats.org/officeDocument/2006/relationships" xmlns:p="http://schemas.openxmlformats.org/presentationml/2006/main" preserve="1" userDrawn="1">
  <p:cSld name="Arrow">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17DFB89-A9BD-47AC-B57A-7869039229B5}"/>
              </a:ext>
            </a:extLst>
          </p:cNvPr>
          <p:cNvSpPr/>
          <p:nvPr userDrawn="1"/>
        </p:nvSpPr>
        <p:spPr bwMode="auto">
          <a:xfrm>
            <a:off x="-34032" y="0"/>
            <a:ext cx="6022081"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7" name="Isosceles Triangle 13">
            <a:extLst>
              <a:ext uri="{FF2B5EF4-FFF2-40B4-BE49-F238E27FC236}">
                <a16:creationId xmlns:a16="http://schemas.microsoft.com/office/drawing/2014/main" id="{33DA4BCA-E06D-9C46-8E45-43243DD633D7}"/>
              </a:ext>
            </a:extLst>
          </p:cNvPr>
          <p:cNvSpPr/>
          <p:nvPr userDrawn="1"/>
        </p:nvSpPr>
        <p:spPr>
          <a:xfrm rot="5400000" flipH="1">
            <a:off x="2835445" y="3152602"/>
            <a:ext cx="6858002" cy="552793"/>
          </a:xfrm>
          <a:prstGeom prst="triangl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pic>
        <p:nvPicPr>
          <p:cNvPr id="2" name="Graphic 1">
            <a:extLst>
              <a:ext uri="{FF2B5EF4-FFF2-40B4-BE49-F238E27FC236}">
                <a16:creationId xmlns:a16="http://schemas.microsoft.com/office/drawing/2014/main" id="{9D2FFF58-70EB-C86F-9E59-1581F18B8723}"/>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6" name="Title 1">
            <a:extLst>
              <a:ext uri="{FF2B5EF4-FFF2-40B4-BE49-F238E27FC236}">
                <a16:creationId xmlns:a16="http://schemas.microsoft.com/office/drawing/2014/main" id="{BFF9120F-E29C-8B3A-D5EB-E673F7B24C97}"/>
              </a:ext>
            </a:extLst>
          </p:cNvPr>
          <p:cNvSpPr>
            <a:spLocks noGrp="1"/>
          </p:cNvSpPr>
          <p:nvPr>
            <p:ph type="title"/>
          </p:nvPr>
        </p:nvSpPr>
        <p:spPr>
          <a:xfrm>
            <a:off x="472698" y="723900"/>
            <a:ext cx="5530849" cy="457200"/>
          </a:xfrm>
        </p:spPr>
        <p:txBody>
          <a:bodyPr/>
          <a:lstStyle>
            <a:lvl1pPr>
              <a:defRPr b="1">
                <a:solidFill>
                  <a:schemeClr val="bg1"/>
                </a:solidFill>
                <a:latin typeface="+mn-lt"/>
              </a:defRPr>
            </a:lvl1pPr>
          </a:lstStyle>
          <a:p>
            <a:r>
              <a:rPr lang="en-US"/>
              <a:t>Click to edit Master title style</a:t>
            </a:r>
          </a:p>
        </p:txBody>
      </p:sp>
      <p:sp>
        <p:nvSpPr>
          <p:cNvPr id="10" name="Text Placeholder 10">
            <a:extLst>
              <a:ext uri="{FF2B5EF4-FFF2-40B4-BE49-F238E27FC236}">
                <a16:creationId xmlns:a16="http://schemas.microsoft.com/office/drawing/2014/main" id="{8A6D870D-A9F4-488C-8ECB-5016711134CD}"/>
              </a:ext>
            </a:extLst>
          </p:cNvPr>
          <p:cNvSpPr>
            <a:spLocks noGrp="1"/>
          </p:cNvSpPr>
          <p:nvPr>
            <p:ph type="body" sz="quarter" idx="15" hasCustomPrompt="1"/>
          </p:nvPr>
        </p:nvSpPr>
        <p:spPr>
          <a:xfrm>
            <a:off x="472698"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3924932763"/>
      </p:ext>
    </p:extLst>
  </p:cSld>
  <p:clrMapOvr>
    <a:masterClrMapping/>
  </p:clrMapOvr>
</p:sldLayout>
</file>

<file path=ppt/slideLayouts/slideLayout184.xml><?xml version="1.0" encoding="utf-8"?>
<p:sldLayout xmlns:a="http://schemas.openxmlformats.org/drawingml/2006/main" xmlns:r="http://schemas.openxmlformats.org/officeDocument/2006/relationships" xmlns:p="http://schemas.openxmlformats.org/presentationml/2006/main" preserve="1" userDrawn="1">
  <p:cSld name="Arrow-Two">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C7891C23-3EE8-0CED-28FE-170D18A2D615}"/>
              </a:ext>
            </a:extLst>
          </p:cNvPr>
          <p:cNvGrpSpPr/>
          <p:nvPr userDrawn="1"/>
        </p:nvGrpSpPr>
        <p:grpSpPr>
          <a:xfrm>
            <a:off x="3909694" y="-2"/>
            <a:ext cx="4653972" cy="6858002"/>
            <a:chOff x="3300840" y="-2"/>
            <a:chExt cx="4653972" cy="6858002"/>
          </a:xfrm>
          <a:solidFill>
            <a:schemeClr val="bg1">
              <a:lumMod val="95000"/>
            </a:schemeClr>
          </a:solidFill>
        </p:grpSpPr>
        <p:sp>
          <p:nvSpPr>
            <p:cNvPr id="10" name="Rectangle 9">
              <a:extLst>
                <a:ext uri="{FF2B5EF4-FFF2-40B4-BE49-F238E27FC236}">
                  <a16:creationId xmlns:a16="http://schemas.microsoft.com/office/drawing/2014/main" id="{3E4E5E53-9F1A-D61C-9EEB-E1510482E5BF}"/>
                </a:ext>
              </a:extLst>
            </p:cNvPr>
            <p:cNvSpPr/>
            <p:nvPr userDrawn="1"/>
          </p:nvSpPr>
          <p:spPr bwMode="auto">
            <a:xfrm>
              <a:off x="3300840" y="0"/>
              <a:ext cx="4110732" cy="6858000"/>
            </a:xfrm>
            <a:prstGeom prst="rect">
              <a:avLst/>
            </a:prstGeom>
            <a:grp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13" name="Isosceles Triangle 13">
              <a:extLst>
                <a:ext uri="{FF2B5EF4-FFF2-40B4-BE49-F238E27FC236}">
                  <a16:creationId xmlns:a16="http://schemas.microsoft.com/office/drawing/2014/main" id="{DF41968F-990C-67B1-0475-04E0249E281A}"/>
                </a:ext>
              </a:extLst>
            </p:cNvPr>
            <p:cNvSpPr/>
            <p:nvPr userDrawn="1"/>
          </p:nvSpPr>
          <p:spPr>
            <a:xfrm rot="5400000" flipH="1">
              <a:off x="4249415" y="3152602"/>
              <a:ext cx="6858002" cy="552793"/>
            </a:xfrm>
            <a:prstGeom prs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grpSp>
      <p:sp>
        <p:nvSpPr>
          <p:cNvPr id="5" name="Rectangle 4">
            <a:extLst>
              <a:ext uri="{FF2B5EF4-FFF2-40B4-BE49-F238E27FC236}">
                <a16:creationId xmlns:a16="http://schemas.microsoft.com/office/drawing/2014/main" id="{B17DFB89-A9BD-47AC-B57A-7869039229B5}"/>
              </a:ext>
            </a:extLst>
          </p:cNvPr>
          <p:cNvSpPr/>
          <p:nvPr userDrawn="1"/>
        </p:nvSpPr>
        <p:spPr bwMode="auto">
          <a:xfrm>
            <a:off x="-1" y="0"/>
            <a:ext cx="4076701"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EE036E7A-2B84-45D1-985C-C2AD71420C46}"/>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7" name="Isosceles Triangle 13">
            <a:extLst>
              <a:ext uri="{FF2B5EF4-FFF2-40B4-BE49-F238E27FC236}">
                <a16:creationId xmlns:a16="http://schemas.microsoft.com/office/drawing/2014/main" id="{33DA4BCA-E06D-9C46-8E45-43243DD633D7}"/>
              </a:ext>
            </a:extLst>
          </p:cNvPr>
          <p:cNvSpPr/>
          <p:nvPr userDrawn="1"/>
        </p:nvSpPr>
        <p:spPr>
          <a:xfrm rot="5400000" flipH="1">
            <a:off x="936060" y="3152602"/>
            <a:ext cx="6858002" cy="552793"/>
          </a:xfrm>
          <a:prstGeom prst="triangl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3" name="Title 1">
            <a:extLst>
              <a:ext uri="{FF2B5EF4-FFF2-40B4-BE49-F238E27FC236}">
                <a16:creationId xmlns:a16="http://schemas.microsoft.com/office/drawing/2014/main" id="{180E4AD9-5B60-F04F-FEE1-80647A0EADEE}"/>
              </a:ext>
            </a:extLst>
          </p:cNvPr>
          <p:cNvSpPr>
            <a:spLocks noGrp="1"/>
          </p:cNvSpPr>
          <p:nvPr>
            <p:ph type="title"/>
          </p:nvPr>
        </p:nvSpPr>
        <p:spPr>
          <a:xfrm>
            <a:off x="457200" y="723900"/>
            <a:ext cx="2586789" cy="457200"/>
          </a:xfrm>
        </p:spPr>
        <p:txBody>
          <a:bodyPr/>
          <a:lstStyle>
            <a:lvl1pPr>
              <a:defRPr b="1">
                <a:solidFill>
                  <a:schemeClr val="bg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B189EAA6-8653-D9C5-4653-C4B7BB2BB328}"/>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401938330"/>
      </p:ext>
    </p:extLst>
  </p:cSld>
  <p:clrMapOvr>
    <a:masterClrMapping/>
  </p:clrMapOvr>
</p:sldLayout>
</file>

<file path=ppt/slideLayouts/slideLayout185.xml><?xml version="1.0" encoding="utf-8"?>
<p:sldLayout xmlns:a="http://schemas.openxmlformats.org/drawingml/2006/main" xmlns:r="http://schemas.openxmlformats.org/officeDocument/2006/relationships" xmlns:p="http://schemas.openxmlformats.org/presentationml/2006/main" preserve="1" userDrawn="1">
  <p:cSld name="Case Study-1/6">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9820274" y="0"/>
            <a:ext cx="2371723" cy="6858000"/>
          </a:xfrm>
          <a:prstGeom prst="rect">
            <a:avLst/>
          </a:prstGeom>
          <a:solidFill>
            <a:schemeClr val="bg1">
              <a:lumMod val="9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30894D8D-7B75-A627-E4B9-1C694A55CED1}"/>
              </a:ext>
            </a:extLst>
          </p:cNvPr>
          <p:cNvSpPr>
            <a:spLocks noGrp="1"/>
          </p:cNvSpPr>
          <p:nvPr>
            <p:ph type="title"/>
          </p:nvPr>
        </p:nvSpPr>
        <p:spPr>
          <a:xfrm>
            <a:off x="457200" y="723900"/>
            <a:ext cx="8252847" cy="457200"/>
          </a:xfrm>
        </p:spPr>
        <p:txBody>
          <a:bodyPr/>
          <a:lstStyle>
            <a:lvl1pPr>
              <a:defRPr b="1">
                <a:solidFill>
                  <a:schemeClr val="tx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E205EF53-7E88-FC61-2AD6-524C99515525}"/>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
        <p:nvSpPr>
          <p:cNvPr id="5" name="TextBox 4">
            <a:extLst>
              <a:ext uri="{FF2B5EF4-FFF2-40B4-BE49-F238E27FC236}">
                <a16:creationId xmlns:a16="http://schemas.microsoft.com/office/drawing/2014/main" id="{AD091D4E-6AE3-3F04-D0A0-8C96044CC29F}"/>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6" name="Text Placeholder 3">
            <a:extLst>
              <a:ext uri="{FF2B5EF4-FFF2-40B4-BE49-F238E27FC236}">
                <a16:creationId xmlns:a16="http://schemas.microsoft.com/office/drawing/2014/main" id="{5678EB0A-0FF2-079E-6368-97511A388F28}"/>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2318471840"/>
      </p:ext>
    </p:extLst>
  </p:cSld>
  <p:clrMapOvr>
    <a:masterClrMapping/>
  </p:clrMapOvr>
</p:sldLayout>
</file>

<file path=ppt/slideLayouts/slideLayout186.xml><?xml version="1.0" encoding="utf-8"?>
<p:sldLayout xmlns:a="http://schemas.openxmlformats.org/drawingml/2006/main" xmlns:r="http://schemas.openxmlformats.org/officeDocument/2006/relationships" xmlns:p="http://schemas.openxmlformats.org/presentationml/2006/main" preserve="1" userDrawn="1">
  <p:cSld name="Case Study-1/6-Dark">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50FD50C-06F7-21CC-1F6A-D75586A5063A}"/>
              </a:ext>
            </a:extLst>
          </p:cNvPr>
          <p:cNvSpPr/>
          <p:nvPr userDrawn="1"/>
        </p:nvSpPr>
        <p:spPr bwMode="auto">
          <a:xfrm>
            <a:off x="5166" y="0"/>
            <a:ext cx="12192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56866651-9DE6-3C00-E38E-CCE80D604993}"/>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62367" y="6438901"/>
            <a:ext cx="540540" cy="190499"/>
          </a:xfrm>
          <a:prstGeom prst="rect">
            <a:avLst/>
          </a:prstGeom>
        </p:spPr>
      </p:pic>
      <p:sp>
        <p:nvSpPr>
          <p:cNvPr id="9" name="TextBox 8">
            <a:extLst>
              <a:ext uri="{FF2B5EF4-FFF2-40B4-BE49-F238E27FC236}">
                <a16:creationId xmlns:a16="http://schemas.microsoft.com/office/drawing/2014/main" id="{70991B0C-C540-A449-1C7D-F3AE627558A1}"/>
              </a:ext>
            </a:extLst>
          </p:cNvPr>
          <p:cNvSpPr txBox="1"/>
          <p:nvPr userDrawn="1"/>
        </p:nvSpPr>
        <p:spPr>
          <a:xfrm>
            <a:off x="10054041"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10" name="Text Placeholder 3">
            <a:extLst>
              <a:ext uri="{FF2B5EF4-FFF2-40B4-BE49-F238E27FC236}">
                <a16:creationId xmlns:a16="http://schemas.microsoft.com/office/drawing/2014/main" id="{19382AE5-9D01-6839-5979-7A3921E0574F}"/>
              </a:ext>
            </a:extLst>
          </p:cNvPr>
          <p:cNvSpPr txBox="1">
            <a:spLocks/>
          </p:cNvSpPr>
          <p:nvPr userDrawn="1"/>
        </p:nvSpPr>
        <p:spPr>
          <a:xfrm>
            <a:off x="11503260"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9820274" y="0"/>
            <a:ext cx="2371723" cy="6858000"/>
          </a:xfrm>
          <a:prstGeom prst="rect">
            <a:avLst/>
          </a:prstGeom>
          <a:solidFill>
            <a:schemeClr val="tx1">
              <a:lumMod val="85000"/>
              <a:lumOff val="1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30894D8D-7B75-A627-E4B9-1C694A55CED1}"/>
              </a:ext>
            </a:extLst>
          </p:cNvPr>
          <p:cNvSpPr>
            <a:spLocks noGrp="1"/>
          </p:cNvSpPr>
          <p:nvPr>
            <p:ph type="title"/>
          </p:nvPr>
        </p:nvSpPr>
        <p:spPr>
          <a:xfrm>
            <a:off x="457200" y="723900"/>
            <a:ext cx="8252847" cy="457200"/>
          </a:xfrm>
        </p:spPr>
        <p:txBody>
          <a:bodyPr/>
          <a:lstStyle>
            <a:lvl1pPr>
              <a:defRPr b="1">
                <a:solidFill>
                  <a:schemeClr val="bg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E205EF53-7E88-FC61-2AD6-524C99515525}"/>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
        <p:nvSpPr>
          <p:cNvPr id="5" name="TextBox 4">
            <a:extLst>
              <a:ext uri="{FF2B5EF4-FFF2-40B4-BE49-F238E27FC236}">
                <a16:creationId xmlns:a16="http://schemas.microsoft.com/office/drawing/2014/main" id="{AD091D4E-6AE3-3F04-D0A0-8C96044CC29F}"/>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6" name="Text Placeholder 3">
            <a:extLst>
              <a:ext uri="{FF2B5EF4-FFF2-40B4-BE49-F238E27FC236}">
                <a16:creationId xmlns:a16="http://schemas.microsoft.com/office/drawing/2014/main" id="{5678EB0A-0FF2-079E-6368-97511A388F28}"/>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2374784563"/>
      </p:ext>
    </p:extLst>
  </p:cSld>
  <p:clrMapOvr>
    <a:masterClrMapping/>
  </p:clrMapOvr>
</p:sldLayout>
</file>

<file path=ppt/slideLayouts/slideLayout187.xml><?xml version="1.0" encoding="utf-8"?>
<p:sldLayout xmlns:a="http://schemas.openxmlformats.org/drawingml/2006/main" xmlns:r="http://schemas.openxmlformats.org/officeDocument/2006/relationships" xmlns:p="http://schemas.openxmlformats.org/presentationml/2006/main" preserve="1" userDrawn="1">
  <p:cSld name="Case Study-1/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7907337" y="0"/>
            <a:ext cx="4284661" cy="6858000"/>
          </a:xfrm>
          <a:prstGeom prst="rect">
            <a:avLst/>
          </a:prstGeom>
          <a:solidFill>
            <a:schemeClr val="bg1">
              <a:lumMod val="9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AC395CC0-872C-69F3-88ED-BEF3B6BA983A}"/>
              </a:ext>
            </a:extLst>
          </p:cNvPr>
          <p:cNvSpPr>
            <a:spLocks noGrp="1"/>
          </p:cNvSpPr>
          <p:nvPr>
            <p:ph type="title"/>
          </p:nvPr>
        </p:nvSpPr>
        <p:spPr>
          <a:xfrm>
            <a:off x="457200" y="723900"/>
            <a:ext cx="5530849" cy="457200"/>
          </a:xfrm>
        </p:spPr>
        <p:txBody>
          <a:bodyPr/>
          <a:lstStyle>
            <a:lvl1pPr>
              <a:defRPr b="1">
                <a:solidFill>
                  <a:schemeClr val="tx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84DF7A43-01BC-022E-268E-6B2F50E13A7E}"/>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
        <p:nvSpPr>
          <p:cNvPr id="5" name="TextBox 4">
            <a:extLst>
              <a:ext uri="{FF2B5EF4-FFF2-40B4-BE49-F238E27FC236}">
                <a16:creationId xmlns:a16="http://schemas.microsoft.com/office/drawing/2014/main" id="{1FF6CAB9-3229-A377-2782-A27CB6B30495}"/>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6" name="Text Placeholder 3">
            <a:extLst>
              <a:ext uri="{FF2B5EF4-FFF2-40B4-BE49-F238E27FC236}">
                <a16:creationId xmlns:a16="http://schemas.microsoft.com/office/drawing/2014/main" id="{1B5412B9-D91D-8002-0693-897E81DD8C82}"/>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2182739138"/>
      </p:ext>
    </p:extLst>
  </p:cSld>
  <p:clrMapOvr>
    <a:masterClrMapping/>
  </p:clrMapOvr>
</p:sldLayout>
</file>

<file path=ppt/slideLayouts/slideLayout188.xml><?xml version="1.0" encoding="utf-8"?>
<p:sldLayout xmlns:a="http://schemas.openxmlformats.org/drawingml/2006/main" xmlns:r="http://schemas.openxmlformats.org/officeDocument/2006/relationships" xmlns:p="http://schemas.openxmlformats.org/presentationml/2006/main" preserve="1" userDrawn="1">
  <p:cSld name="Case Study-1/3-Dark">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BF441E88-7FE8-D22E-100F-B090659320A1}"/>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BFA5AB7F-48A8-2636-3278-4702BB8C5753}"/>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9" name="TextBox 8">
            <a:extLst>
              <a:ext uri="{FF2B5EF4-FFF2-40B4-BE49-F238E27FC236}">
                <a16:creationId xmlns:a16="http://schemas.microsoft.com/office/drawing/2014/main" id="{F1B4A2EA-2922-26E5-D797-A05E70DB9B02}"/>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10" name="Text Placeholder 3">
            <a:extLst>
              <a:ext uri="{FF2B5EF4-FFF2-40B4-BE49-F238E27FC236}">
                <a16:creationId xmlns:a16="http://schemas.microsoft.com/office/drawing/2014/main" id="{9C8D5290-AB1A-98C0-647E-05F429722DED}"/>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7907337" y="0"/>
            <a:ext cx="4284661" cy="6858000"/>
          </a:xfrm>
          <a:prstGeom prst="rect">
            <a:avLst/>
          </a:prstGeom>
          <a:solidFill>
            <a:schemeClr val="tx1">
              <a:lumMod val="85000"/>
              <a:lumOff val="1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AC395CC0-872C-69F3-88ED-BEF3B6BA983A}"/>
              </a:ext>
            </a:extLst>
          </p:cNvPr>
          <p:cNvSpPr>
            <a:spLocks noGrp="1"/>
          </p:cNvSpPr>
          <p:nvPr>
            <p:ph type="title"/>
          </p:nvPr>
        </p:nvSpPr>
        <p:spPr>
          <a:xfrm>
            <a:off x="457200" y="723900"/>
            <a:ext cx="5530849" cy="457200"/>
          </a:xfrm>
        </p:spPr>
        <p:txBody>
          <a:bodyPr/>
          <a:lstStyle>
            <a:lvl1pPr>
              <a:defRPr b="1">
                <a:solidFill>
                  <a:schemeClr val="bg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84DF7A43-01BC-022E-268E-6B2F50E13A7E}"/>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
        <p:nvSpPr>
          <p:cNvPr id="5" name="TextBox 4">
            <a:extLst>
              <a:ext uri="{FF2B5EF4-FFF2-40B4-BE49-F238E27FC236}">
                <a16:creationId xmlns:a16="http://schemas.microsoft.com/office/drawing/2014/main" id="{1FF6CAB9-3229-A377-2782-A27CB6B30495}"/>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6" name="Text Placeholder 3">
            <a:extLst>
              <a:ext uri="{FF2B5EF4-FFF2-40B4-BE49-F238E27FC236}">
                <a16:creationId xmlns:a16="http://schemas.microsoft.com/office/drawing/2014/main" id="{1B5412B9-D91D-8002-0693-897E81DD8C82}"/>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33598037"/>
      </p:ext>
    </p:extLst>
  </p:cSld>
  <p:clrMapOvr>
    <a:masterClrMapping/>
  </p:clrMapOvr>
</p:sldLayout>
</file>

<file path=ppt/slideLayouts/slideLayout189.xml><?xml version="1.0" encoding="utf-8"?>
<p:sldLayout xmlns:a="http://schemas.openxmlformats.org/drawingml/2006/main" xmlns:r="http://schemas.openxmlformats.org/officeDocument/2006/relationships" xmlns:p="http://schemas.openxmlformats.org/presentationml/2006/main" preserve="1" userDrawn="1">
  <p:cSld name="Case Study-1/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6095999" y="0"/>
            <a:ext cx="6096000" cy="6858000"/>
          </a:xfrm>
          <a:prstGeom prst="rect">
            <a:avLst/>
          </a:prstGeom>
          <a:solidFill>
            <a:schemeClr val="bg1">
              <a:lumMod val="9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9" name="Text Placeholder 10">
            <a:extLst>
              <a:ext uri="{FF2B5EF4-FFF2-40B4-BE49-F238E27FC236}">
                <a16:creationId xmlns:a16="http://schemas.microsoft.com/office/drawing/2014/main" id="{8BAA6E4E-7596-A644-93F2-6ABBAFCD6B70}"/>
              </a:ext>
            </a:extLst>
          </p:cNvPr>
          <p:cNvSpPr>
            <a:spLocks noGrp="1"/>
          </p:cNvSpPr>
          <p:nvPr>
            <p:ph type="body" sz="quarter" idx="10" hasCustomPrompt="1"/>
          </p:nvPr>
        </p:nvSpPr>
        <p:spPr>
          <a:xfrm>
            <a:off x="6582021" y="723900"/>
            <a:ext cx="3291840" cy="246221"/>
          </a:xfrm>
          <a:prstGeom prst="rect">
            <a:avLst/>
          </a:prstGeom>
          <a:noFill/>
        </p:spPr>
        <p:txBody>
          <a:bodyPr vert="horz" wrap="none" lIns="0" tIns="0" rIns="0" bIns="0" rtlCol="0" anchor="ctr">
            <a:spAutoFit/>
          </a:bodyPr>
          <a:lstStyle>
            <a:lvl1pPr>
              <a:defRPr lang="en-US" sz="1600" b="1" cap="none" spc="100" baseline="0" smtClean="0">
                <a:solidFill>
                  <a:schemeClr val="tx1"/>
                </a:solidFill>
                <a:ea typeface="+mj-ea"/>
                <a:cs typeface="+mj-cs"/>
              </a:defRPr>
            </a:lvl1pPr>
            <a:lvl2pPr marL="171450" indent="0">
              <a:buNone/>
              <a:defRPr lang="en-US" sz="1350" smtClean="0"/>
            </a:lvl2pPr>
            <a:lvl3pPr>
              <a:defRPr lang="en-US" sz="1350" smtClean="0"/>
            </a:lvl3pPr>
            <a:lvl4pPr>
              <a:defRPr lang="en-US" sz="1350" smtClean="0"/>
            </a:lvl4pPr>
            <a:lvl5pPr>
              <a:defRPr lang="en-US" sz="1350"/>
            </a:lvl5pPr>
          </a:lstStyle>
          <a:p>
            <a:pPr marL="0" lvl="0">
              <a:lnSpc>
                <a:spcPct val="100000"/>
              </a:lnSpc>
              <a:spcBef>
                <a:spcPct val="0"/>
              </a:spcBef>
              <a:buNone/>
            </a:pPr>
            <a:r>
              <a:rPr lang="en-US"/>
              <a:t>Edit Master Text Styles</a:t>
            </a:r>
          </a:p>
        </p:txBody>
      </p:sp>
      <p:sp>
        <p:nvSpPr>
          <p:cNvPr id="10" name="Text Placeholder 10">
            <a:extLst>
              <a:ext uri="{FF2B5EF4-FFF2-40B4-BE49-F238E27FC236}">
                <a16:creationId xmlns:a16="http://schemas.microsoft.com/office/drawing/2014/main" id="{182FF9AB-2A1C-E54B-B99E-245DE32DDE96}"/>
              </a:ext>
            </a:extLst>
          </p:cNvPr>
          <p:cNvSpPr>
            <a:spLocks noGrp="1"/>
          </p:cNvSpPr>
          <p:nvPr>
            <p:ph type="body" sz="quarter" idx="18" hasCustomPrompt="1"/>
          </p:nvPr>
        </p:nvSpPr>
        <p:spPr>
          <a:xfrm>
            <a:off x="6582020" y="3200114"/>
            <a:ext cx="3291840" cy="246221"/>
          </a:xfrm>
          <a:prstGeom prst="rect">
            <a:avLst/>
          </a:prstGeom>
          <a:noFill/>
        </p:spPr>
        <p:txBody>
          <a:bodyPr vert="horz" wrap="none" lIns="0" tIns="0" rIns="0" bIns="0" rtlCol="0" anchor="ctr">
            <a:spAutoFit/>
          </a:bodyPr>
          <a:lstStyle>
            <a:lvl1pPr>
              <a:defRPr lang="en-US" sz="1600" b="1" cap="none" spc="100" baseline="0" smtClean="0">
                <a:solidFill>
                  <a:schemeClr val="tx1"/>
                </a:solidFill>
                <a:ea typeface="+mj-ea"/>
                <a:cs typeface="+mj-cs"/>
              </a:defRPr>
            </a:lvl1pPr>
            <a:lvl2pPr marL="171450" indent="0">
              <a:buNone/>
              <a:defRPr lang="en-US" sz="1350" smtClean="0"/>
            </a:lvl2pPr>
            <a:lvl3pPr>
              <a:defRPr lang="en-US" sz="1350" smtClean="0"/>
            </a:lvl3pPr>
            <a:lvl4pPr>
              <a:defRPr lang="en-US" sz="1350" smtClean="0"/>
            </a:lvl4pPr>
            <a:lvl5pPr>
              <a:defRPr lang="en-US" sz="1350"/>
            </a:lvl5pPr>
          </a:lstStyle>
          <a:p>
            <a:pPr marL="0" lvl="0">
              <a:lnSpc>
                <a:spcPct val="100000"/>
              </a:lnSpc>
              <a:spcBef>
                <a:spcPct val="0"/>
              </a:spcBef>
              <a:buNone/>
            </a:pPr>
            <a:r>
              <a:rPr lang="en-US"/>
              <a:t>Edit Master Text Styles</a:t>
            </a:r>
          </a:p>
        </p:txBody>
      </p:sp>
      <p:sp>
        <p:nvSpPr>
          <p:cNvPr id="3" name="Title 1">
            <a:extLst>
              <a:ext uri="{FF2B5EF4-FFF2-40B4-BE49-F238E27FC236}">
                <a16:creationId xmlns:a16="http://schemas.microsoft.com/office/drawing/2014/main" id="{1ED9D0C0-2EBB-53F1-FD7B-7BFF49053303}"/>
              </a:ext>
            </a:extLst>
          </p:cNvPr>
          <p:cNvSpPr>
            <a:spLocks noGrp="1"/>
          </p:cNvSpPr>
          <p:nvPr>
            <p:ph type="title"/>
          </p:nvPr>
        </p:nvSpPr>
        <p:spPr>
          <a:xfrm>
            <a:off x="457200" y="723900"/>
            <a:ext cx="5530849" cy="457200"/>
          </a:xfrm>
        </p:spPr>
        <p:txBody>
          <a:bodyPr/>
          <a:lstStyle>
            <a:lvl1pPr>
              <a:defRPr b="1">
                <a:solidFill>
                  <a:schemeClr val="tx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EBF6AFA3-4B0B-A44E-C32C-9E35F112D736}"/>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
        <p:nvSpPr>
          <p:cNvPr id="5" name="TextBox 4">
            <a:extLst>
              <a:ext uri="{FF2B5EF4-FFF2-40B4-BE49-F238E27FC236}">
                <a16:creationId xmlns:a16="http://schemas.microsoft.com/office/drawing/2014/main" id="{2D7A437B-1C43-BD15-538B-E37E3F956D9A}"/>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6" name="Text Placeholder 3">
            <a:extLst>
              <a:ext uri="{FF2B5EF4-FFF2-40B4-BE49-F238E27FC236}">
                <a16:creationId xmlns:a16="http://schemas.microsoft.com/office/drawing/2014/main" id="{023EDF6C-81ED-D75B-14CE-F3906A1FF5DD}"/>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2572188152"/>
      </p:ext>
    </p:extLst>
  </p:cSld>
  <p:clrMapOvr>
    <a:masterClrMapping/>
  </p:clrMapOvr>
</p:sldLayout>
</file>

<file path=ppt/slideLayouts/slideLayout190.xml><?xml version="1.0" encoding="utf-8"?>
<p:sldLayout xmlns:a="http://schemas.openxmlformats.org/drawingml/2006/main" xmlns:r="http://schemas.openxmlformats.org/officeDocument/2006/relationships" xmlns:p="http://schemas.openxmlformats.org/presentationml/2006/main" preserve="1" userDrawn="1">
  <p:cSld name="Case Study-1/2-Dark">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CE6C5343-68AD-9879-2727-7ECBCB6A1B23}"/>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EBEF0FAA-381C-3A89-42AF-830EF59119A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56236"/>
            <a:ext cx="540540" cy="190499"/>
          </a:xfrm>
          <a:prstGeom prst="rect">
            <a:avLst/>
          </a:prstGeom>
        </p:spPr>
      </p:pic>
      <p:sp>
        <p:nvSpPr>
          <p:cNvPr id="11" name="TextBox 10">
            <a:extLst>
              <a:ext uri="{FF2B5EF4-FFF2-40B4-BE49-F238E27FC236}">
                <a16:creationId xmlns:a16="http://schemas.microsoft.com/office/drawing/2014/main" id="{8B24921F-F7DB-7A40-465F-85F610FC20C6}"/>
              </a:ext>
            </a:extLst>
          </p:cNvPr>
          <p:cNvSpPr txBox="1"/>
          <p:nvPr userDrawn="1"/>
        </p:nvSpPr>
        <p:spPr>
          <a:xfrm>
            <a:off x="10048875" y="6423925"/>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12" name="Text Placeholder 3">
            <a:extLst>
              <a:ext uri="{FF2B5EF4-FFF2-40B4-BE49-F238E27FC236}">
                <a16:creationId xmlns:a16="http://schemas.microsoft.com/office/drawing/2014/main" id="{64F018D9-6B5F-8BCB-BD75-7816BF58C56F}"/>
              </a:ext>
            </a:extLst>
          </p:cNvPr>
          <p:cNvSpPr txBox="1">
            <a:spLocks/>
          </p:cNvSpPr>
          <p:nvPr userDrawn="1"/>
        </p:nvSpPr>
        <p:spPr>
          <a:xfrm>
            <a:off x="11498094" y="6423926"/>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6095999" y="0"/>
            <a:ext cx="6096000" cy="6858000"/>
          </a:xfrm>
          <a:prstGeom prst="rect">
            <a:avLst/>
          </a:prstGeom>
          <a:solidFill>
            <a:schemeClr val="tx1">
              <a:lumMod val="85000"/>
              <a:lumOff val="1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9" name="Text Placeholder 10">
            <a:extLst>
              <a:ext uri="{FF2B5EF4-FFF2-40B4-BE49-F238E27FC236}">
                <a16:creationId xmlns:a16="http://schemas.microsoft.com/office/drawing/2014/main" id="{8BAA6E4E-7596-A644-93F2-6ABBAFCD6B70}"/>
              </a:ext>
            </a:extLst>
          </p:cNvPr>
          <p:cNvSpPr>
            <a:spLocks noGrp="1"/>
          </p:cNvSpPr>
          <p:nvPr>
            <p:ph type="body" sz="quarter" idx="10" hasCustomPrompt="1"/>
          </p:nvPr>
        </p:nvSpPr>
        <p:spPr>
          <a:xfrm>
            <a:off x="6582021" y="723900"/>
            <a:ext cx="2213811" cy="246221"/>
          </a:xfrm>
          <a:prstGeom prst="rect">
            <a:avLst/>
          </a:prstGeom>
          <a:noFill/>
        </p:spPr>
        <p:txBody>
          <a:bodyPr vert="horz" wrap="none" lIns="0" tIns="0" rIns="0" bIns="0" rtlCol="0" anchor="ctr">
            <a:spAutoFit/>
          </a:bodyPr>
          <a:lstStyle>
            <a:lvl1pPr>
              <a:defRPr lang="en-US" sz="1600" b="1" cap="none" spc="100" baseline="0" smtClean="0">
                <a:solidFill>
                  <a:schemeClr val="bg1"/>
                </a:solidFill>
                <a:ea typeface="+mj-ea"/>
                <a:cs typeface="+mj-cs"/>
              </a:defRPr>
            </a:lvl1pPr>
            <a:lvl2pPr marL="171450" indent="0">
              <a:buNone/>
              <a:defRPr lang="en-US" sz="1350" smtClean="0"/>
            </a:lvl2pPr>
            <a:lvl3pPr>
              <a:defRPr lang="en-US" sz="1350" smtClean="0"/>
            </a:lvl3pPr>
            <a:lvl4pPr>
              <a:defRPr lang="en-US" sz="1350" smtClean="0"/>
            </a:lvl4pPr>
            <a:lvl5pPr>
              <a:defRPr lang="en-US" sz="1350"/>
            </a:lvl5pPr>
          </a:lstStyle>
          <a:p>
            <a:pPr marL="0" lvl="0">
              <a:lnSpc>
                <a:spcPct val="100000"/>
              </a:lnSpc>
              <a:spcBef>
                <a:spcPct val="0"/>
              </a:spcBef>
              <a:buNone/>
            </a:pPr>
            <a:r>
              <a:rPr lang="en-US"/>
              <a:t>Edit Master Text Styles</a:t>
            </a:r>
          </a:p>
        </p:txBody>
      </p:sp>
      <p:sp>
        <p:nvSpPr>
          <p:cNvPr id="10" name="Text Placeholder 10">
            <a:extLst>
              <a:ext uri="{FF2B5EF4-FFF2-40B4-BE49-F238E27FC236}">
                <a16:creationId xmlns:a16="http://schemas.microsoft.com/office/drawing/2014/main" id="{182FF9AB-2A1C-E54B-B99E-245DE32DDE96}"/>
              </a:ext>
            </a:extLst>
          </p:cNvPr>
          <p:cNvSpPr>
            <a:spLocks noGrp="1"/>
          </p:cNvSpPr>
          <p:nvPr>
            <p:ph type="body" sz="quarter" idx="18" hasCustomPrompt="1"/>
          </p:nvPr>
        </p:nvSpPr>
        <p:spPr>
          <a:xfrm>
            <a:off x="6582020" y="3200114"/>
            <a:ext cx="2213811" cy="246221"/>
          </a:xfrm>
          <a:prstGeom prst="rect">
            <a:avLst/>
          </a:prstGeom>
          <a:noFill/>
        </p:spPr>
        <p:txBody>
          <a:bodyPr vert="horz" wrap="none" lIns="0" tIns="0" rIns="0" bIns="0" rtlCol="0" anchor="ctr">
            <a:spAutoFit/>
          </a:bodyPr>
          <a:lstStyle>
            <a:lvl1pPr>
              <a:defRPr lang="en-US" sz="1600" b="1" cap="none" spc="100" baseline="0" smtClean="0">
                <a:solidFill>
                  <a:schemeClr val="bg1"/>
                </a:solidFill>
                <a:ea typeface="+mj-ea"/>
                <a:cs typeface="+mj-cs"/>
              </a:defRPr>
            </a:lvl1pPr>
            <a:lvl2pPr marL="171450" indent="0">
              <a:buNone/>
              <a:defRPr lang="en-US" sz="1350" smtClean="0"/>
            </a:lvl2pPr>
            <a:lvl3pPr>
              <a:defRPr lang="en-US" sz="1350" smtClean="0"/>
            </a:lvl3pPr>
            <a:lvl4pPr>
              <a:defRPr lang="en-US" sz="1350" smtClean="0"/>
            </a:lvl4pPr>
            <a:lvl5pPr>
              <a:defRPr lang="en-US" sz="1350"/>
            </a:lvl5pPr>
          </a:lstStyle>
          <a:p>
            <a:pPr marL="0" lvl="0">
              <a:lnSpc>
                <a:spcPct val="100000"/>
              </a:lnSpc>
              <a:spcBef>
                <a:spcPct val="0"/>
              </a:spcBef>
              <a:buNone/>
            </a:pPr>
            <a:r>
              <a:rPr lang="en-US"/>
              <a:t>Edit Master Text Styles</a:t>
            </a:r>
          </a:p>
        </p:txBody>
      </p:sp>
      <p:sp>
        <p:nvSpPr>
          <p:cNvPr id="3" name="Title 1">
            <a:extLst>
              <a:ext uri="{FF2B5EF4-FFF2-40B4-BE49-F238E27FC236}">
                <a16:creationId xmlns:a16="http://schemas.microsoft.com/office/drawing/2014/main" id="{1ED9D0C0-2EBB-53F1-FD7B-7BFF49053303}"/>
              </a:ext>
            </a:extLst>
          </p:cNvPr>
          <p:cNvSpPr>
            <a:spLocks noGrp="1"/>
          </p:cNvSpPr>
          <p:nvPr>
            <p:ph type="title"/>
          </p:nvPr>
        </p:nvSpPr>
        <p:spPr>
          <a:xfrm>
            <a:off x="457200" y="723900"/>
            <a:ext cx="5530849" cy="457200"/>
          </a:xfrm>
        </p:spPr>
        <p:txBody>
          <a:bodyPr/>
          <a:lstStyle>
            <a:lvl1pPr>
              <a:defRPr b="1">
                <a:solidFill>
                  <a:schemeClr val="bg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EBF6AFA3-4B0B-A44E-C32C-9E35F112D736}"/>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
        <p:nvSpPr>
          <p:cNvPr id="5" name="TextBox 4">
            <a:extLst>
              <a:ext uri="{FF2B5EF4-FFF2-40B4-BE49-F238E27FC236}">
                <a16:creationId xmlns:a16="http://schemas.microsoft.com/office/drawing/2014/main" id="{2D7A437B-1C43-BD15-538B-E37E3F956D9A}"/>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6" name="Text Placeholder 3">
            <a:extLst>
              <a:ext uri="{FF2B5EF4-FFF2-40B4-BE49-F238E27FC236}">
                <a16:creationId xmlns:a16="http://schemas.microsoft.com/office/drawing/2014/main" id="{023EDF6C-81ED-D75B-14CE-F3906A1FF5DD}"/>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396924457"/>
      </p:ext>
    </p:extLst>
  </p:cSld>
  <p:clrMapOvr>
    <a:masterClrMapping/>
  </p:clrMapOvr>
</p:sldLayout>
</file>

<file path=ppt/slideLayouts/slideLayout191.xml><?xml version="1.0" encoding="utf-8"?>
<p:sldLayout xmlns:a="http://schemas.openxmlformats.org/drawingml/2006/main" xmlns:r="http://schemas.openxmlformats.org/officeDocument/2006/relationships" xmlns:p="http://schemas.openxmlformats.org/presentationml/2006/main" preserve="1" userDrawn="1">
  <p:cSld name="Case Study-1/2 Picture">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9870588-DEAA-3B45-9A4B-86DCE176308E}"/>
              </a:ext>
            </a:extLst>
          </p:cNvPr>
          <p:cNvSpPr/>
          <p:nvPr userDrawn="1"/>
        </p:nvSpPr>
        <p:spPr bwMode="auto">
          <a:xfrm flipH="1">
            <a:off x="6095999" y="0"/>
            <a:ext cx="6096000" cy="6858000"/>
          </a:xfrm>
          <a:prstGeom prst="rect">
            <a:avLst/>
          </a:prstGeom>
          <a:solidFill>
            <a:schemeClr val="bg1">
              <a:lumMod val="9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3" name="Picture Placeholder 2">
            <a:extLst>
              <a:ext uri="{FF2B5EF4-FFF2-40B4-BE49-F238E27FC236}">
                <a16:creationId xmlns:a16="http://schemas.microsoft.com/office/drawing/2014/main" id="{4571F9CF-CDF3-4EE6-A083-D93A58113454}"/>
              </a:ext>
            </a:extLst>
          </p:cNvPr>
          <p:cNvSpPr>
            <a:spLocks noGrp="1"/>
          </p:cNvSpPr>
          <p:nvPr>
            <p:ph type="pic" sz="quarter" idx="16"/>
          </p:nvPr>
        </p:nvSpPr>
        <p:spPr>
          <a:xfrm>
            <a:off x="6096000" y="0"/>
            <a:ext cx="6096000" cy="6858000"/>
          </a:xfrm>
          <a:prstGeom prst="rect">
            <a:avLst/>
          </a:prstGeom>
        </p:spPr>
        <p:txBody>
          <a:bodyPr/>
          <a:lstStyle/>
          <a:p>
            <a:endParaRPr lang="en-US"/>
          </a:p>
        </p:txBody>
      </p:sp>
      <p:sp>
        <p:nvSpPr>
          <p:cNvPr id="2" name="Title 1">
            <a:extLst>
              <a:ext uri="{FF2B5EF4-FFF2-40B4-BE49-F238E27FC236}">
                <a16:creationId xmlns:a16="http://schemas.microsoft.com/office/drawing/2014/main" id="{E740C5E2-D359-5FED-B284-19CF47A418DC}"/>
              </a:ext>
            </a:extLst>
          </p:cNvPr>
          <p:cNvSpPr>
            <a:spLocks noGrp="1"/>
          </p:cNvSpPr>
          <p:nvPr>
            <p:ph type="title"/>
          </p:nvPr>
        </p:nvSpPr>
        <p:spPr>
          <a:xfrm>
            <a:off x="457200" y="723900"/>
            <a:ext cx="5530849" cy="457200"/>
          </a:xfrm>
        </p:spPr>
        <p:txBody>
          <a:bodyPr/>
          <a:lstStyle>
            <a:lvl1pPr>
              <a:defRPr b="1">
                <a:solidFill>
                  <a:schemeClr val="tx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EA60CDFE-3A94-5F3A-0523-ABA560780070}"/>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
        <p:nvSpPr>
          <p:cNvPr id="5" name="TextBox 4">
            <a:extLst>
              <a:ext uri="{FF2B5EF4-FFF2-40B4-BE49-F238E27FC236}">
                <a16:creationId xmlns:a16="http://schemas.microsoft.com/office/drawing/2014/main" id="{1E7052EF-2C83-09DE-9638-F3492217FF7E}"/>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8" name="Text Placeholder 3">
            <a:extLst>
              <a:ext uri="{FF2B5EF4-FFF2-40B4-BE49-F238E27FC236}">
                <a16:creationId xmlns:a16="http://schemas.microsoft.com/office/drawing/2014/main" id="{997612B5-8615-3AC0-8239-012312B6FD99}"/>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944080907"/>
      </p:ext>
    </p:extLst>
  </p:cSld>
  <p:clrMapOvr>
    <a:masterClrMapping/>
  </p:clrMapOvr>
</p:sldLayout>
</file>

<file path=ppt/slideLayouts/slideLayout192.xml><?xml version="1.0" encoding="utf-8"?>
<p:sldLayout xmlns:a="http://schemas.openxmlformats.org/drawingml/2006/main" xmlns:r="http://schemas.openxmlformats.org/officeDocument/2006/relationships" xmlns:p="http://schemas.openxmlformats.org/presentationml/2006/main" preserve="1" userDrawn="1">
  <p:cSld name="Case Study-1/2 Picture-Dark">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72960BA-AA0C-9715-43A2-22B9050A4780}"/>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pic>
        <p:nvPicPr>
          <p:cNvPr id="9" name="Graphic 8">
            <a:extLst>
              <a:ext uri="{FF2B5EF4-FFF2-40B4-BE49-F238E27FC236}">
                <a16:creationId xmlns:a16="http://schemas.microsoft.com/office/drawing/2014/main" id="{81783F67-AD13-06FC-C79E-DE6FBF4D057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6" name="Rectangle 5">
            <a:extLst>
              <a:ext uri="{FF2B5EF4-FFF2-40B4-BE49-F238E27FC236}">
                <a16:creationId xmlns:a16="http://schemas.microsoft.com/office/drawing/2014/main" id="{49870588-DEAA-3B45-9A4B-86DCE176308E}"/>
              </a:ext>
            </a:extLst>
          </p:cNvPr>
          <p:cNvSpPr/>
          <p:nvPr userDrawn="1"/>
        </p:nvSpPr>
        <p:spPr bwMode="auto">
          <a:xfrm flipH="1">
            <a:off x="6095999" y="0"/>
            <a:ext cx="6096000" cy="6858000"/>
          </a:xfrm>
          <a:prstGeom prst="rect">
            <a:avLst/>
          </a:prstGeom>
          <a:solidFill>
            <a:schemeClr val="bg1">
              <a:lumMod val="9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3" name="Picture Placeholder 2">
            <a:extLst>
              <a:ext uri="{FF2B5EF4-FFF2-40B4-BE49-F238E27FC236}">
                <a16:creationId xmlns:a16="http://schemas.microsoft.com/office/drawing/2014/main" id="{4571F9CF-CDF3-4EE6-A083-D93A58113454}"/>
              </a:ext>
            </a:extLst>
          </p:cNvPr>
          <p:cNvSpPr>
            <a:spLocks noGrp="1"/>
          </p:cNvSpPr>
          <p:nvPr>
            <p:ph type="pic" sz="quarter" idx="16"/>
          </p:nvPr>
        </p:nvSpPr>
        <p:spPr>
          <a:xfrm>
            <a:off x="6096000" y="0"/>
            <a:ext cx="6096000" cy="6858000"/>
          </a:xfrm>
          <a:prstGeom prst="rect">
            <a:avLst/>
          </a:prstGeom>
          <a:solidFill>
            <a:schemeClr val="tx1">
              <a:lumMod val="85000"/>
              <a:lumOff val="15000"/>
            </a:schemeClr>
          </a:solidFill>
        </p:spPr>
        <p:txBody>
          <a:bodyPr/>
          <a:lstStyle/>
          <a:p>
            <a:endParaRPr lang="en-US"/>
          </a:p>
        </p:txBody>
      </p:sp>
      <p:sp>
        <p:nvSpPr>
          <p:cNvPr id="2" name="Title 1">
            <a:extLst>
              <a:ext uri="{FF2B5EF4-FFF2-40B4-BE49-F238E27FC236}">
                <a16:creationId xmlns:a16="http://schemas.microsoft.com/office/drawing/2014/main" id="{B2F414E4-F961-7DD4-8CFB-7B93DD10B689}"/>
              </a:ext>
            </a:extLst>
          </p:cNvPr>
          <p:cNvSpPr>
            <a:spLocks noGrp="1"/>
          </p:cNvSpPr>
          <p:nvPr>
            <p:ph type="title"/>
          </p:nvPr>
        </p:nvSpPr>
        <p:spPr>
          <a:xfrm>
            <a:off x="457200" y="723900"/>
            <a:ext cx="5530849" cy="457200"/>
          </a:xfrm>
        </p:spPr>
        <p:txBody>
          <a:bodyPr/>
          <a:lstStyle>
            <a:lvl1pPr>
              <a:defRPr b="1">
                <a:solidFill>
                  <a:schemeClr val="bg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B2BE525B-A1C0-1DD5-E075-79F96E71ED40}"/>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
        <p:nvSpPr>
          <p:cNvPr id="10" name="TextBox 9">
            <a:extLst>
              <a:ext uri="{FF2B5EF4-FFF2-40B4-BE49-F238E27FC236}">
                <a16:creationId xmlns:a16="http://schemas.microsoft.com/office/drawing/2014/main" id="{5067A229-8E7F-A1E8-7492-218AEFB06B0E}"/>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11" name="Text Placeholder 3">
            <a:extLst>
              <a:ext uri="{FF2B5EF4-FFF2-40B4-BE49-F238E27FC236}">
                <a16:creationId xmlns:a16="http://schemas.microsoft.com/office/drawing/2014/main" id="{371751A4-BF09-09F2-77C6-42F2F2AEB242}"/>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3129012256"/>
      </p:ext>
    </p:extLst>
  </p:cSld>
  <p:clrMapOvr>
    <a:masterClrMapping/>
  </p:clrMapOvr>
</p:sldLayout>
</file>

<file path=ppt/slideLayouts/slideLayout193.xml><?xml version="1.0" encoding="utf-8"?>
<p:sldLayout xmlns:a="http://schemas.openxmlformats.org/drawingml/2006/main" xmlns:r="http://schemas.openxmlformats.org/officeDocument/2006/relationships" xmlns:p="http://schemas.openxmlformats.org/presentationml/2006/main" preserve="1" userDrawn="1">
  <p:cSld name="Case Study-2/3 Picture">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1657C14D-88D4-2E4E-B3D4-C2C8ABFC1A31}"/>
              </a:ext>
            </a:extLst>
          </p:cNvPr>
          <p:cNvSpPr/>
          <p:nvPr userDrawn="1"/>
        </p:nvSpPr>
        <p:spPr bwMode="auto">
          <a:xfrm>
            <a:off x="4302124" y="0"/>
            <a:ext cx="7889875" cy="6858000"/>
          </a:xfrm>
          <a:prstGeom prst="rect">
            <a:avLst/>
          </a:prstGeom>
          <a:solidFill>
            <a:schemeClr val="bg1">
              <a:lumMod val="9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14" name="Picture Placeholder 2">
            <a:extLst>
              <a:ext uri="{FF2B5EF4-FFF2-40B4-BE49-F238E27FC236}">
                <a16:creationId xmlns:a16="http://schemas.microsoft.com/office/drawing/2014/main" id="{B0B5FC9B-C94B-DD4C-B568-43367EF1D400}"/>
              </a:ext>
            </a:extLst>
          </p:cNvPr>
          <p:cNvSpPr>
            <a:spLocks noGrp="1"/>
          </p:cNvSpPr>
          <p:nvPr>
            <p:ph type="pic" sz="quarter" idx="16"/>
          </p:nvPr>
        </p:nvSpPr>
        <p:spPr>
          <a:xfrm>
            <a:off x="4314697" y="0"/>
            <a:ext cx="7877303" cy="6858000"/>
          </a:xfrm>
          <a:prstGeom prst="rect">
            <a:avLst/>
          </a:prstGeom>
        </p:spPr>
        <p:txBody>
          <a:bodyPr/>
          <a:lstStyle/>
          <a:p>
            <a:endParaRPr lang="en-US"/>
          </a:p>
        </p:txBody>
      </p:sp>
      <p:sp>
        <p:nvSpPr>
          <p:cNvPr id="2" name="Title 1">
            <a:extLst>
              <a:ext uri="{FF2B5EF4-FFF2-40B4-BE49-F238E27FC236}">
                <a16:creationId xmlns:a16="http://schemas.microsoft.com/office/drawing/2014/main" id="{5CC81004-83D3-1FD9-8DEB-8753B675234C}"/>
              </a:ext>
            </a:extLst>
          </p:cNvPr>
          <p:cNvSpPr>
            <a:spLocks noGrp="1"/>
          </p:cNvSpPr>
          <p:nvPr>
            <p:ph type="title"/>
          </p:nvPr>
        </p:nvSpPr>
        <p:spPr>
          <a:xfrm>
            <a:off x="457201" y="723900"/>
            <a:ext cx="3611880" cy="457200"/>
          </a:xfrm>
        </p:spPr>
        <p:txBody>
          <a:bodyPr/>
          <a:lstStyle>
            <a:lvl1pPr>
              <a:defRPr b="1">
                <a:solidFill>
                  <a:schemeClr val="tx1"/>
                </a:solidFill>
                <a:latin typeface="+mn-lt"/>
              </a:defRPr>
            </a:lvl1pPr>
          </a:lstStyle>
          <a:p>
            <a:r>
              <a:rPr lang="en-US"/>
              <a:t>Click to edit Master title style</a:t>
            </a:r>
          </a:p>
        </p:txBody>
      </p:sp>
      <p:sp>
        <p:nvSpPr>
          <p:cNvPr id="3" name="Text Placeholder 10">
            <a:extLst>
              <a:ext uri="{FF2B5EF4-FFF2-40B4-BE49-F238E27FC236}">
                <a16:creationId xmlns:a16="http://schemas.microsoft.com/office/drawing/2014/main" id="{6B05C9E2-FF8C-3AB5-99B5-2786F045CA73}"/>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
        <p:nvSpPr>
          <p:cNvPr id="4" name="TextBox 3">
            <a:extLst>
              <a:ext uri="{FF2B5EF4-FFF2-40B4-BE49-F238E27FC236}">
                <a16:creationId xmlns:a16="http://schemas.microsoft.com/office/drawing/2014/main" id="{7093178D-6CC8-41D7-8CEB-9ED5EE67A4BD}"/>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5" name="Text Placeholder 3">
            <a:extLst>
              <a:ext uri="{FF2B5EF4-FFF2-40B4-BE49-F238E27FC236}">
                <a16:creationId xmlns:a16="http://schemas.microsoft.com/office/drawing/2014/main" id="{ACC52C08-BA77-F41F-7A2A-48DD915C7E8E}"/>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1031678274"/>
      </p:ext>
    </p:extLst>
  </p:cSld>
  <p:clrMapOvr>
    <a:masterClrMapping/>
  </p:clrMapOvr>
</p:sldLayout>
</file>

<file path=ppt/slideLayouts/slideLayout194.xml><?xml version="1.0" encoding="utf-8"?>
<p:sldLayout xmlns:a="http://schemas.openxmlformats.org/drawingml/2006/main" xmlns:r="http://schemas.openxmlformats.org/officeDocument/2006/relationships" xmlns:p="http://schemas.openxmlformats.org/presentationml/2006/main" preserve="1" userDrawn="1">
  <p:cSld name="Case Study-2/3 Picture-Dar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91463925-928E-4FE1-B9E5-B83141A2C221}"/>
              </a:ext>
            </a:extLst>
          </p:cNvPr>
          <p:cNvSpPr/>
          <p:nvPr userDrawn="1"/>
        </p:nvSpPr>
        <p:spPr bwMode="auto">
          <a:xfrm>
            <a:off x="-1" y="0"/>
            <a:ext cx="12192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pic>
        <p:nvPicPr>
          <p:cNvPr id="7" name="Graphic 6">
            <a:extLst>
              <a:ext uri="{FF2B5EF4-FFF2-40B4-BE49-F238E27FC236}">
                <a16:creationId xmlns:a16="http://schemas.microsoft.com/office/drawing/2014/main" id="{C169AD5E-5F94-E6C0-0DB3-77E8A5A0D3C0}"/>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0" y="6438901"/>
            <a:ext cx="540540" cy="190499"/>
          </a:xfrm>
          <a:prstGeom prst="rect">
            <a:avLst/>
          </a:prstGeom>
        </p:spPr>
      </p:pic>
      <p:sp>
        <p:nvSpPr>
          <p:cNvPr id="8" name="TextBox 7">
            <a:extLst>
              <a:ext uri="{FF2B5EF4-FFF2-40B4-BE49-F238E27FC236}">
                <a16:creationId xmlns:a16="http://schemas.microsoft.com/office/drawing/2014/main" id="{D63DBF0C-CA25-003D-B5D8-6EE24C1F808C}"/>
              </a:ext>
            </a:extLst>
          </p:cNvPr>
          <p:cNvSpPr txBox="1"/>
          <p:nvPr userDrawn="1"/>
        </p:nvSpPr>
        <p:spPr>
          <a:xfrm>
            <a:off x="10048874"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10" name="Text Placeholder 3">
            <a:extLst>
              <a:ext uri="{FF2B5EF4-FFF2-40B4-BE49-F238E27FC236}">
                <a16:creationId xmlns:a16="http://schemas.microsoft.com/office/drawing/2014/main" id="{697B36E0-E687-34C7-ACB3-F681FF77C582}"/>
              </a:ext>
            </a:extLst>
          </p:cNvPr>
          <p:cNvSpPr txBox="1">
            <a:spLocks/>
          </p:cNvSpPr>
          <p:nvPr userDrawn="1"/>
        </p:nvSpPr>
        <p:spPr>
          <a:xfrm>
            <a:off x="11498093"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
        <p:nvSpPr>
          <p:cNvPr id="9" name="Rectangle 8">
            <a:extLst>
              <a:ext uri="{FF2B5EF4-FFF2-40B4-BE49-F238E27FC236}">
                <a16:creationId xmlns:a16="http://schemas.microsoft.com/office/drawing/2014/main" id="{1657C14D-88D4-2E4E-B3D4-C2C8ABFC1A31}"/>
              </a:ext>
            </a:extLst>
          </p:cNvPr>
          <p:cNvSpPr/>
          <p:nvPr userDrawn="1"/>
        </p:nvSpPr>
        <p:spPr bwMode="auto">
          <a:xfrm>
            <a:off x="4302124" y="0"/>
            <a:ext cx="7889875" cy="6858000"/>
          </a:xfrm>
          <a:prstGeom prst="rect">
            <a:avLst/>
          </a:prstGeom>
          <a:solidFill>
            <a:schemeClr val="bg1">
              <a:lumMod val="9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14" name="Picture Placeholder 2">
            <a:extLst>
              <a:ext uri="{FF2B5EF4-FFF2-40B4-BE49-F238E27FC236}">
                <a16:creationId xmlns:a16="http://schemas.microsoft.com/office/drawing/2014/main" id="{B0B5FC9B-C94B-DD4C-B568-43367EF1D400}"/>
              </a:ext>
            </a:extLst>
          </p:cNvPr>
          <p:cNvSpPr>
            <a:spLocks noGrp="1"/>
          </p:cNvSpPr>
          <p:nvPr>
            <p:ph type="pic" sz="quarter" idx="16"/>
          </p:nvPr>
        </p:nvSpPr>
        <p:spPr>
          <a:xfrm>
            <a:off x="4314697" y="0"/>
            <a:ext cx="7877303" cy="6858000"/>
          </a:xfrm>
          <a:prstGeom prst="rect">
            <a:avLst/>
          </a:prstGeom>
          <a:solidFill>
            <a:schemeClr val="tx1">
              <a:lumMod val="85000"/>
              <a:lumOff val="15000"/>
            </a:schemeClr>
          </a:solidFill>
        </p:spPr>
        <p:txBody>
          <a:bodyPr/>
          <a:lstStyle/>
          <a:p>
            <a:endParaRPr lang="en-US"/>
          </a:p>
        </p:txBody>
      </p:sp>
      <p:sp>
        <p:nvSpPr>
          <p:cNvPr id="2" name="Title 1">
            <a:extLst>
              <a:ext uri="{FF2B5EF4-FFF2-40B4-BE49-F238E27FC236}">
                <a16:creationId xmlns:a16="http://schemas.microsoft.com/office/drawing/2014/main" id="{5CC81004-83D3-1FD9-8DEB-8753B675234C}"/>
              </a:ext>
            </a:extLst>
          </p:cNvPr>
          <p:cNvSpPr>
            <a:spLocks noGrp="1"/>
          </p:cNvSpPr>
          <p:nvPr>
            <p:ph type="title"/>
          </p:nvPr>
        </p:nvSpPr>
        <p:spPr>
          <a:xfrm>
            <a:off x="457201" y="723900"/>
            <a:ext cx="3611880" cy="457200"/>
          </a:xfrm>
        </p:spPr>
        <p:txBody>
          <a:bodyPr/>
          <a:lstStyle>
            <a:lvl1pPr>
              <a:defRPr b="1">
                <a:solidFill>
                  <a:schemeClr val="bg1"/>
                </a:solidFill>
                <a:latin typeface="+mn-lt"/>
              </a:defRPr>
            </a:lvl1pPr>
          </a:lstStyle>
          <a:p>
            <a:r>
              <a:rPr lang="en-US"/>
              <a:t>Click to edit Master title style</a:t>
            </a:r>
          </a:p>
        </p:txBody>
      </p:sp>
      <p:sp>
        <p:nvSpPr>
          <p:cNvPr id="3" name="Text Placeholder 10">
            <a:extLst>
              <a:ext uri="{FF2B5EF4-FFF2-40B4-BE49-F238E27FC236}">
                <a16:creationId xmlns:a16="http://schemas.microsoft.com/office/drawing/2014/main" id="{6B05C9E2-FF8C-3AB5-99B5-2786F045CA73}"/>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
        <p:nvSpPr>
          <p:cNvPr id="4" name="TextBox 3">
            <a:extLst>
              <a:ext uri="{FF2B5EF4-FFF2-40B4-BE49-F238E27FC236}">
                <a16:creationId xmlns:a16="http://schemas.microsoft.com/office/drawing/2014/main" id="{7093178D-6CC8-41D7-8CEB-9ED5EE67A4BD}"/>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5" name="Text Placeholder 3">
            <a:extLst>
              <a:ext uri="{FF2B5EF4-FFF2-40B4-BE49-F238E27FC236}">
                <a16:creationId xmlns:a16="http://schemas.microsoft.com/office/drawing/2014/main" id="{ACC52C08-BA77-F41F-7A2A-48DD915C7E8E}"/>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3123899835"/>
      </p:ext>
    </p:extLst>
  </p:cSld>
  <p:clrMapOvr>
    <a:masterClrMapping/>
  </p:clrMapOvr>
</p:sldLayout>
</file>

<file path=ppt/slideLayouts/slideLayout195.xml><?xml version="1.0" encoding="utf-8"?>
<p:sldLayout xmlns:a="http://schemas.openxmlformats.org/drawingml/2006/main" xmlns:r="http://schemas.openxmlformats.org/officeDocument/2006/relationships" xmlns:p="http://schemas.openxmlformats.org/presentationml/2006/main" preserve="1" userDrawn="1">
  <p:cSld name="Case Study-MockUp">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2378075" cy="6858000"/>
          </a:xfrm>
          <a:prstGeom prst="rect">
            <a:avLst/>
          </a:prstGeom>
          <a:solidFill>
            <a:schemeClr val="bg1">
              <a:lumMod val="9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11" name="Title 1"/>
          <p:cNvSpPr>
            <a:spLocks noGrp="1"/>
          </p:cNvSpPr>
          <p:nvPr>
            <p:ph type="title"/>
          </p:nvPr>
        </p:nvSpPr>
        <p:spPr>
          <a:xfrm>
            <a:off x="4303841" y="1600200"/>
            <a:ext cx="4797425" cy="338554"/>
          </a:xfrm>
        </p:spPr>
        <p:txBody>
          <a:bodyPr>
            <a:spAutoFit/>
          </a:bodyPr>
          <a:lstStyle>
            <a:lvl1pPr>
              <a:defRPr b="1">
                <a:solidFill>
                  <a:schemeClr val="tx1"/>
                </a:solidFill>
                <a:latin typeface="+mn-lt"/>
              </a:defRPr>
            </a:lvl1pPr>
          </a:lstStyle>
          <a:p>
            <a:r>
              <a:rPr lang="en-US"/>
              <a:t>Click to edit Master title style</a:t>
            </a:r>
          </a:p>
        </p:txBody>
      </p:sp>
      <p:sp>
        <p:nvSpPr>
          <p:cNvPr id="10" name="Text Placeholder 2">
            <a:extLst>
              <a:ext uri="{FF2B5EF4-FFF2-40B4-BE49-F238E27FC236}">
                <a16:creationId xmlns:a16="http://schemas.microsoft.com/office/drawing/2014/main" id="{DCFE7496-2B11-468F-A424-81EF7552D417}"/>
              </a:ext>
            </a:extLst>
          </p:cNvPr>
          <p:cNvSpPr>
            <a:spLocks noGrp="1"/>
          </p:cNvSpPr>
          <p:nvPr>
            <p:ph type="body" sz="quarter" idx="17" hasCustomPrompt="1"/>
          </p:nvPr>
        </p:nvSpPr>
        <p:spPr>
          <a:xfrm>
            <a:off x="4316414" y="2286000"/>
            <a:ext cx="4784852" cy="3657600"/>
          </a:xfrm>
          <a:prstGeom prst="rect">
            <a:avLst/>
          </a:prstGeom>
        </p:spPr>
        <p:txBody>
          <a:bodyPr/>
          <a:lstStyle>
            <a:lvl1pPr>
              <a:defRPr sz="1600">
                <a:solidFill>
                  <a:schemeClr val="tx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 scrambled it to make a type specimen book. It has survived not only five centuries, but also the leap into electronic typesetting, remaining essentially unchanged. It was </a:t>
            </a:r>
            <a:r>
              <a:rPr lang="en-US" err="1"/>
              <a:t>popularised</a:t>
            </a:r>
            <a:r>
              <a:rPr lang="en-US"/>
              <a:t> in the 1960s with the release of Letraset sheets containing Lorem Ipsum passages, and more recently with desktop publishing software like Aldus PageMaker including versions of Lorem Ipsum.</a:t>
            </a:r>
          </a:p>
        </p:txBody>
      </p:sp>
      <p:pic>
        <p:nvPicPr>
          <p:cNvPr id="12" name="Graphic 11">
            <a:extLst>
              <a:ext uri="{FF2B5EF4-FFF2-40B4-BE49-F238E27FC236}">
                <a16:creationId xmlns:a16="http://schemas.microsoft.com/office/drawing/2014/main" id="{15EB0785-A8B2-B844-97DC-362F6DEDBA7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Tree>
    <p:extLst>
      <p:ext uri="{BB962C8B-B14F-4D97-AF65-F5344CB8AC3E}">
        <p14:creationId xmlns:p14="http://schemas.microsoft.com/office/powerpoint/2010/main" val="634477942"/>
      </p:ext>
    </p:extLst>
  </p:cSld>
  <p:clrMapOvr>
    <a:masterClrMapping/>
  </p:clrMapOvr>
</p:sldLayout>
</file>

<file path=ppt/slideLayouts/slideLayout196.xml><?xml version="1.0" encoding="utf-8"?>
<p:sldLayout xmlns:a="http://schemas.openxmlformats.org/drawingml/2006/main" xmlns:r="http://schemas.openxmlformats.org/officeDocument/2006/relationships" xmlns:p="http://schemas.openxmlformats.org/presentationml/2006/main" preserve="1" userDrawn="1">
  <p:cSld name="Case Study-MockUp-Dark">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7D6310AE-15DA-337B-9B5E-33A904BF3549}"/>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2378075" cy="6858000"/>
          </a:xfrm>
          <a:prstGeom prst="rect">
            <a:avLst/>
          </a:prstGeom>
          <a:solidFill>
            <a:schemeClr val="tx1">
              <a:lumMod val="85000"/>
              <a:lumOff val="1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11" name="Title 1"/>
          <p:cNvSpPr>
            <a:spLocks noGrp="1"/>
          </p:cNvSpPr>
          <p:nvPr>
            <p:ph type="title"/>
          </p:nvPr>
        </p:nvSpPr>
        <p:spPr>
          <a:xfrm>
            <a:off x="4303841" y="1600200"/>
            <a:ext cx="4797425" cy="338554"/>
          </a:xfrm>
        </p:spPr>
        <p:txBody>
          <a:bodyPr>
            <a:spAutoFit/>
          </a:bodyPr>
          <a:lstStyle>
            <a:lvl1pPr>
              <a:defRPr b="1">
                <a:solidFill>
                  <a:schemeClr val="bg1"/>
                </a:solidFill>
                <a:latin typeface="+mn-lt"/>
              </a:defRPr>
            </a:lvl1pPr>
          </a:lstStyle>
          <a:p>
            <a:r>
              <a:rPr lang="en-US"/>
              <a:t>Click to edit Master title style</a:t>
            </a:r>
          </a:p>
        </p:txBody>
      </p:sp>
      <p:sp>
        <p:nvSpPr>
          <p:cNvPr id="10" name="Text Placeholder 2">
            <a:extLst>
              <a:ext uri="{FF2B5EF4-FFF2-40B4-BE49-F238E27FC236}">
                <a16:creationId xmlns:a16="http://schemas.microsoft.com/office/drawing/2014/main" id="{DCFE7496-2B11-468F-A424-81EF7552D417}"/>
              </a:ext>
            </a:extLst>
          </p:cNvPr>
          <p:cNvSpPr>
            <a:spLocks noGrp="1"/>
          </p:cNvSpPr>
          <p:nvPr>
            <p:ph type="body" sz="quarter" idx="17" hasCustomPrompt="1"/>
          </p:nvPr>
        </p:nvSpPr>
        <p:spPr>
          <a:xfrm>
            <a:off x="4316414" y="2286000"/>
            <a:ext cx="4784852" cy="3657600"/>
          </a:xfrm>
          <a:prstGeom prst="rect">
            <a:avLst/>
          </a:prstGeom>
        </p:spPr>
        <p:txBody>
          <a:bodyPr/>
          <a:lstStyle>
            <a:lvl1pPr>
              <a:defRPr sz="1600">
                <a:solidFill>
                  <a:schemeClr val="bg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 scrambled it to make a type specimen book. It has survived not only five centuries, but also the leap into electronic typesetting, remaining essentially unchanged. It was </a:t>
            </a:r>
            <a:r>
              <a:rPr lang="en-US" err="1"/>
              <a:t>popularised</a:t>
            </a:r>
            <a:r>
              <a:rPr lang="en-US"/>
              <a:t> in the 1960s with the release of Letraset sheets containing Lorem Ipsum passages, and more recently with desktop publishing software like Aldus PageMaker including versions of Lorem Ipsum.</a:t>
            </a:r>
          </a:p>
        </p:txBody>
      </p:sp>
      <p:pic>
        <p:nvPicPr>
          <p:cNvPr id="4" name="Graphic 3">
            <a:extLst>
              <a:ext uri="{FF2B5EF4-FFF2-40B4-BE49-F238E27FC236}">
                <a16:creationId xmlns:a16="http://schemas.microsoft.com/office/drawing/2014/main" id="{C4F314DE-C7E3-7237-4318-0407E44F5726}"/>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5" name="TextBox 4">
            <a:extLst>
              <a:ext uri="{FF2B5EF4-FFF2-40B4-BE49-F238E27FC236}">
                <a16:creationId xmlns:a16="http://schemas.microsoft.com/office/drawing/2014/main" id="{9A5B1A98-E850-C3DE-38BF-EFAE0A2DC98C}"/>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6" name="Text Placeholder 3">
            <a:extLst>
              <a:ext uri="{FF2B5EF4-FFF2-40B4-BE49-F238E27FC236}">
                <a16:creationId xmlns:a16="http://schemas.microsoft.com/office/drawing/2014/main" id="{6E6FC5F8-7CE5-D29D-2CCA-C5715CDD43BD}"/>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1870954117"/>
      </p:ext>
    </p:extLst>
  </p:cSld>
  <p:clrMapOvr>
    <a:masterClrMapping/>
  </p:clrMapOvr>
</p:sldLayout>
</file>

<file path=ppt/slideLayouts/slideLayout197.xml><?xml version="1.0" encoding="utf-8"?>
<p:sldLayout xmlns:a="http://schemas.openxmlformats.org/drawingml/2006/main" xmlns:r="http://schemas.openxmlformats.org/officeDocument/2006/relationships" xmlns:p="http://schemas.openxmlformats.org/presentationml/2006/main" preserve="1" userDrawn="1">
  <p:cSld name="Case Study-Mock Up Lef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7180263" cy="6858000"/>
          </a:xfrm>
          <a:prstGeom prst="rect">
            <a:avLst/>
          </a:prstGeom>
          <a:solidFill>
            <a:schemeClr val="bg1">
              <a:lumMod val="9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ECD48285-8885-4D22-8AE4-172AF611419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3" name="Title 1">
            <a:extLst>
              <a:ext uri="{FF2B5EF4-FFF2-40B4-BE49-F238E27FC236}">
                <a16:creationId xmlns:a16="http://schemas.microsoft.com/office/drawing/2014/main" id="{15F520A7-9AB7-29A3-F6E1-6EDE842DFA3A}"/>
              </a:ext>
            </a:extLst>
          </p:cNvPr>
          <p:cNvSpPr>
            <a:spLocks noGrp="1"/>
          </p:cNvSpPr>
          <p:nvPr>
            <p:ph type="title"/>
          </p:nvPr>
        </p:nvSpPr>
        <p:spPr>
          <a:xfrm>
            <a:off x="457200" y="723900"/>
            <a:ext cx="5530849" cy="457200"/>
          </a:xfrm>
        </p:spPr>
        <p:txBody>
          <a:bodyPr/>
          <a:lstStyle>
            <a:lvl1pPr>
              <a:defRPr b="1">
                <a:solidFill>
                  <a:schemeClr val="tx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B35B6FBE-AD77-73FE-AB75-C5B0A0FF3DDF}"/>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499885947"/>
      </p:ext>
    </p:extLst>
  </p:cSld>
  <p:clrMapOvr>
    <a:masterClrMapping/>
  </p:clrMapOvr>
</p:sldLayout>
</file>

<file path=ppt/slideLayouts/slideLayout198.xml><?xml version="1.0" encoding="utf-8"?>
<p:sldLayout xmlns:a="http://schemas.openxmlformats.org/drawingml/2006/main" xmlns:r="http://schemas.openxmlformats.org/officeDocument/2006/relationships" xmlns:p="http://schemas.openxmlformats.org/presentationml/2006/main" preserve="1" userDrawn="1">
  <p:cSld name="Case Study-Mock Up Left-Dark">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C69C4A8F-5B1E-7B0E-CAF7-B9F33D92C844}"/>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7180263" cy="6858000"/>
          </a:xfrm>
          <a:prstGeom prst="rect">
            <a:avLst/>
          </a:prstGeom>
          <a:solidFill>
            <a:schemeClr val="tx1">
              <a:lumMod val="85000"/>
              <a:lumOff val="1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15F520A7-9AB7-29A3-F6E1-6EDE842DFA3A}"/>
              </a:ext>
            </a:extLst>
          </p:cNvPr>
          <p:cNvSpPr>
            <a:spLocks noGrp="1"/>
          </p:cNvSpPr>
          <p:nvPr>
            <p:ph type="title"/>
          </p:nvPr>
        </p:nvSpPr>
        <p:spPr>
          <a:xfrm>
            <a:off x="457200" y="723900"/>
            <a:ext cx="5530849" cy="457200"/>
          </a:xfrm>
        </p:spPr>
        <p:txBody>
          <a:bodyPr/>
          <a:lstStyle>
            <a:lvl1pPr>
              <a:defRPr b="1">
                <a:solidFill>
                  <a:schemeClr val="bg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B35B6FBE-AD77-73FE-AB75-C5B0A0FF3DDF}"/>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pic>
        <p:nvPicPr>
          <p:cNvPr id="6" name="Graphic 5">
            <a:extLst>
              <a:ext uri="{FF2B5EF4-FFF2-40B4-BE49-F238E27FC236}">
                <a16:creationId xmlns:a16="http://schemas.microsoft.com/office/drawing/2014/main" id="{1D6F42AB-F517-759C-A3C4-63443ED771D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7" name="TextBox 6">
            <a:extLst>
              <a:ext uri="{FF2B5EF4-FFF2-40B4-BE49-F238E27FC236}">
                <a16:creationId xmlns:a16="http://schemas.microsoft.com/office/drawing/2014/main" id="{714E9D77-5CF8-5131-6018-48DF58117ECE}"/>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9" name="Text Placeholder 3">
            <a:extLst>
              <a:ext uri="{FF2B5EF4-FFF2-40B4-BE49-F238E27FC236}">
                <a16:creationId xmlns:a16="http://schemas.microsoft.com/office/drawing/2014/main" id="{334280A7-4796-759A-6B00-0444E865A6A0}"/>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1844685445"/>
      </p:ext>
    </p:extLst>
  </p:cSld>
  <p:clrMapOvr>
    <a:masterClrMapping/>
  </p:clrMapOvr>
</p:sldLayout>
</file>

<file path=ppt/slideLayouts/slideLayout199.xml><?xml version="1.0" encoding="utf-8"?>
<p:sldLayout xmlns:a="http://schemas.openxmlformats.org/drawingml/2006/main" xmlns:r="http://schemas.openxmlformats.org/officeDocument/2006/relationships" xmlns:p="http://schemas.openxmlformats.org/presentationml/2006/main" preserve="1" userDrawn="1">
  <p:cSld name="Case Study-Mock Up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2378075"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11" name="Title 1"/>
          <p:cNvSpPr>
            <a:spLocks noGrp="1"/>
          </p:cNvSpPr>
          <p:nvPr>
            <p:ph type="title"/>
          </p:nvPr>
        </p:nvSpPr>
        <p:spPr>
          <a:xfrm>
            <a:off x="4303841" y="1600200"/>
            <a:ext cx="4797425" cy="338554"/>
          </a:xfrm>
        </p:spPr>
        <p:txBody>
          <a:bodyPr>
            <a:spAutoFit/>
          </a:bodyPr>
          <a:lstStyle>
            <a:lvl1pPr>
              <a:defRPr b="1">
                <a:solidFill>
                  <a:schemeClr val="tx1"/>
                </a:solidFill>
                <a:latin typeface="+mn-lt"/>
              </a:defRPr>
            </a:lvl1pPr>
          </a:lstStyle>
          <a:p>
            <a:r>
              <a:rPr lang="en-US"/>
              <a:t>Click to edit Master title style</a:t>
            </a:r>
          </a:p>
        </p:txBody>
      </p:sp>
      <p:sp>
        <p:nvSpPr>
          <p:cNvPr id="10" name="Text Placeholder 2">
            <a:extLst>
              <a:ext uri="{FF2B5EF4-FFF2-40B4-BE49-F238E27FC236}">
                <a16:creationId xmlns:a16="http://schemas.microsoft.com/office/drawing/2014/main" id="{DCFE7496-2B11-468F-A424-81EF7552D417}"/>
              </a:ext>
            </a:extLst>
          </p:cNvPr>
          <p:cNvSpPr>
            <a:spLocks noGrp="1"/>
          </p:cNvSpPr>
          <p:nvPr>
            <p:ph type="body" sz="quarter" idx="17" hasCustomPrompt="1"/>
          </p:nvPr>
        </p:nvSpPr>
        <p:spPr>
          <a:xfrm>
            <a:off x="4316414" y="2286000"/>
            <a:ext cx="4784852" cy="3657600"/>
          </a:xfrm>
          <a:prstGeom prst="rect">
            <a:avLst/>
          </a:prstGeom>
        </p:spPr>
        <p:txBody>
          <a:bodyPr/>
          <a:lstStyle>
            <a:lvl1pPr>
              <a:defRPr sz="1600">
                <a:solidFill>
                  <a:schemeClr val="tx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 scrambled it to make a type specimen book. It has survived not only five centuries, but also the leap into electronic typesetting, remaining essentially unchanged. It was </a:t>
            </a:r>
            <a:r>
              <a:rPr lang="en-US" err="1"/>
              <a:t>popularised</a:t>
            </a:r>
            <a:r>
              <a:rPr lang="en-US"/>
              <a:t> in the 1960s with the release of Letraset sheets containing Lorem Ipsum passages, and more recently with desktop publishing software like Aldus PageMaker including versions of Lorem Ipsum.</a:t>
            </a:r>
          </a:p>
        </p:txBody>
      </p:sp>
      <p:pic>
        <p:nvPicPr>
          <p:cNvPr id="12" name="Graphic 11">
            <a:extLst>
              <a:ext uri="{FF2B5EF4-FFF2-40B4-BE49-F238E27FC236}">
                <a16:creationId xmlns:a16="http://schemas.microsoft.com/office/drawing/2014/main" id="{E5D96D1E-C1BD-6F40-A978-D03F53CD4A4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Tree>
    <p:extLst>
      <p:ext uri="{BB962C8B-B14F-4D97-AF65-F5344CB8AC3E}">
        <p14:creationId xmlns:p14="http://schemas.microsoft.com/office/powerpoint/2010/main" val="149188417"/>
      </p:ext>
    </p:extLst>
  </p:cSld>
  <p:clrMapOvr>
    <a:masterClrMapping/>
  </p:clrMapOvr>
</p:sldLayout>
</file>

<file path=ppt/slideLayouts/slideLayout200.xml><?xml version="1.0" encoding="utf-8"?>
<p:sldLayout xmlns:a="http://schemas.openxmlformats.org/drawingml/2006/main" xmlns:r="http://schemas.openxmlformats.org/officeDocument/2006/relationships" xmlns:p="http://schemas.openxmlformats.org/presentationml/2006/main" preserve="1" userDrawn="1">
  <p:cSld name="Narrow">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17DFB89-A9BD-47AC-B57A-7869039229B5}"/>
              </a:ext>
            </a:extLst>
          </p:cNvPr>
          <p:cNvSpPr/>
          <p:nvPr userDrawn="1"/>
        </p:nvSpPr>
        <p:spPr bwMode="auto">
          <a:xfrm>
            <a:off x="-34032" y="0"/>
            <a:ext cx="3142357"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EE036E7A-2B84-45D1-985C-C2AD71420C46}"/>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7" name="Picture Placeholder 2">
            <a:extLst>
              <a:ext uri="{FF2B5EF4-FFF2-40B4-BE49-F238E27FC236}">
                <a16:creationId xmlns:a16="http://schemas.microsoft.com/office/drawing/2014/main" id="{CE8FAB7B-4710-4747-B680-F6B4F0097B29}"/>
              </a:ext>
            </a:extLst>
          </p:cNvPr>
          <p:cNvSpPr>
            <a:spLocks noGrp="1"/>
          </p:cNvSpPr>
          <p:nvPr>
            <p:ph type="pic" sz="quarter" idx="16"/>
          </p:nvPr>
        </p:nvSpPr>
        <p:spPr>
          <a:xfrm>
            <a:off x="3108325" y="0"/>
            <a:ext cx="9083675" cy="6858000"/>
          </a:xfrm>
          <a:prstGeom prst="rect">
            <a:avLst/>
          </a:prstGeom>
        </p:spPr>
        <p:txBody>
          <a:bodyPr/>
          <a:lstStyle/>
          <a:p>
            <a:endParaRPr lang="en-US"/>
          </a:p>
        </p:txBody>
      </p:sp>
      <p:sp>
        <p:nvSpPr>
          <p:cNvPr id="2" name="Title 1">
            <a:extLst>
              <a:ext uri="{FF2B5EF4-FFF2-40B4-BE49-F238E27FC236}">
                <a16:creationId xmlns:a16="http://schemas.microsoft.com/office/drawing/2014/main" id="{2C54523F-EFD3-EDB0-4AF0-FB2421CCFFF3}"/>
              </a:ext>
            </a:extLst>
          </p:cNvPr>
          <p:cNvSpPr>
            <a:spLocks noGrp="1"/>
          </p:cNvSpPr>
          <p:nvPr>
            <p:ph type="title"/>
          </p:nvPr>
        </p:nvSpPr>
        <p:spPr>
          <a:xfrm>
            <a:off x="457200" y="723900"/>
            <a:ext cx="2586789" cy="457200"/>
          </a:xfrm>
        </p:spPr>
        <p:txBody>
          <a:bodyPr/>
          <a:lstStyle>
            <a:lvl1pPr>
              <a:defRPr b="1">
                <a:solidFill>
                  <a:schemeClr val="bg1"/>
                </a:solidFill>
                <a:latin typeface="+mn-lt"/>
              </a:defRPr>
            </a:lvl1pPr>
          </a:lstStyle>
          <a:p>
            <a:r>
              <a:rPr lang="en-US"/>
              <a:t>Click to edit Master title style</a:t>
            </a:r>
          </a:p>
        </p:txBody>
      </p:sp>
      <p:sp>
        <p:nvSpPr>
          <p:cNvPr id="3" name="Text Placeholder 10">
            <a:extLst>
              <a:ext uri="{FF2B5EF4-FFF2-40B4-BE49-F238E27FC236}">
                <a16:creationId xmlns:a16="http://schemas.microsoft.com/office/drawing/2014/main" id="{7DB8D92B-BDD7-86B1-A31A-C3740736BA65}"/>
              </a:ext>
            </a:extLst>
          </p:cNvPr>
          <p:cNvSpPr>
            <a:spLocks noGrp="1"/>
          </p:cNvSpPr>
          <p:nvPr>
            <p:ph type="body" sz="quarter" idx="15" hasCustomPrompt="1"/>
          </p:nvPr>
        </p:nvSpPr>
        <p:spPr>
          <a:xfrm>
            <a:off x="457200" y="382446"/>
            <a:ext cx="2586789" cy="255227"/>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626688294"/>
      </p:ext>
    </p:extLst>
  </p:cSld>
  <p:clrMapOvr>
    <a:masterClrMapping/>
  </p:clrMapOvr>
</p:sldLayout>
</file>

<file path=ppt/slideLayouts/slideLayout201.xml><?xml version="1.0" encoding="utf-8"?>
<p:sldLayout xmlns:a="http://schemas.openxmlformats.org/drawingml/2006/main" xmlns:r="http://schemas.openxmlformats.org/officeDocument/2006/relationships" xmlns:p="http://schemas.openxmlformats.org/presentationml/2006/main" preserve="1" userDrawn="1">
  <p:cSld name="Case Study-2/3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4302125"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7A9547FE-7857-4A70-ACDF-06ACC0CC3813}"/>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3" name="Title 1">
            <a:extLst>
              <a:ext uri="{FF2B5EF4-FFF2-40B4-BE49-F238E27FC236}">
                <a16:creationId xmlns:a16="http://schemas.microsoft.com/office/drawing/2014/main" id="{C0096CA2-6B8E-1E0B-7446-BC5F37E73D34}"/>
              </a:ext>
            </a:extLst>
          </p:cNvPr>
          <p:cNvSpPr>
            <a:spLocks noGrp="1"/>
          </p:cNvSpPr>
          <p:nvPr>
            <p:ph type="title"/>
          </p:nvPr>
        </p:nvSpPr>
        <p:spPr>
          <a:xfrm>
            <a:off x="457200" y="723900"/>
            <a:ext cx="2586789" cy="457200"/>
          </a:xfrm>
        </p:spPr>
        <p:txBody>
          <a:bodyPr/>
          <a:lstStyle>
            <a:lvl1pPr>
              <a:defRPr b="1">
                <a:solidFill>
                  <a:schemeClr val="bg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50402405-4264-41C3-7E10-6A2AF1A46193}"/>
              </a:ext>
            </a:extLst>
          </p:cNvPr>
          <p:cNvSpPr>
            <a:spLocks noGrp="1"/>
          </p:cNvSpPr>
          <p:nvPr>
            <p:ph type="body" sz="quarter" idx="15" hasCustomPrompt="1"/>
          </p:nvPr>
        </p:nvSpPr>
        <p:spPr>
          <a:xfrm>
            <a:off x="457200" y="382446"/>
            <a:ext cx="2586789" cy="255227"/>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62904587"/>
      </p:ext>
    </p:extLst>
  </p:cSld>
  <p:clrMapOvr>
    <a:masterClrMapping/>
  </p:clrMapOvr>
</p:sldLayout>
</file>

<file path=ppt/slideLayouts/slideLayout202.xml><?xml version="1.0" encoding="utf-8"?>
<p:sldLayout xmlns:a="http://schemas.openxmlformats.org/drawingml/2006/main" xmlns:r="http://schemas.openxmlformats.org/officeDocument/2006/relationships" xmlns:p="http://schemas.openxmlformats.org/presentationml/2006/main" preserve="1" userDrawn="1">
  <p:cSld name="Case Study-Mock Up Left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7180263"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pic>
        <p:nvPicPr>
          <p:cNvPr id="4" name="Graphic 3">
            <a:extLst>
              <a:ext uri="{FF2B5EF4-FFF2-40B4-BE49-F238E27FC236}">
                <a16:creationId xmlns:a16="http://schemas.microsoft.com/office/drawing/2014/main" id="{FF61EEF5-D25E-43F9-9DE7-B0D48CE58D1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3" name="Title 1">
            <a:extLst>
              <a:ext uri="{FF2B5EF4-FFF2-40B4-BE49-F238E27FC236}">
                <a16:creationId xmlns:a16="http://schemas.microsoft.com/office/drawing/2014/main" id="{C700771F-7FE8-2510-0C0E-734572A38145}"/>
              </a:ext>
            </a:extLst>
          </p:cNvPr>
          <p:cNvSpPr>
            <a:spLocks noGrp="1"/>
          </p:cNvSpPr>
          <p:nvPr>
            <p:ph type="title"/>
          </p:nvPr>
        </p:nvSpPr>
        <p:spPr>
          <a:xfrm>
            <a:off x="457200" y="723900"/>
            <a:ext cx="5764213" cy="457200"/>
          </a:xfrm>
        </p:spPr>
        <p:txBody>
          <a:bodyPr/>
          <a:lstStyle>
            <a:lvl1pPr>
              <a:defRPr b="1">
                <a:solidFill>
                  <a:schemeClr val="bg1"/>
                </a:solidFill>
                <a:latin typeface="+mn-lt"/>
              </a:defRPr>
            </a:lvl1pPr>
          </a:lstStyle>
          <a:p>
            <a:r>
              <a:rPr lang="en-US"/>
              <a:t>Click to edit Master title style</a:t>
            </a:r>
          </a:p>
        </p:txBody>
      </p:sp>
      <p:sp>
        <p:nvSpPr>
          <p:cNvPr id="5" name="Text Placeholder 10">
            <a:extLst>
              <a:ext uri="{FF2B5EF4-FFF2-40B4-BE49-F238E27FC236}">
                <a16:creationId xmlns:a16="http://schemas.microsoft.com/office/drawing/2014/main" id="{E1513A24-C9FD-06A1-1015-D9656D68B888}"/>
              </a:ext>
            </a:extLst>
          </p:cNvPr>
          <p:cNvSpPr>
            <a:spLocks noGrp="1"/>
          </p:cNvSpPr>
          <p:nvPr>
            <p:ph type="body" sz="quarter" idx="15" hasCustomPrompt="1"/>
          </p:nvPr>
        </p:nvSpPr>
        <p:spPr>
          <a:xfrm>
            <a:off x="457200" y="382446"/>
            <a:ext cx="5764213" cy="255227"/>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2790930943"/>
      </p:ext>
    </p:extLst>
  </p:cSld>
  <p:clrMapOvr>
    <a:masterClrMapping/>
  </p:clrMapOvr>
</p:sldLayout>
</file>

<file path=ppt/slideLayouts/slideLayout203.xml><?xml version="1.0" encoding="utf-8"?>
<p:sldLayout xmlns:a="http://schemas.openxmlformats.org/drawingml/2006/main" xmlns:r="http://schemas.openxmlformats.org/officeDocument/2006/relationships" xmlns:p="http://schemas.openxmlformats.org/presentationml/2006/main" preserve="1" userDrawn="1">
  <p:cSld name="Narrow-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CB0227B-1090-48E9-B33D-CB9CA73DF05F}"/>
              </a:ext>
            </a:extLst>
          </p:cNvPr>
          <p:cNvSpPr/>
          <p:nvPr userDrawn="1"/>
        </p:nvSpPr>
        <p:spPr bwMode="auto">
          <a:xfrm flipH="1">
            <a:off x="3108325" y="0"/>
            <a:ext cx="9083675"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31C45522-9A1C-E9EB-4D96-B0CFFD2F7212}"/>
              </a:ext>
            </a:extLst>
          </p:cNvPr>
          <p:cNvSpPr>
            <a:spLocks noGrp="1"/>
          </p:cNvSpPr>
          <p:nvPr>
            <p:ph type="title"/>
          </p:nvPr>
        </p:nvSpPr>
        <p:spPr>
          <a:xfrm>
            <a:off x="457201" y="723900"/>
            <a:ext cx="2502567" cy="457200"/>
          </a:xfrm>
        </p:spPr>
        <p:txBody>
          <a:bodyPr/>
          <a:lstStyle>
            <a:lvl1pPr>
              <a:defRPr b="1">
                <a:solidFill>
                  <a:schemeClr val="tx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E2E6E8F6-4D6C-2884-0A7D-72BB39B21D6B}"/>
              </a:ext>
            </a:extLst>
          </p:cNvPr>
          <p:cNvSpPr>
            <a:spLocks noGrp="1"/>
          </p:cNvSpPr>
          <p:nvPr>
            <p:ph type="body" sz="quarter" idx="15" hasCustomPrompt="1"/>
          </p:nvPr>
        </p:nvSpPr>
        <p:spPr>
          <a:xfrm>
            <a:off x="457200" y="382447"/>
            <a:ext cx="2502567"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
        <p:nvSpPr>
          <p:cNvPr id="6" name="TextBox 5">
            <a:extLst>
              <a:ext uri="{FF2B5EF4-FFF2-40B4-BE49-F238E27FC236}">
                <a16:creationId xmlns:a16="http://schemas.microsoft.com/office/drawing/2014/main" id="{A3A07FC1-18DF-2355-0123-10BF2390C02D}"/>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7" name="Text Placeholder 3">
            <a:extLst>
              <a:ext uri="{FF2B5EF4-FFF2-40B4-BE49-F238E27FC236}">
                <a16:creationId xmlns:a16="http://schemas.microsoft.com/office/drawing/2014/main" id="{7B024407-B901-7B1F-04F9-932983C670E0}"/>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3666875391"/>
      </p:ext>
    </p:extLst>
  </p:cSld>
  <p:clrMapOvr>
    <a:masterClrMapping/>
  </p:clrMapOvr>
</p:sldLayout>
</file>

<file path=ppt/slideLayouts/slideLayout204.xml><?xml version="1.0" encoding="utf-8"?>
<p:sldLayout xmlns:a="http://schemas.openxmlformats.org/drawingml/2006/main" xmlns:r="http://schemas.openxmlformats.org/officeDocument/2006/relationships" xmlns:p="http://schemas.openxmlformats.org/presentationml/2006/main" preserve="1" userDrawn="1">
  <p:cSld name="Case Study-1/2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6095999" y="0"/>
            <a:ext cx="6096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4" name="TextBox 3">
            <a:extLst>
              <a:ext uri="{FF2B5EF4-FFF2-40B4-BE49-F238E27FC236}">
                <a16:creationId xmlns:a16="http://schemas.microsoft.com/office/drawing/2014/main" id="{ACB7486B-35A7-A3FF-6F44-2159B1E9FAD3}"/>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5" name="Text Placeholder 3">
            <a:extLst>
              <a:ext uri="{FF2B5EF4-FFF2-40B4-BE49-F238E27FC236}">
                <a16:creationId xmlns:a16="http://schemas.microsoft.com/office/drawing/2014/main" id="{B82A7F25-3763-4002-A844-19432F963122}"/>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
        <p:nvSpPr>
          <p:cNvPr id="6" name="Title 1">
            <a:extLst>
              <a:ext uri="{FF2B5EF4-FFF2-40B4-BE49-F238E27FC236}">
                <a16:creationId xmlns:a16="http://schemas.microsoft.com/office/drawing/2014/main" id="{9EBC1AB0-2CF4-70A1-0BD7-A9A57D9F98BB}"/>
              </a:ext>
            </a:extLst>
          </p:cNvPr>
          <p:cNvSpPr>
            <a:spLocks noGrp="1"/>
          </p:cNvSpPr>
          <p:nvPr>
            <p:ph type="title"/>
          </p:nvPr>
        </p:nvSpPr>
        <p:spPr>
          <a:xfrm>
            <a:off x="457200" y="723900"/>
            <a:ext cx="5342021" cy="457200"/>
          </a:xfrm>
        </p:spPr>
        <p:txBody>
          <a:bodyPr/>
          <a:lstStyle>
            <a:lvl1pPr>
              <a:defRPr b="1">
                <a:solidFill>
                  <a:schemeClr val="tx1"/>
                </a:solidFill>
                <a:latin typeface="+mn-lt"/>
              </a:defRPr>
            </a:lvl1pPr>
          </a:lstStyle>
          <a:p>
            <a:r>
              <a:rPr lang="en-US"/>
              <a:t>Click to edit Master title style</a:t>
            </a:r>
          </a:p>
        </p:txBody>
      </p:sp>
      <p:sp>
        <p:nvSpPr>
          <p:cNvPr id="8" name="Text Placeholder 10">
            <a:extLst>
              <a:ext uri="{FF2B5EF4-FFF2-40B4-BE49-F238E27FC236}">
                <a16:creationId xmlns:a16="http://schemas.microsoft.com/office/drawing/2014/main" id="{9B299D4E-38EF-AC64-7836-1AD1E87996BE}"/>
              </a:ext>
            </a:extLst>
          </p:cNvPr>
          <p:cNvSpPr>
            <a:spLocks noGrp="1"/>
          </p:cNvSpPr>
          <p:nvPr>
            <p:ph type="body" sz="quarter" idx="15" hasCustomPrompt="1"/>
          </p:nvPr>
        </p:nvSpPr>
        <p:spPr>
          <a:xfrm>
            <a:off x="457200" y="382446"/>
            <a:ext cx="5342021" cy="255227"/>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2004447087"/>
      </p:ext>
    </p:extLst>
  </p:cSld>
  <p:clrMapOvr>
    <a:masterClrMapping/>
  </p:clrMapOvr>
</p:sldLayout>
</file>

<file path=ppt/slideLayouts/slideLayout205.xml><?xml version="1.0" encoding="utf-8"?>
<p:sldLayout xmlns:a="http://schemas.openxmlformats.org/drawingml/2006/main" xmlns:r="http://schemas.openxmlformats.org/officeDocument/2006/relationships" xmlns:p="http://schemas.openxmlformats.org/presentationml/2006/main" preserve="1" userDrawn="1">
  <p:cSld name="Case Study-1/3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7907337" y="0"/>
            <a:ext cx="428466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3" name="TextBox 2">
            <a:extLst>
              <a:ext uri="{FF2B5EF4-FFF2-40B4-BE49-F238E27FC236}">
                <a16:creationId xmlns:a16="http://schemas.microsoft.com/office/drawing/2014/main" id="{C79FDF51-3B9F-C5D8-7A84-09B7B6CB9E8B}"/>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4" name="Text Placeholder 3">
            <a:extLst>
              <a:ext uri="{FF2B5EF4-FFF2-40B4-BE49-F238E27FC236}">
                <a16:creationId xmlns:a16="http://schemas.microsoft.com/office/drawing/2014/main" id="{AFD3A15A-582D-3DDB-CC40-43726E84CA43}"/>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
        <p:nvSpPr>
          <p:cNvPr id="5" name="Title 1">
            <a:extLst>
              <a:ext uri="{FF2B5EF4-FFF2-40B4-BE49-F238E27FC236}">
                <a16:creationId xmlns:a16="http://schemas.microsoft.com/office/drawing/2014/main" id="{7D8F2DF5-DE6F-E2FC-0057-63CC04174C3F}"/>
              </a:ext>
            </a:extLst>
          </p:cNvPr>
          <p:cNvSpPr>
            <a:spLocks noGrp="1"/>
          </p:cNvSpPr>
          <p:nvPr>
            <p:ph type="title"/>
          </p:nvPr>
        </p:nvSpPr>
        <p:spPr>
          <a:xfrm>
            <a:off x="457200" y="723900"/>
            <a:ext cx="5764213" cy="457200"/>
          </a:xfrm>
        </p:spPr>
        <p:txBody>
          <a:bodyPr/>
          <a:lstStyle>
            <a:lvl1pPr>
              <a:defRPr b="1">
                <a:solidFill>
                  <a:schemeClr val="tx1"/>
                </a:solidFill>
                <a:latin typeface="+mn-lt"/>
              </a:defRPr>
            </a:lvl1pPr>
          </a:lstStyle>
          <a:p>
            <a:r>
              <a:rPr lang="en-US"/>
              <a:t>Click to edit Master title style</a:t>
            </a:r>
          </a:p>
        </p:txBody>
      </p:sp>
      <p:sp>
        <p:nvSpPr>
          <p:cNvPr id="6" name="Text Placeholder 10">
            <a:extLst>
              <a:ext uri="{FF2B5EF4-FFF2-40B4-BE49-F238E27FC236}">
                <a16:creationId xmlns:a16="http://schemas.microsoft.com/office/drawing/2014/main" id="{74897430-924B-CB14-9A94-8DB20A76C701}"/>
              </a:ext>
            </a:extLst>
          </p:cNvPr>
          <p:cNvSpPr>
            <a:spLocks noGrp="1"/>
          </p:cNvSpPr>
          <p:nvPr>
            <p:ph type="body" sz="quarter" idx="15" hasCustomPrompt="1"/>
          </p:nvPr>
        </p:nvSpPr>
        <p:spPr>
          <a:xfrm>
            <a:off x="457200" y="382446"/>
            <a:ext cx="5764213" cy="255227"/>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185440990"/>
      </p:ext>
    </p:extLst>
  </p:cSld>
  <p:clrMapOvr>
    <a:masterClrMapping/>
  </p:clrMapOvr>
</p:sldLayout>
</file>

<file path=ppt/slideLayouts/slideLayout206.xml><?xml version="1.0" encoding="utf-8"?>
<p:sldLayout xmlns:a="http://schemas.openxmlformats.org/drawingml/2006/main" xmlns:r="http://schemas.openxmlformats.org/officeDocument/2006/relationships" xmlns:p="http://schemas.openxmlformats.org/presentationml/2006/main" preserve="1" userDrawn="1">
  <p:cSld name="Case Study-1/6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9820275" y="0"/>
            <a:ext cx="2371722"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3" name="TextBox 2">
            <a:extLst>
              <a:ext uri="{FF2B5EF4-FFF2-40B4-BE49-F238E27FC236}">
                <a16:creationId xmlns:a16="http://schemas.microsoft.com/office/drawing/2014/main" id="{B1E6AE37-FC1E-5269-1E83-C3E9928ED250}"/>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4" name="Text Placeholder 3">
            <a:extLst>
              <a:ext uri="{FF2B5EF4-FFF2-40B4-BE49-F238E27FC236}">
                <a16:creationId xmlns:a16="http://schemas.microsoft.com/office/drawing/2014/main" id="{607A8488-5F43-686E-E10B-16D16E352EED}"/>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
        <p:nvSpPr>
          <p:cNvPr id="5" name="Title 1">
            <a:extLst>
              <a:ext uri="{FF2B5EF4-FFF2-40B4-BE49-F238E27FC236}">
                <a16:creationId xmlns:a16="http://schemas.microsoft.com/office/drawing/2014/main" id="{7B7DE099-ACDF-D41B-FBC3-5EE9A76F4C28}"/>
              </a:ext>
            </a:extLst>
          </p:cNvPr>
          <p:cNvSpPr>
            <a:spLocks noGrp="1"/>
          </p:cNvSpPr>
          <p:nvPr>
            <p:ph type="title"/>
          </p:nvPr>
        </p:nvSpPr>
        <p:spPr>
          <a:xfrm>
            <a:off x="457200" y="723900"/>
            <a:ext cx="7450138" cy="457200"/>
          </a:xfrm>
        </p:spPr>
        <p:txBody>
          <a:bodyPr/>
          <a:lstStyle>
            <a:lvl1pPr>
              <a:defRPr b="1">
                <a:solidFill>
                  <a:schemeClr val="tx1"/>
                </a:solidFill>
                <a:latin typeface="+mn-lt"/>
              </a:defRPr>
            </a:lvl1pPr>
          </a:lstStyle>
          <a:p>
            <a:r>
              <a:rPr lang="en-US"/>
              <a:t>Click to edit Master title style</a:t>
            </a:r>
          </a:p>
        </p:txBody>
      </p:sp>
      <p:sp>
        <p:nvSpPr>
          <p:cNvPr id="6" name="Text Placeholder 10">
            <a:extLst>
              <a:ext uri="{FF2B5EF4-FFF2-40B4-BE49-F238E27FC236}">
                <a16:creationId xmlns:a16="http://schemas.microsoft.com/office/drawing/2014/main" id="{AF7055BE-CD0F-6E9E-5992-4C7B9EF5FAB5}"/>
              </a:ext>
            </a:extLst>
          </p:cNvPr>
          <p:cNvSpPr>
            <a:spLocks noGrp="1"/>
          </p:cNvSpPr>
          <p:nvPr>
            <p:ph type="body" sz="quarter" idx="15" hasCustomPrompt="1"/>
          </p:nvPr>
        </p:nvSpPr>
        <p:spPr>
          <a:xfrm>
            <a:off x="457200" y="382446"/>
            <a:ext cx="3600000" cy="255227"/>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866718560"/>
      </p:ext>
    </p:extLst>
  </p:cSld>
  <p:clrMapOvr>
    <a:masterClrMapping/>
  </p:clrMapOvr>
</p:sldLayout>
</file>

<file path=ppt/slideLayouts/slideLayout207.xml><?xml version="1.0" encoding="utf-8"?>
<p:sldLayout xmlns:a="http://schemas.openxmlformats.org/drawingml/2006/main" xmlns:r="http://schemas.openxmlformats.org/officeDocument/2006/relationships" xmlns:p="http://schemas.openxmlformats.org/presentationml/2006/main" preserve="1" userDrawn="1">
  <p:cSld name="Case Study-1/2 Picture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D4D51ED0-4D08-4641-87AC-8F2B5E2A3B96}"/>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13" name="Picture Placeholder 2">
            <a:extLst>
              <a:ext uri="{FF2B5EF4-FFF2-40B4-BE49-F238E27FC236}">
                <a16:creationId xmlns:a16="http://schemas.microsoft.com/office/drawing/2014/main" id="{091CD3F7-14AE-A849-9B73-75D2354D4845}"/>
              </a:ext>
            </a:extLst>
          </p:cNvPr>
          <p:cNvSpPr>
            <a:spLocks noGrp="1"/>
          </p:cNvSpPr>
          <p:nvPr>
            <p:ph type="pic" sz="quarter" idx="16"/>
          </p:nvPr>
        </p:nvSpPr>
        <p:spPr>
          <a:xfrm>
            <a:off x="6096000" y="0"/>
            <a:ext cx="6096000" cy="6858000"/>
          </a:xfrm>
          <a:prstGeom prst="rect">
            <a:avLst/>
          </a:prstGeom>
        </p:spPr>
        <p:txBody>
          <a:bodyPr/>
          <a:lstStyle/>
          <a:p>
            <a:endParaRPr lang="en-US"/>
          </a:p>
        </p:txBody>
      </p:sp>
      <p:sp>
        <p:nvSpPr>
          <p:cNvPr id="3" name="TextBox 2">
            <a:extLst>
              <a:ext uri="{FF2B5EF4-FFF2-40B4-BE49-F238E27FC236}">
                <a16:creationId xmlns:a16="http://schemas.microsoft.com/office/drawing/2014/main" id="{90C6BA4E-CBCB-554D-CA98-146A521CFDF4}"/>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4" name="Text Placeholder 3">
            <a:extLst>
              <a:ext uri="{FF2B5EF4-FFF2-40B4-BE49-F238E27FC236}">
                <a16:creationId xmlns:a16="http://schemas.microsoft.com/office/drawing/2014/main" id="{E9BB62B8-4926-8E23-51B4-D8AC31708BB8}"/>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
        <p:nvSpPr>
          <p:cNvPr id="5" name="Title 1">
            <a:extLst>
              <a:ext uri="{FF2B5EF4-FFF2-40B4-BE49-F238E27FC236}">
                <a16:creationId xmlns:a16="http://schemas.microsoft.com/office/drawing/2014/main" id="{5A808058-9E6F-F0D8-A385-7B4C54766A2E}"/>
              </a:ext>
            </a:extLst>
          </p:cNvPr>
          <p:cNvSpPr>
            <a:spLocks noGrp="1"/>
          </p:cNvSpPr>
          <p:nvPr>
            <p:ph type="title"/>
          </p:nvPr>
        </p:nvSpPr>
        <p:spPr>
          <a:xfrm>
            <a:off x="457200" y="723900"/>
            <a:ext cx="5005137" cy="457200"/>
          </a:xfrm>
        </p:spPr>
        <p:txBody>
          <a:bodyPr/>
          <a:lstStyle>
            <a:lvl1pPr>
              <a:defRPr b="1">
                <a:solidFill>
                  <a:schemeClr val="bg1"/>
                </a:solidFill>
                <a:latin typeface="+mn-lt"/>
              </a:defRPr>
            </a:lvl1pPr>
          </a:lstStyle>
          <a:p>
            <a:r>
              <a:rPr lang="en-US"/>
              <a:t>Click to edit Master title style</a:t>
            </a:r>
          </a:p>
        </p:txBody>
      </p:sp>
      <p:sp>
        <p:nvSpPr>
          <p:cNvPr id="6" name="Text Placeholder 10">
            <a:extLst>
              <a:ext uri="{FF2B5EF4-FFF2-40B4-BE49-F238E27FC236}">
                <a16:creationId xmlns:a16="http://schemas.microsoft.com/office/drawing/2014/main" id="{93D95AB9-CE03-7AFD-DBBE-C67756B352CB}"/>
              </a:ext>
            </a:extLst>
          </p:cNvPr>
          <p:cNvSpPr>
            <a:spLocks noGrp="1"/>
          </p:cNvSpPr>
          <p:nvPr>
            <p:ph type="body" sz="quarter" idx="15" hasCustomPrompt="1"/>
          </p:nvPr>
        </p:nvSpPr>
        <p:spPr>
          <a:xfrm>
            <a:off x="457200" y="382446"/>
            <a:ext cx="5005137" cy="255227"/>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3402726603"/>
      </p:ext>
    </p:extLst>
  </p:cSld>
  <p:clrMapOvr>
    <a:masterClrMapping/>
  </p:clrMapOvr>
</p:sldLayout>
</file>

<file path=ppt/slideLayouts/slideLayout208.xml><?xml version="1.0" encoding="utf-8"?>
<p:sldLayout xmlns:a="http://schemas.openxmlformats.org/drawingml/2006/main" xmlns:r="http://schemas.openxmlformats.org/officeDocument/2006/relationships" xmlns:p="http://schemas.openxmlformats.org/presentationml/2006/main" preserve="1" userDrawn="1">
  <p:cSld name="Case Study-Statement ">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11" name="Title 1"/>
          <p:cNvSpPr>
            <a:spLocks noGrp="1"/>
          </p:cNvSpPr>
          <p:nvPr>
            <p:ph type="title"/>
          </p:nvPr>
        </p:nvSpPr>
        <p:spPr>
          <a:xfrm>
            <a:off x="4303841" y="1600200"/>
            <a:ext cx="4797425" cy="338554"/>
          </a:xfrm>
        </p:spPr>
        <p:txBody>
          <a:bodyPr>
            <a:spAutoFit/>
          </a:bodyPr>
          <a:lstStyle>
            <a:lvl1pPr>
              <a:defRPr b="1">
                <a:solidFill>
                  <a:schemeClr val="bg1"/>
                </a:solidFill>
                <a:latin typeface="+mn-lt"/>
              </a:defRPr>
            </a:lvl1pPr>
          </a:lstStyle>
          <a:p>
            <a:r>
              <a:rPr lang="en-US"/>
              <a:t>Click to edit Master title style</a:t>
            </a:r>
          </a:p>
        </p:txBody>
      </p:sp>
      <p:sp>
        <p:nvSpPr>
          <p:cNvPr id="10" name="Text Placeholder 2">
            <a:extLst>
              <a:ext uri="{FF2B5EF4-FFF2-40B4-BE49-F238E27FC236}">
                <a16:creationId xmlns:a16="http://schemas.microsoft.com/office/drawing/2014/main" id="{DCFE7496-2B11-468F-A424-81EF7552D417}"/>
              </a:ext>
            </a:extLst>
          </p:cNvPr>
          <p:cNvSpPr>
            <a:spLocks noGrp="1"/>
          </p:cNvSpPr>
          <p:nvPr>
            <p:ph type="body" sz="quarter" idx="17" hasCustomPrompt="1"/>
          </p:nvPr>
        </p:nvSpPr>
        <p:spPr>
          <a:xfrm>
            <a:off x="4316414" y="2286000"/>
            <a:ext cx="4784852" cy="3657600"/>
          </a:xfrm>
          <a:prstGeom prst="rect">
            <a:avLst/>
          </a:prstGeom>
        </p:spPr>
        <p:txBody>
          <a:bodyPr/>
          <a:lstStyle>
            <a:lvl1pPr>
              <a:defRPr sz="1600">
                <a:solidFill>
                  <a:schemeClr val="bg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 scrambled it to make a type specimen book. It has survived not only five centuries, but also the leap into electronic typesetting, remaining essentially unchanged. It was </a:t>
            </a:r>
            <a:r>
              <a:rPr lang="en-US" err="1"/>
              <a:t>popularised</a:t>
            </a:r>
            <a:r>
              <a:rPr lang="en-US"/>
              <a:t> in the 1960s with the release of Letraset sheets containing Lorem Ipsum passages, and more recently with desktop publishing software like Aldus PageMaker including versions of Lorem Ipsum.</a:t>
            </a:r>
          </a:p>
        </p:txBody>
      </p:sp>
      <p:pic>
        <p:nvPicPr>
          <p:cNvPr id="7" name="Graphic 6">
            <a:extLst>
              <a:ext uri="{FF2B5EF4-FFF2-40B4-BE49-F238E27FC236}">
                <a16:creationId xmlns:a16="http://schemas.microsoft.com/office/drawing/2014/main" id="{6E44CDB4-CF54-423C-9681-C9AAACA56BA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432F6686-8C0A-120D-0C06-1F8DA97E3C4D}"/>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4" name="Text Placeholder 3">
            <a:extLst>
              <a:ext uri="{FF2B5EF4-FFF2-40B4-BE49-F238E27FC236}">
                <a16:creationId xmlns:a16="http://schemas.microsoft.com/office/drawing/2014/main" id="{5E465D26-CB94-F414-6836-638151C91C4F}"/>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11768151"/>
      </p:ext>
    </p:extLst>
  </p:cSld>
  <p:clrMapOvr>
    <a:masterClrMapping/>
  </p:clrMapOvr>
</p:sldLayout>
</file>

<file path=ppt/slideLayouts/slideLayout209.xml><?xml version="1.0" encoding="utf-8"?>
<p:sldLayout xmlns:a="http://schemas.openxmlformats.org/drawingml/2006/main" xmlns:r="http://schemas.openxmlformats.org/officeDocument/2006/relationships" xmlns:p="http://schemas.openxmlformats.org/presentationml/2006/main" preserve="1" userDrawn="1">
  <p:cSld name="4-Column Pictures ">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B4B02766-9497-4A26-BB62-880E91855227}"/>
              </a:ext>
            </a:extLst>
          </p:cNvPr>
          <p:cNvSpPr>
            <a:spLocks noGrp="1"/>
          </p:cNvSpPr>
          <p:nvPr>
            <p:ph type="body" sz="quarter" idx="16" hasCustomPrompt="1"/>
          </p:nvPr>
        </p:nvSpPr>
        <p:spPr>
          <a:xfrm>
            <a:off x="457200" y="2921251"/>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a:t>
            </a:r>
          </a:p>
        </p:txBody>
      </p:sp>
      <p:sp>
        <p:nvSpPr>
          <p:cNvPr id="6" name="Text Placeholder 2">
            <a:extLst>
              <a:ext uri="{FF2B5EF4-FFF2-40B4-BE49-F238E27FC236}">
                <a16:creationId xmlns:a16="http://schemas.microsoft.com/office/drawing/2014/main" id="{14ACCEEE-9EE8-4BBF-B992-09ACA791A933}"/>
              </a:ext>
            </a:extLst>
          </p:cNvPr>
          <p:cNvSpPr>
            <a:spLocks noGrp="1"/>
          </p:cNvSpPr>
          <p:nvPr>
            <p:ph type="body" sz="quarter" idx="18" hasCustomPrompt="1"/>
          </p:nvPr>
        </p:nvSpPr>
        <p:spPr>
          <a:xfrm>
            <a:off x="457200" y="3543216"/>
            <a:ext cx="2407920" cy="2630592"/>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Cras sit integer </a:t>
            </a:r>
            <a:r>
              <a:rPr lang="en-US" err="1"/>
              <a:t>porttitor</a:t>
            </a:r>
            <a:r>
              <a:rPr lang="en-US"/>
              <a:t> </a:t>
            </a:r>
            <a:r>
              <a:rPr lang="en-US" err="1"/>
              <a:t>enim</a:t>
            </a:r>
            <a:r>
              <a:rPr lang="en-US"/>
              <a:t> </a:t>
            </a:r>
            <a:r>
              <a:rPr lang="en-US" err="1"/>
              <a:t>mauris</a:t>
            </a:r>
            <a:r>
              <a:rPr lang="en-US"/>
              <a:t> </a:t>
            </a:r>
            <a:r>
              <a:rPr lang="en-US" err="1"/>
              <a:t>morbi</a:t>
            </a:r>
            <a:r>
              <a:rPr lang="en-US"/>
              <a:t> </a:t>
            </a:r>
            <a:r>
              <a:rPr lang="en-US" err="1"/>
              <a:t>tincidunt</a:t>
            </a:r>
            <a:r>
              <a:rPr lang="en-US"/>
              <a:t> </a:t>
            </a:r>
            <a:r>
              <a:rPr lang="en-US" err="1"/>
              <a:t>sem</a:t>
            </a:r>
            <a:r>
              <a:rPr lang="en-US"/>
              <a:t> </a:t>
            </a:r>
            <a:r>
              <a:rPr lang="en-US" err="1"/>
              <a:t>volutpat</a:t>
            </a:r>
            <a:r>
              <a:rPr lang="en-US"/>
              <a:t>. Magna in </a:t>
            </a:r>
            <a:r>
              <a:rPr lang="en-US" err="1"/>
              <a:t>aliquam</a:t>
            </a:r>
            <a:r>
              <a:rPr lang="en-US"/>
              <a:t> </a:t>
            </a:r>
            <a:r>
              <a:rPr lang="en-US" err="1"/>
              <a:t>eget</a:t>
            </a:r>
            <a:r>
              <a:rPr lang="en-US"/>
              <a:t> </a:t>
            </a:r>
            <a:r>
              <a:rPr lang="en-US" err="1"/>
              <a:t>consectetur</a:t>
            </a:r>
            <a:r>
              <a:rPr lang="en-US"/>
              <a:t> </a:t>
            </a:r>
            <a:r>
              <a:rPr lang="en-US" err="1"/>
              <a:t>consequat</a:t>
            </a:r>
            <a:r>
              <a:rPr lang="en-US"/>
              <a:t>. </a:t>
            </a:r>
          </a:p>
        </p:txBody>
      </p:sp>
      <p:sp>
        <p:nvSpPr>
          <p:cNvPr id="9" name="Text Placeholder 2">
            <a:extLst>
              <a:ext uri="{FF2B5EF4-FFF2-40B4-BE49-F238E27FC236}">
                <a16:creationId xmlns:a16="http://schemas.microsoft.com/office/drawing/2014/main" id="{D2C8C061-6443-461A-A052-E19A46AADCA8}"/>
              </a:ext>
            </a:extLst>
          </p:cNvPr>
          <p:cNvSpPr>
            <a:spLocks noGrp="1"/>
          </p:cNvSpPr>
          <p:nvPr>
            <p:ph type="body" sz="quarter" idx="19" hasCustomPrompt="1"/>
          </p:nvPr>
        </p:nvSpPr>
        <p:spPr>
          <a:xfrm>
            <a:off x="3413760" y="2921251"/>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a:t>
            </a:r>
          </a:p>
        </p:txBody>
      </p:sp>
      <p:sp>
        <p:nvSpPr>
          <p:cNvPr id="10" name="Text Placeholder 2">
            <a:extLst>
              <a:ext uri="{FF2B5EF4-FFF2-40B4-BE49-F238E27FC236}">
                <a16:creationId xmlns:a16="http://schemas.microsoft.com/office/drawing/2014/main" id="{626FC49A-5396-46E4-8A00-C0A017834ED3}"/>
              </a:ext>
            </a:extLst>
          </p:cNvPr>
          <p:cNvSpPr>
            <a:spLocks noGrp="1"/>
          </p:cNvSpPr>
          <p:nvPr>
            <p:ph type="body" sz="quarter" idx="20" hasCustomPrompt="1"/>
          </p:nvPr>
        </p:nvSpPr>
        <p:spPr>
          <a:xfrm>
            <a:off x="3413760" y="3543216"/>
            <a:ext cx="2407920" cy="2630592"/>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Cras sit integer </a:t>
            </a:r>
            <a:r>
              <a:rPr lang="en-US" err="1"/>
              <a:t>porttitor</a:t>
            </a:r>
            <a:r>
              <a:rPr lang="en-US"/>
              <a:t> </a:t>
            </a:r>
            <a:r>
              <a:rPr lang="en-US" err="1"/>
              <a:t>enim</a:t>
            </a:r>
            <a:r>
              <a:rPr lang="en-US"/>
              <a:t> </a:t>
            </a:r>
            <a:r>
              <a:rPr lang="en-US" err="1"/>
              <a:t>mauris</a:t>
            </a:r>
            <a:r>
              <a:rPr lang="en-US"/>
              <a:t> </a:t>
            </a:r>
            <a:r>
              <a:rPr lang="en-US" err="1"/>
              <a:t>morbi</a:t>
            </a:r>
            <a:r>
              <a:rPr lang="en-US"/>
              <a:t> </a:t>
            </a:r>
            <a:r>
              <a:rPr lang="en-US" err="1"/>
              <a:t>tincidunt</a:t>
            </a:r>
            <a:r>
              <a:rPr lang="en-US"/>
              <a:t> </a:t>
            </a:r>
            <a:r>
              <a:rPr lang="en-US" err="1"/>
              <a:t>sem</a:t>
            </a:r>
            <a:r>
              <a:rPr lang="en-US"/>
              <a:t> </a:t>
            </a:r>
            <a:r>
              <a:rPr lang="en-US" err="1"/>
              <a:t>volutpat</a:t>
            </a:r>
            <a:r>
              <a:rPr lang="en-US"/>
              <a:t>. Magna in </a:t>
            </a:r>
            <a:r>
              <a:rPr lang="en-US" err="1"/>
              <a:t>aliquam</a:t>
            </a:r>
            <a:r>
              <a:rPr lang="en-US"/>
              <a:t> </a:t>
            </a:r>
            <a:r>
              <a:rPr lang="en-US" err="1"/>
              <a:t>eget</a:t>
            </a:r>
            <a:r>
              <a:rPr lang="en-US"/>
              <a:t> </a:t>
            </a:r>
            <a:r>
              <a:rPr lang="en-US" err="1"/>
              <a:t>consectetur</a:t>
            </a:r>
            <a:r>
              <a:rPr lang="en-US"/>
              <a:t> </a:t>
            </a:r>
            <a:r>
              <a:rPr lang="en-US" err="1"/>
              <a:t>consequat</a:t>
            </a:r>
            <a:r>
              <a:rPr lang="en-US"/>
              <a:t>. </a:t>
            </a:r>
          </a:p>
        </p:txBody>
      </p:sp>
      <p:sp>
        <p:nvSpPr>
          <p:cNvPr id="13" name="Text Placeholder 2">
            <a:extLst>
              <a:ext uri="{FF2B5EF4-FFF2-40B4-BE49-F238E27FC236}">
                <a16:creationId xmlns:a16="http://schemas.microsoft.com/office/drawing/2014/main" id="{AEEE17DA-6635-495B-A481-BBD7188AD456}"/>
              </a:ext>
            </a:extLst>
          </p:cNvPr>
          <p:cNvSpPr>
            <a:spLocks noGrp="1"/>
          </p:cNvSpPr>
          <p:nvPr>
            <p:ph type="body" sz="quarter" idx="21" hasCustomPrompt="1"/>
          </p:nvPr>
        </p:nvSpPr>
        <p:spPr>
          <a:xfrm>
            <a:off x="6370320" y="2921251"/>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a:t>
            </a:r>
          </a:p>
        </p:txBody>
      </p:sp>
      <p:sp>
        <p:nvSpPr>
          <p:cNvPr id="14" name="Text Placeholder 2">
            <a:extLst>
              <a:ext uri="{FF2B5EF4-FFF2-40B4-BE49-F238E27FC236}">
                <a16:creationId xmlns:a16="http://schemas.microsoft.com/office/drawing/2014/main" id="{BF29616B-A8DB-42A6-A277-8CAE573E985F}"/>
              </a:ext>
            </a:extLst>
          </p:cNvPr>
          <p:cNvSpPr>
            <a:spLocks noGrp="1"/>
          </p:cNvSpPr>
          <p:nvPr>
            <p:ph type="body" sz="quarter" idx="22" hasCustomPrompt="1"/>
          </p:nvPr>
        </p:nvSpPr>
        <p:spPr>
          <a:xfrm>
            <a:off x="6370320" y="3543216"/>
            <a:ext cx="2407920" cy="2630592"/>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Cras sit integer </a:t>
            </a:r>
            <a:r>
              <a:rPr lang="en-US" err="1"/>
              <a:t>porttitor</a:t>
            </a:r>
            <a:r>
              <a:rPr lang="en-US"/>
              <a:t> </a:t>
            </a:r>
            <a:r>
              <a:rPr lang="en-US" err="1"/>
              <a:t>enim</a:t>
            </a:r>
            <a:r>
              <a:rPr lang="en-US"/>
              <a:t> </a:t>
            </a:r>
            <a:r>
              <a:rPr lang="en-US" err="1"/>
              <a:t>mauris</a:t>
            </a:r>
            <a:r>
              <a:rPr lang="en-US"/>
              <a:t> </a:t>
            </a:r>
            <a:r>
              <a:rPr lang="en-US" err="1"/>
              <a:t>morbi</a:t>
            </a:r>
            <a:r>
              <a:rPr lang="en-US"/>
              <a:t> </a:t>
            </a:r>
            <a:r>
              <a:rPr lang="en-US" err="1"/>
              <a:t>tincidunt</a:t>
            </a:r>
            <a:r>
              <a:rPr lang="en-US"/>
              <a:t> </a:t>
            </a:r>
            <a:r>
              <a:rPr lang="en-US" err="1"/>
              <a:t>sem</a:t>
            </a:r>
            <a:r>
              <a:rPr lang="en-US"/>
              <a:t> </a:t>
            </a:r>
            <a:r>
              <a:rPr lang="en-US" err="1"/>
              <a:t>volutpat</a:t>
            </a:r>
            <a:r>
              <a:rPr lang="en-US"/>
              <a:t>. Magna in </a:t>
            </a:r>
            <a:r>
              <a:rPr lang="en-US" err="1"/>
              <a:t>aliquam</a:t>
            </a:r>
            <a:r>
              <a:rPr lang="en-US"/>
              <a:t> </a:t>
            </a:r>
            <a:r>
              <a:rPr lang="en-US" err="1"/>
              <a:t>eget</a:t>
            </a:r>
            <a:r>
              <a:rPr lang="en-US"/>
              <a:t> </a:t>
            </a:r>
            <a:r>
              <a:rPr lang="en-US" err="1"/>
              <a:t>consectetur</a:t>
            </a:r>
            <a:r>
              <a:rPr lang="en-US"/>
              <a:t> </a:t>
            </a:r>
            <a:r>
              <a:rPr lang="en-US" err="1"/>
              <a:t>consequat</a:t>
            </a:r>
            <a:r>
              <a:rPr lang="en-US"/>
              <a:t>. </a:t>
            </a:r>
          </a:p>
        </p:txBody>
      </p:sp>
      <p:sp>
        <p:nvSpPr>
          <p:cNvPr id="19" name="Text Placeholder 2">
            <a:extLst>
              <a:ext uri="{FF2B5EF4-FFF2-40B4-BE49-F238E27FC236}">
                <a16:creationId xmlns:a16="http://schemas.microsoft.com/office/drawing/2014/main" id="{0D35C967-D122-42CE-BDAF-F34B55F00EA2}"/>
              </a:ext>
            </a:extLst>
          </p:cNvPr>
          <p:cNvSpPr>
            <a:spLocks noGrp="1"/>
          </p:cNvSpPr>
          <p:nvPr>
            <p:ph type="body" sz="quarter" idx="23" hasCustomPrompt="1"/>
          </p:nvPr>
        </p:nvSpPr>
        <p:spPr>
          <a:xfrm>
            <a:off x="9326880" y="2921251"/>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a:t>
            </a:r>
          </a:p>
        </p:txBody>
      </p:sp>
      <p:sp>
        <p:nvSpPr>
          <p:cNvPr id="20" name="Text Placeholder 2">
            <a:extLst>
              <a:ext uri="{FF2B5EF4-FFF2-40B4-BE49-F238E27FC236}">
                <a16:creationId xmlns:a16="http://schemas.microsoft.com/office/drawing/2014/main" id="{54FDC613-45BE-47C3-82C5-FC027C2DE43E}"/>
              </a:ext>
            </a:extLst>
          </p:cNvPr>
          <p:cNvSpPr>
            <a:spLocks noGrp="1"/>
          </p:cNvSpPr>
          <p:nvPr>
            <p:ph type="body" sz="quarter" idx="24" hasCustomPrompt="1"/>
          </p:nvPr>
        </p:nvSpPr>
        <p:spPr>
          <a:xfrm>
            <a:off x="9326880" y="3543216"/>
            <a:ext cx="2407920" cy="2630592"/>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Cras sit integer </a:t>
            </a:r>
            <a:r>
              <a:rPr lang="en-US" err="1"/>
              <a:t>porttitor</a:t>
            </a:r>
            <a:r>
              <a:rPr lang="en-US"/>
              <a:t> </a:t>
            </a:r>
            <a:r>
              <a:rPr lang="en-US" err="1"/>
              <a:t>enim</a:t>
            </a:r>
            <a:r>
              <a:rPr lang="en-US"/>
              <a:t> </a:t>
            </a:r>
            <a:r>
              <a:rPr lang="en-US" err="1"/>
              <a:t>mauris</a:t>
            </a:r>
            <a:r>
              <a:rPr lang="en-US"/>
              <a:t> </a:t>
            </a:r>
            <a:r>
              <a:rPr lang="en-US" err="1"/>
              <a:t>morbi</a:t>
            </a:r>
            <a:r>
              <a:rPr lang="en-US"/>
              <a:t> </a:t>
            </a:r>
            <a:r>
              <a:rPr lang="en-US" err="1"/>
              <a:t>tincidunt</a:t>
            </a:r>
            <a:r>
              <a:rPr lang="en-US"/>
              <a:t> </a:t>
            </a:r>
            <a:r>
              <a:rPr lang="en-US" err="1"/>
              <a:t>sem</a:t>
            </a:r>
            <a:r>
              <a:rPr lang="en-US"/>
              <a:t> </a:t>
            </a:r>
            <a:r>
              <a:rPr lang="en-US" err="1"/>
              <a:t>volutpat</a:t>
            </a:r>
            <a:r>
              <a:rPr lang="en-US"/>
              <a:t>. Magna in </a:t>
            </a:r>
            <a:r>
              <a:rPr lang="en-US" err="1"/>
              <a:t>aliquam</a:t>
            </a:r>
            <a:r>
              <a:rPr lang="en-US"/>
              <a:t> </a:t>
            </a:r>
            <a:r>
              <a:rPr lang="en-US" err="1"/>
              <a:t>eget</a:t>
            </a:r>
            <a:r>
              <a:rPr lang="en-US"/>
              <a:t> </a:t>
            </a:r>
            <a:r>
              <a:rPr lang="en-US" err="1"/>
              <a:t>consectetur</a:t>
            </a:r>
            <a:r>
              <a:rPr lang="en-US"/>
              <a:t> </a:t>
            </a:r>
            <a:r>
              <a:rPr lang="en-US" err="1"/>
              <a:t>consequat</a:t>
            </a:r>
            <a:r>
              <a:rPr lang="en-US"/>
              <a:t>. </a:t>
            </a:r>
          </a:p>
        </p:txBody>
      </p:sp>
      <p:sp>
        <p:nvSpPr>
          <p:cNvPr id="24" name="Picture Placeholder 23">
            <a:extLst>
              <a:ext uri="{FF2B5EF4-FFF2-40B4-BE49-F238E27FC236}">
                <a16:creationId xmlns:a16="http://schemas.microsoft.com/office/drawing/2014/main" id="{F84AF8F5-D562-4FBF-9069-09A640AACD09}"/>
              </a:ext>
            </a:extLst>
          </p:cNvPr>
          <p:cNvSpPr>
            <a:spLocks noGrp="1"/>
          </p:cNvSpPr>
          <p:nvPr>
            <p:ph type="pic" sz="quarter" idx="27"/>
          </p:nvPr>
        </p:nvSpPr>
        <p:spPr>
          <a:xfrm>
            <a:off x="463731" y="1389801"/>
            <a:ext cx="2408238" cy="1371600"/>
          </a:xfrm>
          <a:prstGeom prst="rect">
            <a:avLst/>
          </a:prstGeom>
          <a:solidFill>
            <a:schemeClr val="bg1">
              <a:lumMod val="95000"/>
            </a:schemeClr>
          </a:solidFill>
        </p:spPr>
        <p:txBody>
          <a:bodyPr/>
          <a:lstStyle/>
          <a:p>
            <a:endParaRPr lang="en-US"/>
          </a:p>
        </p:txBody>
      </p:sp>
      <p:sp>
        <p:nvSpPr>
          <p:cNvPr id="25" name="Picture Placeholder 23">
            <a:extLst>
              <a:ext uri="{FF2B5EF4-FFF2-40B4-BE49-F238E27FC236}">
                <a16:creationId xmlns:a16="http://schemas.microsoft.com/office/drawing/2014/main" id="{4F5537FA-B25A-4A75-AFE8-CB3D2D4EA781}"/>
              </a:ext>
            </a:extLst>
          </p:cNvPr>
          <p:cNvSpPr>
            <a:spLocks noGrp="1"/>
          </p:cNvSpPr>
          <p:nvPr>
            <p:ph type="pic" sz="quarter" idx="28"/>
          </p:nvPr>
        </p:nvSpPr>
        <p:spPr>
          <a:xfrm>
            <a:off x="3413442" y="1389801"/>
            <a:ext cx="2408238" cy="1371600"/>
          </a:xfrm>
          <a:prstGeom prst="rect">
            <a:avLst/>
          </a:prstGeom>
          <a:solidFill>
            <a:schemeClr val="bg1">
              <a:lumMod val="95000"/>
            </a:schemeClr>
          </a:solidFill>
        </p:spPr>
        <p:txBody>
          <a:bodyPr/>
          <a:lstStyle/>
          <a:p>
            <a:endParaRPr lang="en-US"/>
          </a:p>
        </p:txBody>
      </p:sp>
      <p:sp>
        <p:nvSpPr>
          <p:cNvPr id="26" name="Picture Placeholder 23">
            <a:extLst>
              <a:ext uri="{FF2B5EF4-FFF2-40B4-BE49-F238E27FC236}">
                <a16:creationId xmlns:a16="http://schemas.microsoft.com/office/drawing/2014/main" id="{62EC0755-06FE-418F-830B-3953EAC2B2B8}"/>
              </a:ext>
            </a:extLst>
          </p:cNvPr>
          <p:cNvSpPr>
            <a:spLocks noGrp="1"/>
          </p:cNvSpPr>
          <p:nvPr>
            <p:ph type="pic" sz="quarter" idx="29"/>
          </p:nvPr>
        </p:nvSpPr>
        <p:spPr>
          <a:xfrm>
            <a:off x="6363153" y="1389801"/>
            <a:ext cx="2408238" cy="1371600"/>
          </a:xfrm>
          <a:prstGeom prst="rect">
            <a:avLst/>
          </a:prstGeom>
          <a:solidFill>
            <a:schemeClr val="bg1">
              <a:lumMod val="95000"/>
            </a:schemeClr>
          </a:solidFill>
        </p:spPr>
        <p:txBody>
          <a:bodyPr/>
          <a:lstStyle/>
          <a:p>
            <a:endParaRPr lang="en-US"/>
          </a:p>
        </p:txBody>
      </p:sp>
      <p:sp>
        <p:nvSpPr>
          <p:cNvPr id="27" name="Picture Placeholder 23">
            <a:extLst>
              <a:ext uri="{FF2B5EF4-FFF2-40B4-BE49-F238E27FC236}">
                <a16:creationId xmlns:a16="http://schemas.microsoft.com/office/drawing/2014/main" id="{5145A383-DF32-4D59-98B6-07591E0CE3E3}"/>
              </a:ext>
            </a:extLst>
          </p:cNvPr>
          <p:cNvSpPr>
            <a:spLocks noGrp="1"/>
          </p:cNvSpPr>
          <p:nvPr>
            <p:ph type="pic" sz="quarter" idx="30"/>
          </p:nvPr>
        </p:nvSpPr>
        <p:spPr>
          <a:xfrm>
            <a:off x="9312864" y="1389801"/>
            <a:ext cx="2408238" cy="1371600"/>
          </a:xfrm>
          <a:prstGeom prst="rect">
            <a:avLst/>
          </a:prstGeom>
          <a:solidFill>
            <a:schemeClr val="bg1">
              <a:lumMod val="95000"/>
            </a:schemeClr>
          </a:solidFill>
        </p:spPr>
        <p:txBody>
          <a:bodyPr/>
          <a:lstStyle/>
          <a:p>
            <a:endParaRPr lang="en-US"/>
          </a:p>
        </p:txBody>
      </p:sp>
      <p:sp>
        <p:nvSpPr>
          <p:cNvPr id="2" name="Title 1">
            <a:extLst>
              <a:ext uri="{FF2B5EF4-FFF2-40B4-BE49-F238E27FC236}">
                <a16:creationId xmlns:a16="http://schemas.microsoft.com/office/drawing/2014/main" id="{A1E02B5D-C175-DE3C-BEC7-EB4A41870F21}"/>
              </a:ext>
            </a:extLst>
          </p:cNvPr>
          <p:cNvSpPr>
            <a:spLocks noGrp="1"/>
          </p:cNvSpPr>
          <p:nvPr>
            <p:ph type="title"/>
          </p:nvPr>
        </p:nvSpPr>
        <p:spPr>
          <a:xfrm>
            <a:off x="457200" y="723900"/>
            <a:ext cx="11271069" cy="457200"/>
          </a:xfrm>
        </p:spPr>
        <p:txBody>
          <a:bodyPr/>
          <a:lstStyle>
            <a:lvl1pPr>
              <a:defRPr b="1">
                <a:solidFill>
                  <a:schemeClr val="tx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293C67F9-F2A6-3918-0A8D-555112C9F469}"/>
              </a:ext>
            </a:extLst>
          </p:cNvPr>
          <p:cNvSpPr>
            <a:spLocks noGrp="1"/>
          </p:cNvSpPr>
          <p:nvPr>
            <p:ph type="body" sz="quarter" idx="15" hasCustomPrompt="1"/>
          </p:nvPr>
        </p:nvSpPr>
        <p:spPr>
          <a:xfrm>
            <a:off x="457201" y="382446"/>
            <a:ext cx="2695074" cy="207101"/>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2852413614"/>
      </p:ext>
    </p:extLst>
  </p:cSld>
  <p:clrMapOvr>
    <a:masterClrMapping/>
  </p:clrMapOvr>
</p:sldLayout>
</file>

<file path=ppt/slideLayouts/slideLayout210.xml><?xml version="1.0" encoding="utf-8"?>
<p:sldLayout xmlns:a="http://schemas.openxmlformats.org/drawingml/2006/main" xmlns:r="http://schemas.openxmlformats.org/officeDocument/2006/relationships" xmlns:p="http://schemas.openxmlformats.org/presentationml/2006/main" preserve="1" userDrawn="1">
  <p:cSld name="Case Study-3 Pictures">
    <p:spTree>
      <p:nvGrpSpPr>
        <p:cNvPr id="1" name=""/>
        <p:cNvGrpSpPr/>
        <p:nvPr/>
      </p:nvGrpSpPr>
      <p:grpSpPr>
        <a:xfrm>
          <a:off x="0" y="0"/>
          <a:ext cx="0" cy="0"/>
          <a:chOff x="0" y="0"/>
          <a:chExt cx="0" cy="0"/>
        </a:xfrm>
      </p:grpSpPr>
      <p:sp>
        <p:nvSpPr>
          <p:cNvPr id="11" name="Title 1"/>
          <p:cNvSpPr>
            <a:spLocks noGrp="1"/>
          </p:cNvSpPr>
          <p:nvPr>
            <p:ph type="title"/>
          </p:nvPr>
        </p:nvSpPr>
        <p:spPr>
          <a:xfrm>
            <a:off x="457201" y="4124960"/>
            <a:ext cx="3312160" cy="246221"/>
          </a:xfrm>
        </p:spPr>
        <p:txBody>
          <a:bodyPr>
            <a:spAutoFit/>
          </a:bodyPr>
          <a:lstStyle>
            <a:lvl1pPr>
              <a:defRPr sz="1600" b="1">
                <a:solidFill>
                  <a:schemeClr val="tx1"/>
                </a:solidFill>
                <a:latin typeface="+mn-lt"/>
              </a:defRPr>
            </a:lvl1pPr>
          </a:lstStyle>
          <a:p>
            <a:r>
              <a:rPr lang="en-US"/>
              <a:t>Click to edit Master title style</a:t>
            </a:r>
          </a:p>
        </p:txBody>
      </p:sp>
      <p:sp>
        <p:nvSpPr>
          <p:cNvPr id="10" name="Text Placeholder 2">
            <a:extLst>
              <a:ext uri="{FF2B5EF4-FFF2-40B4-BE49-F238E27FC236}">
                <a16:creationId xmlns:a16="http://schemas.microsoft.com/office/drawing/2014/main" id="{DCFE7496-2B11-468F-A424-81EF7552D417}"/>
              </a:ext>
            </a:extLst>
          </p:cNvPr>
          <p:cNvSpPr>
            <a:spLocks noGrp="1"/>
          </p:cNvSpPr>
          <p:nvPr>
            <p:ph type="body" sz="quarter" idx="17" hasCustomPrompt="1"/>
          </p:nvPr>
        </p:nvSpPr>
        <p:spPr>
          <a:xfrm>
            <a:off x="469773" y="4502295"/>
            <a:ext cx="3299588" cy="802399"/>
          </a:xfrm>
          <a:prstGeom prst="rect">
            <a:avLst/>
          </a:prstGeom>
        </p:spPr>
        <p:txBody>
          <a:bodyPr wrap="square">
            <a:spAutoFit/>
          </a:bodyPr>
          <a:lstStyle>
            <a:lvl1pPr>
              <a:defRPr sz="1200">
                <a:solidFill>
                  <a:schemeClr val="tx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a:t>
            </a:r>
          </a:p>
        </p:txBody>
      </p:sp>
      <p:sp>
        <p:nvSpPr>
          <p:cNvPr id="13" name="Picture Placeholder 12">
            <a:extLst>
              <a:ext uri="{FF2B5EF4-FFF2-40B4-BE49-F238E27FC236}">
                <a16:creationId xmlns:a16="http://schemas.microsoft.com/office/drawing/2014/main" id="{256621FE-2493-434D-BD83-B0B78B101F25}"/>
              </a:ext>
            </a:extLst>
          </p:cNvPr>
          <p:cNvSpPr>
            <a:spLocks noGrp="1"/>
          </p:cNvSpPr>
          <p:nvPr>
            <p:ph type="pic" sz="quarter" idx="18"/>
          </p:nvPr>
        </p:nvSpPr>
        <p:spPr>
          <a:xfrm>
            <a:off x="0" y="0"/>
            <a:ext cx="4076700" cy="3429000"/>
          </a:xfrm>
          <a:prstGeom prst="rect">
            <a:avLst/>
          </a:prstGeom>
          <a:solidFill>
            <a:schemeClr val="bg2"/>
          </a:solidFill>
        </p:spPr>
        <p:txBody>
          <a:bodyPr/>
          <a:lstStyle/>
          <a:p>
            <a:endParaRPr lang="en-US"/>
          </a:p>
        </p:txBody>
      </p:sp>
      <p:sp>
        <p:nvSpPr>
          <p:cNvPr id="14" name="Picture Placeholder 12">
            <a:extLst>
              <a:ext uri="{FF2B5EF4-FFF2-40B4-BE49-F238E27FC236}">
                <a16:creationId xmlns:a16="http://schemas.microsoft.com/office/drawing/2014/main" id="{2F7B19A9-71C0-403D-B507-22838A53F144}"/>
              </a:ext>
            </a:extLst>
          </p:cNvPr>
          <p:cNvSpPr>
            <a:spLocks noGrp="1"/>
          </p:cNvSpPr>
          <p:nvPr>
            <p:ph type="pic" sz="quarter" idx="19"/>
          </p:nvPr>
        </p:nvSpPr>
        <p:spPr>
          <a:xfrm>
            <a:off x="4076700" y="0"/>
            <a:ext cx="4064000" cy="3429000"/>
          </a:xfrm>
          <a:prstGeom prst="rect">
            <a:avLst/>
          </a:prstGeom>
          <a:solidFill>
            <a:schemeClr val="bg2"/>
          </a:solidFill>
        </p:spPr>
        <p:txBody>
          <a:bodyPr/>
          <a:lstStyle/>
          <a:p>
            <a:endParaRPr lang="en-US"/>
          </a:p>
        </p:txBody>
      </p:sp>
      <p:sp>
        <p:nvSpPr>
          <p:cNvPr id="15" name="Picture Placeholder 12">
            <a:extLst>
              <a:ext uri="{FF2B5EF4-FFF2-40B4-BE49-F238E27FC236}">
                <a16:creationId xmlns:a16="http://schemas.microsoft.com/office/drawing/2014/main" id="{584A1708-3D5F-4AC2-B35F-FB446EFEB7C2}"/>
              </a:ext>
            </a:extLst>
          </p:cNvPr>
          <p:cNvSpPr>
            <a:spLocks noGrp="1"/>
          </p:cNvSpPr>
          <p:nvPr>
            <p:ph type="pic" sz="quarter" idx="20"/>
          </p:nvPr>
        </p:nvSpPr>
        <p:spPr>
          <a:xfrm>
            <a:off x="8140700" y="0"/>
            <a:ext cx="4064000" cy="3429000"/>
          </a:xfrm>
          <a:prstGeom prst="rect">
            <a:avLst/>
          </a:prstGeom>
          <a:solidFill>
            <a:schemeClr val="bg2"/>
          </a:solidFill>
        </p:spPr>
        <p:txBody>
          <a:bodyPr/>
          <a:lstStyle/>
          <a:p>
            <a:endParaRPr lang="en-US"/>
          </a:p>
        </p:txBody>
      </p:sp>
      <p:sp>
        <p:nvSpPr>
          <p:cNvPr id="17" name="Text Placeholder 2">
            <a:extLst>
              <a:ext uri="{FF2B5EF4-FFF2-40B4-BE49-F238E27FC236}">
                <a16:creationId xmlns:a16="http://schemas.microsoft.com/office/drawing/2014/main" id="{97BF9D5A-73E5-43EB-95F4-FF5636951647}"/>
              </a:ext>
            </a:extLst>
          </p:cNvPr>
          <p:cNvSpPr>
            <a:spLocks noGrp="1"/>
          </p:cNvSpPr>
          <p:nvPr>
            <p:ph type="body" sz="quarter" idx="21" hasCustomPrompt="1"/>
          </p:nvPr>
        </p:nvSpPr>
        <p:spPr>
          <a:xfrm>
            <a:off x="4314697" y="4502295"/>
            <a:ext cx="3299588" cy="802399"/>
          </a:xfrm>
          <a:prstGeom prst="rect">
            <a:avLst/>
          </a:prstGeom>
        </p:spPr>
        <p:txBody>
          <a:bodyPr wrap="square">
            <a:spAutoFit/>
          </a:bodyPr>
          <a:lstStyle>
            <a:lvl1pPr>
              <a:defRPr sz="1200">
                <a:solidFill>
                  <a:schemeClr val="tx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a:t>
            </a:r>
          </a:p>
        </p:txBody>
      </p:sp>
      <p:sp>
        <p:nvSpPr>
          <p:cNvPr id="19" name="Text Placeholder 2">
            <a:extLst>
              <a:ext uri="{FF2B5EF4-FFF2-40B4-BE49-F238E27FC236}">
                <a16:creationId xmlns:a16="http://schemas.microsoft.com/office/drawing/2014/main" id="{6AC52B6B-2068-4BD5-8D7B-E2AA5CC142A6}"/>
              </a:ext>
            </a:extLst>
          </p:cNvPr>
          <p:cNvSpPr>
            <a:spLocks noGrp="1"/>
          </p:cNvSpPr>
          <p:nvPr>
            <p:ph type="body" sz="quarter" idx="22" hasCustomPrompt="1"/>
          </p:nvPr>
        </p:nvSpPr>
        <p:spPr>
          <a:xfrm>
            <a:off x="8406449" y="4502295"/>
            <a:ext cx="3299588" cy="802399"/>
          </a:xfrm>
          <a:prstGeom prst="rect">
            <a:avLst/>
          </a:prstGeom>
        </p:spPr>
        <p:txBody>
          <a:bodyPr wrap="square">
            <a:spAutoFit/>
          </a:bodyPr>
          <a:lstStyle>
            <a:lvl1pPr>
              <a:defRPr sz="1200">
                <a:solidFill>
                  <a:schemeClr val="tx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a:t>
            </a:r>
          </a:p>
        </p:txBody>
      </p:sp>
      <p:sp>
        <p:nvSpPr>
          <p:cNvPr id="4" name="Text Placeholder 3">
            <a:extLst>
              <a:ext uri="{FF2B5EF4-FFF2-40B4-BE49-F238E27FC236}">
                <a16:creationId xmlns:a16="http://schemas.microsoft.com/office/drawing/2014/main" id="{AC56DCAB-CD09-4E29-A907-70E7EBE0E688}"/>
              </a:ext>
            </a:extLst>
          </p:cNvPr>
          <p:cNvSpPr>
            <a:spLocks noGrp="1"/>
          </p:cNvSpPr>
          <p:nvPr>
            <p:ph type="body" sz="quarter" idx="23"/>
          </p:nvPr>
        </p:nvSpPr>
        <p:spPr>
          <a:xfrm>
            <a:off x="4302125" y="4124325"/>
            <a:ext cx="3311525" cy="246221"/>
          </a:xfrm>
          <a:prstGeom prst="rect">
            <a:avLst/>
          </a:prstGeom>
        </p:spPr>
        <p:txBody>
          <a:bodyPr vert="horz" lIns="0" tIns="0" rIns="0" bIns="0" rtlCol="0" anchor="t">
            <a:spAutoFit/>
          </a:bodyPr>
          <a:lstStyle>
            <a:lvl1pPr>
              <a:defRPr lang="en-US" sz="1600" b="1" smtClean="0"/>
            </a:lvl1pPr>
            <a:lvl2pPr>
              <a:defRPr lang="en-US" smtClean="0"/>
            </a:lvl2pPr>
            <a:lvl3pPr>
              <a:defRPr lang="en-US" smtClean="0"/>
            </a:lvl3pPr>
            <a:lvl4pPr>
              <a:defRPr lang="en-US" smtClean="0"/>
            </a:lvl4pPr>
            <a:lvl5pPr>
              <a:defRPr lang="en-US"/>
            </a:lvl5pPr>
          </a:lstStyle>
          <a:p>
            <a:pPr lvl="0">
              <a:lnSpc>
                <a:spcPct val="100000"/>
              </a:lnSpc>
              <a:spcBef>
                <a:spcPct val="0"/>
              </a:spcBef>
            </a:pPr>
            <a:r>
              <a:rPr lang="en-US"/>
              <a:t>Click to edit Master text styles</a:t>
            </a:r>
          </a:p>
        </p:txBody>
      </p:sp>
      <p:sp>
        <p:nvSpPr>
          <p:cNvPr id="6" name="Text Placeholder 5">
            <a:extLst>
              <a:ext uri="{FF2B5EF4-FFF2-40B4-BE49-F238E27FC236}">
                <a16:creationId xmlns:a16="http://schemas.microsoft.com/office/drawing/2014/main" id="{AC9A5C7D-52BE-42FF-9382-B63BBD810FDD}"/>
              </a:ext>
            </a:extLst>
          </p:cNvPr>
          <p:cNvSpPr>
            <a:spLocks noGrp="1"/>
          </p:cNvSpPr>
          <p:nvPr>
            <p:ph type="body" sz="quarter" idx="24"/>
          </p:nvPr>
        </p:nvSpPr>
        <p:spPr>
          <a:xfrm>
            <a:off x="8406449" y="4114800"/>
            <a:ext cx="3312160" cy="246221"/>
          </a:xfrm>
          <a:prstGeom prst="rect">
            <a:avLst/>
          </a:prstGeom>
        </p:spPr>
        <p:txBody>
          <a:bodyPr vert="horz" lIns="0" tIns="0" rIns="0" bIns="0" rtlCol="0" anchor="t">
            <a:spAutoFit/>
          </a:bodyPr>
          <a:lstStyle>
            <a:lvl1pPr>
              <a:defRPr lang="en-US" sz="1600" b="1" smtClean="0"/>
            </a:lvl1pPr>
            <a:lvl2pPr>
              <a:defRPr lang="en-US" smtClean="0"/>
            </a:lvl2pPr>
            <a:lvl3pPr>
              <a:defRPr lang="en-US" smtClean="0"/>
            </a:lvl3pPr>
            <a:lvl4pPr>
              <a:defRPr lang="en-US" smtClean="0"/>
            </a:lvl4pPr>
            <a:lvl5pPr>
              <a:defRPr lang="en-US"/>
            </a:lvl5pPr>
          </a:lstStyle>
          <a:p>
            <a:pPr lvl="0">
              <a:lnSpc>
                <a:spcPct val="100000"/>
              </a:lnSpc>
              <a:spcBef>
                <a:spcPct val="0"/>
              </a:spcBef>
            </a:pPr>
            <a:r>
              <a:rPr lang="en-US"/>
              <a:t>Click to edit Master text styles</a:t>
            </a:r>
          </a:p>
        </p:txBody>
      </p:sp>
    </p:spTree>
    <p:extLst>
      <p:ext uri="{BB962C8B-B14F-4D97-AF65-F5344CB8AC3E}">
        <p14:creationId xmlns:p14="http://schemas.microsoft.com/office/powerpoint/2010/main" val="493436812"/>
      </p:ext>
    </p:extLst>
  </p:cSld>
  <p:clrMapOvr>
    <a:masterClrMapping/>
  </p:clrMapOvr>
</p:sldLayout>
</file>

<file path=ppt/slideLayouts/slideLayout211.xml><?xml version="1.0" encoding="utf-8"?>
<p:sldLayout xmlns:a="http://schemas.openxmlformats.org/drawingml/2006/main" xmlns:r="http://schemas.openxmlformats.org/officeDocument/2006/relationships" xmlns:p="http://schemas.openxmlformats.org/presentationml/2006/main" preserve="1" userDrawn="1">
  <p:cSld name="Case Study-4 Pictures">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256621FE-2493-434D-BD83-B0B78B101F25}"/>
              </a:ext>
            </a:extLst>
          </p:cNvPr>
          <p:cNvSpPr>
            <a:spLocks noGrp="1"/>
          </p:cNvSpPr>
          <p:nvPr>
            <p:ph type="pic" sz="quarter" idx="18"/>
          </p:nvPr>
        </p:nvSpPr>
        <p:spPr>
          <a:xfrm>
            <a:off x="-1" y="0"/>
            <a:ext cx="3045667" cy="6858000"/>
          </a:xfrm>
          <a:prstGeom prst="rect">
            <a:avLst/>
          </a:prstGeom>
          <a:solidFill>
            <a:schemeClr val="bg2"/>
          </a:solidFill>
        </p:spPr>
        <p:txBody>
          <a:bodyPr/>
          <a:lstStyle/>
          <a:p>
            <a:endParaRPr lang="en-US"/>
          </a:p>
        </p:txBody>
      </p:sp>
      <p:sp>
        <p:nvSpPr>
          <p:cNvPr id="16" name="Picture Placeholder 12">
            <a:extLst>
              <a:ext uri="{FF2B5EF4-FFF2-40B4-BE49-F238E27FC236}">
                <a16:creationId xmlns:a16="http://schemas.microsoft.com/office/drawing/2014/main" id="{95D56692-426B-4F40-8BC1-45B989D44140}"/>
              </a:ext>
            </a:extLst>
          </p:cNvPr>
          <p:cNvSpPr>
            <a:spLocks noGrp="1"/>
          </p:cNvSpPr>
          <p:nvPr>
            <p:ph type="pic" sz="quarter" idx="19"/>
          </p:nvPr>
        </p:nvSpPr>
        <p:spPr>
          <a:xfrm>
            <a:off x="3048777" y="0"/>
            <a:ext cx="3045667" cy="6858000"/>
          </a:xfrm>
          <a:prstGeom prst="rect">
            <a:avLst/>
          </a:prstGeom>
          <a:solidFill>
            <a:schemeClr val="bg2"/>
          </a:solidFill>
        </p:spPr>
        <p:txBody>
          <a:bodyPr/>
          <a:lstStyle/>
          <a:p>
            <a:endParaRPr lang="en-US"/>
          </a:p>
        </p:txBody>
      </p:sp>
      <p:sp>
        <p:nvSpPr>
          <p:cNvPr id="18" name="Picture Placeholder 12">
            <a:extLst>
              <a:ext uri="{FF2B5EF4-FFF2-40B4-BE49-F238E27FC236}">
                <a16:creationId xmlns:a16="http://schemas.microsoft.com/office/drawing/2014/main" id="{32D43E18-54F7-4125-A364-D733497B4F32}"/>
              </a:ext>
            </a:extLst>
          </p:cNvPr>
          <p:cNvSpPr>
            <a:spLocks noGrp="1"/>
          </p:cNvSpPr>
          <p:nvPr>
            <p:ph type="pic" sz="quarter" idx="20"/>
          </p:nvPr>
        </p:nvSpPr>
        <p:spPr>
          <a:xfrm>
            <a:off x="6097555" y="0"/>
            <a:ext cx="3045667" cy="6858000"/>
          </a:xfrm>
          <a:prstGeom prst="rect">
            <a:avLst/>
          </a:prstGeom>
          <a:solidFill>
            <a:schemeClr val="bg2"/>
          </a:solidFill>
        </p:spPr>
        <p:txBody>
          <a:bodyPr/>
          <a:lstStyle/>
          <a:p>
            <a:endParaRPr lang="en-US"/>
          </a:p>
        </p:txBody>
      </p:sp>
      <p:sp>
        <p:nvSpPr>
          <p:cNvPr id="20" name="Picture Placeholder 12">
            <a:extLst>
              <a:ext uri="{FF2B5EF4-FFF2-40B4-BE49-F238E27FC236}">
                <a16:creationId xmlns:a16="http://schemas.microsoft.com/office/drawing/2014/main" id="{0D751945-7936-4E08-A1DF-7F344072146F}"/>
              </a:ext>
            </a:extLst>
          </p:cNvPr>
          <p:cNvSpPr>
            <a:spLocks noGrp="1"/>
          </p:cNvSpPr>
          <p:nvPr>
            <p:ph type="pic" sz="quarter" idx="21"/>
          </p:nvPr>
        </p:nvSpPr>
        <p:spPr>
          <a:xfrm>
            <a:off x="9146333" y="0"/>
            <a:ext cx="3045667" cy="6858000"/>
          </a:xfrm>
          <a:prstGeom prst="rect">
            <a:avLst/>
          </a:prstGeom>
          <a:solidFill>
            <a:schemeClr val="bg2"/>
          </a:solidFill>
        </p:spPr>
        <p:txBody>
          <a:bodyPr/>
          <a:lstStyle/>
          <a:p>
            <a:endParaRPr lang="en-US"/>
          </a:p>
        </p:txBody>
      </p:sp>
      <p:pic>
        <p:nvPicPr>
          <p:cNvPr id="2" name="Graphic 1">
            <a:extLst>
              <a:ext uri="{FF2B5EF4-FFF2-40B4-BE49-F238E27FC236}">
                <a16:creationId xmlns:a16="http://schemas.microsoft.com/office/drawing/2014/main" id="{0F219C23-5248-6A23-1656-7F24D37DB200}"/>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4" name="TextBox 3">
            <a:extLst>
              <a:ext uri="{FF2B5EF4-FFF2-40B4-BE49-F238E27FC236}">
                <a16:creationId xmlns:a16="http://schemas.microsoft.com/office/drawing/2014/main" id="{9D0F7879-EF16-5C25-BC5F-DF85AD10BA3F}"/>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5" name="Text Placeholder 3">
            <a:extLst>
              <a:ext uri="{FF2B5EF4-FFF2-40B4-BE49-F238E27FC236}">
                <a16:creationId xmlns:a16="http://schemas.microsoft.com/office/drawing/2014/main" id="{47931746-EE72-E501-E583-1218E82991FF}"/>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908880661"/>
      </p:ext>
    </p:extLst>
  </p:cSld>
  <p:clrMapOvr>
    <a:masterClrMapping/>
  </p:clrMapOvr>
</p:sldLayout>
</file>

<file path=ppt/slideLayouts/slideLayout212.xml><?xml version="1.0" encoding="utf-8"?>
<p:sldLayout xmlns:a="http://schemas.openxmlformats.org/drawingml/2006/main" xmlns:r="http://schemas.openxmlformats.org/officeDocument/2006/relationships" xmlns:p="http://schemas.openxmlformats.org/presentationml/2006/main" preserve="1" userDrawn="1">
  <p:cSld name="Full Picture">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3BE84340-BD33-8E44-99AA-69963886122B}"/>
              </a:ext>
            </a:extLst>
          </p:cNvPr>
          <p:cNvSpPr>
            <a:spLocks noGrp="1"/>
          </p:cNvSpPr>
          <p:nvPr>
            <p:ph type="pic" sz="quarter" idx="10"/>
          </p:nvPr>
        </p:nvSpPr>
        <p:spPr>
          <a:xfrm>
            <a:off x="0" y="0"/>
            <a:ext cx="12192000" cy="6858000"/>
          </a:xfrm>
          <a:prstGeom prst="rect">
            <a:avLst/>
          </a:prstGeom>
        </p:spPr>
        <p:txBody>
          <a:bodyPr/>
          <a:lstStyle/>
          <a:p>
            <a:endParaRPr lang="en-US"/>
          </a:p>
        </p:txBody>
      </p:sp>
    </p:spTree>
    <p:extLst>
      <p:ext uri="{BB962C8B-B14F-4D97-AF65-F5344CB8AC3E}">
        <p14:creationId xmlns:p14="http://schemas.microsoft.com/office/powerpoint/2010/main" val="3889560726"/>
      </p:ext>
    </p:extLst>
  </p:cSld>
  <p:clrMapOvr>
    <a:masterClrMapping/>
  </p:clrMapOvr>
</p:sldLayout>
</file>

<file path=ppt/slideLayouts/slideLayout213.xml><?xml version="1.0" encoding="utf-8"?>
<p:sldLayout xmlns:a="http://schemas.openxmlformats.org/drawingml/2006/main" xmlns:r="http://schemas.openxmlformats.org/officeDocument/2006/relationships" xmlns:p="http://schemas.openxmlformats.org/presentationml/2006/main" preserve="1" userDrawn="1">
  <p:cSld name="Thank_you">
    <p:bg>
      <p:bgPr>
        <a:solidFill>
          <a:schemeClr val="tx1"/>
        </a:solidFill>
        <a:effectLst/>
      </p:bgPr>
    </p:bg>
    <p:spTree>
      <p:nvGrpSpPr>
        <p:cNvPr id="1" name=""/>
        <p:cNvGrpSpPr/>
        <p:nvPr/>
      </p:nvGrpSpPr>
      <p:grpSpPr>
        <a:xfrm>
          <a:off x="0" y="0"/>
          <a:ext cx="0" cy="0"/>
          <a:chOff x="0" y="0"/>
          <a:chExt cx="0" cy="0"/>
        </a:xfrm>
      </p:grpSpPr>
      <p:sp>
        <p:nvSpPr>
          <p:cNvPr id="6" name="Text Placeholder 2">
            <a:extLst>
              <a:ext uri="{FF2B5EF4-FFF2-40B4-BE49-F238E27FC236}">
                <a16:creationId xmlns:a16="http://schemas.microsoft.com/office/drawing/2014/main" id="{32B93596-9EFA-D1CF-1891-B79E8C134296}"/>
              </a:ext>
            </a:extLst>
          </p:cNvPr>
          <p:cNvSpPr>
            <a:spLocks noGrp="1"/>
          </p:cNvSpPr>
          <p:nvPr>
            <p:ph type="body" sz="quarter" idx="12"/>
          </p:nvPr>
        </p:nvSpPr>
        <p:spPr>
          <a:xfrm>
            <a:off x="6008594" y="1585875"/>
            <a:ext cx="3827462" cy="257250"/>
          </a:xfrm>
          <a:prstGeom prst="rect">
            <a:avLst/>
          </a:prstGeom>
        </p:spPr>
        <p:txBody>
          <a:bodyPr/>
          <a:lstStyle>
            <a:lvl1pPr>
              <a:defRPr sz="1600" b="0" i="0">
                <a:solidFill>
                  <a:schemeClr val="bg1"/>
                </a:solidFill>
                <a:latin typeface="Calibri" panose="020F0502020204030204" pitchFamily="34" charset="0"/>
                <a:cs typeface="Calibri" panose="020F0502020204030204" pitchFamily="34" charset="0"/>
              </a:defRPr>
            </a:lvl1pPr>
          </a:lstStyle>
          <a:p>
            <a:r>
              <a:rPr lang="en-US"/>
              <a:t>For more information, contact</a:t>
            </a:r>
          </a:p>
        </p:txBody>
      </p:sp>
      <p:sp>
        <p:nvSpPr>
          <p:cNvPr id="7" name="Text Placeholder 3">
            <a:extLst>
              <a:ext uri="{FF2B5EF4-FFF2-40B4-BE49-F238E27FC236}">
                <a16:creationId xmlns:a16="http://schemas.microsoft.com/office/drawing/2014/main" id="{6FDC7A20-9DDC-243D-12E0-D419647A673B}"/>
              </a:ext>
            </a:extLst>
          </p:cNvPr>
          <p:cNvSpPr>
            <a:spLocks noGrp="1"/>
          </p:cNvSpPr>
          <p:nvPr>
            <p:ph type="body" sz="quarter" idx="13"/>
          </p:nvPr>
        </p:nvSpPr>
        <p:spPr>
          <a:xfrm>
            <a:off x="6008594" y="2359058"/>
            <a:ext cx="3827462" cy="289438"/>
          </a:xfrm>
          <a:prstGeom prst="rect">
            <a:avLst/>
          </a:prstGeom>
        </p:spPr>
        <p:txBody>
          <a:bodyPr/>
          <a:lstStyle>
            <a:lvl1pPr>
              <a:defRPr sz="1800" b="1" i="0">
                <a:solidFill>
                  <a:schemeClr val="accent2"/>
                </a:solidFill>
                <a:latin typeface="Calibri" panose="020F0502020204030204" pitchFamily="34" charset="0"/>
                <a:cs typeface="Calibri" panose="020F0502020204030204" pitchFamily="34" charset="0"/>
              </a:defRPr>
            </a:lvl1pPr>
          </a:lstStyle>
          <a:p>
            <a:r>
              <a:rPr lang="en-US"/>
              <a:t>Name</a:t>
            </a:r>
          </a:p>
        </p:txBody>
      </p:sp>
      <p:sp>
        <p:nvSpPr>
          <p:cNvPr id="8" name="Text Placeholder 4">
            <a:extLst>
              <a:ext uri="{FF2B5EF4-FFF2-40B4-BE49-F238E27FC236}">
                <a16:creationId xmlns:a16="http://schemas.microsoft.com/office/drawing/2014/main" id="{DF0BB83A-8F61-9449-F88A-D14428FB92FB}"/>
              </a:ext>
            </a:extLst>
          </p:cNvPr>
          <p:cNvSpPr>
            <a:spLocks noGrp="1"/>
          </p:cNvSpPr>
          <p:nvPr>
            <p:ph type="body" sz="quarter" idx="14"/>
          </p:nvPr>
        </p:nvSpPr>
        <p:spPr>
          <a:xfrm>
            <a:off x="6008594" y="2744373"/>
            <a:ext cx="3827462" cy="225126"/>
          </a:xfrm>
          <a:prstGeom prst="rect">
            <a:avLst/>
          </a:prstGeom>
        </p:spPr>
        <p:txBody>
          <a:bodyPr/>
          <a:lstStyle>
            <a:lvl1pPr>
              <a:defRPr sz="1400" b="0" i="0">
                <a:solidFill>
                  <a:schemeClr val="accent2"/>
                </a:solidFill>
                <a:latin typeface="Calibri Light" panose="020F0302020204030204" pitchFamily="34" charset="0"/>
                <a:cs typeface="Calibri Light" panose="020F0302020204030204" pitchFamily="34" charset="0"/>
              </a:defRPr>
            </a:lvl1pPr>
          </a:lstStyle>
          <a:p>
            <a:r>
              <a:rPr lang="en-US"/>
              <a:t>Position title</a:t>
            </a:r>
          </a:p>
        </p:txBody>
      </p:sp>
      <p:sp>
        <p:nvSpPr>
          <p:cNvPr id="9" name="Text Placeholder 5">
            <a:extLst>
              <a:ext uri="{FF2B5EF4-FFF2-40B4-BE49-F238E27FC236}">
                <a16:creationId xmlns:a16="http://schemas.microsoft.com/office/drawing/2014/main" id="{928CEB9B-E281-2F84-4094-6D6C75AE1667}"/>
              </a:ext>
            </a:extLst>
          </p:cNvPr>
          <p:cNvSpPr>
            <a:spLocks noGrp="1"/>
          </p:cNvSpPr>
          <p:nvPr>
            <p:ph type="body" sz="quarter" idx="15"/>
          </p:nvPr>
        </p:nvSpPr>
        <p:spPr>
          <a:xfrm>
            <a:off x="6008594" y="3273458"/>
            <a:ext cx="3827462" cy="225126"/>
          </a:xfrm>
          <a:prstGeom prst="rect">
            <a:avLst/>
          </a:prstGeom>
        </p:spPr>
        <p:txBody>
          <a:bodyPr/>
          <a:lstStyle>
            <a:lvl1pPr>
              <a:defRPr sz="1400" b="0" i="0">
                <a:solidFill>
                  <a:schemeClr val="bg1"/>
                </a:solidFill>
                <a:latin typeface="Calibri Light" panose="020F0302020204030204" pitchFamily="34" charset="0"/>
                <a:cs typeface="Calibri Light" panose="020F0302020204030204" pitchFamily="34" charset="0"/>
              </a:defRPr>
            </a:lvl1pPr>
          </a:lstStyle>
          <a:p>
            <a:r>
              <a:rPr lang="en-US"/>
              <a:t>Insert email</a:t>
            </a:r>
          </a:p>
        </p:txBody>
      </p:sp>
      <p:sp>
        <p:nvSpPr>
          <p:cNvPr id="10" name="Text Placeholder 6">
            <a:extLst>
              <a:ext uri="{FF2B5EF4-FFF2-40B4-BE49-F238E27FC236}">
                <a16:creationId xmlns:a16="http://schemas.microsoft.com/office/drawing/2014/main" id="{4B5D4FBD-9119-A47E-823E-8468ED6CF450}"/>
              </a:ext>
            </a:extLst>
          </p:cNvPr>
          <p:cNvSpPr>
            <a:spLocks noGrp="1"/>
          </p:cNvSpPr>
          <p:nvPr>
            <p:ph type="body" sz="quarter" idx="16"/>
          </p:nvPr>
        </p:nvSpPr>
        <p:spPr>
          <a:xfrm>
            <a:off x="6008594" y="3560388"/>
            <a:ext cx="3827462" cy="225126"/>
          </a:xfrm>
          <a:prstGeom prst="rect">
            <a:avLst/>
          </a:prstGeom>
        </p:spPr>
        <p:txBody>
          <a:bodyPr/>
          <a:lstStyle>
            <a:lvl1pPr>
              <a:defRPr sz="1400" b="0" i="0">
                <a:solidFill>
                  <a:schemeClr val="bg1"/>
                </a:solidFill>
                <a:latin typeface="Calibri Light" panose="020F0302020204030204" pitchFamily="34" charset="0"/>
                <a:cs typeface="Calibri Light" panose="020F0302020204030204" pitchFamily="34" charset="0"/>
              </a:defRPr>
            </a:lvl1pPr>
          </a:lstStyle>
          <a:p>
            <a:r>
              <a:rPr lang="en-US"/>
              <a:t>+1 000 000 000</a:t>
            </a:r>
          </a:p>
        </p:txBody>
      </p:sp>
      <p:sp>
        <p:nvSpPr>
          <p:cNvPr id="11" name="Text Placeholder 7">
            <a:extLst>
              <a:ext uri="{FF2B5EF4-FFF2-40B4-BE49-F238E27FC236}">
                <a16:creationId xmlns:a16="http://schemas.microsoft.com/office/drawing/2014/main" id="{C67B81F6-EE7E-69A9-E411-F7C52303401A}"/>
              </a:ext>
            </a:extLst>
          </p:cNvPr>
          <p:cNvSpPr>
            <a:spLocks noGrp="1"/>
          </p:cNvSpPr>
          <p:nvPr>
            <p:ph type="body" sz="quarter" idx="17"/>
          </p:nvPr>
        </p:nvSpPr>
        <p:spPr>
          <a:xfrm>
            <a:off x="6008594" y="4117149"/>
            <a:ext cx="3827462" cy="1173078"/>
          </a:xfrm>
          <a:prstGeom prst="rect">
            <a:avLst/>
          </a:prstGeom>
        </p:spPr>
        <p:txBody>
          <a:bodyPr/>
          <a:lstStyle>
            <a:lvl1pPr>
              <a:defRPr sz="1400" b="0" i="0">
                <a:solidFill>
                  <a:schemeClr val="bg1"/>
                </a:solidFill>
                <a:latin typeface="Calibri Light" panose="020F0302020204030204" pitchFamily="34" charset="0"/>
                <a:cs typeface="Calibri Light" panose="020F0302020204030204" pitchFamily="34" charset="0"/>
              </a:defRPr>
            </a:lvl1pPr>
          </a:lstStyle>
          <a:p>
            <a:r>
              <a:rPr lang="en-US"/>
              <a:t>Address Line 1</a:t>
            </a:r>
          </a:p>
          <a:p>
            <a:r>
              <a:rPr lang="en-US"/>
              <a:t>Address Line 2</a:t>
            </a:r>
          </a:p>
          <a:p>
            <a:r>
              <a:rPr lang="en-US"/>
              <a:t>Zip Code</a:t>
            </a:r>
          </a:p>
          <a:p>
            <a:r>
              <a:rPr lang="en-US"/>
              <a:t>Country</a:t>
            </a:r>
          </a:p>
        </p:txBody>
      </p:sp>
      <p:sp>
        <p:nvSpPr>
          <p:cNvPr id="12" name="Title 2">
            <a:extLst>
              <a:ext uri="{FF2B5EF4-FFF2-40B4-BE49-F238E27FC236}">
                <a16:creationId xmlns:a16="http://schemas.microsoft.com/office/drawing/2014/main" id="{7D40B0A2-8366-4164-6D42-A15D2F6F574B}"/>
              </a:ext>
            </a:extLst>
          </p:cNvPr>
          <p:cNvSpPr>
            <a:spLocks noGrp="1"/>
          </p:cNvSpPr>
          <p:nvPr>
            <p:ph type="title" hasCustomPrompt="1"/>
          </p:nvPr>
        </p:nvSpPr>
        <p:spPr>
          <a:xfrm>
            <a:off x="457200" y="1353882"/>
            <a:ext cx="4220135" cy="1107996"/>
          </a:xfrm>
          <a:prstGeom prst="rect">
            <a:avLst/>
          </a:prstGeom>
        </p:spPr>
        <p:txBody>
          <a:bodyPr wrap="square">
            <a:spAutoFit/>
          </a:bodyPr>
          <a:lstStyle>
            <a:lvl1pPr>
              <a:defRPr sz="7200" b="0" i="0">
                <a:gradFill>
                  <a:gsLst>
                    <a:gs pos="50000">
                      <a:schemeClr val="accent2"/>
                    </a:gs>
                    <a:gs pos="70000">
                      <a:schemeClr val="accent5"/>
                    </a:gs>
                    <a:gs pos="100000">
                      <a:schemeClr val="accent4"/>
                    </a:gs>
                  </a:gsLst>
                  <a:lin ang="1200000" scaled="0"/>
                </a:gradFill>
                <a:latin typeface="Calibri" panose="020F0502020204030204" pitchFamily="34" charset="0"/>
                <a:cs typeface="Calibri" panose="020F0502020204030204" pitchFamily="34" charset="0"/>
              </a:defRPr>
            </a:lvl1pPr>
          </a:lstStyle>
          <a:p>
            <a:r>
              <a:rPr lang="en-US"/>
              <a:t>Thank you!</a:t>
            </a:r>
          </a:p>
        </p:txBody>
      </p:sp>
      <p:cxnSp>
        <p:nvCxnSpPr>
          <p:cNvPr id="16" name="Straight Connector 15">
            <a:extLst>
              <a:ext uri="{FF2B5EF4-FFF2-40B4-BE49-F238E27FC236}">
                <a16:creationId xmlns:a16="http://schemas.microsoft.com/office/drawing/2014/main" id="{32A2464A-FAB8-9787-5897-30B871357252}"/>
              </a:ext>
            </a:extLst>
          </p:cNvPr>
          <p:cNvCxnSpPr>
            <a:cxnSpLocks/>
          </p:cNvCxnSpPr>
          <p:nvPr userDrawn="1"/>
        </p:nvCxnSpPr>
        <p:spPr>
          <a:xfrm>
            <a:off x="6008594" y="1981200"/>
            <a:ext cx="6248400"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397075"/>
      </p:ext>
    </p:extLst>
  </p:cSld>
  <p:clrMapOvr>
    <a:masterClrMapping/>
  </p:clrMapOvr>
</p:sldLayout>
</file>

<file path=ppt/slideLayouts/slideLayout214.xml><?xml version="1.0" encoding="utf-8"?>
<p:sldLayout xmlns:a="http://schemas.openxmlformats.org/drawingml/2006/main" xmlns:r="http://schemas.openxmlformats.org/officeDocument/2006/relationships" xmlns:p="http://schemas.openxmlformats.org/presentationml/2006/main" preserve="1" userDrawn="1">
  <p:cSld name="Thank_you_photo">
    <p:bg>
      <p:bgPr>
        <a:solidFill>
          <a:schemeClr val="tx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79C487BF-0EFB-7D6C-3495-E817AE08A6AD}"/>
              </a:ext>
            </a:extLst>
          </p:cNvPr>
          <p:cNvSpPr>
            <a:spLocks noGrp="1"/>
          </p:cNvSpPr>
          <p:nvPr>
            <p:ph type="pic" sz="quarter" idx="24"/>
          </p:nvPr>
        </p:nvSpPr>
        <p:spPr>
          <a:xfrm>
            <a:off x="6096000" y="0"/>
            <a:ext cx="6096000" cy="6858000"/>
          </a:xfrm>
          <a:prstGeom prst="rect">
            <a:avLst/>
          </a:prstGeom>
        </p:spPr>
        <p:txBody>
          <a:bodyPr/>
          <a:lstStyle/>
          <a:p>
            <a:endParaRPr lang="en-US"/>
          </a:p>
        </p:txBody>
      </p:sp>
      <p:sp>
        <p:nvSpPr>
          <p:cNvPr id="2" name="Title 2">
            <a:extLst>
              <a:ext uri="{FF2B5EF4-FFF2-40B4-BE49-F238E27FC236}">
                <a16:creationId xmlns:a16="http://schemas.microsoft.com/office/drawing/2014/main" id="{C4526B2C-80FA-F150-338B-DB03C5073388}"/>
              </a:ext>
            </a:extLst>
          </p:cNvPr>
          <p:cNvSpPr>
            <a:spLocks noGrp="1"/>
          </p:cNvSpPr>
          <p:nvPr>
            <p:ph type="title" hasCustomPrompt="1"/>
          </p:nvPr>
        </p:nvSpPr>
        <p:spPr>
          <a:xfrm>
            <a:off x="474663" y="1035424"/>
            <a:ext cx="4648200" cy="1107996"/>
          </a:xfrm>
          <a:prstGeom prst="rect">
            <a:avLst/>
          </a:prstGeom>
        </p:spPr>
        <p:txBody>
          <a:bodyPr vert="horz" wrap="square" lIns="0" tIns="0" rIns="0" bIns="0" rtlCol="0" anchor="t">
            <a:spAutoFit/>
          </a:bodyPr>
          <a:lstStyle>
            <a:lvl1pPr>
              <a:defRPr lang="en-US" sz="7200" b="0" dirty="0">
                <a:gradFill>
                  <a:gsLst>
                    <a:gs pos="50000">
                      <a:schemeClr val="accent2"/>
                    </a:gs>
                    <a:gs pos="70000">
                      <a:schemeClr val="accent5"/>
                    </a:gs>
                    <a:gs pos="100000">
                      <a:schemeClr val="accent4"/>
                    </a:gs>
                  </a:gsLst>
                  <a:lin ang="1200000" scaled="0"/>
                </a:gradFill>
                <a:latin typeface="Calibri" panose="020F0502020204030204" pitchFamily="34" charset="0"/>
              </a:defRPr>
            </a:lvl1pPr>
          </a:lstStyle>
          <a:p>
            <a:pPr lvl="0"/>
            <a:r>
              <a:rPr lang="en-US"/>
              <a:t>Thank you!</a:t>
            </a:r>
          </a:p>
        </p:txBody>
      </p:sp>
      <p:sp>
        <p:nvSpPr>
          <p:cNvPr id="5" name="Text Placeholder 2">
            <a:extLst>
              <a:ext uri="{FF2B5EF4-FFF2-40B4-BE49-F238E27FC236}">
                <a16:creationId xmlns:a16="http://schemas.microsoft.com/office/drawing/2014/main" id="{7AF9CC8A-BAB0-4529-6083-A3D7F01CE458}"/>
              </a:ext>
            </a:extLst>
          </p:cNvPr>
          <p:cNvSpPr>
            <a:spLocks noGrp="1"/>
          </p:cNvSpPr>
          <p:nvPr>
            <p:ph type="body" sz="quarter" idx="12"/>
          </p:nvPr>
        </p:nvSpPr>
        <p:spPr>
          <a:xfrm>
            <a:off x="474663" y="2540616"/>
            <a:ext cx="3827462" cy="257250"/>
          </a:xfrm>
          <a:prstGeom prst="rect">
            <a:avLst/>
          </a:prstGeom>
        </p:spPr>
        <p:txBody>
          <a:bodyPr/>
          <a:lstStyle>
            <a:lvl1pPr>
              <a:defRPr sz="1600" b="0" i="0">
                <a:solidFill>
                  <a:schemeClr val="bg1"/>
                </a:solidFill>
                <a:latin typeface="Calibri" panose="020F0502020204030204" pitchFamily="34" charset="0"/>
                <a:cs typeface="Calibri" panose="020F0502020204030204" pitchFamily="34" charset="0"/>
              </a:defRPr>
            </a:lvl1pPr>
          </a:lstStyle>
          <a:p>
            <a:r>
              <a:rPr lang="en-US"/>
              <a:t>For more information, contact</a:t>
            </a:r>
          </a:p>
        </p:txBody>
      </p:sp>
      <p:sp>
        <p:nvSpPr>
          <p:cNvPr id="6" name="Text Placeholder 3">
            <a:extLst>
              <a:ext uri="{FF2B5EF4-FFF2-40B4-BE49-F238E27FC236}">
                <a16:creationId xmlns:a16="http://schemas.microsoft.com/office/drawing/2014/main" id="{25054708-622B-37B7-6E33-486A71C9526E}"/>
              </a:ext>
            </a:extLst>
          </p:cNvPr>
          <p:cNvSpPr>
            <a:spLocks noGrp="1"/>
          </p:cNvSpPr>
          <p:nvPr>
            <p:ph type="body" sz="quarter" idx="13"/>
          </p:nvPr>
        </p:nvSpPr>
        <p:spPr>
          <a:xfrm>
            <a:off x="474663" y="3313799"/>
            <a:ext cx="3827462" cy="289438"/>
          </a:xfrm>
          <a:prstGeom prst="rect">
            <a:avLst/>
          </a:prstGeom>
        </p:spPr>
        <p:txBody>
          <a:bodyPr/>
          <a:lstStyle>
            <a:lvl1pPr>
              <a:defRPr sz="1800" b="1" i="0">
                <a:solidFill>
                  <a:schemeClr val="accent2"/>
                </a:solidFill>
                <a:latin typeface="Calibri" panose="020F0502020204030204" pitchFamily="34" charset="0"/>
                <a:cs typeface="Calibri" panose="020F0502020204030204" pitchFamily="34" charset="0"/>
              </a:defRPr>
            </a:lvl1pPr>
          </a:lstStyle>
          <a:p>
            <a:r>
              <a:rPr lang="en-US"/>
              <a:t>Name</a:t>
            </a:r>
          </a:p>
        </p:txBody>
      </p:sp>
      <p:sp>
        <p:nvSpPr>
          <p:cNvPr id="7" name="Text Placeholder 4">
            <a:extLst>
              <a:ext uri="{FF2B5EF4-FFF2-40B4-BE49-F238E27FC236}">
                <a16:creationId xmlns:a16="http://schemas.microsoft.com/office/drawing/2014/main" id="{756D2A3F-CCA1-F399-D035-1BB32FED6345}"/>
              </a:ext>
            </a:extLst>
          </p:cNvPr>
          <p:cNvSpPr>
            <a:spLocks noGrp="1"/>
          </p:cNvSpPr>
          <p:nvPr>
            <p:ph type="body" sz="quarter" idx="14"/>
          </p:nvPr>
        </p:nvSpPr>
        <p:spPr>
          <a:xfrm>
            <a:off x="474663" y="3672220"/>
            <a:ext cx="3827462" cy="225126"/>
          </a:xfrm>
          <a:prstGeom prst="rect">
            <a:avLst/>
          </a:prstGeom>
        </p:spPr>
        <p:txBody>
          <a:bodyPr/>
          <a:lstStyle>
            <a:lvl1pPr>
              <a:defRPr sz="1400" b="0" i="0">
                <a:solidFill>
                  <a:schemeClr val="accent2"/>
                </a:solidFill>
                <a:latin typeface="Calibri Light" panose="020F0302020204030204" pitchFamily="34" charset="0"/>
                <a:cs typeface="Calibri Light" panose="020F0302020204030204" pitchFamily="34" charset="0"/>
              </a:defRPr>
            </a:lvl1pPr>
          </a:lstStyle>
          <a:p>
            <a:r>
              <a:rPr lang="en-US"/>
              <a:t>Position title</a:t>
            </a:r>
          </a:p>
        </p:txBody>
      </p:sp>
      <p:sp>
        <p:nvSpPr>
          <p:cNvPr id="8" name="Text Placeholder 5">
            <a:extLst>
              <a:ext uri="{FF2B5EF4-FFF2-40B4-BE49-F238E27FC236}">
                <a16:creationId xmlns:a16="http://schemas.microsoft.com/office/drawing/2014/main" id="{D50C7B71-5C80-8C3A-B66C-42F7296EB9CC}"/>
              </a:ext>
            </a:extLst>
          </p:cNvPr>
          <p:cNvSpPr>
            <a:spLocks noGrp="1"/>
          </p:cNvSpPr>
          <p:nvPr>
            <p:ph type="body" sz="quarter" idx="15"/>
          </p:nvPr>
        </p:nvSpPr>
        <p:spPr>
          <a:xfrm>
            <a:off x="474663" y="4201305"/>
            <a:ext cx="3827462" cy="225126"/>
          </a:xfrm>
          <a:prstGeom prst="rect">
            <a:avLst/>
          </a:prstGeom>
        </p:spPr>
        <p:txBody>
          <a:bodyPr/>
          <a:lstStyle>
            <a:lvl1pPr>
              <a:defRPr sz="1400" b="0" i="0">
                <a:solidFill>
                  <a:schemeClr val="bg1"/>
                </a:solidFill>
                <a:latin typeface="Calibri Light" panose="020F0302020204030204" pitchFamily="34" charset="0"/>
                <a:cs typeface="Calibri Light" panose="020F0302020204030204" pitchFamily="34" charset="0"/>
              </a:defRPr>
            </a:lvl1pPr>
          </a:lstStyle>
          <a:p>
            <a:r>
              <a:rPr lang="en-US"/>
              <a:t>Insert email</a:t>
            </a:r>
          </a:p>
        </p:txBody>
      </p:sp>
      <p:sp>
        <p:nvSpPr>
          <p:cNvPr id="9" name="Text Placeholder 6">
            <a:extLst>
              <a:ext uri="{FF2B5EF4-FFF2-40B4-BE49-F238E27FC236}">
                <a16:creationId xmlns:a16="http://schemas.microsoft.com/office/drawing/2014/main" id="{0BFDDCB6-69BB-2359-40AB-46BA1DA744F3}"/>
              </a:ext>
            </a:extLst>
          </p:cNvPr>
          <p:cNvSpPr>
            <a:spLocks noGrp="1"/>
          </p:cNvSpPr>
          <p:nvPr>
            <p:ph type="body" sz="quarter" idx="16"/>
          </p:nvPr>
        </p:nvSpPr>
        <p:spPr>
          <a:xfrm>
            <a:off x="474663" y="4488235"/>
            <a:ext cx="3827462" cy="225126"/>
          </a:xfrm>
          <a:prstGeom prst="rect">
            <a:avLst/>
          </a:prstGeom>
        </p:spPr>
        <p:txBody>
          <a:bodyPr/>
          <a:lstStyle>
            <a:lvl1pPr>
              <a:defRPr sz="1400" b="0" i="0">
                <a:solidFill>
                  <a:schemeClr val="bg1"/>
                </a:solidFill>
                <a:latin typeface="Calibri Light" panose="020F0302020204030204" pitchFamily="34" charset="0"/>
                <a:cs typeface="Calibri Light" panose="020F0302020204030204" pitchFamily="34" charset="0"/>
              </a:defRPr>
            </a:lvl1pPr>
          </a:lstStyle>
          <a:p>
            <a:r>
              <a:rPr lang="en-US"/>
              <a:t>+1 000 000 000</a:t>
            </a:r>
          </a:p>
        </p:txBody>
      </p:sp>
      <p:sp>
        <p:nvSpPr>
          <p:cNvPr id="10" name="Text Placeholder 7">
            <a:extLst>
              <a:ext uri="{FF2B5EF4-FFF2-40B4-BE49-F238E27FC236}">
                <a16:creationId xmlns:a16="http://schemas.microsoft.com/office/drawing/2014/main" id="{3D16F9E7-5E17-1B62-F499-C761278885E7}"/>
              </a:ext>
            </a:extLst>
          </p:cNvPr>
          <p:cNvSpPr>
            <a:spLocks noGrp="1"/>
          </p:cNvSpPr>
          <p:nvPr>
            <p:ph type="body" sz="quarter" idx="17"/>
          </p:nvPr>
        </p:nvSpPr>
        <p:spPr>
          <a:xfrm>
            <a:off x="474663" y="4897078"/>
            <a:ext cx="3827462" cy="1173078"/>
          </a:xfrm>
          <a:prstGeom prst="rect">
            <a:avLst/>
          </a:prstGeom>
        </p:spPr>
        <p:txBody>
          <a:bodyPr/>
          <a:lstStyle>
            <a:lvl1pPr>
              <a:defRPr sz="1400" b="0" i="0">
                <a:solidFill>
                  <a:schemeClr val="bg1"/>
                </a:solidFill>
                <a:latin typeface="Calibri Light" panose="020F0302020204030204" pitchFamily="34" charset="0"/>
                <a:cs typeface="Calibri Light" panose="020F0302020204030204" pitchFamily="34" charset="0"/>
              </a:defRPr>
            </a:lvl1pPr>
          </a:lstStyle>
          <a:p>
            <a:r>
              <a:rPr lang="en-US"/>
              <a:t>Address Line 1</a:t>
            </a:r>
          </a:p>
          <a:p>
            <a:r>
              <a:rPr lang="en-US"/>
              <a:t>Address Line 2</a:t>
            </a:r>
          </a:p>
          <a:p>
            <a:r>
              <a:rPr lang="en-US"/>
              <a:t>Zip Code</a:t>
            </a:r>
          </a:p>
          <a:p>
            <a:r>
              <a:rPr lang="en-US"/>
              <a:t>Country</a:t>
            </a:r>
          </a:p>
        </p:txBody>
      </p:sp>
      <p:cxnSp>
        <p:nvCxnSpPr>
          <p:cNvPr id="11" name="Straight Connector 10">
            <a:extLst>
              <a:ext uri="{FF2B5EF4-FFF2-40B4-BE49-F238E27FC236}">
                <a16:creationId xmlns:a16="http://schemas.microsoft.com/office/drawing/2014/main" id="{68FF80AE-E38B-EC18-E1B5-2B5AAE36C2F4}"/>
              </a:ext>
            </a:extLst>
          </p:cNvPr>
          <p:cNvCxnSpPr>
            <a:cxnSpLocks/>
          </p:cNvCxnSpPr>
          <p:nvPr userDrawn="1"/>
        </p:nvCxnSpPr>
        <p:spPr>
          <a:xfrm>
            <a:off x="474663" y="2935941"/>
            <a:ext cx="3534335"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49876047"/>
      </p:ext>
    </p:extLst>
  </p:cSld>
  <p:clrMapOvr>
    <a:masterClrMapping/>
  </p:clrMapOvr>
</p:sldLayout>
</file>

<file path=ppt/slideLayouts/slideLayout215.xml><?xml version="1.0" encoding="utf-8"?>
<p:sldLayout xmlns:a="http://schemas.openxmlformats.org/drawingml/2006/main" xmlns:r="http://schemas.openxmlformats.org/officeDocument/2006/relationships" xmlns:p="http://schemas.openxmlformats.org/presentationml/2006/main" preserve="1" userDrawn="1">
  <p:cSld name="x_Photo_+_Caption_A">
    <p:bg>
      <p:bgPr>
        <a:solidFill>
          <a:schemeClr val="tx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C50EF9F7-1BDD-C412-DA7B-D3D0D1ABA091}"/>
              </a:ext>
            </a:extLst>
          </p:cNvPr>
          <p:cNvSpPr>
            <a:spLocks noGrp="1"/>
          </p:cNvSpPr>
          <p:nvPr>
            <p:ph type="pic" sz="quarter" idx="13"/>
          </p:nvPr>
        </p:nvSpPr>
        <p:spPr>
          <a:xfrm>
            <a:off x="647700" y="670773"/>
            <a:ext cx="10896600" cy="5539527"/>
          </a:xfrm>
          <a:prstGeom prst="rect">
            <a:avLst/>
          </a:prstGeom>
        </p:spPr>
        <p:txBody>
          <a:bodyPr/>
          <a:lstStyle/>
          <a:p>
            <a:endParaRPr lang="en-US"/>
          </a:p>
        </p:txBody>
      </p:sp>
      <p:sp>
        <p:nvSpPr>
          <p:cNvPr id="2" name="Rectangle 1">
            <a:extLst>
              <a:ext uri="{FF2B5EF4-FFF2-40B4-BE49-F238E27FC236}">
                <a16:creationId xmlns:a16="http://schemas.microsoft.com/office/drawing/2014/main" id="{F7C1B8CB-9FFB-8D0A-F788-18710501B096}"/>
              </a:ext>
            </a:extLst>
          </p:cNvPr>
          <p:cNvSpPr/>
          <p:nvPr userDrawn="1"/>
        </p:nvSpPr>
        <p:spPr bwMode="auto">
          <a:xfrm>
            <a:off x="0" y="2679405"/>
            <a:ext cx="4924396" cy="4178595"/>
          </a:xfrm>
          <a:prstGeom prst="rect">
            <a:avLst/>
          </a:prstGeom>
          <a:solidFill>
            <a:srgbClr val="161616"/>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8" name="Oval 7">
            <a:extLst>
              <a:ext uri="{FF2B5EF4-FFF2-40B4-BE49-F238E27FC236}">
                <a16:creationId xmlns:a16="http://schemas.microsoft.com/office/drawing/2014/main" id="{08E94620-1500-8D43-BD64-006D83AE4B8E}"/>
              </a:ext>
            </a:extLst>
          </p:cNvPr>
          <p:cNvSpPr/>
          <p:nvPr userDrawn="1"/>
        </p:nvSpPr>
        <p:spPr bwMode="auto">
          <a:xfrm>
            <a:off x="-2151983" y="5103629"/>
            <a:ext cx="3848986" cy="3848986"/>
          </a:xfrm>
          <a:prstGeom prst="ellipse">
            <a:avLst/>
          </a:prstGeom>
          <a:solidFill>
            <a:srgbClr val="8B97FF">
              <a:alpha val="65000"/>
            </a:srgbClr>
          </a:solidFill>
          <a:ln>
            <a:noFill/>
          </a:ln>
          <a:effectLst>
            <a:softEdge rad="805949"/>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Calibri" panose="020F0502020204030204" pitchFamily="34" charset="0"/>
            </a:endParaRPr>
          </a:p>
        </p:txBody>
      </p:sp>
      <p:sp>
        <p:nvSpPr>
          <p:cNvPr id="5" name="Text Placeholder 4">
            <a:extLst>
              <a:ext uri="{FF2B5EF4-FFF2-40B4-BE49-F238E27FC236}">
                <a16:creationId xmlns:a16="http://schemas.microsoft.com/office/drawing/2014/main" id="{A2159C2A-0FC8-422F-92E4-B92935AAE5A0}"/>
              </a:ext>
            </a:extLst>
          </p:cNvPr>
          <p:cNvSpPr>
            <a:spLocks noGrp="1"/>
          </p:cNvSpPr>
          <p:nvPr>
            <p:ph type="body" sz="quarter" idx="10" hasCustomPrompt="1"/>
          </p:nvPr>
        </p:nvSpPr>
        <p:spPr>
          <a:xfrm>
            <a:off x="647699" y="3809007"/>
            <a:ext cx="3722281" cy="1169551"/>
          </a:xfrm>
          <a:prstGeom prst="rect">
            <a:avLst/>
          </a:prstGeom>
        </p:spPr>
        <p:txBody>
          <a:bodyPr wrap="square">
            <a:spAutoFit/>
          </a:bodyPr>
          <a:lstStyle>
            <a:lvl1pPr>
              <a:lnSpc>
                <a:spcPct val="100000"/>
              </a:lnSpc>
              <a:spcBef>
                <a:spcPts val="0"/>
              </a:spcBef>
              <a:defRPr sz="3800" b="0" i="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t>Caption with two or more lines</a:t>
            </a:r>
          </a:p>
        </p:txBody>
      </p:sp>
      <p:sp>
        <p:nvSpPr>
          <p:cNvPr id="13" name="Text Placeholder 4">
            <a:extLst>
              <a:ext uri="{FF2B5EF4-FFF2-40B4-BE49-F238E27FC236}">
                <a16:creationId xmlns:a16="http://schemas.microsoft.com/office/drawing/2014/main" id="{B8E369A2-FC86-4140-9080-E549260B9180}"/>
              </a:ext>
            </a:extLst>
          </p:cNvPr>
          <p:cNvSpPr>
            <a:spLocks noGrp="1"/>
          </p:cNvSpPr>
          <p:nvPr>
            <p:ph type="body" sz="quarter" idx="11" hasCustomPrompt="1"/>
          </p:nvPr>
        </p:nvSpPr>
        <p:spPr>
          <a:xfrm>
            <a:off x="647700" y="3428999"/>
            <a:ext cx="3732914" cy="184666"/>
          </a:xfrm>
          <a:prstGeom prst="rect">
            <a:avLst/>
          </a:prstGeom>
        </p:spPr>
        <p:txBody>
          <a:bodyPr wrap="square">
            <a:spAutoFit/>
          </a:bodyPr>
          <a:lstStyle>
            <a:lvl1pPr>
              <a:lnSpc>
                <a:spcPct val="100000"/>
              </a:lnSpc>
              <a:spcBef>
                <a:spcPts val="0"/>
              </a:spcBef>
              <a:defRPr sz="1200" b="1" spc="300">
                <a:solidFill>
                  <a:schemeClr val="bg1"/>
                </a:solidFill>
                <a:latin typeface="+mj-lt"/>
                <a:cs typeface="Calibri Light" panose="020F0302020204030204" pitchFamily="34" charset="0"/>
              </a:defRPr>
            </a:lvl1pPr>
            <a:lvl2pPr>
              <a:buNone/>
              <a:defRPr/>
            </a:lvl2pPr>
          </a:lstStyle>
          <a:p>
            <a:pPr lvl="0"/>
            <a:r>
              <a:rPr lang="en-US">
                <a:effectLst/>
              </a:rPr>
              <a:t>PREHEADER</a:t>
            </a:r>
            <a:endParaRPr lang="en-US"/>
          </a:p>
        </p:txBody>
      </p:sp>
      <p:sp>
        <p:nvSpPr>
          <p:cNvPr id="3" name="Text Placeholder 4">
            <a:extLst>
              <a:ext uri="{FF2B5EF4-FFF2-40B4-BE49-F238E27FC236}">
                <a16:creationId xmlns:a16="http://schemas.microsoft.com/office/drawing/2014/main" id="{184CEF6B-33E9-BCE0-3818-CFEBB6352D89}"/>
              </a:ext>
            </a:extLst>
          </p:cNvPr>
          <p:cNvSpPr>
            <a:spLocks noGrp="1"/>
          </p:cNvSpPr>
          <p:nvPr>
            <p:ph type="body" sz="quarter" idx="12" hasCustomPrompt="1"/>
          </p:nvPr>
        </p:nvSpPr>
        <p:spPr>
          <a:xfrm>
            <a:off x="647700" y="5438001"/>
            <a:ext cx="3690384" cy="276999"/>
          </a:xfrm>
          <a:prstGeom prst="rect">
            <a:avLst/>
          </a:prstGeom>
        </p:spPr>
        <p:txBody>
          <a:bodyPr wrap="square">
            <a:spAutoFit/>
          </a:bodyPr>
          <a:lstStyle>
            <a:lvl1pPr>
              <a:lnSpc>
                <a:spcPct val="100000"/>
              </a:lnSpc>
              <a:spcBef>
                <a:spcPts val="0"/>
              </a:spcBef>
              <a:defRPr sz="18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a:t>
            </a:r>
            <a:endParaRPr lang="en-US"/>
          </a:p>
        </p:txBody>
      </p:sp>
      <p:sp>
        <p:nvSpPr>
          <p:cNvPr id="4" name="TextBox 3">
            <a:extLst>
              <a:ext uri="{FF2B5EF4-FFF2-40B4-BE49-F238E27FC236}">
                <a16:creationId xmlns:a16="http://schemas.microsoft.com/office/drawing/2014/main" id="{332FADFE-CDC9-BCE0-575D-8C2B21EF5ECA}"/>
              </a:ext>
            </a:extLst>
          </p:cNvPr>
          <p:cNvSpPr txBox="1"/>
          <p:nvPr userDrawn="1"/>
        </p:nvSpPr>
        <p:spPr>
          <a:xfrm>
            <a:off x="2271713" y="-857250"/>
            <a:ext cx="0" cy="0"/>
          </a:xfrm>
          <a:prstGeom prst="rect">
            <a:avLst/>
          </a:prstGeom>
          <a:noFill/>
        </p:spPr>
        <p:txBody>
          <a:bodyPr wrap="none" lIns="0" tIns="0" rIns="0" bIns="0" rtlCol="0">
            <a:noAutofit/>
          </a:bodyPr>
          <a:lstStyle/>
          <a:p>
            <a:pPr marL="0" marR="0" lvl="0" indent="0" algn="l" defTabSz="914400" rtl="0" eaLnBrk="1" fontAlgn="auto" latinLnBrk="0" hangingPunct="1">
              <a:lnSpc>
                <a:spcPct val="110000"/>
              </a:lnSpc>
              <a:spcBef>
                <a:spcPts val="600"/>
              </a:spcBef>
              <a:spcAft>
                <a:spcPts val="0"/>
              </a:spcAft>
              <a:buClrTx/>
              <a:buSzTx/>
              <a:buFontTx/>
              <a:buNone/>
              <a:tabLst/>
              <a:defRPr/>
            </a:pPr>
            <a:endParaRPr kumimoji="0" lang="en-US" sz="1200" b="0" i="0" u="none" strike="noStrike" kern="1200" cap="none" spc="0" normalizeH="0" baseline="0" noProof="0" err="1">
              <a:ln>
                <a:noFill/>
              </a:ln>
              <a:solidFill>
                <a:srgbClr val="000000"/>
              </a:solidFill>
              <a:effectLst/>
              <a:uLnTx/>
              <a:uFillTx/>
              <a:latin typeface="Calibri"/>
              <a:ea typeface="Human Sans" charset="0"/>
              <a:cs typeface="Human Sans" charset="0"/>
            </a:endParaRPr>
          </a:p>
        </p:txBody>
      </p:sp>
      <p:pic>
        <p:nvPicPr>
          <p:cNvPr id="6" name="Picture 5">
            <a:extLst>
              <a:ext uri="{FF2B5EF4-FFF2-40B4-BE49-F238E27FC236}">
                <a16:creationId xmlns:a16="http://schemas.microsoft.com/office/drawing/2014/main" id="{B7FE3F6A-717B-D671-C21C-B99B4FB2316A}"/>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701" y="237004"/>
            <a:ext cx="495300" cy="182096"/>
          </a:xfrm>
          <a:prstGeom prst="rect">
            <a:avLst/>
          </a:prstGeom>
        </p:spPr>
      </p:pic>
      <p:sp>
        <p:nvSpPr>
          <p:cNvPr id="9" name="TextBox 8">
            <a:extLst>
              <a:ext uri="{FF2B5EF4-FFF2-40B4-BE49-F238E27FC236}">
                <a16:creationId xmlns:a16="http://schemas.microsoft.com/office/drawing/2014/main" id="{E5AA398A-2E47-0C00-F4A0-87498FC7BBC1}"/>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10" name="Text Placeholder 3">
            <a:extLst>
              <a:ext uri="{FF2B5EF4-FFF2-40B4-BE49-F238E27FC236}">
                <a16:creationId xmlns:a16="http://schemas.microsoft.com/office/drawing/2014/main" id="{E8E7F306-CD25-215E-BBB0-42720869F90C}"/>
              </a:ext>
            </a:extLst>
          </p:cNvPr>
          <p:cNvSpPr txBox="1">
            <a:spLocks/>
          </p:cNvSpPr>
          <p:nvPr userDrawn="1"/>
        </p:nvSpPr>
        <p:spPr>
          <a:xfrm>
            <a:off x="11340916"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800" b="0" i="0" u="none" strike="noStrike" kern="1200" cap="none" spc="0" normalizeH="0" baseline="0" noProof="0" smtClean="0">
                <a:ln>
                  <a:noFill/>
                </a:ln>
                <a:solidFill>
                  <a:srgbClr val="000000"/>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000000"/>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4121217838"/>
      </p:ext>
    </p:extLst>
  </p:cSld>
  <p:clrMapOvr>
    <a:masterClrMapping/>
  </p:clrMapOvr>
</p:sldLayout>
</file>

<file path=ppt/slideLayouts/slideLayout216.xml><?xml version="1.0" encoding="utf-8"?>
<p:sldLayout xmlns:a="http://schemas.openxmlformats.org/drawingml/2006/main" xmlns:r="http://schemas.openxmlformats.org/officeDocument/2006/relationships" xmlns:p="http://schemas.openxmlformats.org/presentationml/2006/main" userDrawn="1">
  <p:cSld name="Narrow-Grey">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17DFB89-A9BD-47AC-B57A-7869039229B5}"/>
              </a:ext>
            </a:extLst>
          </p:cNvPr>
          <p:cNvSpPr/>
          <p:nvPr userDrawn="1"/>
        </p:nvSpPr>
        <p:spPr bwMode="auto">
          <a:xfrm>
            <a:off x="-34032" y="0"/>
            <a:ext cx="3142357" cy="6858000"/>
          </a:xfrm>
          <a:prstGeom prst="rect">
            <a:avLst/>
          </a:prstGeom>
          <a:solidFill>
            <a:schemeClr val="bg1">
              <a:lumMod val="9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2" name="Title 1">
            <a:extLst>
              <a:ext uri="{FF2B5EF4-FFF2-40B4-BE49-F238E27FC236}">
                <a16:creationId xmlns:a16="http://schemas.microsoft.com/office/drawing/2014/main" id="{2C54523F-EFD3-EDB0-4AF0-FB2421CCFFF3}"/>
              </a:ext>
            </a:extLst>
          </p:cNvPr>
          <p:cNvSpPr>
            <a:spLocks noGrp="1"/>
          </p:cNvSpPr>
          <p:nvPr>
            <p:ph type="title"/>
          </p:nvPr>
        </p:nvSpPr>
        <p:spPr>
          <a:xfrm>
            <a:off x="457200" y="723900"/>
            <a:ext cx="2586789" cy="457200"/>
          </a:xfrm>
        </p:spPr>
        <p:txBody>
          <a:bodyPr/>
          <a:lstStyle>
            <a:lvl1pPr>
              <a:defRPr b="1">
                <a:solidFill>
                  <a:schemeClr val="tx1"/>
                </a:solidFill>
                <a:latin typeface="+mn-lt"/>
              </a:defRPr>
            </a:lvl1pPr>
          </a:lstStyle>
          <a:p>
            <a:r>
              <a:rPr lang="en-US"/>
              <a:t>Click to edit Master title style</a:t>
            </a:r>
          </a:p>
        </p:txBody>
      </p:sp>
      <p:sp>
        <p:nvSpPr>
          <p:cNvPr id="3" name="Text Placeholder 10">
            <a:extLst>
              <a:ext uri="{FF2B5EF4-FFF2-40B4-BE49-F238E27FC236}">
                <a16:creationId xmlns:a16="http://schemas.microsoft.com/office/drawing/2014/main" id="{7DB8D92B-BDD7-86B1-A31A-C3740736BA65}"/>
              </a:ext>
            </a:extLst>
          </p:cNvPr>
          <p:cNvSpPr>
            <a:spLocks noGrp="1"/>
          </p:cNvSpPr>
          <p:nvPr>
            <p:ph type="body" sz="quarter" idx="15" hasCustomPrompt="1"/>
          </p:nvPr>
        </p:nvSpPr>
        <p:spPr>
          <a:xfrm>
            <a:off x="457200" y="382446"/>
            <a:ext cx="2586789" cy="255227"/>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pic>
        <p:nvPicPr>
          <p:cNvPr id="4" name="Graphic 3">
            <a:extLst>
              <a:ext uri="{FF2B5EF4-FFF2-40B4-BE49-F238E27FC236}">
                <a16:creationId xmlns:a16="http://schemas.microsoft.com/office/drawing/2014/main" id="{D5325495-8AB0-354C-B08E-DEBACB7A60FD}"/>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Tree>
    <p:extLst>
      <p:ext uri="{BB962C8B-B14F-4D97-AF65-F5344CB8AC3E}">
        <p14:creationId xmlns:p14="http://schemas.microsoft.com/office/powerpoint/2010/main" val="1183286523"/>
      </p:ext>
    </p:extLst>
  </p:cSld>
  <p:clrMapOvr>
    <a:masterClrMapping/>
  </p:clrMapOvr>
</p:sldLayout>
</file>

<file path=ppt/slideLayouts/slideLayout217.xml><?xml version="1.0" encoding="utf-8"?>
<p:sldLayout xmlns:a="http://schemas.openxmlformats.org/drawingml/2006/main" xmlns:r="http://schemas.openxmlformats.org/officeDocument/2006/relationships" xmlns:p="http://schemas.openxmlformats.org/presentationml/2006/main" preserve="1" userDrawn="1">
  <p:cSld name="Cover-BG">
    <p:bg>
      <p:bgPr>
        <a:solidFill>
          <a:schemeClr val="bg1"/>
        </a:solidFill>
        <a:effectLst/>
      </p:bgPr>
    </p:bg>
    <p:spTree>
      <p:nvGrpSpPr>
        <p:cNvPr id="1" name=""/>
        <p:cNvGrpSpPr/>
        <p:nvPr/>
      </p:nvGrpSpPr>
      <p:grpSpPr>
        <a:xfrm>
          <a:off x="0" y="0"/>
          <a:ext cx="0" cy="0"/>
          <a:chOff x="0" y="0"/>
          <a:chExt cx="0" cy="0"/>
        </a:xfrm>
      </p:grpSpPr>
      <p:pic>
        <p:nvPicPr>
          <p:cNvPr id="4" name="Picture 3" descr="A bright light in the dark  Description automatically generated with medium confidence">
            <a:extLst>
              <a:ext uri="{FF2B5EF4-FFF2-40B4-BE49-F238E27FC236}">
                <a16:creationId xmlns:a16="http://schemas.microsoft.com/office/drawing/2014/main" id="{292D94B7-0233-C940-0B7E-BB187340B7CF}"/>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1"/>
            <a:ext cx="12192000" cy="6858001"/>
          </a:xfrm>
          <a:prstGeom prst="rect">
            <a:avLst/>
          </a:prstGeom>
        </p:spPr>
      </p:pic>
      <p:sp>
        <p:nvSpPr>
          <p:cNvPr id="5" name="Text Placeholder 4">
            <a:extLst>
              <a:ext uri="{FF2B5EF4-FFF2-40B4-BE49-F238E27FC236}">
                <a16:creationId xmlns:a16="http://schemas.microsoft.com/office/drawing/2014/main" id="{4448AADE-3723-5675-1E93-91E2083DA966}"/>
              </a:ext>
            </a:extLst>
          </p:cNvPr>
          <p:cNvSpPr>
            <a:spLocks noGrp="1"/>
          </p:cNvSpPr>
          <p:nvPr>
            <p:ph type="body" sz="quarter" idx="11" hasCustomPrompt="1"/>
          </p:nvPr>
        </p:nvSpPr>
        <p:spPr>
          <a:xfrm>
            <a:off x="468775" y="4663440"/>
            <a:ext cx="6489700" cy="276999"/>
          </a:xfrm>
          <a:prstGeom prst="rect">
            <a:avLst/>
          </a:prstGeom>
        </p:spPr>
        <p:txBody>
          <a:bodyPr>
            <a:spAutoFit/>
          </a:bodyPr>
          <a:lstStyle>
            <a:lvl1pPr>
              <a:lnSpc>
                <a:spcPct val="100000"/>
              </a:lnSpc>
              <a:spcBef>
                <a:spcPct val="0"/>
              </a:spcBef>
              <a:defRPr sz="18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6" name="Text Placeholder 4">
            <a:extLst>
              <a:ext uri="{FF2B5EF4-FFF2-40B4-BE49-F238E27FC236}">
                <a16:creationId xmlns:a16="http://schemas.microsoft.com/office/drawing/2014/main" id="{72020841-C9E1-4289-E94E-04CC0C8D6EAB}"/>
              </a:ext>
            </a:extLst>
          </p:cNvPr>
          <p:cNvSpPr>
            <a:spLocks noGrp="1"/>
          </p:cNvSpPr>
          <p:nvPr>
            <p:ph type="body" sz="quarter" idx="12" hasCustomPrompt="1"/>
          </p:nvPr>
        </p:nvSpPr>
        <p:spPr>
          <a:xfrm>
            <a:off x="468775" y="5245390"/>
            <a:ext cx="6489700" cy="184666"/>
          </a:xfrm>
          <a:prstGeom prst="rect">
            <a:avLst/>
          </a:prstGeom>
        </p:spPr>
        <p:txBody>
          <a:bodyPr vert="horz" wrap="square" lIns="0" tIns="0" rIns="0" bIns="0" rtlCol="0">
            <a:spAutoFit/>
          </a:bodyPr>
          <a:lstStyle>
            <a:lvl1pPr>
              <a:defRPr lang="en-US" sz="1200" b="1" spc="400" baseline="0">
                <a:solidFill>
                  <a:schemeClr val="bg1"/>
                </a:solidFill>
                <a:effectLst/>
                <a:latin typeface="Calibri" panose="020F0502020204030204" pitchFamily="34" charset="0"/>
              </a:defRPr>
            </a:lvl1pPr>
          </a:lstStyle>
          <a:p>
            <a:pPr lvl="0">
              <a:lnSpc>
                <a:spcPct val="100000"/>
              </a:lnSpc>
              <a:spcBef>
                <a:spcPct val="0"/>
              </a:spcBef>
            </a:pPr>
            <a:r>
              <a:rPr lang="en-US">
                <a:effectLst/>
              </a:rPr>
              <a:t>JANUARY 2023</a:t>
            </a:r>
            <a:endParaRPr lang="en-US"/>
          </a:p>
        </p:txBody>
      </p:sp>
      <p:sp>
        <p:nvSpPr>
          <p:cNvPr id="7" name="Title 2">
            <a:extLst>
              <a:ext uri="{FF2B5EF4-FFF2-40B4-BE49-F238E27FC236}">
                <a16:creationId xmlns:a16="http://schemas.microsoft.com/office/drawing/2014/main" id="{1E233166-418F-6386-079E-CEDA3BF9846B}"/>
              </a:ext>
            </a:extLst>
          </p:cNvPr>
          <p:cNvSpPr>
            <a:spLocks noGrp="1"/>
          </p:cNvSpPr>
          <p:nvPr>
            <p:ph type="title"/>
          </p:nvPr>
        </p:nvSpPr>
        <p:spPr>
          <a:xfrm>
            <a:off x="466165" y="1696496"/>
            <a:ext cx="7843822" cy="2462213"/>
          </a:xfrm>
        </p:spPr>
        <p:txBody>
          <a:bodyPr vert="horz" wrap="square" lIns="0" tIns="0" rIns="0" bIns="0" rtlCol="0">
            <a:spAutoFit/>
          </a:bodyPr>
          <a:lstStyle>
            <a:lvl1pPr>
              <a:defRPr lang="en-US" sz="8000" b="0">
                <a:solidFill>
                  <a:schemeClr val="bg1"/>
                </a:solidFill>
                <a:latin typeface="Calibri Light" panose="020F0302020204030204" pitchFamily="34" charset="0"/>
                <a:cs typeface="Calibri Light" panose="020F0302020204030204" pitchFamily="34" charset="0"/>
              </a:defRPr>
            </a:lvl1pPr>
          </a:lstStyle>
          <a:p>
            <a:pPr marL="0" lvl="0" indent="0">
              <a:spcBef>
                <a:spcPct val="0"/>
              </a:spcBef>
              <a:spcAft>
                <a:spcPct val="0"/>
              </a:spcAft>
              <a:buFont typeface="Arial" panose="020B0604020202020204" pitchFamily="34" charset="0"/>
            </a:pPr>
            <a:r>
              <a:rPr lang="en-GB"/>
              <a:t>Click to edit Master title style</a:t>
            </a:r>
            <a:endParaRPr lang="en-US"/>
          </a:p>
        </p:txBody>
      </p:sp>
      <p:pic>
        <p:nvPicPr>
          <p:cNvPr id="8" name="Picture 7">
            <a:extLst>
              <a:ext uri="{FF2B5EF4-FFF2-40B4-BE49-F238E27FC236}">
                <a16:creationId xmlns:a16="http://schemas.microsoft.com/office/drawing/2014/main" id="{3AAC7376-20F0-E0B1-E7D5-414FC5DC35FA}"/>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485414" y="740715"/>
            <a:ext cx="1226857" cy="451050"/>
          </a:xfrm>
          <a:prstGeom prst="rect">
            <a:avLst/>
          </a:prstGeom>
        </p:spPr>
      </p:pic>
    </p:spTree>
    <p:extLst>
      <p:ext uri="{BB962C8B-B14F-4D97-AF65-F5344CB8AC3E}">
        <p14:creationId xmlns:p14="http://schemas.microsoft.com/office/powerpoint/2010/main" val="2694802863"/>
      </p:ext>
    </p:extLst>
  </p:cSld>
  <p:clrMapOvr>
    <a:masterClrMapping/>
  </p:clrMapOvr>
  <p:transition/>
</p:sldLayout>
</file>

<file path=ppt/slideLayouts/slideLayout218.xml><?xml version="1.0" encoding="utf-8"?>
<p:sldLayout xmlns:a="http://schemas.openxmlformats.org/drawingml/2006/main" xmlns:r="http://schemas.openxmlformats.org/officeDocument/2006/relationships" xmlns:p="http://schemas.openxmlformats.org/presentationml/2006/main" preserve="1" userDrawn="1">
  <p:cSld name="Cover-BG-Light">
    <p:bg>
      <p:bgPr>
        <a:solidFill>
          <a:schemeClr val="bg1"/>
        </a:solidFill>
        <a:effectLst/>
      </p:bgPr>
    </p:bg>
    <p:spTree>
      <p:nvGrpSpPr>
        <p:cNvPr id="1" name=""/>
        <p:cNvGrpSpPr/>
        <p:nvPr/>
      </p:nvGrpSpPr>
      <p:grpSpPr>
        <a:xfrm>
          <a:off x="0" y="0"/>
          <a:ext cx="0" cy="0"/>
          <a:chOff x="0" y="0"/>
          <a:chExt cx="0" cy="0"/>
        </a:xfrm>
      </p:grpSpPr>
      <p:pic>
        <p:nvPicPr>
          <p:cNvPr id="2" name="Picture 1" descr="Background pattern  Description automatically generated">
            <a:extLst>
              <a:ext uri="{FF2B5EF4-FFF2-40B4-BE49-F238E27FC236}">
                <a16:creationId xmlns:a16="http://schemas.microsoft.com/office/drawing/2014/main" id="{DE3A7CEE-E1C9-5E29-7BD1-4DC1A1B47F85}"/>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19050" y="-1"/>
            <a:ext cx="12172950" cy="6868749"/>
          </a:xfrm>
          <a:prstGeom prst="rect">
            <a:avLst/>
          </a:prstGeom>
        </p:spPr>
      </p:pic>
      <p:sp>
        <p:nvSpPr>
          <p:cNvPr id="5" name="Text Placeholder 4">
            <a:extLst>
              <a:ext uri="{FF2B5EF4-FFF2-40B4-BE49-F238E27FC236}">
                <a16:creationId xmlns:a16="http://schemas.microsoft.com/office/drawing/2014/main" id="{4448AADE-3723-5675-1E93-91E2083DA966}"/>
              </a:ext>
            </a:extLst>
          </p:cNvPr>
          <p:cNvSpPr>
            <a:spLocks noGrp="1"/>
          </p:cNvSpPr>
          <p:nvPr>
            <p:ph type="body" sz="quarter" idx="11" hasCustomPrompt="1"/>
          </p:nvPr>
        </p:nvSpPr>
        <p:spPr>
          <a:xfrm>
            <a:off x="468775" y="4663440"/>
            <a:ext cx="6489700" cy="276999"/>
          </a:xfrm>
          <a:prstGeom prst="rect">
            <a:avLst/>
          </a:prstGeom>
        </p:spPr>
        <p:txBody>
          <a:bodyPr>
            <a:spAutoFit/>
          </a:bodyPr>
          <a:lstStyle>
            <a:lvl1pPr>
              <a:lnSpc>
                <a:spcPct val="100000"/>
              </a:lnSpc>
              <a:spcBef>
                <a:spcPct val="0"/>
              </a:spcBef>
              <a:defRPr sz="180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6" name="Text Placeholder 4">
            <a:extLst>
              <a:ext uri="{FF2B5EF4-FFF2-40B4-BE49-F238E27FC236}">
                <a16:creationId xmlns:a16="http://schemas.microsoft.com/office/drawing/2014/main" id="{72020841-C9E1-4289-E94E-04CC0C8D6EAB}"/>
              </a:ext>
            </a:extLst>
          </p:cNvPr>
          <p:cNvSpPr>
            <a:spLocks noGrp="1"/>
          </p:cNvSpPr>
          <p:nvPr>
            <p:ph type="body" sz="quarter" idx="12" hasCustomPrompt="1"/>
          </p:nvPr>
        </p:nvSpPr>
        <p:spPr>
          <a:xfrm>
            <a:off x="468775" y="5245390"/>
            <a:ext cx="6489700" cy="184666"/>
          </a:xfrm>
          <a:prstGeom prst="rect">
            <a:avLst/>
          </a:prstGeom>
        </p:spPr>
        <p:txBody>
          <a:bodyPr vert="horz" wrap="square" lIns="0" tIns="0" rIns="0" bIns="0" rtlCol="0">
            <a:spAutoFit/>
          </a:bodyPr>
          <a:lstStyle>
            <a:lvl1pPr>
              <a:defRPr lang="en-US" sz="1200" b="1" spc="400" baseline="0">
                <a:solidFill>
                  <a:schemeClr val="tx1"/>
                </a:solidFill>
                <a:effectLst/>
                <a:latin typeface="Calibri" panose="020F0502020204030204" pitchFamily="34" charset="0"/>
              </a:defRPr>
            </a:lvl1pPr>
          </a:lstStyle>
          <a:p>
            <a:pPr lvl="0">
              <a:lnSpc>
                <a:spcPct val="100000"/>
              </a:lnSpc>
              <a:spcBef>
                <a:spcPct val="0"/>
              </a:spcBef>
            </a:pPr>
            <a:r>
              <a:rPr lang="en-US">
                <a:effectLst/>
              </a:rPr>
              <a:t>JANUARY 2023</a:t>
            </a:r>
            <a:endParaRPr lang="en-US"/>
          </a:p>
        </p:txBody>
      </p:sp>
      <p:sp>
        <p:nvSpPr>
          <p:cNvPr id="7" name="Title 2">
            <a:extLst>
              <a:ext uri="{FF2B5EF4-FFF2-40B4-BE49-F238E27FC236}">
                <a16:creationId xmlns:a16="http://schemas.microsoft.com/office/drawing/2014/main" id="{1E233166-418F-6386-079E-CEDA3BF9846B}"/>
              </a:ext>
            </a:extLst>
          </p:cNvPr>
          <p:cNvSpPr>
            <a:spLocks noGrp="1"/>
          </p:cNvSpPr>
          <p:nvPr>
            <p:ph type="title"/>
          </p:nvPr>
        </p:nvSpPr>
        <p:spPr>
          <a:xfrm>
            <a:off x="466165" y="1696496"/>
            <a:ext cx="7843822" cy="2462213"/>
          </a:xfrm>
        </p:spPr>
        <p:txBody>
          <a:bodyPr vert="horz" wrap="square" lIns="0" tIns="0" rIns="0" bIns="0" rtlCol="0">
            <a:spAutoFit/>
          </a:bodyPr>
          <a:lstStyle>
            <a:lvl1pPr>
              <a:defRPr lang="en-US" sz="8000" b="0">
                <a:solidFill>
                  <a:schemeClr val="tx1"/>
                </a:solidFill>
                <a:latin typeface="Calibri Light" panose="020F0302020204030204" pitchFamily="34" charset="0"/>
                <a:cs typeface="Calibri Light" panose="020F0302020204030204" pitchFamily="34" charset="0"/>
              </a:defRPr>
            </a:lvl1pPr>
          </a:lstStyle>
          <a:p>
            <a:pPr marL="0" lvl="0" indent="0">
              <a:spcBef>
                <a:spcPct val="0"/>
              </a:spcBef>
              <a:spcAft>
                <a:spcPct val="0"/>
              </a:spcAft>
              <a:buFont typeface="Arial" panose="020B0604020202020204" pitchFamily="34" charset="0"/>
            </a:pPr>
            <a:r>
              <a:rPr lang="en-GB"/>
              <a:t>Click to edit Master title style</a:t>
            </a:r>
            <a:endParaRPr lang="en-US"/>
          </a:p>
        </p:txBody>
      </p:sp>
      <p:pic>
        <p:nvPicPr>
          <p:cNvPr id="3" name="Graphic 2">
            <a:extLst>
              <a:ext uri="{FF2B5EF4-FFF2-40B4-BE49-F238E27FC236}">
                <a16:creationId xmlns:a16="http://schemas.microsoft.com/office/drawing/2014/main" id="{D046FBA0-34E7-8BA0-8C70-B6AFD4D64D86}"/>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85414" y="748727"/>
            <a:ext cx="1226857" cy="432373"/>
          </a:xfrm>
          <a:prstGeom prst="rect">
            <a:avLst/>
          </a:prstGeom>
        </p:spPr>
      </p:pic>
      <p:pic>
        <p:nvPicPr>
          <p:cNvPr id="4" name="Picture 2">
            <a:extLst>
              <a:ext uri="{FF2B5EF4-FFF2-40B4-BE49-F238E27FC236}">
                <a16:creationId xmlns:a16="http://schemas.microsoft.com/office/drawing/2014/main" id="{CBF502CF-1A1A-CC59-E387-0D13F988CF5D}"/>
              </a:ext>
            </a:extLst>
          </p:cNvPr>
          <p:cNvPicPr>
            <a:picLocks noChangeAspect="1" noChangeArrowheads="1"/>
          </p:cNvPicPr>
          <p:nvPr userDrawn="1"/>
        </p:nvPicPr>
        <p:blipFill>
          <a:blip r:embed="rId4">
            <a:biLevel thresh="50000"/>
            <a:extLst>
              <a:ext uri="{28A0092B-C50C-407E-A947-70E740481C1C}">
                <a14:useLocalDpi xmlns:a14="http://schemas.microsoft.com/office/drawing/2010/main" val="0"/>
              </a:ext>
            </a:extLst>
          </a:blip>
          <a:srcRect/>
          <a:stretch>
            <a:fillRect/>
          </a:stretch>
        </p:blipFill>
        <p:spPr bwMode="auto">
          <a:xfrm>
            <a:off x="2067622" y="720619"/>
            <a:ext cx="1658252" cy="39176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30313667"/>
      </p:ext>
    </p:extLst>
  </p:cSld>
  <p:clrMapOvr>
    <a:masterClrMapping/>
  </p:clrMapOvr>
  <p:transition/>
</p:sldLayout>
</file>

<file path=ppt/slideLayouts/slideLayout219.xml><?xml version="1.0" encoding="utf-8"?>
<p:sldLayout xmlns:a="http://schemas.openxmlformats.org/drawingml/2006/main" xmlns:r="http://schemas.openxmlformats.org/officeDocument/2006/relationships" xmlns:p="http://schemas.openxmlformats.org/presentationml/2006/main" preserve="1" userDrawn="1">
  <p:cSld name="Cover-Picture">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08188486-1E04-4170-877E-F561315E0FFC}"/>
              </a:ext>
            </a:extLst>
          </p:cNvPr>
          <p:cNvSpPr>
            <a:spLocks noGrp="1"/>
          </p:cNvSpPr>
          <p:nvPr>
            <p:ph type="pic" sz="quarter" idx="13"/>
          </p:nvPr>
        </p:nvSpPr>
        <p:spPr>
          <a:xfrm>
            <a:off x="0" y="0"/>
            <a:ext cx="12192000" cy="6858000"/>
          </a:xfrm>
          <a:prstGeom prst="rect">
            <a:avLst/>
          </a:prstGeom>
          <a:solidFill>
            <a:schemeClr val="bg1">
              <a:lumMod val="65000"/>
            </a:schemeClr>
          </a:solidFill>
        </p:spPr>
        <p:txBody>
          <a:bodyPr/>
          <a:lstStyle>
            <a:lvl1pPr>
              <a:defRPr/>
            </a:lvl1pPr>
          </a:lstStyle>
          <a:p>
            <a:r>
              <a:rPr lang="en-GB"/>
              <a:t>Click icon to add picture</a:t>
            </a:r>
            <a:endParaRPr lang="en-US"/>
          </a:p>
        </p:txBody>
      </p:sp>
      <p:sp>
        <p:nvSpPr>
          <p:cNvPr id="4" name="Text Placeholder 4">
            <a:extLst>
              <a:ext uri="{FF2B5EF4-FFF2-40B4-BE49-F238E27FC236}">
                <a16:creationId xmlns:a16="http://schemas.microsoft.com/office/drawing/2014/main" id="{0BD2E969-F100-6B32-8DFD-11A45E5E43FA}"/>
              </a:ext>
            </a:extLst>
          </p:cNvPr>
          <p:cNvSpPr>
            <a:spLocks noGrp="1"/>
          </p:cNvSpPr>
          <p:nvPr>
            <p:ph type="body" sz="quarter" idx="11" hasCustomPrompt="1"/>
          </p:nvPr>
        </p:nvSpPr>
        <p:spPr>
          <a:xfrm>
            <a:off x="468775" y="4663440"/>
            <a:ext cx="6489700" cy="276999"/>
          </a:xfrm>
          <a:prstGeom prst="rect">
            <a:avLst/>
          </a:prstGeom>
        </p:spPr>
        <p:txBody>
          <a:bodyPr>
            <a:spAutoFit/>
          </a:bodyPr>
          <a:lstStyle>
            <a:lvl1pPr>
              <a:lnSpc>
                <a:spcPct val="100000"/>
              </a:lnSpc>
              <a:spcBef>
                <a:spcPct val="0"/>
              </a:spcBef>
              <a:defRPr sz="18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5" name="Text Placeholder 4">
            <a:extLst>
              <a:ext uri="{FF2B5EF4-FFF2-40B4-BE49-F238E27FC236}">
                <a16:creationId xmlns:a16="http://schemas.microsoft.com/office/drawing/2014/main" id="{2C67B491-F517-CB8D-96B1-B02A50D72325}"/>
              </a:ext>
            </a:extLst>
          </p:cNvPr>
          <p:cNvSpPr>
            <a:spLocks noGrp="1"/>
          </p:cNvSpPr>
          <p:nvPr>
            <p:ph type="body" sz="quarter" idx="12" hasCustomPrompt="1"/>
          </p:nvPr>
        </p:nvSpPr>
        <p:spPr>
          <a:xfrm>
            <a:off x="468775" y="5245390"/>
            <a:ext cx="6489700" cy="184666"/>
          </a:xfrm>
          <a:prstGeom prst="rect">
            <a:avLst/>
          </a:prstGeom>
        </p:spPr>
        <p:txBody>
          <a:bodyPr vert="horz" wrap="square" lIns="0" tIns="0" rIns="0" bIns="0" rtlCol="0">
            <a:spAutoFit/>
          </a:bodyPr>
          <a:lstStyle>
            <a:lvl1pPr>
              <a:defRPr lang="en-US" sz="1200" b="1" spc="400" baseline="0">
                <a:solidFill>
                  <a:schemeClr val="bg1"/>
                </a:solidFill>
                <a:effectLst/>
                <a:latin typeface="Calibri" panose="020F0502020204030204" pitchFamily="34" charset="0"/>
              </a:defRPr>
            </a:lvl1pPr>
          </a:lstStyle>
          <a:p>
            <a:pPr lvl="0">
              <a:lnSpc>
                <a:spcPct val="100000"/>
              </a:lnSpc>
              <a:spcBef>
                <a:spcPct val="0"/>
              </a:spcBef>
            </a:pPr>
            <a:r>
              <a:rPr lang="en-US">
                <a:effectLst/>
              </a:rPr>
              <a:t>JANUARY 2023</a:t>
            </a:r>
            <a:endParaRPr lang="en-US"/>
          </a:p>
        </p:txBody>
      </p:sp>
      <p:sp>
        <p:nvSpPr>
          <p:cNvPr id="6" name="Title 2">
            <a:extLst>
              <a:ext uri="{FF2B5EF4-FFF2-40B4-BE49-F238E27FC236}">
                <a16:creationId xmlns:a16="http://schemas.microsoft.com/office/drawing/2014/main" id="{430FF820-B532-1296-E817-DF961B67DF09}"/>
              </a:ext>
            </a:extLst>
          </p:cNvPr>
          <p:cNvSpPr>
            <a:spLocks noGrp="1"/>
          </p:cNvSpPr>
          <p:nvPr>
            <p:ph type="title"/>
          </p:nvPr>
        </p:nvSpPr>
        <p:spPr>
          <a:xfrm>
            <a:off x="466165" y="1696496"/>
            <a:ext cx="7843822" cy="2462213"/>
          </a:xfrm>
        </p:spPr>
        <p:txBody>
          <a:bodyPr vert="horz" wrap="square" lIns="0" tIns="0" rIns="0" bIns="0" rtlCol="0">
            <a:spAutoFit/>
          </a:bodyPr>
          <a:lstStyle>
            <a:lvl1pPr>
              <a:defRPr lang="en-US" sz="8000" b="0">
                <a:solidFill>
                  <a:schemeClr val="bg1"/>
                </a:solidFill>
                <a:latin typeface="Calibri Light" panose="020F0302020204030204" pitchFamily="34" charset="0"/>
                <a:cs typeface="Calibri Light" panose="020F0302020204030204" pitchFamily="34" charset="0"/>
              </a:defRPr>
            </a:lvl1pPr>
          </a:lstStyle>
          <a:p>
            <a:pPr marL="0" lvl="0" indent="0">
              <a:spcBef>
                <a:spcPct val="0"/>
              </a:spcBef>
              <a:spcAft>
                <a:spcPct val="0"/>
              </a:spcAft>
              <a:buFont typeface="Arial" panose="020B0604020202020204" pitchFamily="34" charset="0"/>
            </a:pPr>
            <a:r>
              <a:rPr lang="en-GB"/>
              <a:t>Click to edit Master title style</a:t>
            </a:r>
            <a:endParaRPr lang="en-US"/>
          </a:p>
        </p:txBody>
      </p:sp>
      <p:pic>
        <p:nvPicPr>
          <p:cNvPr id="7" name="Picture 6">
            <a:extLst>
              <a:ext uri="{FF2B5EF4-FFF2-40B4-BE49-F238E27FC236}">
                <a16:creationId xmlns:a16="http://schemas.microsoft.com/office/drawing/2014/main" id="{5754D4BD-6E7A-841D-F70C-31FAEF56CD69}"/>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485414" y="740715"/>
            <a:ext cx="1226857" cy="451050"/>
          </a:xfrm>
          <a:prstGeom prst="rect">
            <a:avLst/>
          </a:prstGeom>
        </p:spPr>
      </p:pic>
    </p:spTree>
    <p:extLst>
      <p:ext uri="{BB962C8B-B14F-4D97-AF65-F5344CB8AC3E}">
        <p14:creationId xmlns:p14="http://schemas.microsoft.com/office/powerpoint/2010/main" val="4040502134"/>
      </p:ext>
    </p:extLst>
  </p:cSld>
  <p:clrMapOvr>
    <a:masterClrMapping/>
  </p:clrMapOvr>
  <p:transition/>
</p:sldLayout>
</file>

<file path=ppt/slideLayouts/slideLayout220.xml><?xml version="1.0" encoding="utf-8"?>
<p:sldLayout xmlns:a="http://schemas.openxmlformats.org/drawingml/2006/main" xmlns:r="http://schemas.openxmlformats.org/officeDocument/2006/relationships" xmlns:p="http://schemas.openxmlformats.org/presentationml/2006/main" preserve="1" userDrawn="1">
  <p:cSld name="Cover-1/2">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2339377C-8642-441F-BDC6-500DB01AD362}"/>
              </a:ext>
            </a:extLst>
          </p:cNvPr>
          <p:cNvSpPr/>
          <p:nvPr userDrawn="1"/>
        </p:nvSpPr>
        <p:spPr bwMode="auto">
          <a:xfrm>
            <a:off x="0" y="0"/>
            <a:ext cx="6096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7" name="Picture Placeholder 2">
            <a:extLst>
              <a:ext uri="{FF2B5EF4-FFF2-40B4-BE49-F238E27FC236}">
                <a16:creationId xmlns:a16="http://schemas.microsoft.com/office/drawing/2014/main" id="{11A216CA-E680-42EB-BC45-95A09D62759B}"/>
              </a:ext>
            </a:extLst>
          </p:cNvPr>
          <p:cNvSpPr>
            <a:spLocks noGrp="1"/>
          </p:cNvSpPr>
          <p:nvPr>
            <p:ph type="pic" sz="quarter" idx="13"/>
          </p:nvPr>
        </p:nvSpPr>
        <p:spPr>
          <a:xfrm>
            <a:off x="6095998" y="0"/>
            <a:ext cx="6096001" cy="6858000"/>
          </a:xfrm>
          <a:prstGeom prst="rect">
            <a:avLst/>
          </a:prstGeom>
          <a:solidFill>
            <a:schemeClr val="bg2"/>
          </a:solidFill>
        </p:spPr>
        <p:txBody>
          <a:bodyPr/>
          <a:lstStyle>
            <a:lvl1pPr>
              <a:defRPr/>
            </a:lvl1pPr>
          </a:lstStyle>
          <a:p>
            <a:r>
              <a:rPr lang="en-GB"/>
              <a:t>Click icon to add picture</a:t>
            </a:r>
            <a:endParaRPr lang="en-US"/>
          </a:p>
        </p:txBody>
      </p:sp>
      <p:sp>
        <p:nvSpPr>
          <p:cNvPr id="3" name="Text Placeholder 4">
            <a:extLst>
              <a:ext uri="{FF2B5EF4-FFF2-40B4-BE49-F238E27FC236}">
                <a16:creationId xmlns:a16="http://schemas.microsoft.com/office/drawing/2014/main" id="{30094E5E-6EFF-CE7E-D775-2FA95EEE2F1D}"/>
              </a:ext>
            </a:extLst>
          </p:cNvPr>
          <p:cNvSpPr>
            <a:spLocks noGrp="1"/>
          </p:cNvSpPr>
          <p:nvPr>
            <p:ph type="body" sz="quarter" idx="11" hasCustomPrompt="1"/>
          </p:nvPr>
        </p:nvSpPr>
        <p:spPr>
          <a:xfrm>
            <a:off x="468775" y="4663440"/>
            <a:ext cx="5309027" cy="276999"/>
          </a:xfrm>
          <a:prstGeom prst="rect">
            <a:avLst/>
          </a:prstGeom>
        </p:spPr>
        <p:txBody>
          <a:bodyPr wrap="square">
            <a:spAutoFit/>
          </a:bodyPr>
          <a:lstStyle>
            <a:lvl1pPr>
              <a:lnSpc>
                <a:spcPct val="100000"/>
              </a:lnSpc>
              <a:spcBef>
                <a:spcPct val="0"/>
              </a:spcBef>
              <a:defRPr sz="18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4" name="Text Placeholder 4">
            <a:extLst>
              <a:ext uri="{FF2B5EF4-FFF2-40B4-BE49-F238E27FC236}">
                <a16:creationId xmlns:a16="http://schemas.microsoft.com/office/drawing/2014/main" id="{4E632B84-D810-D682-26F1-538579099EAB}"/>
              </a:ext>
            </a:extLst>
          </p:cNvPr>
          <p:cNvSpPr>
            <a:spLocks noGrp="1"/>
          </p:cNvSpPr>
          <p:nvPr>
            <p:ph type="body" sz="quarter" idx="12" hasCustomPrompt="1"/>
          </p:nvPr>
        </p:nvSpPr>
        <p:spPr>
          <a:xfrm>
            <a:off x="468775" y="5245390"/>
            <a:ext cx="5309027" cy="184666"/>
          </a:xfrm>
          <a:prstGeom prst="rect">
            <a:avLst/>
          </a:prstGeom>
        </p:spPr>
        <p:txBody>
          <a:bodyPr vert="horz" wrap="square" lIns="0" tIns="0" rIns="0" bIns="0" rtlCol="0">
            <a:spAutoFit/>
          </a:bodyPr>
          <a:lstStyle>
            <a:lvl1pPr>
              <a:defRPr lang="en-US" sz="1200" b="1" spc="400" baseline="0">
                <a:solidFill>
                  <a:schemeClr val="bg1"/>
                </a:solidFill>
                <a:effectLst/>
                <a:latin typeface="Calibri" panose="020F0502020204030204" pitchFamily="34" charset="0"/>
              </a:defRPr>
            </a:lvl1pPr>
          </a:lstStyle>
          <a:p>
            <a:pPr lvl="0">
              <a:lnSpc>
                <a:spcPct val="100000"/>
              </a:lnSpc>
              <a:spcBef>
                <a:spcPct val="0"/>
              </a:spcBef>
            </a:pPr>
            <a:r>
              <a:rPr lang="en-US">
                <a:effectLst/>
              </a:rPr>
              <a:t>JANUARY 2023</a:t>
            </a:r>
            <a:endParaRPr lang="en-US"/>
          </a:p>
        </p:txBody>
      </p:sp>
      <p:sp>
        <p:nvSpPr>
          <p:cNvPr id="5" name="Title 2">
            <a:extLst>
              <a:ext uri="{FF2B5EF4-FFF2-40B4-BE49-F238E27FC236}">
                <a16:creationId xmlns:a16="http://schemas.microsoft.com/office/drawing/2014/main" id="{7E6BD730-15BB-8DAE-B807-85A733E0F752}"/>
              </a:ext>
            </a:extLst>
          </p:cNvPr>
          <p:cNvSpPr>
            <a:spLocks noGrp="1"/>
          </p:cNvSpPr>
          <p:nvPr>
            <p:ph type="title"/>
          </p:nvPr>
        </p:nvSpPr>
        <p:spPr>
          <a:xfrm>
            <a:off x="466165" y="1696496"/>
            <a:ext cx="5311637" cy="1846659"/>
          </a:xfrm>
        </p:spPr>
        <p:txBody>
          <a:bodyPr vert="horz" wrap="square" lIns="0" tIns="0" rIns="0" bIns="0" rtlCol="0">
            <a:spAutoFit/>
          </a:bodyPr>
          <a:lstStyle>
            <a:lvl1pPr>
              <a:defRPr lang="en-US" sz="6000" b="0">
                <a:solidFill>
                  <a:schemeClr val="bg1"/>
                </a:solidFill>
                <a:latin typeface="Calibri Light" panose="020F0302020204030204" pitchFamily="34" charset="0"/>
                <a:cs typeface="Calibri Light" panose="020F0302020204030204" pitchFamily="34" charset="0"/>
              </a:defRPr>
            </a:lvl1pPr>
          </a:lstStyle>
          <a:p>
            <a:pPr marL="0" lvl="0" indent="0">
              <a:spcBef>
                <a:spcPct val="0"/>
              </a:spcBef>
              <a:spcAft>
                <a:spcPct val="0"/>
              </a:spcAft>
              <a:buFont typeface="Arial" panose="020B0604020202020204" pitchFamily="34" charset="0"/>
            </a:pPr>
            <a:r>
              <a:rPr lang="en-GB"/>
              <a:t>Click to edit Master title style</a:t>
            </a:r>
            <a:endParaRPr lang="en-US"/>
          </a:p>
        </p:txBody>
      </p:sp>
      <p:pic>
        <p:nvPicPr>
          <p:cNvPr id="2" name="Picture 1">
            <a:extLst>
              <a:ext uri="{FF2B5EF4-FFF2-40B4-BE49-F238E27FC236}">
                <a16:creationId xmlns:a16="http://schemas.microsoft.com/office/drawing/2014/main" id="{58229A6F-36FA-05D5-E223-1581D31CE2D5}"/>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485414" y="740715"/>
            <a:ext cx="1226857" cy="451050"/>
          </a:xfrm>
          <a:prstGeom prst="rect">
            <a:avLst/>
          </a:prstGeom>
        </p:spPr>
      </p:pic>
    </p:spTree>
    <p:extLst>
      <p:ext uri="{BB962C8B-B14F-4D97-AF65-F5344CB8AC3E}">
        <p14:creationId xmlns:p14="http://schemas.microsoft.com/office/powerpoint/2010/main" val="537534567"/>
      </p:ext>
    </p:extLst>
  </p:cSld>
  <p:clrMapOvr>
    <a:masterClrMapping/>
  </p:clrMapOvr>
  <p:transition/>
</p:sldLayout>
</file>

<file path=ppt/slideLayouts/slideLayout221.xml><?xml version="1.0" encoding="utf-8"?>
<p:sldLayout xmlns:a="http://schemas.openxmlformats.org/drawingml/2006/main" xmlns:r="http://schemas.openxmlformats.org/officeDocument/2006/relationships" xmlns:p="http://schemas.openxmlformats.org/presentationml/2006/main" preserve="1" userDrawn="1">
  <p:cSld name="Contents">
    <p:spTree>
      <p:nvGrpSpPr>
        <p:cNvPr id="1" name=""/>
        <p:cNvGrpSpPr/>
        <p:nvPr/>
      </p:nvGrpSpPr>
      <p:grpSpPr>
        <a:xfrm>
          <a:off x="0" y="0"/>
          <a:ext cx="0" cy="0"/>
          <a:chOff x="0" y="0"/>
          <a:chExt cx="0" cy="0"/>
        </a:xfrm>
      </p:grpSpPr>
      <p:sp>
        <p:nvSpPr>
          <p:cNvPr id="23" name="Title 2">
            <a:extLst>
              <a:ext uri="{FF2B5EF4-FFF2-40B4-BE49-F238E27FC236}">
                <a16:creationId xmlns:a16="http://schemas.microsoft.com/office/drawing/2014/main" id="{7D36EB9C-BBDB-7447-884B-AC6C7C7D1DA2}"/>
              </a:ext>
            </a:extLst>
          </p:cNvPr>
          <p:cNvSpPr>
            <a:spLocks noGrp="1"/>
          </p:cNvSpPr>
          <p:nvPr>
            <p:ph type="title" hasCustomPrompt="1"/>
          </p:nvPr>
        </p:nvSpPr>
        <p:spPr>
          <a:xfrm>
            <a:off x="467140" y="1191039"/>
            <a:ext cx="3024846" cy="923330"/>
          </a:xfrm>
        </p:spPr>
        <p:txBody>
          <a:bodyPr vert="horz" wrap="square" lIns="0" tIns="0" rIns="0" bIns="0" rtlCol="0" anchor="t">
            <a:spAutoFit/>
          </a:bodyPr>
          <a:lstStyle>
            <a:lvl1pPr>
              <a:defRPr lang="en-US" sz="6000" b="1" spc="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Contents</a:t>
            </a:r>
          </a:p>
        </p:txBody>
      </p:sp>
      <p:sp>
        <p:nvSpPr>
          <p:cNvPr id="24" name="Text Placeholder 4">
            <a:extLst>
              <a:ext uri="{FF2B5EF4-FFF2-40B4-BE49-F238E27FC236}">
                <a16:creationId xmlns:a16="http://schemas.microsoft.com/office/drawing/2014/main" id="{ECE784D3-D287-664F-80A6-CBA29DD12FE1}"/>
              </a:ext>
            </a:extLst>
          </p:cNvPr>
          <p:cNvSpPr>
            <a:spLocks noGrp="1"/>
          </p:cNvSpPr>
          <p:nvPr>
            <p:ph type="body" sz="quarter" idx="10" hasCustomPrompt="1"/>
          </p:nvPr>
        </p:nvSpPr>
        <p:spPr>
          <a:xfrm>
            <a:off x="4324216" y="1521418"/>
            <a:ext cx="498928" cy="321627"/>
          </a:xfrm>
          <a:prstGeom prst="rect">
            <a:avLst/>
          </a:prstGeom>
        </p:spPr>
        <p:txBody>
          <a:bodyPr wrap="square" anchor="t" anchorCtr="0">
            <a:spAutoFit/>
          </a:bodyPr>
          <a:lstStyle>
            <a:lvl1pPr algn="r">
              <a:defRPr sz="2000" b="0">
                <a:solidFill>
                  <a:schemeClr val="tx1"/>
                </a:solidFill>
              </a:defRPr>
            </a:lvl1pPr>
          </a:lstStyle>
          <a:p>
            <a:pPr lvl="0"/>
            <a:r>
              <a:rPr lang="en-US"/>
              <a:t>01</a:t>
            </a:r>
          </a:p>
        </p:txBody>
      </p:sp>
      <p:sp>
        <p:nvSpPr>
          <p:cNvPr id="25" name="Text Placeholder 4">
            <a:extLst>
              <a:ext uri="{FF2B5EF4-FFF2-40B4-BE49-F238E27FC236}">
                <a16:creationId xmlns:a16="http://schemas.microsoft.com/office/drawing/2014/main" id="{29A1CE94-599A-5146-9EFB-9AEECE436784}"/>
              </a:ext>
            </a:extLst>
          </p:cNvPr>
          <p:cNvSpPr>
            <a:spLocks noGrp="1"/>
          </p:cNvSpPr>
          <p:nvPr>
            <p:ph type="body" sz="quarter" idx="11" hasCustomPrompt="1"/>
          </p:nvPr>
        </p:nvSpPr>
        <p:spPr>
          <a:xfrm>
            <a:off x="4324216" y="2214485"/>
            <a:ext cx="498928" cy="321627"/>
          </a:xfrm>
          <a:prstGeom prst="rect">
            <a:avLst/>
          </a:prstGeom>
        </p:spPr>
        <p:txBody>
          <a:bodyPr wrap="square" anchor="t" anchorCtr="0">
            <a:spAutoFit/>
          </a:bodyPr>
          <a:lstStyle>
            <a:lvl1pPr algn="r">
              <a:defRPr sz="2000" b="0">
                <a:solidFill>
                  <a:schemeClr val="tx1"/>
                </a:solidFill>
              </a:defRPr>
            </a:lvl1pPr>
          </a:lstStyle>
          <a:p>
            <a:pPr lvl="0"/>
            <a:r>
              <a:rPr lang="en-US"/>
              <a:t>02</a:t>
            </a:r>
          </a:p>
        </p:txBody>
      </p:sp>
      <p:sp>
        <p:nvSpPr>
          <p:cNvPr id="26" name="Text Placeholder 4">
            <a:extLst>
              <a:ext uri="{FF2B5EF4-FFF2-40B4-BE49-F238E27FC236}">
                <a16:creationId xmlns:a16="http://schemas.microsoft.com/office/drawing/2014/main" id="{B0E828E5-70FD-D449-B964-390D8366EA4E}"/>
              </a:ext>
            </a:extLst>
          </p:cNvPr>
          <p:cNvSpPr>
            <a:spLocks noGrp="1"/>
          </p:cNvSpPr>
          <p:nvPr>
            <p:ph type="body" sz="quarter" idx="12" hasCustomPrompt="1"/>
          </p:nvPr>
        </p:nvSpPr>
        <p:spPr>
          <a:xfrm>
            <a:off x="4324216" y="2897391"/>
            <a:ext cx="498928" cy="321627"/>
          </a:xfrm>
          <a:prstGeom prst="rect">
            <a:avLst/>
          </a:prstGeom>
        </p:spPr>
        <p:txBody>
          <a:bodyPr wrap="square" anchor="t" anchorCtr="0">
            <a:spAutoFit/>
          </a:bodyPr>
          <a:lstStyle>
            <a:lvl1pPr algn="r">
              <a:defRPr sz="2000" b="0">
                <a:solidFill>
                  <a:schemeClr val="tx1"/>
                </a:solidFill>
              </a:defRPr>
            </a:lvl1pPr>
          </a:lstStyle>
          <a:p>
            <a:pPr lvl="0"/>
            <a:r>
              <a:rPr lang="en-US"/>
              <a:t>03</a:t>
            </a:r>
          </a:p>
        </p:txBody>
      </p:sp>
      <p:sp>
        <p:nvSpPr>
          <p:cNvPr id="27" name="Text Placeholder 4">
            <a:extLst>
              <a:ext uri="{FF2B5EF4-FFF2-40B4-BE49-F238E27FC236}">
                <a16:creationId xmlns:a16="http://schemas.microsoft.com/office/drawing/2014/main" id="{23D1ADF7-7F17-9F4A-A000-26CFD756A34B}"/>
              </a:ext>
            </a:extLst>
          </p:cNvPr>
          <p:cNvSpPr>
            <a:spLocks noGrp="1"/>
          </p:cNvSpPr>
          <p:nvPr>
            <p:ph type="body" sz="quarter" idx="13" hasCustomPrompt="1"/>
          </p:nvPr>
        </p:nvSpPr>
        <p:spPr>
          <a:xfrm>
            <a:off x="4324216" y="3590458"/>
            <a:ext cx="498928" cy="321627"/>
          </a:xfrm>
          <a:prstGeom prst="rect">
            <a:avLst/>
          </a:prstGeom>
        </p:spPr>
        <p:txBody>
          <a:bodyPr wrap="square" anchor="t" anchorCtr="0">
            <a:spAutoFit/>
          </a:bodyPr>
          <a:lstStyle>
            <a:lvl1pPr algn="r">
              <a:defRPr sz="2000" b="0">
                <a:solidFill>
                  <a:schemeClr val="tx1"/>
                </a:solidFill>
              </a:defRPr>
            </a:lvl1pPr>
          </a:lstStyle>
          <a:p>
            <a:pPr lvl="0"/>
            <a:r>
              <a:rPr lang="en-US"/>
              <a:t>04</a:t>
            </a:r>
          </a:p>
        </p:txBody>
      </p:sp>
      <p:sp>
        <p:nvSpPr>
          <p:cNvPr id="28" name="Text Placeholder 4">
            <a:extLst>
              <a:ext uri="{FF2B5EF4-FFF2-40B4-BE49-F238E27FC236}">
                <a16:creationId xmlns:a16="http://schemas.microsoft.com/office/drawing/2014/main" id="{C8974FB4-0DC4-9A48-849B-3445C17323D8}"/>
              </a:ext>
            </a:extLst>
          </p:cNvPr>
          <p:cNvSpPr>
            <a:spLocks noGrp="1"/>
          </p:cNvSpPr>
          <p:nvPr>
            <p:ph type="body" sz="quarter" idx="14" hasCustomPrompt="1"/>
          </p:nvPr>
        </p:nvSpPr>
        <p:spPr>
          <a:xfrm>
            <a:off x="4324216" y="4273364"/>
            <a:ext cx="498928" cy="321627"/>
          </a:xfrm>
          <a:prstGeom prst="rect">
            <a:avLst/>
          </a:prstGeom>
        </p:spPr>
        <p:txBody>
          <a:bodyPr wrap="square" anchor="t" anchorCtr="0">
            <a:spAutoFit/>
          </a:bodyPr>
          <a:lstStyle>
            <a:lvl1pPr algn="r">
              <a:defRPr sz="2000" b="0">
                <a:solidFill>
                  <a:schemeClr val="tx1"/>
                </a:solidFill>
              </a:defRPr>
            </a:lvl1pPr>
          </a:lstStyle>
          <a:p>
            <a:pPr lvl="0"/>
            <a:r>
              <a:rPr lang="en-US"/>
              <a:t>05</a:t>
            </a:r>
          </a:p>
        </p:txBody>
      </p:sp>
      <p:sp>
        <p:nvSpPr>
          <p:cNvPr id="29" name="Text Placeholder 4">
            <a:extLst>
              <a:ext uri="{FF2B5EF4-FFF2-40B4-BE49-F238E27FC236}">
                <a16:creationId xmlns:a16="http://schemas.microsoft.com/office/drawing/2014/main" id="{3B70AEBB-A750-864B-B6BD-21B4D0EFE2A7}"/>
              </a:ext>
            </a:extLst>
          </p:cNvPr>
          <p:cNvSpPr>
            <a:spLocks noGrp="1"/>
          </p:cNvSpPr>
          <p:nvPr>
            <p:ph type="body" sz="quarter" idx="15" hasCustomPrompt="1"/>
          </p:nvPr>
        </p:nvSpPr>
        <p:spPr>
          <a:xfrm>
            <a:off x="4324216" y="4956271"/>
            <a:ext cx="498928" cy="321627"/>
          </a:xfrm>
          <a:prstGeom prst="rect">
            <a:avLst/>
          </a:prstGeom>
        </p:spPr>
        <p:txBody>
          <a:bodyPr wrap="square" anchor="t" anchorCtr="0">
            <a:spAutoFit/>
          </a:bodyPr>
          <a:lstStyle>
            <a:lvl1pPr algn="r">
              <a:defRPr sz="2000" b="0">
                <a:solidFill>
                  <a:schemeClr val="tx1"/>
                </a:solidFill>
              </a:defRPr>
            </a:lvl1pPr>
          </a:lstStyle>
          <a:p>
            <a:pPr lvl="0"/>
            <a:r>
              <a:rPr lang="en-US"/>
              <a:t>06</a:t>
            </a:r>
          </a:p>
        </p:txBody>
      </p:sp>
      <p:sp>
        <p:nvSpPr>
          <p:cNvPr id="30" name="Text Placeholder 4">
            <a:extLst>
              <a:ext uri="{FF2B5EF4-FFF2-40B4-BE49-F238E27FC236}">
                <a16:creationId xmlns:a16="http://schemas.microsoft.com/office/drawing/2014/main" id="{B6A80AC0-F1D6-7541-A91C-C279FD194827}"/>
              </a:ext>
            </a:extLst>
          </p:cNvPr>
          <p:cNvSpPr>
            <a:spLocks noGrp="1"/>
          </p:cNvSpPr>
          <p:nvPr>
            <p:ph type="body" sz="quarter" idx="16" hasCustomPrompt="1"/>
          </p:nvPr>
        </p:nvSpPr>
        <p:spPr>
          <a:xfrm>
            <a:off x="5056507" y="1521418"/>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31" name="Text Placeholder 4">
            <a:extLst>
              <a:ext uri="{FF2B5EF4-FFF2-40B4-BE49-F238E27FC236}">
                <a16:creationId xmlns:a16="http://schemas.microsoft.com/office/drawing/2014/main" id="{48BEB51A-F18F-5749-809D-EC078A513A09}"/>
              </a:ext>
            </a:extLst>
          </p:cNvPr>
          <p:cNvSpPr>
            <a:spLocks noGrp="1"/>
          </p:cNvSpPr>
          <p:nvPr>
            <p:ph type="body" sz="quarter" idx="17" hasCustomPrompt="1"/>
          </p:nvPr>
        </p:nvSpPr>
        <p:spPr>
          <a:xfrm>
            <a:off x="5056507" y="2214485"/>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32" name="Text Placeholder 4">
            <a:extLst>
              <a:ext uri="{FF2B5EF4-FFF2-40B4-BE49-F238E27FC236}">
                <a16:creationId xmlns:a16="http://schemas.microsoft.com/office/drawing/2014/main" id="{C6735154-D863-074C-BEF0-25E8F0836038}"/>
              </a:ext>
            </a:extLst>
          </p:cNvPr>
          <p:cNvSpPr>
            <a:spLocks noGrp="1"/>
          </p:cNvSpPr>
          <p:nvPr>
            <p:ph type="body" sz="quarter" idx="18" hasCustomPrompt="1"/>
          </p:nvPr>
        </p:nvSpPr>
        <p:spPr>
          <a:xfrm>
            <a:off x="5056507" y="2897391"/>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33" name="Text Placeholder 4">
            <a:extLst>
              <a:ext uri="{FF2B5EF4-FFF2-40B4-BE49-F238E27FC236}">
                <a16:creationId xmlns:a16="http://schemas.microsoft.com/office/drawing/2014/main" id="{C373B72A-00B1-9E4F-BC7F-202B2AC57FCC}"/>
              </a:ext>
            </a:extLst>
          </p:cNvPr>
          <p:cNvSpPr>
            <a:spLocks noGrp="1"/>
          </p:cNvSpPr>
          <p:nvPr>
            <p:ph type="body" sz="quarter" idx="19" hasCustomPrompt="1"/>
          </p:nvPr>
        </p:nvSpPr>
        <p:spPr>
          <a:xfrm>
            <a:off x="5056507" y="3590458"/>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34" name="Text Placeholder 4">
            <a:extLst>
              <a:ext uri="{FF2B5EF4-FFF2-40B4-BE49-F238E27FC236}">
                <a16:creationId xmlns:a16="http://schemas.microsoft.com/office/drawing/2014/main" id="{A584DDAC-74C3-8649-AA09-BE37E59266EB}"/>
              </a:ext>
            </a:extLst>
          </p:cNvPr>
          <p:cNvSpPr>
            <a:spLocks noGrp="1"/>
          </p:cNvSpPr>
          <p:nvPr>
            <p:ph type="body" sz="quarter" idx="20" hasCustomPrompt="1"/>
          </p:nvPr>
        </p:nvSpPr>
        <p:spPr>
          <a:xfrm>
            <a:off x="5056507" y="4273364"/>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35" name="Text Placeholder 4">
            <a:extLst>
              <a:ext uri="{FF2B5EF4-FFF2-40B4-BE49-F238E27FC236}">
                <a16:creationId xmlns:a16="http://schemas.microsoft.com/office/drawing/2014/main" id="{4BE98457-B105-874C-9706-66BA69C1AFC7}"/>
              </a:ext>
            </a:extLst>
          </p:cNvPr>
          <p:cNvSpPr>
            <a:spLocks noGrp="1"/>
          </p:cNvSpPr>
          <p:nvPr>
            <p:ph type="body" sz="quarter" idx="21" hasCustomPrompt="1"/>
          </p:nvPr>
        </p:nvSpPr>
        <p:spPr>
          <a:xfrm>
            <a:off x="5056507" y="4956271"/>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Tree>
    <p:extLst>
      <p:ext uri="{BB962C8B-B14F-4D97-AF65-F5344CB8AC3E}">
        <p14:creationId xmlns:p14="http://schemas.microsoft.com/office/powerpoint/2010/main" val="2155033612"/>
      </p:ext>
    </p:extLst>
  </p:cSld>
  <p:clrMapOvr>
    <a:masterClrMapping/>
  </p:clrMapOvr>
  <p:transition/>
</p:sldLayout>
</file>

<file path=ppt/slideLayouts/slideLayout222.xml><?xml version="1.0" encoding="utf-8"?>
<p:sldLayout xmlns:a="http://schemas.openxmlformats.org/drawingml/2006/main" xmlns:r="http://schemas.openxmlformats.org/officeDocument/2006/relationships" xmlns:p="http://schemas.openxmlformats.org/presentationml/2006/main" preserve="1" userDrawn="1">
  <p:cSld name="Contents-Dark">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7A51F759-2C51-4E26-B317-26DFEBAE952C}"/>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10" name="Graphic 9">
            <a:extLst>
              <a:ext uri="{FF2B5EF4-FFF2-40B4-BE49-F238E27FC236}">
                <a16:creationId xmlns:a16="http://schemas.microsoft.com/office/drawing/2014/main" id="{7F2C7208-C4AB-4962-96F0-F897DFFC37C9}"/>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2" name="Title 2">
            <a:extLst>
              <a:ext uri="{FF2B5EF4-FFF2-40B4-BE49-F238E27FC236}">
                <a16:creationId xmlns:a16="http://schemas.microsoft.com/office/drawing/2014/main" id="{37B4F039-C58D-468E-394C-C92CD517A82F}"/>
              </a:ext>
            </a:extLst>
          </p:cNvPr>
          <p:cNvSpPr>
            <a:spLocks noGrp="1"/>
          </p:cNvSpPr>
          <p:nvPr>
            <p:ph type="title" hasCustomPrompt="1"/>
          </p:nvPr>
        </p:nvSpPr>
        <p:spPr>
          <a:xfrm>
            <a:off x="467140" y="1191039"/>
            <a:ext cx="3024846" cy="923330"/>
          </a:xfrm>
        </p:spPr>
        <p:txBody>
          <a:bodyPr vert="horz" wrap="square" lIns="0" tIns="0" rIns="0" bIns="0" rtlCol="0" anchor="t">
            <a:spAutoFit/>
          </a:bodyPr>
          <a:lstStyle>
            <a:lvl1pPr>
              <a:defRPr lang="en-US" sz="6000" b="1" i="0" kern="1200" spc="0">
                <a:gradFill>
                  <a:gsLst>
                    <a:gs pos="50000">
                      <a:schemeClr val="accent2"/>
                    </a:gs>
                    <a:gs pos="70000">
                      <a:schemeClr val="accent5"/>
                    </a:gs>
                    <a:gs pos="100000">
                      <a:schemeClr val="accent4"/>
                    </a:gs>
                  </a:gsLst>
                  <a:lin ang="1200000" scaled="0"/>
                </a:gradFill>
                <a:effectLst/>
                <a:latin typeface="Calibri" panose="020F0502020204030204" pitchFamily="34" charset="0"/>
                <a:ea typeface="Calibri" panose="020F0502020204030204" pitchFamily="34" charset="0"/>
                <a:cs typeface="Calibri" panose="020F0502020204030204" pitchFamily="34" charset="0"/>
              </a:defRPr>
            </a:lvl1pPr>
          </a:lstStyle>
          <a:p>
            <a:pPr lvl="0" algn="l" defTabSz="914400" rtl="0" eaLnBrk="1" latinLnBrk="0" hangingPunct="1">
              <a:lnSpc>
                <a:spcPct val="100000"/>
              </a:lnSpc>
              <a:spcBef>
                <a:spcPct val="0"/>
              </a:spcBef>
              <a:buNone/>
            </a:pPr>
            <a:r>
              <a:rPr lang="en-US"/>
              <a:t>Contents</a:t>
            </a:r>
          </a:p>
        </p:txBody>
      </p:sp>
      <p:sp>
        <p:nvSpPr>
          <p:cNvPr id="7" name="Text Placeholder 4">
            <a:extLst>
              <a:ext uri="{FF2B5EF4-FFF2-40B4-BE49-F238E27FC236}">
                <a16:creationId xmlns:a16="http://schemas.microsoft.com/office/drawing/2014/main" id="{EEBDF361-F375-D313-8D06-BDA2782784FE}"/>
              </a:ext>
            </a:extLst>
          </p:cNvPr>
          <p:cNvSpPr>
            <a:spLocks noGrp="1"/>
          </p:cNvSpPr>
          <p:nvPr>
            <p:ph type="body" sz="quarter" idx="10" hasCustomPrompt="1"/>
          </p:nvPr>
        </p:nvSpPr>
        <p:spPr>
          <a:xfrm>
            <a:off x="4324216" y="1521418"/>
            <a:ext cx="498928" cy="321627"/>
          </a:xfrm>
          <a:prstGeom prst="rect">
            <a:avLst/>
          </a:prstGeom>
        </p:spPr>
        <p:txBody>
          <a:bodyPr wrap="square" anchor="t" anchorCtr="0">
            <a:spAutoFit/>
          </a:bodyPr>
          <a:lstStyle>
            <a:lvl1pPr algn="r">
              <a:defRPr sz="2000" b="0">
                <a:solidFill>
                  <a:schemeClr val="bg1"/>
                </a:solidFill>
              </a:defRPr>
            </a:lvl1pPr>
          </a:lstStyle>
          <a:p>
            <a:pPr lvl="0"/>
            <a:r>
              <a:rPr lang="en-US"/>
              <a:t>01</a:t>
            </a:r>
          </a:p>
        </p:txBody>
      </p:sp>
      <p:sp>
        <p:nvSpPr>
          <p:cNvPr id="8" name="Text Placeholder 4">
            <a:extLst>
              <a:ext uri="{FF2B5EF4-FFF2-40B4-BE49-F238E27FC236}">
                <a16:creationId xmlns:a16="http://schemas.microsoft.com/office/drawing/2014/main" id="{BBC6E842-5D88-CC5C-F1DA-808D61BEE757}"/>
              </a:ext>
            </a:extLst>
          </p:cNvPr>
          <p:cNvSpPr>
            <a:spLocks noGrp="1"/>
          </p:cNvSpPr>
          <p:nvPr>
            <p:ph type="body" sz="quarter" idx="11" hasCustomPrompt="1"/>
          </p:nvPr>
        </p:nvSpPr>
        <p:spPr>
          <a:xfrm>
            <a:off x="4324216" y="2214485"/>
            <a:ext cx="498928" cy="321627"/>
          </a:xfrm>
          <a:prstGeom prst="rect">
            <a:avLst/>
          </a:prstGeom>
        </p:spPr>
        <p:txBody>
          <a:bodyPr wrap="square" anchor="t" anchorCtr="0">
            <a:spAutoFit/>
          </a:bodyPr>
          <a:lstStyle>
            <a:lvl1pPr algn="r">
              <a:defRPr sz="2000" b="0">
                <a:solidFill>
                  <a:schemeClr val="bg1"/>
                </a:solidFill>
              </a:defRPr>
            </a:lvl1pPr>
          </a:lstStyle>
          <a:p>
            <a:pPr lvl="0"/>
            <a:r>
              <a:rPr lang="en-US"/>
              <a:t>02</a:t>
            </a:r>
          </a:p>
        </p:txBody>
      </p:sp>
      <p:sp>
        <p:nvSpPr>
          <p:cNvPr id="11" name="Text Placeholder 4">
            <a:extLst>
              <a:ext uri="{FF2B5EF4-FFF2-40B4-BE49-F238E27FC236}">
                <a16:creationId xmlns:a16="http://schemas.microsoft.com/office/drawing/2014/main" id="{CD37A923-9C8E-6CA3-1F51-1680DBD25361}"/>
              </a:ext>
            </a:extLst>
          </p:cNvPr>
          <p:cNvSpPr>
            <a:spLocks noGrp="1"/>
          </p:cNvSpPr>
          <p:nvPr>
            <p:ph type="body" sz="quarter" idx="12" hasCustomPrompt="1"/>
          </p:nvPr>
        </p:nvSpPr>
        <p:spPr>
          <a:xfrm>
            <a:off x="4324216" y="2897391"/>
            <a:ext cx="498928" cy="321627"/>
          </a:xfrm>
          <a:prstGeom prst="rect">
            <a:avLst/>
          </a:prstGeom>
        </p:spPr>
        <p:txBody>
          <a:bodyPr wrap="square" anchor="t" anchorCtr="0">
            <a:spAutoFit/>
          </a:bodyPr>
          <a:lstStyle>
            <a:lvl1pPr algn="r">
              <a:defRPr sz="2000" b="0">
                <a:solidFill>
                  <a:schemeClr val="bg1"/>
                </a:solidFill>
              </a:defRPr>
            </a:lvl1pPr>
          </a:lstStyle>
          <a:p>
            <a:pPr lvl="0"/>
            <a:r>
              <a:rPr lang="en-US"/>
              <a:t>03</a:t>
            </a:r>
          </a:p>
        </p:txBody>
      </p:sp>
      <p:sp>
        <p:nvSpPr>
          <p:cNvPr id="12" name="Text Placeholder 4">
            <a:extLst>
              <a:ext uri="{FF2B5EF4-FFF2-40B4-BE49-F238E27FC236}">
                <a16:creationId xmlns:a16="http://schemas.microsoft.com/office/drawing/2014/main" id="{3DB5EB1A-8556-A82E-AC69-301BA431D9AC}"/>
              </a:ext>
            </a:extLst>
          </p:cNvPr>
          <p:cNvSpPr>
            <a:spLocks noGrp="1"/>
          </p:cNvSpPr>
          <p:nvPr>
            <p:ph type="body" sz="quarter" idx="13" hasCustomPrompt="1"/>
          </p:nvPr>
        </p:nvSpPr>
        <p:spPr>
          <a:xfrm>
            <a:off x="4324216" y="3590458"/>
            <a:ext cx="498928" cy="321627"/>
          </a:xfrm>
          <a:prstGeom prst="rect">
            <a:avLst/>
          </a:prstGeom>
        </p:spPr>
        <p:txBody>
          <a:bodyPr wrap="square" anchor="t" anchorCtr="0">
            <a:spAutoFit/>
          </a:bodyPr>
          <a:lstStyle>
            <a:lvl1pPr algn="r">
              <a:defRPr sz="2000" b="0">
                <a:solidFill>
                  <a:schemeClr val="bg1"/>
                </a:solidFill>
              </a:defRPr>
            </a:lvl1pPr>
          </a:lstStyle>
          <a:p>
            <a:pPr lvl="0"/>
            <a:r>
              <a:rPr lang="en-US"/>
              <a:t>04</a:t>
            </a:r>
          </a:p>
        </p:txBody>
      </p:sp>
      <p:sp>
        <p:nvSpPr>
          <p:cNvPr id="24" name="Text Placeholder 4">
            <a:extLst>
              <a:ext uri="{FF2B5EF4-FFF2-40B4-BE49-F238E27FC236}">
                <a16:creationId xmlns:a16="http://schemas.microsoft.com/office/drawing/2014/main" id="{11E3B50A-6363-7824-DFC1-3035609DF678}"/>
              </a:ext>
            </a:extLst>
          </p:cNvPr>
          <p:cNvSpPr>
            <a:spLocks noGrp="1"/>
          </p:cNvSpPr>
          <p:nvPr>
            <p:ph type="body" sz="quarter" idx="14" hasCustomPrompt="1"/>
          </p:nvPr>
        </p:nvSpPr>
        <p:spPr>
          <a:xfrm>
            <a:off x="4324216" y="4273364"/>
            <a:ext cx="498928" cy="321627"/>
          </a:xfrm>
          <a:prstGeom prst="rect">
            <a:avLst/>
          </a:prstGeom>
        </p:spPr>
        <p:txBody>
          <a:bodyPr wrap="square" anchor="t" anchorCtr="0">
            <a:spAutoFit/>
          </a:bodyPr>
          <a:lstStyle>
            <a:lvl1pPr algn="r">
              <a:defRPr sz="2000" b="0">
                <a:solidFill>
                  <a:schemeClr val="bg1"/>
                </a:solidFill>
              </a:defRPr>
            </a:lvl1pPr>
          </a:lstStyle>
          <a:p>
            <a:pPr lvl="0"/>
            <a:r>
              <a:rPr lang="en-US"/>
              <a:t>05</a:t>
            </a:r>
          </a:p>
        </p:txBody>
      </p:sp>
      <p:sp>
        <p:nvSpPr>
          <p:cNvPr id="27" name="Text Placeholder 4">
            <a:extLst>
              <a:ext uri="{FF2B5EF4-FFF2-40B4-BE49-F238E27FC236}">
                <a16:creationId xmlns:a16="http://schemas.microsoft.com/office/drawing/2014/main" id="{13E6F179-1003-654A-7321-F8FE6D12AC32}"/>
              </a:ext>
            </a:extLst>
          </p:cNvPr>
          <p:cNvSpPr>
            <a:spLocks noGrp="1"/>
          </p:cNvSpPr>
          <p:nvPr>
            <p:ph type="body" sz="quarter" idx="15" hasCustomPrompt="1"/>
          </p:nvPr>
        </p:nvSpPr>
        <p:spPr>
          <a:xfrm>
            <a:off x="4324216" y="4956271"/>
            <a:ext cx="498928" cy="321627"/>
          </a:xfrm>
          <a:prstGeom prst="rect">
            <a:avLst/>
          </a:prstGeom>
        </p:spPr>
        <p:txBody>
          <a:bodyPr wrap="square" anchor="t" anchorCtr="0">
            <a:spAutoFit/>
          </a:bodyPr>
          <a:lstStyle>
            <a:lvl1pPr algn="r">
              <a:defRPr sz="2000" b="0">
                <a:solidFill>
                  <a:schemeClr val="bg1"/>
                </a:solidFill>
              </a:defRPr>
            </a:lvl1pPr>
          </a:lstStyle>
          <a:p>
            <a:pPr lvl="0"/>
            <a:r>
              <a:rPr lang="en-US"/>
              <a:t>06</a:t>
            </a:r>
          </a:p>
        </p:txBody>
      </p:sp>
      <p:sp>
        <p:nvSpPr>
          <p:cNvPr id="28" name="Text Placeholder 4">
            <a:extLst>
              <a:ext uri="{FF2B5EF4-FFF2-40B4-BE49-F238E27FC236}">
                <a16:creationId xmlns:a16="http://schemas.microsoft.com/office/drawing/2014/main" id="{9A7166E3-13D7-44C2-45BA-F8800FCD1D93}"/>
              </a:ext>
            </a:extLst>
          </p:cNvPr>
          <p:cNvSpPr>
            <a:spLocks noGrp="1"/>
          </p:cNvSpPr>
          <p:nvPr>
            <p:ph type="body" sz="quarter" idx="16" hasCustomPrompt="1"/>
          </p:nvPr>
        </p:nvSpPr>
        <p:spPr>
          <a:xfrm>
            <a:off x="5056507" y="1521418"/>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29" name="Text Placeholder 4">
            <a:extLst>
              <a:ext uri="{FF2B5EF4-FFF2-40B4-BE49-F238E27FC236}">
                <a16:creationId xmlns:a16="http://schemas.microsoft.com/office/drawing/2014/main" id="{342EBD53-BF92-55A6-E85A-50AD5A80A5B1}"/>
              </a:ext>
            </a:extLst>
          </p:cNvPr>
          <p:cNvSpPr>
            <a:spLocks noGrp="1"/>
          </p:cNvSpPr>
          <p:nvPr>
            <p:ph type="body" sz="quarter" idx="17" hasCustomPrompt="1"/>
          </p:nvPr>
        </p:nvSpPr>
        <p:spPr>
          <a:xfrm>
            <a:off x="5056507" y="2214485"/>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30" name="Text Placeholder 4">
            <a:extLst>
              <a:ext uri="{FF2B5EF4-FFF2-40B4-BE49-F238E27FC236}">
                <a16:creationId xmlns:a16="http://schemas.microsoft.com/office/drawing/2014/main" id="{41709A76-8AD3-E8A8-447B-E2C8D00A4A1D}"/>
              </a:ext>
            </a:extLst>
          </p:cNvPr>
          <p:cNvSpPr>
            <a:spLocks noGrp="1"/>
          </p:cNvSpPr>
          <p:nvPr>
            <p:ph type="body" sz="quarter" idx="18" hasCustomPrompt="1"/>
          </p:nvPr>
        </p:nvSpPr>
        <p:spPr>
          <a:xfrm>
            <a:off x="5056507" y="2897391"/>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31" name="Text Placeholder 4">
            <a:extLst>
              <a:ext uri="{FF2B5EF4-FFF2-40B4-BE49-F238E27FC236}">
                <a16:creationId xmlns:a16="http://schemas.microsoft.com/office/drawing/2014/main" id="{FA4DA4A4-AEAC-105E-34C0-12EBA35F10E6}"/>
              </a:ext>
            </a:extLst>
          </p:cNvPr>
          <p:cNvSpPr>
            <a:spLocks noGrp="1"/>
          </p:cNvSpPr>
          <p:nvPr>
            <p:ph type="body" sz="quarter" idx="19" hasCustomPrompt="1"/>
          </p:nvPr>
        </p:nvSpPr>
        <p:spPr>
          <a:xfrm>
            <a:off x="5056507" y="3590458"/>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32" name="Text Placeholder 4">
            <a:extLst>
              <a:ext uri="{FF2B5EF4-FFF2-40B4-BE49-F238E27FC236}">
                <a16:creationId xmlns:a16="http://schemas.microsoft.com/office/drawing/2014/main" id="{B6DD83F2-9BFD-E0B8-4706-D7200B45DE3C}"/>
              </a:ext>
            </a:extLst>
          </p:cNvPr>
          <p:cNvSpPr>
            <a:spLocks noGrp="1"/>
          </p:cNvSpPr>
          <p:nvPr>
            <p:ph type="body" sz="quarter" idx="20" hasCustomPrompt="1"/>
          </p:nvPr>
        </p:nvSpPr>
        <p:spPr>
          <a:xfrm>
            <a:off x="5056507" y="4273364"/>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33" name="Text Placeholder 4">
            <a:extLst>
              <a:ext uri="{FF2B5EF4-FFF2-40B4-BE49-F238E27FC236}">
                <a16:creationId xmlns:a16="http://schemas.microsoft.com/office/drawing/2014/main" id="{0D94FEEB-2EA8-081B-0B69-F0ED7A8348AC}"/>
              </a:ext>
            </a:extLst>
          </p:cNvPr>
          <p:cNvSpPr>
            <a:spLocks noGrp="1"/>
          </p:cNvSpPr>
          <p:nvPr>
            <p:ph type="body" sz="quarter" idx="21" hasCustomPrompt="1"/>
          </p:nvPr>
        </p:nvSpPr>
        <p:spPr>
          <a:xfrm>
            <a:off x="5056507" y="4956271"/>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3" name="TextBox 2">
            <a:extLst>
              <a:ext uri="{FF2B5EF4-FFF2-40B4-BE49-F238E27FC236}">
                <a16:creationId xmlns:a16="http://schemas.microsoft.com/office/drawing/2014/main" id="{A90CA163-9EEA-54E4-57D2-BFE989F6F9C9}"/>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5" name="Text Placeholder 3">
            <a:extLst>
              <a:ext uri="{FF2B5EF4-FFF2-40B4-BE49-F238E27FC236}">
                <a16:creationId xmlns:a16="http://schemas.microsoft.com/office/drawing/2014/main" id="{8A0B6ADF-5C55-9945-3F05-7FFC190F1FD0}"/>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2178355418"/>
      </p:ext>
    </p:extLst>
  </p:cSld>
  <p:clrMapOvr>
    <a:masterClrMapping/>
  </p:clrMapOvr>
  <p:transition/>
</p:sldLayout>
</file>

<file path=ppt/slideLayouts/slideLayout223.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2CC2842-970F-4D83-A7C9-C111F3E9E8F4}"/>
              </a:ext>
            </a:extLst>
          </p:cNvPr>
          <p:cNvSpPr>
            <a:spLocks noGrp="1"/>
          </p:cNvSpPr>
          <p:nvPr>
            <p:ph type="title" hasCustomPrompt="1"/>
          </p:nvPr>
        </p:nvSpPr>
        <p:spPr>
          <a:xfrm>
            <a:off x="467140" y="1191039"/>
            <a:ext cx="3024846" cy="923330"/>
          </a:xfrm>
        </p:spPr>
        <p:txBody>
          <a:bodyPr vert="horz" wrap="square" lIns="0" tIns="0" rIns="0" bIns="0" rtlCol="0" anchor="t">
            <a:spAutoFit/>
          </a:bodyPr>
          <a:lstStyle>
            <a:lvl1pPr>
              <a:defRPr lang="en-US" sz="6000" b="1" spc="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Agenda</a:t>
            </a:r>
          </a:p>
        </p:txBody>
      </p:sp>
      <p:sp>
        <p:nvSpPr>
          <p:cNvPr id="17" name="Text Placeholder 4">
            <a:extLst>
              <a:ext uri="{FF2B5EF4-FFF2-40B4-BE49-F238E27FC236}">
                <a16:creationId xmlns:a16="http://schemas.microsoft.com/office/drawing/2014/main" id="{73338DC0-8609-4542-8807-E7838F7CE5D6}"/>
              </a:ext>
            </a:extLst>
          </p:cNvPr>
          <p:cNvSpPr>
            <a:spLocks noGrp="1"/>
          </p:cNvSpPr>
          <p:nvPr>
            <p:ph type="body" sz="quarter" idx="16" hasCustomPrompt="1"/>
          </p:nvPr>
        </p:nvSpPr>
        <p:spPr>
          <a:xfrm>
            <a:off x="6030496" y="1541587"/>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18" name="Text Placeholder 4">
            <a:extLst>
              <a:ext uri="{FF2B5EF4-FFF2-40B4-BE49-F238E27FC236}">
                <a16:creationId xmlns:a16="http://schemas.microsoft.com/office/drawing/2014/main" id="{43948224-37C6-4D02-AFD9-C1D88C1C073C}"/>
              </a:ext>
            </a:extLst>
          </p:cNvPr>
          <p:cNvSpPr>
            <a:spLocks noGrp="1"/>
          </p:cNvSpPr>
          <p:nvPr>
            <p:ph type="body" sz="quarter" idx="17" hasCustomPrompt="1"/>
          </p:nvPr>
        </p:nvSpPr>
        <p:spPr>
          <a:xfrm>
            <a:off x="6030496" y="2231845"/>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19" name="Text Placeholder 4">
            <a:extLst>
              <a:ext uri="{FF2B5EF4-FFF2-40B4-BE49-F238E27FC236}">
                <a16:creationId xmlns:a16="http://schemas.microsoft.com/office/drawing/2014/main" id="{4BDE3CEE-0230-44C2-A389-A8747AA6BB8C}"/>
              </a:ext>
            </a:extLst>
          </p:cNvPr>
          <p:cNvSpPr>
            <a:spLocks noGrp="1"/>
          </p:cNvSpPr>
          <p:nvPr>
            <p:ph type="body" sz="quarter" idx="18" hasCustomPrompt="1"/>
          </p:nvPr>
        </p:nvSpPr>
        <p:spPr>
          <a:xfrm>
            <a:off x="6030496" y="2922103"/>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20" name="Text Placeholder 4">
            <a:extLst>
              <a:ext uri="{FF2B5EF4-FFF2-40B4-BE49-F238E27FC236}">
                <a16:creationId xmlns:a16="http://schemas.microsoft.com/office/drawing/2014/main" id="{76BF9761-22A6-4919-B7B5-2A027DDC6D44}"/>
              </a:ext>
            </a:extLst>
          </p:cNvPr>
          <p:cNvSpPr>
            <a:spLocks noGrp="1"/>
          </p:cNvSpPr>
          <p:nvPr>
            <p:ph type="body" sz="quarter" idx="19" hasCustomPrompt="1"/>
          </p:nvPr>
        </p:nvSpPr>
        <p:spPr>
          <a:xfrm>
            <a:off x="6030496" y="3612361"/>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21" name="Text Placeholder 4">
            <a:extLst>
              <a:ext uri="{FF2B5EF4-FFF2-40B4-BE49-F238E27FC236}">
                <a16:creationId xmlns:a16="http://schemas.microsoft.com/office/drawing/2014/main" id="{1BA13C9B-9D26-4B3E-8215-17F0475C2000}"/>
              </a:ext>
            </a:extLst>
          </p:cNvPr>
          <p:cNvSpPr>
            <a:spLocks noGrp="1"/>
          </p:cNvSpPr>
          <p:nvPr>
            <p:ph type="body" sz="quarter" idx="20" hasCustomPrompt="1"/>
          </p:nvPr>
        </p:nvSpPr>
        <p:spPr>
          <a:xfrm>
            <a:off x="6030496" y="4302619"/>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22" name="Text Placeholder 4">
            <a:extLst>
              <a:ext uri="{FF2B5EF4-FFF2-40B4-BE49-F238E27FC236}">
                <a16:creationId xmlns:a16="http://schemas.microsoft.com/office/drawing/2014/main" id="{64AC5FFC-6616-4F1B-B644-F0560ADC7ED3}"/>
              </a:ext>
            </a:extLst>
          </p:cNvPr>
          <p:cNvSpPr>
            <a:spLocks noGrp="1"/>
          </p:cNvSpPr>
          <p:nvPr>
            <p:ph type="body" sz="quarter" idx="21" hasCustomPrompt="1"/>
          </p:nvPr>
        </p:nvSpPr>
        <p:spPr>
          <a:xfrm>
            <a:off x="6030496" y="4992878"/>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2" name="Text Placeholder 4">
            <a:extLst>
              <a:ext uri="{FF2B5EF4-FFF2-40B4-BE49-F238E27FC236}">
                <a16:creationId xmlns:a16="http://schemas.microsoft.com/office/drawing/2014/main" id="{749D503E-C57A-9E5B-19CF-94AF46BB63B3}"/>
              </a:ext>
            </a:extLst>
          </p:cNvPr>
          <p:cNvSpPr>
            <a:spLocks noGrp="1"/>
          </p:cNvSpPr>
          <p:nvPr>
            <p:ph type="body" sz="quarter" idx="10" hasCustomPrompt="1"/>
          </p:nvPr>
        </p:nvSpPr>
        <p:spPr>
          <a:xfrm>
            <a:off x="4101160" y="1541587"/>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6" name="Text Placeholder 4">
            <a:extLst>
              <a:ext uri="{FF2B5EF4-FFF2-40B4-BE49-F238E27FC236}">
                <a16:creationId xmlns:a16="http://schemas.microsoft.com/office/drawing/2014/main" id="{42BD3FFC-05D4-6AF7-0434-C1AC0298E5CD}"/>
              </a:ext>
            </a:extLst>
          </p:cNvPr>
          <p:cNvSpPr>
            <a:spLocks noGrp="1"/>
          </p:cNvSpPr>
          <p:nvPr>
            <p:ph type="body" sz="quarter" idx="24" hasCustomPrompt="1"/>
          </p:nvPr>
        </p:nvSpPr>
        <p:spPr>
          <a:xfrm>
            <a:off x="4101160" y="2234115"/>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7" name="Text Placeholder 4">
            <a:extLst>
              <a:ext uri="{FF2B5EF4-FFF2-40B4-BE49-F238E27FC236}">
                <a16:creationId xmlns:a16="http://schemas.microsoft.com/office/drawing/2014/main" id="{D0952C60-604F-9F1A-9D20-17D094CE4831}"/>
              </a:ext>
            </a:extLst>
          </p:cNvPr>
          <p:cNvSpPr>
            <a:spLocks noGrp="1"/>
          </p:cNvSpPr>
          <p:nvPr>
            <p:ph type="body" sz="quarter" idx="26" hasCustomPrompt="1"/>
          </p:nvPr>
        </p:nvSpPr>
        <p:spPr>
          <a:xfrm>
            <a:off x="4101160" y="2923806"/>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8" name="Text Placeholder 4">
            <a:extLst>
              <a:ext uri="{FF2B5EF4-FFF2-40B4-BE49-F238E27FC236}">
                <a16:creationId xmlns:a16="http://schemas.microsoft.com/office/drawing/2014/main" id="{BD164F81-CDD1-C1B4-ED55-A3321E1032B0}"/>
              </a:ext>
            </a:extLst>
          </p:cNvPr>
          <p:cNvSpPr>
            <a:spLocks noGrp="1"/>
          </p:cNvSpPr>
          <p:nvPr>
            <p:ph type="body" sz="quarter" idx="28" hasCustomPrompt="1"/>
          </p:nvPr>
        </p:nvSpPr>
        <p:spPr>
          <a:xfrm>
            <a:off x="4101160" y="3613497"/>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11" name="Text Placeholder 4">
            <a:extLst>
              <a:ext uri="{FF2B5EF4-FFF2-40B4-BE49-F238E27FC236}">
                <a16:creationId xmlns:a16="http://schemas.microsoft.com/office/drawing/2014/main" id="{7DF71D53-1D3F-D8F8-96D5-6DE13F1A9CC8}"/>
              </a:ext>
            </a:extLst>
          </p:cNvPr>
          <p:cNvSpPr>
            <a:spLocks noGrp="1"/>
          </p:cNvSpPr>
          <p:nvPr>
            <p:ph type="body" sz="quarter" idx="30" hasCustomPrompt="1"/>
          </p:nvPr>
        </p:nvSpPr>
        <p:spPr>
          <a:xfrm>
            <a:off x="4101160" y="4303188"/>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12" name="Text Placeholder 4">
            <a:extLst>
              <a:ext uri="{FF2B5EF4-FFF2-40B4-BE49-F238E27FC236}">
                <a16:creationId xmlns:a16="http://schemas.microsoft.com/office/drawing/2014/main" id="{142F11AF-BF37-8BBB-B5E7-A8655CF9477B}"/>
              </a:ext>
            </a:extLst>
          </p:cNvPr>
          <p:cNvSpPr>
            <a:spLocks noGrp="1"/>
          </p:cNvSpPr>
          <p:nvPr>
            <p:ph type="body" sz="quarter" idx="32" hasCustomPrompt="1"/>
          </p:nvPr>
        </p:nvSpPr>
        <p:spPr>
          <a:xfrm>
            <a:off x="4101160" y="4992878"/>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Tree>
    <p:extLst>
      <p:ext uri="{BB962C8B-B14F-4D97-AF65-F5344CB8AC3E}">
        <p14:creationId xmlns:p14="http://schemas.microsoft.com/office/powerpoint/2010/main" val="2434639255"/>
      </p:ext>
    </p:extLst>
  </p:cSld>
  <p:clrMapOvr>
    <a:masterClrMapping/>
  </p:clrMapOvr>
  <p:transition/>
</p:sldLayout>
</file>

<file path=ppt/slideLayouts/slideLayout224.xml><?xml version="1.0" encoding="utf-8"?>
<p:sldLayout xmlns:a="http://schemas.openxmlformats.org/drawingml/2006/main" xmlns:r="http://schemas.openxmlformats.org/officeDocument/2006/relationships" xmlns:p="http://schemas.openxmlformats.org/presentationml/2006/main" preserve="1" userDrawn="1">
  <p:cSld name="Agenda-Dark">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7A51F759-2C51-4E26-B317-26DFEBAE952C}"/>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itle 2">
            <a:extLst>
              <a:ext uri="{FF2B5EF4-FFF2-40B4-BE49-F238E27FC236}">
                <a16:creationId xmlns:a16="http://schemas.microsoft.com/office/drawing/2014/main" id="{22CC2842-970F-4D83-A7C9-C111F3E9E8F4}"/>
              </a:ext>
            </a:extLst>
          </p:cNvPr>
          <p:cNvSpPr>
            <a:spLocks noGrp="1"/>
          </p:cNvSpPr>
          <p:nvPr>
            <p:ph type="title" hasCustomPrompt="1"/>
          </p:nvPr>
        </p:nvSpPr>
        <p:spPr>
          <a:xfrm>
            <a:off x="467140" y="1191039"/>
            <a:ext cx="3024846" cy="923330"/>
          </a:xfrm>
        </p:spPr>
        <p:txBody>
          <a:bodyPr vert="horz" wrap="square" lIns="0" tIns="0" rIns="0" bIns="0" rtlCol="0" anchor="t">
            <a:spAutoFit/>
          </a:bodyPr>
          <a:lstStyle>
            <a:lvl1pPr>
              <a:defRPr lang="en-US" sz="6000" b="1" i="0" kern="1200" spc="0">
                <a:gradFill>
                  <a:gsLst>
                    <a:gs pos="50000">
                      <a:schemeClr val="accent2"/>
                    </a:gs>
                    <a:gs pos="70000">
                      <a:schemeClr val="accent5"/>
                    </a:gs>
                    <a:gs pos="100000">
                      <a:schemeClr val="accent4"/>
                    </a:gs>
                  </a:gsLst>
                  <a:lin ang="1200000" scaled="0"/>
                </a:gradFill>
                <a:effectLst/>
                <a:latin typeface="Calibri" panose="020F0502020204030204" pitchFamily="34" charset="0"/>
                <a:ea typeface="Calibri" panose="020F0502020204030204" pitchFamily="34" charset="0"/>
                <a:cs typeface="Calibri" panose="020F0502020204030204" pitchFamily="34" charset="0"/>
              </a:defRPr>
            </a:lvl1pPr>
          </a:lstStyle>
          <a:p>
            <a:pPr lvl="0" algn="l" defTabSz="914400" rtl="0" eaLnBrk="1" latinLnBrk="0" hangingPunct="1">
              <a:lnSpc>
                <a:spcPct val="100000"/>
              </a:lnSpc>
              <a:spcBef>
                <a:spcPct val="0"/>
              </a:spcBef>
              <a:buNone/>
            </a:pPr>
            <a:r>
              <a:rPr lang="en-US"/>
              <a:t>Agenda</a:t>
            </a:r>
          </a:p>
        </p:txBody>
      </p:sp>
      <p:pic>
        <p:nvPicPr>
          <p:cNvPr id="27" name="Graphic 26">
            <a:extLst>
              <a:ext uri="{FF2B5EF4-FFF2-40B4-BE49-F238E27FC236}">
                <a16:creationId xmlns:a16="http://schemas.microsoft.com/office/drawing/2014/main" id="{404C027E-E5F6-C4D1-7BE4-B87D52F48E65}"/>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5" name="Text Placeholder 4">
            <a:extLst>
              <a:ext uri="{FF2B5EF4-FFF2-40B4-BE49-F238E27FC236}">
                <a16:creationId xmlns:a16="http://schemas.microsoft.com/office/drawing/2014/main" id="{6672B4D0-A39C-FAF6-B1FC-E8138006004A}"/>
              </a:ext>
            </a:extLst>
          </p:cNvPr>
          <p:cNvSpPr>
            <a:spLocks noGrp="1"/>
          </p:cNvSpPr>
          <p:nvPr>
            <p:ph type="body" sz="quarter" idx="16" hasCustomPrompt="1"/>
          </p:nvPr>
        </p:nvSpPr>
        <p:spPr>
          <a:xfrm>
            <a:off x="6030496" y="1541587"/>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9" name="Text Placeholder 4">
            <a:extLst>
              <a:ext uri="{FF2B5EF4-FFF2-40B4-BE49-F238E27FC236}">
                <a16:creationId xmlns:a16="http://schemas.microsoft.com/office/drawing/2014/main" id="{A00A134C-93F9-0B06-D8F4-9B3C7532A426}"/>
              </a:ext>
            </a:extLst>
          </p:cNvPr>
          <p:cNvSpPr>
            <a:spLocks noGrp="1"/>
          </p:cNvSpPr>
          <p:nvPr>
            <p:ph type="body" sz="quarter" idx="17" hasCustomPrompt="1"/>
          </p:nvPr>
        </p:nvSpPr>
        <p:spPr>
          <a:xfrm>
            <a:off x="6030496" y="2231845"/>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10" name="Text Placeholder 4">
            <a:extLst>
              <a:ext uri="{FF2B5EF4-FFF2-40B4-BE49-F238E27FC236}">
                <a16:creationId xmlns:a16="http://schemas.microsoft.com/office/drawing/2014/main" id="{E37B92C4-122A-5377-7B74-D58A2319E90C}"/>
              </a:ext>
            </a:extLst>
          </p:cNvPr>
          <p:cNvSpPr>
            <a:spLocks noGrp="1"/>
          </p:cNvSpPr>
          <p:nvPr>
            <p:ph type="body" sz="quarter" idx="18" hasCustomPrompt="1"/>
          </p:nvPr>
        </p:nvSpPr>
        <p:spPr>
          <a:xfrm>
            <a:off x="6030496" y="2922103"/>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13" name="Text Placeholder 4">
            <a:extLst>
              <a:ext uri="{FF2B5EF4-FFF2-40B4-BE49-F238E27FC236}">
                <a16:creationId xmlns:a16="http://schemas.microsoft.com/office/drawing/2014/main" id="{D28A167B-CD8D-159B-58DB-AD9C0600F651}"/>
              </a:ext>
            </a:extLst>
          </p:cNvPr>
          <p:cNvSpPr>
            <a:spLocks noGrp="1"/>
          </p:cNvSpPr>
          <p:nvPr>
            <p:ph type="body" sz="quarter" idx="19" hasCustomPrompt="1"/>
          </p:nvPr>
        </p:nvSpPr>
        <p:spPr>
          <a:xfrm>
            <a:off x="6030496" y="3612361"/>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14" name="Text Placeholder 4">
            <a:extLst>
              <a:ext uri="{FF2B5EF4-FFF2-40B4-BE49-F238E27FC236}">
                <a16:creationId xmlns:a16="http://schemas.microsoft.com/office/drawing/2014/main" id="{D3238DD8-4A7D-554B-8216-37EA1F023174}"/>
              </a:ext>
            </a:extLst>
          </p:cNvPr>
          <p:cNvSpPr>
            <a:spLocks noGrp="1"/>
          </p:cNvSpPr>
          <p:nvPr>
            <p:ph type="body" sz="quarter" idx="20" hasCustomPrompt="1"/>
          </p:nvPr>
        </p:nvSpPr>
        <p:spPr>
          <a:xfrm>
            <a:off x="6030496" y="4302619"/>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15" name="Text Placeholder 4">
            <a:extLst>
              <a:ext uri="{FF2B5EF4-FFF2-40B4-BE49-F238E27FC236}">
                <a16:creationId xmlns:a16="http://schemas.microsoft.com/office/drawing/2014/main" id="{11D58AB5-54CF-F584-79F8-821E69DF6010}"/>
              </a:ext>
            </a:extLst>
          </p:cNvPr>
          <p:cNvSpPr>
            <a:spLocks noGrp="1"/>
          </p:cNvSpPr>
          <p:nvPr>
            <p:ph type="body" sz="quarter" idx="21" hasCustomPrompt="1"/>
          </p:nvPr>
        </p:nvSpPr>
        <p:spPr>
          <a:xfrm>
            <a:off x="6030496" y="4992878"/>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16" name="Text Placeholder 4">
            <a:extLst>
              <a:ext uri="{FF2B5EF4-FFF2-40B4-BE49-F238E27FC236}">
                <a16:creationId xmlns:a16="http://schemas.microsoft.com/office/drawing/2014/main" id="{6367AC01-84C2-7E8C-3BF8-201856803E21}"/>
              </a:ext>
            </a:extLst>
          </p:cNvPr>
          <p:cNvSpPr>
            <a:spLocks noGrp="1"/>
          </p:cNvSpPr>
          <p:nvPr>
            <p:ph type="body" sz="quarter" idx="10" hasCustomPrompt="1"/>
          </p:nvPr>
        </p:nvSpPr>
        <p:spPr>
          <a:xfrm>
            <a:off x="4101160" y="1541587"/>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23" name="Text Placeholder 4">
            <a:extLst>
              <a:ext uri="{FF2B5EF4-FFF2-40B4-BE49-F238E27FC236}">
                <a16:creationId xmlns:a16="http://schemas.microsoft.com/office/drawing/2014/main" id="{60B1A9C8-7F43-7DB1-4F91-53075745C4B6}"/>
              </a:ext>
            </a:extLst>
          </p:cNvPr>
          <p:cNvSpPr>
            <a:spLocks noGrp="1"/>
          </p:cNvSpPr>
          <p:nvPr>
            <p:ph type="body" sz="quarter" idx="24" hasCustomPrompt="1"/>
          </p:nvPr>
        </p:nvSpPr>
        <p:spPr>
          <a:xfrm>
            <a:off x="4101160" y="2234115"/>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24" name="Text Placeholder 4">
            <a:extLst>
              <a:ext uri="{FF2B5EF4-FFF2-40B4-BE49-F238E27FC236}">
                <a16:creationId xmlns:a16="http://schemas.microsoft.com/office/drawing/2014/main" id="{46C8629B-DFA8-41AA-9C67-96D3D02BED28}"/>
              </a:ext>
            </a:extLst>
          </p:cNvPr>
          <p:cNvSpPr>
            <a:spLocks noGrp="1"/>
          </p:cNvSpPr>
          <p:nvPr>
            <p:ph type="body" sz="quarter" idx="26" hasCustomPrompt="1"/>
          </p:nvPr>
        </p:nvSpPr>
        <p:spPr>
          <a:xfrm>
            <a:off x="4101160" y="2923806"/>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26" name="Text Placeholder 4">
            <a:extLst>
              <a:ext uri="{FF2B5EF4-FFF2-40B4-BE49-F238E27FC236}">
                <a16:creationId xmlns:a16="http://schemas.microsoft.com/office/drawing/2014/main" id="{11CC2B96-A6B1-5232-3AEE-F9B7FDBBC137}"/>
              </a:ext>
            </a:extLst>
          </p:cNvPr>
          <p:cNvSpPr>
            <a:spLocks noGrp="1"/>
          </p:cNvSpPr>
          <p:nvPr>
            <p:ph type="body" sz="quarter" idx="28" hasCustomPrompt="1"/>
          </p:nvPr>
        </p:nvSpPr>
        <p:spPr>
          <a:xfrm>
            <a:off x="4101160" y="3613497"/>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30" name="Text Placeholder 4">
            <a:extLst>
              <a:ext uri="{FF2B5EF4-FFF2-40B4-BE49-F238E27FC236}">
                <a16:creationId xmlns:a16="http://schemas.microsoft.com/office/drawing/2014/main" id="{7A18B250-73F5-69E3-5878-B1D8C984F427}"/>
              </a:ext>
            </a:extLst>
          </p:cNvPr>
          <p:cNvSpPr>
            <a:spLocks noGrp="1"/>
          </p:cNvSpPr>
          <p:nvPr>
            <p:ph type="body" sz="quarter" idx="30" hasCustomPrompt="1"/>
          </p:nvPr>
        </p:nvSpPr>
        <p:spPr>
          <a:xfrm>
            <a:off x="4101160" y="4303188"/>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31" name="Text Placeholder 4">
            <a:extLst>
              <a:ext uri="{FF2B5EF4-FFF2-40B4-BE49-F238E27FC236}">
                <a16:creationId xmlns:a16="http://schemas.microsoft.com/office/drawing/2014/main" id="{462FE180-ECE1-55D7-0248-053AC1E99B1F}"/>
              </a:ext>
            </a:extLst>
          </p:cNvPr>
          <p:cNvSpPr>
            <a:spLocks noGrp="1"/>
          </p:cNvSpPr>
          <p:nvPr>
            <p:ph type="body" sz="quarter" idx="32" hasCustomPrompt="1"/>
          </p:nvPr>
        </p:nvSpPr>
        <p:spPr>
          <a:xfrm>
            <a:off x="4101160" y="4992878"/>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2" name="TextBox 1">
            <a:extLst>
              <a:ext uri="{FF2B5EF4-FFF2-40B4-BE49-F238E27FC236}">
                <a16:creationId xmlns:a16="http://schemas.microsoft.com/office/drawing/2014/main" id="{D3634F95-D03F-BB17-0BA8-0AB623989FDE}"/>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6" name="Text Placeholder 3">
            <a:extLst>
              <a:ext uri="{FF2B5EF4-FFF2-40B4-BE49-F238E27FC236}">
                <a16:creationId xmlns:a16="http://schemas.microsoft.com/office/drawing/2014/main" id="{50C2139A-0FDA-8116-257B-67457AE6A971}"/>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3684245527"/>
      </p:ext>
    </p:extLst>
  </p:cSld>
  <p:clrMapOvr>
    <a:masterClrMapping/>
  </p:clrMapOvr>
  <p:transition/>
</p:sldLayout>
</file>

<file path=ppt/slideLayouts/slideLayout225.xml><?xml version="1.0" encoding="utf-8"?>
<p:sldLayout xmlns:a="http://schemas.openxmlformats.org/drawingml/2006/main" xmlns:r="http://schemas.openxmlformats.org/officeDocument/2006/relationships" xmlns:p="http://schemas.openxmlformats.org/presentationml/2006/main" preserve="1" userDrawn="1">
  <p:cSld name="Section_Header_Custom_1">
    <p:bg>
      <p:bgPr>
        <a:blipFill dpi="0" rotWithShape="1">
          <a:blip r:embed="rId2">
            <a:lum/>
            <a:extLst>
              <a:ext uri="{28A0092B-C50C-407E-A947-70E740481C1C}">
                <a14:useLocalDpi xmlns:a14="http://schemas.microsoft.com/office/drawing/2010/main"/>
              </a:ext>
            </a:extLst>
          </a:blip>
          <a:stretch>
            <a:fillRect/>
          </a:stretch>
        </a:blipFill>
        <a:effectLst/>
      </p:bgPr>
    </p:bg>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919866F5-F57A-6C40-4D30-D67CB6A3D24E}"/>
              </a:ext>
            </a:extLst>
          </p:cNvPr>
          <p:cNvSpPr>
            <a:spLocks noGrp="1"/>
          </p:cNvSpPr>
          <p:nvPr>
            <p:ph type="title" hasCustomPrompt="1"/>
          </p:nvPr>
        </p:nvSpPr>
        <p:spPr>
          <a:xfrm>
            <a:off x="481265" y="1793240"/>
            <a:ext cx="5640805" cy="923330"/>
          </a:xfrm>
          <a:prstGeom prst="rect">
            <a:avLst/>
          </a:prstGeom>
        </p:spPr>
        <p:txBody>
          <a:bodyPr wrap="square">
            <a:spAutoFit/>
          </a:bodyPr>
          <a:lstStyle>
            <a:lvl1pPr>
              <a:defRPr sz="6000" b="1" i="0">
                <a:solidFill>
                  <a:schemeClr val="bg1"/>
                </a:solidFill>
                <a:latin typeface="+mj-lt"/>
                <a:cs typeface="Calibri Light" panose="020F0302020204030204" pitchFamily="34" charset="0"/>
              </a:defRPr>
            </a:lvl1pPr>
          </a:lstStyle>
          <a:p>
            <a:r>
              <a:rPr lang="en-US"/>
              <a:t>Section Header</a:t>
            </a:r>
          </a:p>
        </p:txBody>
      </p:sp>
      <p:sp>
        <p:nvSpPr>
          <p:cNvPr id="3" name="Text Placeholder 4">
            <a:extLst>
              <a:ext uri="{FF2B5EF4-FFF2-40B4-BE49-F238E27FC236}">
                <a16:creationId xmlns:a16="http://schemas.microsoft.com/office/drawing/2014/main" id="{B0EC5345-D2D0-6B03-7DDB-B62AB64329C8}"/>
              </a:ext>
            </a:extLst>
          </p:cNvPr>
          <p:cNvSpPr>
            <a:spLocks noGrp="1"/>
          </p:cNvSpPr>
          <p:nvPr>
            <p:ph type="body" sz="quarter" idx="10" hasCustomPrompt="1"/>
          </p:nvPr>
        </p:nvSpPr>
        <p:spPr>
          <a:xfrm>
            <a:off x="481265" y="1336040"/>
            <a:ext cx="498928" cy="321627"/>
          </a:xfrm>
          <a:prstGeom prst="rect">
            <a:avLst/>
          </a:prstGeom>
        </p:spPr>
        <p:txBody>
          <a:bodyPr wrap="square" anchor="t" anchorCtr="0">
            <a:spAutoFit/>
          </a:bodyPr>
          <a:lstStyle>
            <a:lvl1pPr algn="l">
              <a:defRPr sz="2000" b="1">
                <a:gradFill>
                  <a:gsLst>
                    <a:gs pos="76000">
                      <a:schemeClr val="accent5"/>
                    </a:gs>
                    <a:gs pos="0">
                      <a:schemeClr val="accent2"/>
                    </a:gs>
                    <a:gs pos="100000">
                      <a:schemeClr val="accent4"/>
                    </a:gs>
                  </a:gsLst>
                  <a:lin ang="1800000" scaled="0"/>
                </a:gradFill>
              </a:defRPr>
            </a:lvl1pPr>
          </a:lstStyle>
          <a:p>
            <a:pPr lvl="0"/>
            <a:r>
              <a:rPr lang="en-US"/>
              <a:t>01</a:t>
            </a:r>
          </a:p>
        </p:txBody>
      </p:sp>
      <p:sp>
        <p:nvSpPr>
          <p:cNvPr id="4" name="Text Placeholder 4">
            <a:extLst>
              <a:ext uri="{FF2B5EF4-FFF2-40B4-BE49-F238E27FC236}">
                <a16:creationId xmlns:a16="http://schemas.microsoft.com/office/drawing/2014/main" id="{CB32F50E-D900-4FFA-87A8-502151FBE20C}"/>
              </a:ext>
            </a:extLst>
          </p:cNvPr>
          <p:cNvSpPr>
            <a:spLocks noGrp="1"/>
          </p:cNvSpPr>
          <p:nvPr>
            <p:ph type="body" sz="quarter" idx="16" hasCustomPrompt="1"/>
          </p:nvPr>
        </p:nvSpPr>
        <p:spPr>
          <a:xfrm>
            <a:off x="481265" y="3126991"/>
            <a:ext cx="4554537" cy="289438"/>
          </a:xfrm>
          <a:prstGeom prst="rect">
            <a:avLst/>
          </a:prstGeom>
        </p:spPr>
        <p:txBody>
          <a:bodyPr wrap="square" anchor="t" anchorCtr="0">
            <a:spAutoFit/>
          </a:bodyPr>
          <a:lstStyle>
            <a:lvl1pPr>
              <a:defRPr sz="1800" b="0" i="0">
                <a:solidFill>
                  <a:schemeClr val="bg1"/>
                </a:solidFill>
                <a:latin typeface="Calibri Light" panose="020F0302020204030204" pitchFamily="34" charset="0"/>
                <a:cs typeface="Calibri Light" panose="020F0302020204030204" pitchFamily="34" charset="0"/>
              </a:defRPr>
            </a:lvl1pPr>
          </a:lstStyle>
          <a:p>
            <a:pPr lvl="0"/>
            <a:r>
              <a:rPr lang="en-US"/>
              <a:t>Section description</a:t>
            </a:r>
          </a:p>
        </p:txBody>
      </p:sp>
      <p:pic>
        <p:nvPicPr>
          <p:cNvPr id="5" name="Graphic 4">
            <a:extLst>
              <a:ext uri="{FF2B5EF4-FFF2-40B4-BE49-F238E27FC236}">
                <a16:creationId xmlns:a16="http://schemas.microsoft.com/office/drawing/2014/main" id="{7BA73176-A11D-D62A-EC12-39C3DF983B1B}"/>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6" name="TextBox 5">
            <a:extLst>
              <a:ext uri="{FF2B5EF4-FFF2-40B4-BE49-F238E27FC236}">
                <a16:creationId xmlns:a16="http://schemas.microsoft.com/office/drawing/2014/main" id="{DDED43E1-5036-AF03-3AFC-AC404D716E48}"/>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7" name="Text Placeholder 3">
            <a:extLst>
              <a:ext uri="{FF2B5EF4-FFF2-40B4-BE49-F238E27FC236}">
                <a16:creationId xmlns:a16="http://schemas.microsoft.com/office/drawing/2014/main" id="{B4AFFE7B-BAB3-2BE6-68C7-82413494811D}"/>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3133732388"/>
      </p:ext>
    </p:extLst>
  </p:cSld>
  <p:clrMapOvr>
    <a:masterClrMapping/>
  </p:clrMapOvr>
  <p:transition/>
</p:sldLayout>
</file>

<file path=ppt/slideLayouts/slideLayout226.xml><?xml version="1.0" encoding="utf-8"?>
<p:sldLayout xmlns:a="http://schemas.openxmlformats.org/drawingml/2006/main" xmlns:r="http://schemas.openxmlformats.org/officeDocument/2006/relationships" xmlns:p="http://schemas.openxmlformats.org/presentationml/2006/main" preserve="1" userDrawn="1">
  <p:cSld name="Section_Header_Custiom_2">
    <p:bg>
      <p:bgPr>
        <a:blipFill dpi="0" rotWithShape="1">
          <a:blip r:embed="rId2">
            <a:lum/>
            <a:extLst>
              <a:ext uri="{28A0092B-C50C-407E-A947-70E740481C1C}">
                <a14:useLocalDpi xmlns:a14="http://schemas.microsoft.com/office/drawing/2010/main"/>
              </a:ext>
            </a:extLst>
          </a:blip>
          <a:stretch>
            <a:fillRect/>
          </a:stretch>
        </a:blipFill>
        <a:effectLst/>
      </p:bgPr>
    </p:bg>
    <p:spTree>
      <p:nvGrpSpPr>
        <p:cNvPr id="1" name=""/>
        <p:cNvGrpSpPr/>
        <p:nvPr/>
      </p:nvGrpSpPr>
      <p:grpSpPr>
        <a:xfrm>
          <a:off x="0" y="0"/>
          <a:ext cx="0" cy="0"/>
          <a:chOff x="0" y="0"/>
          <a:chExt cx="0" cy="0"/>
        </a:xfrm>
      </p:grpSpPr>
      <p:sp>
        <p:nvSpPr>
          <p:cNvPr id="8" name="Title 2">
            <a:extLst>
              <a:ext uri="{FF2B5EF4-FFF2-40B4-BE49-F238E27FC236}">
                <a16:creationId xmlns:a16="http://schemas.microsoft.com/office/drawing/2014/main" id="{05BDBBF2-452B-8A53-D3BC-946EEC403099}"/>
              </a:ext>
            </a:extLst>
          </p:cNvPr>
          <p:cNvSpPr>
            <a:spLocks noGrp="1"/>
          </p:cNvSpPr>
          <p:nvPr>
            <p:ph type="title" hasCustomPrompt="1"/>
          </p:nvPr>
        </p:nvSpPr>
        <p:spPr>
          <a:xfrm>
            <a:off x="481265" y="1793240"/>
            <a:ext cx="5640805" cy="923330"/>
          </a:xfrm>
          <a:prstGeom prst="rect">
            <a:avLst/>
          </a:prstGeom>
        </p:spPr>
        <p:txBody>
          <a:bodyPr vert="horz" wrap="square" lIns="0" tIns="0" rIns="0" bIns="0" rtlCol="0" anchor="t">
            <a:spAutoFit/>
          </a:bodyPr>
          <a:lstStyle>
            <a:lvl1pPr>
              <a:defRPr lang="en-US" sz="6000">
                <a:solidFill>
                  <a:schemeClr val="bg1"/>
                </a:solidFill>
                <a:latin typeface="+mj-lt"/>
                <a:cs typeface="Calibri Light" panose="020F0302020204030204" pitchFamily="34" charset="0"/>
              </a:defRPr>
            </a:lvl1pPr>
          </a:lstStyle>
          <a:p>
            <a:pPr lvl="0"/>
            <a:r>
              <a:rPr lang="en-US"/>
              <a:t>Section Header</a:t>
            </a:r>
          </a:p>
        </p:txBody>
      </p:sp>
      <p:sp>
        <p:nvSpPr>
          <p:cNvPr id="9" name="Text Placeholder 4">
            <a:extLst>
              <a:ext uri="{FF2B5EF4-FFF2-40B4-BE49-F238E27FC236}">
                <a16:creationId xmlns:a16="http://schemas.microsoft.com/office/drawing/2014/main" id="{2CA620CE-1B8B-D388-B43E-902BAFDB8F31}"/>
              </a:ext>
            </a:extLst>
          </p:cNvPr>
          <p:cNvSpPr>
            <a:spLocks noGrp="1"/>
          </p:cNvSpPr>
          <p:nvPr>
            <p:ph type="body" sz="quarter" idx="10" hasCustomPrompt="1"/>
          </p:nvPr>
        </p:nvSpPr>
        <p:spPr>
          <a:xfrm>
            <a:off x="481265" y="1336040"/>
            <a:ext cx="498928" cy="321627"/>
          </a:xfrm>
          <a:prstGeom prst="rect">
            <a:avLst/>
          </a:prstGeom>
        </p:spPr>
        <p:txBody>
          <a:bodyPr vert="horz" wrap="square" lIns="0" tIns="0" rIns="0" bIns="0" rtlCol="0" anchor="t" anchorCtr="0">
            <a:spAutoFit/>
          </a:bodyPr>
          <a:lstStyle>
            <a:lvl1pPr>
              <a:defRPr lang="en-US" sz="2000" b="1">
                <a:gradFill>
                  <a:gsLst>
                    <a:gs pos="76000">
                      <a:schemeClr val="accent5"/>
                    </a:gs>
                    <a:gs pos="0">
                      <a:schemeClr val="accent2"/>
                    </a:gs>
                    <a:gs pos="100000">
                      <a:schemeClr val="accent4"/>
                    </a:gs>
                  </a:gsLst>
                  <a:lin ang="1800000" scaled="0"/>
                </a:gradFill>
              </a:defRPr>
            </a:lvl1pPr>
          </a:lstStyle>
          <a:p>
            <a:pPr lvl="0"/>
            <a:r>
              <a:rPr lang="en-US"/>
              <a:t>01</a:t>
            </a:r>
          </a:p>
        </p:txBody>
      </p:sp>
      <p:sp>
        <p:nvSpPr>
          <p:cNvPr id="10" name="Text Placeholder 4">
            <a:extLst>
              <a:ext uri="{FF2B5EF4-FFF2-40B4-BE49-F238E27FC236}">
                <a16:creationId xmlns:a16="http://schemas.microsoft.com/office/drawing/2014/main" id="{9B21D373-42F2-86AB-3F79-81C1BE348209}"/>
              </a:ext>
            </a:extLst>
          </p:cNvPr>
          <p:cNvSpPr>
            <a:spLocks noGrp="1"/>
          </p:cNvSpPr>
          <p:nvPr>
            <p:ph type="body" sz="quarter" idx="16" hasCustomPrompt="1"/>
          </p:nvPr>
        </p:nvSpPr>
        <p:spPr>
          <a:xfrm>
            <a:off x="481265" y="3126991"/>
            <a:ext cx="4554537" cy="289438"/>
          </a:xfrm>
          <a:prstGeom prst="rect">
            <a:avLst/>
          </a:prstGeom>
        </p:spPr>
        <p:txBody>
          <a:bodyPr wrap="square" anchor="t" anchorCtr="0">
            <a:spAutoFit/>
          </a:bodyPr>
          <a:lstStyle>
            <a:lvl1pPr>
              <a:defRPr sz="1800" b="0" i="0">
                <a:solidFill>
                  <a:schemeClr val="bg1"/>
                </a:solidFill>
                <a:latin typeface="Calibri Light" panose="020F0302020204030204" pitchFamily="34" charset="0"/>
                <a:cs typeface="Calibri Light" panose="020F0302020204030204" pitchFamily="34" charset="0"/>
              </a:defRPr>
            </a:lvl1pPr>
          </a:lstStyle>
          <a:p>
            <a:pPr lvl="0"/>
            <a:r>
              <a:rPr lang="en-US"/>
              <a:t>Section description</a:t>
            </a:r>
          </a:p>
        </p:txBody>
      </p:sp>
      <p:pic>
        <p:nvPicPr>
          <p:cNvPr id="2" name="Graphic 1">
            <a:extLst>
              <a:ext uri="{FF2B5EF4-FFF2-40B4-BE49-F238E27FC236}">
                <a16:creationId xmlns:a16="http://schemas.microsoft.com/office/drawing/2014/main" id="{78720EBE-A59D-52D5-044F-DF5C07F83D76}"/>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33F31129-9154-6101-E99F-40D9C428A70F}"/>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4" name="Text Placeholder 3">
            <a:extLst>
              <a:ext uri="{FF2B5EF4-FFF2-40B4-BE49-F238E27FC236}">
                <a16:creationId xmlns:a16="http://schemas.microsoft.com/office/drawing/2014/main" id="{BF7BD8E2-6131-A98D-36C8-080B716E4D62}"/>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2318384777"/>
      </p:ext>
    </p:extLst>
  </p:cSld>
  <p:clrMapOvr>
    <a:masterClrMapping/>
  </p:clrMapOvr>
  <p:transition/>
</p:sldLayout>
</file>

<file path=ppt/slideLayouts/slideLayout227.xml><?xml version="1.0" encoding="utf-8"?>
<p:sldLayout xmlns:a="http://schemas.openxmlformats.org/drawingml/2006/main" xmlns:r="http://schemas.openxmlformats.org/officeDocument/2006/relationships" xmlns:p="http://schemas.openxmlformats.org/presentationml/2006/main" preserve="1" userDrawn="1">
  <p:cSld name="Section_Header_Custiom_3">
    <p:bg>
      <p:bgPr>
        <a:blipFill dpi="0" rotWithShape="1">
          <a:blip r:embed="rId2">
            <a:lum/>
            <a:extLst>
              <a:ext uri="{28A0092B-C50C-407E-A947-70E740481C1C}">
                <a14:useLocalDpi xmlns:a14="http://schemas.microsoft.com/office/drawing/2010/main"/>
              </a:ext>
            </a:extLst>
          </a:blip>
          <a:stretch>
            <a:fillRect/>
          </a:stretch>
        </a:blipFill>
        <a:effectLst/>
      </p:bgPr>
    </p:bg>
    <p:spTree>
      <p:nvGrpSpPr>
        <p:cNvPr id="1" name=""/>
        <p:cNvGrpSpPr/>
        <p:nvPr/>
      </p:nvGrpSpPr>
      <p:grpSpPr>
        <a:xfrm>
          <a:off x="0" y="0"/>
          <a:ext cx="0" cy="0"/>
          <a:chOff x="0" y="0"/>
          <a:chExt cx="0" cy="0"/>
        </a:xfrm>
      </p:grpSpPr>
      <p:sp>
        <p:nvSpPr>
          <p:cNvPr id="5" name="Title 2">
            <a:extLst>
              <a:ext uri="{FF2B5EF4-FFF2-40B4-BE49-F238E27FC236}">
                <a16:creationId xmlns:a16="http://schemas.microsoft.com/office/drawing/2014/main" id="{8BEA6F8A-F8D2-0E03-127C-C4C39351EE62}"/>
              </a:ext>
            </a:extLst>
          </p:cNvPr>
          <p:cNvSpPr>
            <a:spLocks noGrp="1"/>
          </p:cNvSpPr>
          <p:nvPr>
            <p:ph type="title" hasCustomPrompt="1"/>
          </p:nvPr>
        </p:nvSpPr>
        <p:spPr>
          <a:xfrm>
            <a:off x="481265" y="1793240"/>
            <a:ext cx="5640805" cy="923330"/>
          </a:xfrm>
          <a:prstGeom prst="rect">
            <a:avLst/>
          </a:prstGeom>
        </p:spPr>
        <p:txBody>
          <a:bodyPr vert="horz" wrap="square" lIns="0" tIns="0" rIns="0" bIns="0" rtlCol="0" anchor="t">
            <a:spAutoFit/>
          </a:bodyPr>
          <a:lstStyle>
            <a:lvl1pPr>
              <a:defRPr lang="en-US" sz="6000">
                <a:solidFill>
                  <a:schemeClr val="bg1"/>
                </a:solidFill>
                <a:latin typeface="+mj-lt"/>
                <a:cs typeface="Calibri Light" panose="020F0302020204030204" pitchFamily="34" charset="0"/>
              </a:defRPr>
            </a:lvl1pPr>
          </a:lstStyle>
          <a:p>
            <a:pPr lvl="0"/>
            <a:r>
              <a:rPr lang="en-US"/>
              <a:t>Section Header</a:t>
            </a:r>
          </a:p>
        </p:txBody>
      </p:sp>
      <p:sp>
        <p:nvSpPr>
          <p:cNvPr id="6" name="Text Placeholder 4">
            <a:extLst>
              <a:ext uri="{FF2B5EF4-FFF2-40B4-BE49-F238E27FC236}">
                <a16:creationId xmlns:a16="http://schemas.microsoft.com/office/drawing/2014/main" id="{F86F72EA-0ABE-9A8E-4E77-930AA5496A56}"/>
              </a:ext>
            </a:extLst>
          </p:cNvPr>
          <p:cNvSpPr>
            <a:spLocks noGrp="1"/>
          </p:cNvSpPr>
          <p:nvPr>
            <p:ph type="body" sz="quarter" idx="10" hasCustomPrompt="1"/>
          </p:nvPr>
        </p:nvSpPr>
        <p:spPr>
          <a:xfrm>
            <a:off x="481265" y="1336040"/>
            <a:ext cx="498928" cy="321627"/>
          </a:xfrm>
          <a:prstGeom prst="rect">
            <a:avLst/>
          </a:prstGeom>
        </p:spPr>
        <p:txBody>
          <a:bodyPr vert="horz" wrap="square" lIns="0" tIns="0" rIns="0" bIns="0" rtlCol="0" anchor="t" anchorCtr="0">
            <a:spAutoFit/>
          </a:bodyPr>
          <a:lstStyle>
            <a:lvl1pPr>
              <a:defRPr lang="en-US" sz="2000" b="1">
                <a:gradFill>
                  <a:gsLst>
                    <a:gs pos="76000">
                      <a:schemeClr val="accent5"/>
                    </a:gs>
                    <a:gs pos="0">
                      <a:schemeClr val="accent2"/>
                    </a:gs>
                    <a:gs pos="100000">
                      <a:schemeClr val="accent4"/>
                    </a:gs>
                  </a:gsLst>
                  <a:lin ang="1800000" scaled="0"/>
                </a:gradFill>
              </a:defRPr>
            </a:lvl1pPr>
          </a:lstStyle>
          <a:p>
            <a:pPr lvl="0"/>
            <a:r>
              <a:rPr lang="en-US"/>
              <a:t>01</a:t>
            </a:r>
          </a:p>
        </p:txBody>
      </p:sp>
      <p:sp>
        <p:nvSpPr>
          <p:cNvPr id="7" name="Text Placeholder 4">
            <a:extLst>
              <a:ext uri="{FF2B5EF4-FFF2-40B4-BE49-F238E27FC236}">
                <a16:creationId xmlns:a16="http://schemas.microsoft.com/office/drawing/2014/main" id="{A5E6E347-3D84-596D-2504-6BB7F3483113}"/>
              </a:ext>
            </a:extLst>
          </p:cNvPr>
          <p:cNvSpPr>
            <a:spLocks noGrp="1"/>
          </p:cNvSpPr>
          <p:nvPr>
            <p:ph type="body" sz="quarter" idx="16" hasCustomPrompt="1"/>
          </p:nvPr>
        </p:nvSpPr>
        <p:spPr>
          <a:xfrm>
            <a:off x="481265" y="3126991"/>
            <a:ext cx="4554537" cy="289438"/>
          </a:xfrm>
          <a:prstGeom prst="rect">
            <a:avLst/>
          </a:prstGeom>
        </p:spPr>
        <p:txBody>
          <a:bodyPr wrap="square" anchor="t" anchorCtr="0">
            <a:spAutoFit/>
          </a:bodyPr>
          <a:lstStyle>
            <a:lvl1pPr>
              <a:defRPr sz="1800" b="0" i="0">
                <a:solidFill>
                  <a:schemeClr val="bg1"/>
                </a:solidFill>
                <a:latin typeface="Calibri Light" panose="020F0302020204030204" pitchFamily="34" charset="0"/>
                <a:cs typeface="Calibri Light" panose="020F0302020204030204" pitchFamily="34" charset="0"/>
              </a:defRPr>
            </a:lvl1pPr>
          </a:lstStyle>
          <a:p>
            <a:pPr lvl="0"/>
            <a:r>
              <a:rPr lang="en-US"/>
              <a:t>Section description</a:t>
            </a:r>
          </a:p>
        </p:txBody>
      </p:sp>
      <p:pic>
        <p:nvPicPr>
          <p:cNvPr id="2" name="Graphic 1">
            <a:extLst>
              <a:ext uri="{FF2B5EF4-FFF2-40B4-BE49-F238E27FC236}">
                <a16:creationId xmlns:a16="http://schemas.microsoft.com/office/drawing/2014/main" id="{75684E56-61FE-0760-81FB-D738FF31CEDA}"/>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C4AFDEA9-4B5D-18D7-3B7C-ADC156E9EFCF}"/>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4" name="Text Placeholder 3">
            <a:extLst>
              <a:ext uri="{FF2B5EF4-FFF2-40B4-BE49-F238E27FC236}">
                <a16:creationId xmlns:a16="http://schemas.microsoft.com/office/drawing/2014/main" id="{1C818241-0582-A630-8CB0-7598682D85EA}"/>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3035082586"/>
      </p:ext>
    </p:extLst>
  </p:cSld>
  <p:clrMapOvr>
    <a:masterClrMapping/>
  </p:clrMapOvr>
  <p:transition/>
</p:sldLayout>
</file>

<file path=ppt/slideLayouts/slideLayout228.xml><?xml version="1.0" encoding="utf-8"?>
<p:sldLayout xmlns:a="http://schemas.openxmlformats.org/drawingml/2006/main" xmlns:r="http://schemas.openxmlformats.org/officeDocument/2006/relationships" xmlns:p="http://schemas.openxmlformats.org/presentationml/2006/main" preserve="1" userDrawn="1">
  <p:cSld name="Section_Header_Custiom_4">
    <p:bg>
      <p:bgPr>
        <a:blipFill dpi="0" rotWithShape="1">
          <a:blip r:embed="rId2">
            <a:lum/>
            <a:extLst>
              <a:ext uri="{28A0092B-C50C-407E-A947-70E740481C1C}">
                <a14:useLocalDpi xmlns:a14="http://schemas.microsoft.com/office/drawing/2010/main"/>
              </a:ext>
            </a:extLst>
          </a:blip>
          <a:stretch>
            <a:fillRect/>
          </a:stretch>
        </a:blipFill>
        <a:effectLst/>
      </p:bgPr>
    </p:bg>
    <p:spTree>
      <p:nvGrpSpPr>
        <p:cNvPr id="1" name=""/>
        <p:cNvGrpSpPr/>
        <p:nvPr/>
      </p:nvGrpSpPr>
      <p:grpSpPr>
        <a:xfrm>
          <a:off x="0" y="0"/>
          <a:ext cx="0" cy="0"/>
          <a:chOff x="0" y="0"/>
          <a:chExt cx="0" cy="0"/>
        </a:xfrm>
      </p:grpSpPr>
      <p:sp>
        <p:nvSpPr>
          <p:cNvPr id="5" name="Title 2">
            <a:extLst>
              <a:ext uri="{FF2B5EF4-FFF2-40B4-BE49-F238E27FC236}">
                <a16:creationId xmlns:a16="http://schemas.microsoft.com/office/drawing/2014/main" id="{48956E04-CBD7-E482-8975-949516BE35C7}"/>
              </a:ext>
            </a:extLst>
          </p:cNvPr>
          <p:cNvSpPr>
            <a:spLocks noGrp="1"/>
          </p:cNvSpPr>
          <p:nvPr>
            <p:ph type="title" hasCustomPrompt="1"/>
          </p:nvPr>
        </p:nvSpPr>
        <p:spPr>
          <a:xfrm>
            <a:off x="481265" y="1793240"/>
            <a:ext cx="5640805" cy="923330"/>
          </a:xfrm>
          <a:prstGeom prst="rect">
            <a:avLst/>
          </a:prstGeom>
        </p:spPr>
        <p:txBody>
          <a:bodyPr vert="horz" wrap="square" lIns="0" tIns="0" rIns="0" bIns="0" rtlCol="0" anchor="t">
            <a:spAutoFit/>
          </a:bodyPr>
          <a:lstStyle>
            <a:lvl1pPr>
              <a:defRPr lang="en-US" sz="6000">
                <a:solidFill>
                  <a:schemeClr val="bg1"/>
                </a:solidFill>
                <a:latin typeface="+mj-lt"/>
                <a:cs typeface="Calibri Light" panose="020F0302020204030204" pitchFamily="34" charset="0"/>
              </a:defRPr>
            </a:lvl1pPr>
          </a:lstStyle>
          <a:p>
            <a:pPr lvl="0"/>
            <a:r>
              <a:rPr lang="en-US"/>
              <a:t>Section Header</a:t>
            </a:r>
          </a:p>
        </p:txBody>
      </p:sp>
      <p:sp>
        <p:nvSpPr>
          <p:cNvPr id="6" name="Text Placeholder 4">
            <a:extLst>
              <a:ext uri="{FF2B5EF4-FFF2-40B4-BE49-F238E27FC236}">
                <a16:creationId xmlns:a16="http://schemas.microsoft.com/office/drawing/2014/main" id="{4DF04DE8-18FA-CC1C-A2E5-416F24CA0863}"/>
              </a:ext>
            </a:extLst>
          </p:cNvPr>
          <p:cNvSpPr>
            <a:spLocks noGrp="1"/>
          </p:cNvSpPr>
          <p:nvPr>
            <p:ph type="body" sz="quarter" idx="10" hasCustomPrompt="1"/>
          </p:nvPr>
        </p:nvSpPr>
        <p:spPr>
          <a:xfrm>
            <a:off x="481265" y="1336040"/>
            <a:ext cx="498928" cy="321627"/>
          </a:xfrm>
          <a:prstGeom prst="rect">
            <a:avLst/>
          </a:prstGeom>
        </p:spPr>
        <p:txBody>
          <a:bodyPr vert="horz" wrap="square" lIns="0" tIns="0" rIns="0" bIns="0" rtlCol="0" anchor="t" anchorCtr="0">
            <a:spAutoFit/>
          </a:bodyPr>
          <a:lstStyle>
            <a:lvl1pPr>
              <a:defRPr lang="en-US" sz="2000" b="1">
                <a:gradFill>
                  <a:gsLst>
                    <a:gs pos="76000">
                      <a:schemeClr val="accent5"/>
                    </a:gs>
                    <a:gs pos="0">
                      <a:schemeClr val="accent2"/>
                    </a:gs>
                    <a:gs pos="100000">
                      <a:schemeClr val="accent4"/>
                    </a:gs>
                  </a:gsLst>
                  <a:lin ang="1800000" scaled="0"/>
                </a:gradFill>
              </a:defRPr>
            </a:lvl1pPr>
          </a:lstStyle>
          <a:p>
            <a:pPr lvl="0"/>
            <a:r>
              <a:rPr lang="en-US"/>
              <a:t>01</a:t>
            </a:r>
          </a:p>
        </p:txBody>
      </p:sp>
      <p:sp>
        <p:nvSpPr>
          <p:cNvPr id="7" name="Text Placeholder 4">
            <a:extLst>
              <a:ext uri="{FF2B5EF4-FFF2-40B4-BE49-F238E27FC236}">
                <a16:creationId xmlns:a16="http://schemas.microsoft.com/office/drawing/2014/main" id="{6BD1EAAB-FF14-59B6-EB7C-E327DBE47644}"/>
              </a:ext>
            </a:extLst>
          </p:cNvPr>
          <p:cNvSpPr>
            <a:spLocks noGrp="1"/>
          </p:cNvSpPr>
          <p:nvPr>
            <p:ph type="body" sz="quarter" idx="16" hasCustomPrompt="1"/>
          </p:nvPr>
        </p:nvSpPr>
        <p:spPr>
          <a:xfrm>
            <a:off x="481265" y="3126991"/>
            <a:ext cx="4554537" cy="289438"/>
          </a:xfrm>
          <a:prstGeom prst="rect">
            <a:avLst/>
          </a:prstGeom>
        </p:spPr>
        <p:txBody>
          <a:bodyPr wrap="square" anchor="t" anchorCtr="0">
            <a:spAutoFit/>
          </a:bodyPr>
          <a:lstStyle>
            <a:lvl1pPr>
              <a:defRPr sz="1800" b="0" i="0">
                <a:solidFill>
                  <a:schemeClr val="bg1"/>
                </a:solidFill>
                <a:latin typeface="Calibri Light" panose="020F0302020204030204" pitchFamily="34" charset="0"/>
                <a:cs typeface="Calibri Light" panose="020F0302020204030204" pitchFamily="34" charset="0"/>
              </a:defRPr>
            </a:lvl1pPr>
          </a:lstStyle>
          <a:p>
            <a:pPr lvl="0"/>
            <a:r>
              <a:rPr lang="en-US"/>
              <a:t>Section description</a:t>
            </a:r>
          </a:p>
        </p:txBody>
      </p:sp>
      <p:pic>
        <p:nvPicPr>
          <p:cNvPr id="2" name="Graphic 1">
            <a:extLst>
              <a:ext uri="{FF2B5EF4-FFF2-40B4-BE49-F238E27FC236}">
                <a16:creationId xmlns:a16="http://schemas.microsoft.com/office/drawing/2014/main" id="{53ED1D57-42C1-01EC-FDEC-8930A13F028D}"/>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FA158379-42B6-CCBC-ACEF-3055CDBB2DD6}"/>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4" name="Text Placeholder 3">
            <a:extLst>
              <a:ext uri="{FF2B5EF4-FFF2-40B4-BE49-F238E27FC236}">
                <a16:creationId xmlns:a16="http://schemas.microsoft.com/office/drawing/2014/main" id="{48C1715E-3786-F104-88AB-8B85E2F6D918}"/>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503341541"/>
      </p:ext>
    </p:extLst>
  </p:cSld>
  <p:clrMapOvr>
    <a:masterClrMapping/>
  </p:clrMapOvr>
  <p:transition/>
</p:sldLayout>
</file>

<file path=ppt/slideLayouts/slideLayout229.xml><?xml version="1.0" encoding="utf-8"?>
<p:sldLayout xmlns:a="http://schemas.openxmlformats.org/drawingml/2006/main" xmlns:r="http://schemas.openxmlformats.org/officeDocument/2006/relationships" xmlns:p="http://schemas.openxmlformats.org/presentationml/2006/main" preserve="1" userDrawn="1">
  <p:cSld name="Disclaimer">
    <p:bg>
      <p:bgPr>
        <a:blipFill dpi="0" rotWithShape="1">
          <a:blip r:embed="rId2">
            <a:lum/>
            <a:extLst>
              <a:ext uri="{28A0092B-C50C-407E-A947-70E740481C1C}">
                <a14:useLocalDpi xmlns:a14="http://schemas.microsoft.com/office/drawing/2010/main"/>
              </a:ext>
            </a:extLst>
          </a:blip>
          <a:stretch>
            <a:fillRect/>
          </a:stretch>
        </a:blipFill>
        <a:effectLst/>
      </p:bgPr>
    </p:bg>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7CBC286D-0325-2652-6DE3-BC17B7921CDE}"/>
              </a:ext>
            </a:extLst>
          </p:cNvPr>
          <p:cNvSpPr txBox="1"/>
          <p:nvPr userDrawn="1"/>
        </p:nvSpPr>
        <p:spPr>
          <a:xfrm>
            <a:off x="481264" y="1667844"/>
            <a:ext cx="4403565" cy="1015663"/>
          </a:xfrm>
          <a:prstGeom prst="rect">
            <a:avLst/>
          </a:prstGeom>
        </p:spPr>
        <p:txBody>
          <a:bodyPr vert="horz" wrap="square" lIns="0" tIns="0" rIns="0" bIns="0" rtlCol="0" anchor="t">
            <a:spAutoFit/>
          </a:bodyPr>
          <a:lstStyle>
            <a:lvl1pPr>
              <a:lnSpc>
                <a:spcPct val="100000"/>
              </a:lnSpc>
              <a:spcBef>
                <a:spcPct val="0"/>
              </a:spcBef>
              <a:buNone/>
              <a:defRPr lang="en-US" sz="6000" b="1" i="0">
                <a:solidFill>
                  <a:schemeClr val="bg1"/>
                </a:solidFill>
                <a:latin typeface="+mj-lt"/>
                <a:ea typeface="Calibri" panose="020F0502020204030204" pitchFamily="34" charset="0"/>
                <a:cs typeface="Calibri Light" panose="020F0302020204030204" pitchFamily="34" charset="0"/>
              </a:defRPr>
            </a:lvl1pPr>
          </a:lstStyle>
          <a:p>
            <a:pPr lvl="0"/>
            <a:r>
              <a:rPr lang="en-US"/>
              <a:t>Disclaimer</a:t>
            </a:r>
          </a:p>
        </p:txBody>
      </p:sp>
      <p:sp>
        <p:nvSpPr>
          <p:cNvPr id="7" name="Title 4">
            <a:extLst>
              <a:ext uri="{FF2B5EF4-FFF2-40B4-BE49-F238E27FC236}">
                <a16:creationId xmlns:a16="http://schemas.microsoft.com/office/drawing/2014/main" id="{5C60129C-ED73-46C0-0FB7-BB32CA2BD978}"/>
              </a:ext>
            </a:extLst>
          </p:cNvPr>
          <p:cNvSpPr txBox="1"/>
          <p:nvPr userDrawn="1"/>
        </p:nvSpPr>
        <p:spPr>
          <a:xfrm>
            <a:off x="481263" y="2919114"/>
            <a:ext cx="6664971" cy="1050737"/>
          </a:xfrm>
          <a:prstGeom prst="rect">
            <a:avLst/>
          </a:prstGeom>
        </p:spPr>
        <p:txBody>
          <a:bodyPr wrap="square" lIns="0" tIns="0" rIns="0" bIns="0">
            <a:spAutoFit/>
          </a:bodyPr>
          <a:lstStyle>
            <a:lvl1pPr algn="l" defTabSz="914400" rtl="0" eaLnBrk="1" latinLnBrk="0" hangingPunct="1">
              <a:lnSpc>
                <a:spcPct val="100000"/>
              </a:lnSpc>
              <a:spcBef>
                <a:spcPct val="0"/>
              </a:spcBef>
              <a:buNone/>
              <a:defRPr sz="2200" b="1" i="0" kern="1200">
                <a:solidFill>
                  <a:schemeClr val="tx1"/>
                </a:solidFill>
                <a:latin typeface="+mj-lt"/>
                <a:ea typeface="Calibri" panose="020F0502020204030204" pitchFamily="34" charset="0"/>
                <a:cs typeface="Calibri" panose="020F0502020204030204" pitchFamily="34" charset="0"/>
              </a:defRPr>
            </a:lvl1pPr>
          </a:lstStyle>
          <a:p>
            <a:pPr>
              <a:lnSpc>
                <a:spcPct val="150000"/>
              </a:lnSpc>
            </a:pPr>
            <a:r>
              <a:rPr lang="en-US" sz="2400" b="0">
                <a:solidFill>
                  <a:schemeClr val="bg1"/>
                </a:solidFill>
                <a:latin typeface="Calibri Light"/>
                <a:cs typeface="Calibri Light"/>
              </a:rPr>
              <a:t>Do not share this presentation without a signed NDA.</a:t>
            </a:r>
            <a:endParaRPr lang="en-US" sz="2400">
              <a:solidFill>
                <a:schemeClr val="bg1"/>
              </a:solidFill>
              <a:latin typeface="Calibri Light"/>
              <a:cs typeface="Calibri Light"/>
            </a:endParaRPr>
          </a:p>
          <a:p>
            <a:pPr>
              <a:lnSpc>
                <a:spcPct val="150000"/>
              </a:lnSpc>
            </a:pPr>
            <a:r>
              <a:rPr lang="en-US" sz="2400" b="0">
                <a:solidFill>
                  <a:schemeClr val="bg1"/>
                </a:solidFill>
                <a:latin typeface="Calibri Light"/>
                <a:cs typeface="Calibri Light"/>
              </a:rPr>
              <a:t>Convert to PDF to protect sensitive slide notes.</a:t>
            </a:r>
            <a:endParaRPr lang="en-US" sz="2400">
              <a:solidFill>
                <a:schemeClr val="bg1"/>
              </a:solidFill>
              <a:latin typeface="Calibri Light"/>
              <a:cs typeface="Calibri Light"/>
            </a:endParaRPr>
          </a:p>
        </p:txBody>
      </p:sp>
      <p:pic>
        <p:nvPicPr>
          <p:cNvPr id="8" name="Picture 7">
            <a:extLst>
              <a:ext uri="{FF2B5EF4-FFF2-40B4-BE49-F238E27FC236}">
                <a16:creationId xmlns:a16="http://schemas.microsoft.com/office/drawing/2014/main" id="{EF3464A0-B9BD-B9A5-38BA-45F5800B2DA9}"/>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481264" y="872962"/>
            <a:ext cx="668294" cy="622205"/>
          </a:xfrm>
          <a:prstGeom prst="rect">
            <a:avLst/>
          </a:prstGeom>
        </p:spPr>
      </p:pic>
      <p:pic>
        <p:nvPicPr>
          <p:cNvPr id="2" name="Graphic 1">
            <a:extLst>
              <a:ext uri="{FF2B5EF4-FFF2-40B4-BE49-F238E27FC236}">
                <a16:creationId xmlns:a16="http://schemas.microsoft.com/office/drawing/2014/main" id="{C9E71BD3-C16B-E833-87BA-15C303776436}"/>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4D42082F-236C-033C-4BB1-ED91055E10D6}"/>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4" name="Text Placeholder 3">
            <a:extLst>
              <a:ext uri="{FF2B5EF4-FFF2-40B4-BE49-F238E27FC236}">
                <a16:creationId xmlns:a16="http://schemas.microsoft.com/office/drawing/2014/main" id="{43DDC278-1F97-461F-020F-97C4F17BCD4E}"/>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3833522333"/>
      </p:ext>
    </p:extLst>
  </p:cSld>
  <p:clrMapOvr>
    <a:masterClrMapping/>
  </p:clrMapOvr>
  <p:transition/>
</p:sldLayout>
</file>

<file path=ppt/slideLayouts/slideLayout230.xml><?xml version="1.0" encoding="utf-8"?>
<p:sldLayout xmlns:a="http://schemas.openxmlformats.org/drawingml/2006/main" xmlns:r="http://schemas.openxmlformats.org/officeDocument/2006/relationships" xmlns:p="http://schemas.openxmlformats.org/presentationml/2006/main" preserve="1" userDrawn="1">
  <p:cSld name="Divider-Light">
    <p:spTree>
      <p:nvGrpSpPr>
        <p:cNvPr id="1" name=""/>
        <p:cNvGrpSpPr/>
        <p:nvPr/>
      </p:nvGrpSpPr>
      <p:grpSpPr>
        <a:xfrm>
          <a:off x="0" y="0"/>
          <a:ext cx="0" cy="0"/>
          <a:chOff x="0" y="0"/>
          <a:chExt cx="0" cy="0"/>
        </a:xfrm>
      </p:grpSpPr>
      <p:pic>
        <p:nvPicPr>
          <p:cNvPr id="4" name="Picture 3" descr="Background pattern  Description automatically generated with medium confidence">
            <a:extLst>
              <a:ext uri="{FF2B5EF4-FFF2-40B4-BE49-F238E27FC236}">
                <a16:creationId xmlns:a16="http://schemas.microsoft.com/office/drawing/2014/main" id="{93E89BDD-DFE0-2F52-8234-B4BA719C24D1}"/>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45299"/>
          </a:xfrm>
          <a:prstGeom prst="rect">
            <a:avLst/>
          </a:prstGeom>
        </p:spPr>
      </p:pic>
      <p:pic>
        <p:nvPicPr>
          <p:cNvPr id="5" name="Graphic 4">
            <a:extLst>
              <a:ext uri="{FF2B5EF4-FFF2-40B4-BE49-F238E27FC236}">
                <a16:creationId xmlns:a16="http://schemas.microsoft.com/office/drawing/2014/main" id="{BAB1331E-AD8D-C6DD-2EB9-162F1E8744C8}"/>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6" name="TextBox 5">
            <a:extLst>
              <a:ext uri="{FF2B5EF4-FFF2-40B4-BE49-F238E27FC236}">
                <a16:creationId xmlns:a16="http://schemas.microsoft.com/office/drawing/2014/main" id="{38E73F41-F196-FE58-99BD-8AFA2B909861}"/>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8" name="Text Placeholder 3">
            <a:extLst>
              <a:ext uri="{FF2B5EF4-FFF2-40B4-BE49-F238E27FC236}">
                <a16:creationId xmlns:a16="http://schemas.microsoft.com/office/drawing/2014/main" id="{ECA775BE-E377-94D3-AEB3-0F6AC5EABBE8}"/>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a:p>
        </p:txBody>
      </p:sp>
      <p:sp>
        <p:nvSpPr>
          <p:cNvPr id="2" name="Text Placeholder 7">
            <a:extLst>
              <a:ext uri="{FF2B5EF4-FFF2-40B4-BE49-F238E27FC236}">
                <a16:creationId xmlns:a16="http://schemas.microsoft.com/office/drawing/2014/main" id="{51296AC5-6772-5447-9F7F-930222E7DD10}"/>
              </a:ext>
            </a:extLst>
          </p:cNvPr>
          <p:cNvSpPr>
            <a:spLocks noGrp="1"/>
          </p:cNvSpPr>
          <p:nvPr>
            <p:ph type="body" sz="quarter" idx="10" hasCustomPrompt="1"/>
          </p:nvPr>
        </p:nvSpPr>
        <p:spPr>
          <a:xfrm>
            <a:off x="457277" y="3005339"/>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3" name="Title 8">
            <a:extLst>
              <a:ext uri="{FF2B5EF4-FFF2-40B4-BE49-F238E27FC236}">
                <a16:creationId xmlns:a16="http://schemas.microsoft.com/office/drawing/2014/main" id="{522FF93D-C8A6-33EF-5BC7-877E52BEE05B}"/>
              </a:ext>
            </a:extLst>
          </p:cNvPr>
          <p:cNvSpPr>
            <a:spLocks noGrp="1"/>
          </p:cNvSpPr>
          <p:nvPr>
            <p:ph type="title" hasCustomPrompt="1"/>
          </p:nvPr>
        </p:nvSpPr>
        <p:spPr>
          <a:xfrm>
            <a:off x="457277" y="1751304"/>
            <a:ext cx="9601200" cy="923330"/>
          </a:xfrm>
          <a:prstGeom prst="rect">
            <a:avLst/>
          </a:prstGeom>
        </p:spPr>
        <p:txBody>
          <a:bodyPr vert="horz" wrap="square" lIns="0" tIns="0" rIns="0" bIns="0" rtlCol="0" anchor="t">
            <a:spAutoFit/>
          </a:bodyPr>
          <a:lstStyle>
            <a:lvl1pPr>
              <a:defRPr lang="en-US" sz="6000" b="1" spc="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Section Header</a:t>
            </a:r>
          </a:p>
        </p:txBody>
      </p:sp>
      <p:sp>
        <p:nvSpPr>
          <p:cNvPr id="7" name="Text Placeholder 4">
            <a:extLst>
              <a:ext uri="{FF2B5EF4-FFF2-40B4-BE49-F238E27FC236}">
                <a16:creationId xmlns:a16="http://schemas.microsoft.com/office/drawing/2014/main" id="{FA81627C-09AF-5EC8-CA35-DF312ECADD9B}"/>
              </a:ext>
            </a:extLst>
          </p:cNvPr>
          <p:cNvSpPr>
            <a:spLocks noGrp="1"/>
          </p:cNvSpPr>
          <p:nvPr>
            <p:ph type="body" sz="quarter" idx="11" hasCustomPrompt="1"/>
          </p:nvPr>
        </p:nvSpPr>
        <p:spPr>
          <a:xfrm>
            <a:off x="457277" y="1356499"/>
            <a:ext cx="498928" cy="321627"/>
          </a:xfrm>
          <a:prstGeom prst="rect">
            <a:avLst/>
          </a:prstGeom>
        </p:spPr>
        <p:txBody>
          <a:bodyPr wrap="square" anchor="t" anchorCtr="0">
            <a:spAutoFit/>
          </a:bodyPr>
          <a:lstStyle>
            <a:lvl1pPr algn="l">
              <a:defRPr sz="2000" b="0">
                <a:solidFill>
                  <a:schemeClr val="tx1"/>
                </a:solidFill>
              </a:defRPr>
            </a:lvl1pPr>
          </a:lstStyle>
          <a:p>
            <a:pPr lvl="0"/>
            <a:r>
              <a:rPr lang="en-US"/>
              <a:t>01</a:t>
            </a:r>
          </a:p>
        </p:txBody>
      </p:sp>
      <p:pic>
        <p:nvPicPr>
          <p:cNvPr id="9" name="Picture 2">
            <a:extLst>
              <a:ext uri="{FF2B5EF4-FFF2-40B4-BE49-F238E27FC236}">
                <a16:creationId xmlns:a16="http://schemas.microsoft.com/office/drawing/2014/main" id="{349F0370-3C02-C444-CD0F-D08D4C64C812}"/>
              </a:ext>
            </a:extLst>
          </p:cNvPr>
          <p:cNvPicPr>
            <a:picLocks noChangeAspect="1" noChangeArrowheads="1"/>
          </p:cNvPicPr>
          <p:nvPr userDrawn="1"/>
        </p:nvPicPr>
        <p:blipFill>
          <a:blip r:embed="rId4">
            <a:biLevel thresh="50000"/>
            <a:extLst>
              <a:ext uri="{28A0092B-C50C-407E-A947-70E740481C1C}">
                <a14:useLocalDpi xmlns:a14="http://schemas.microsoft.com/office/drawing/2010/main" val="0"/>
              </a:ext>
            </a:extLst>
          </a:blip>
          <a:srcRect/>
          <a:stretch>
            <a:fillRect/>
          </a:stretch>
        </p:blipFill>
        <p:spPr bwMode="auto">
          <a:xfrm>
            <a:off x="1341856" y="6434742"/>
            <a:ext cx="807619" cy="190800"/>
          </a:xfrm>
          <a:prstGeom prst="rect">
            <a:avLst/>
          </a:prstGeom>
          <a:noFill/>
          <a:extLst>
            <a:ext uri="{909E8E84-426E-40DD-AFC4-6F175D3DCCD1}">
              <a14:hiddenFill xmlns:a14="http://schemas.microsoft.com/office/drawing/2010/main">
                <a:solidFill>
                  <a:srgbClr val="FFFFFF"/>
                </a:solidFill>
              </a14:hiddenFill>
            </a:ext>
          </a:extLst>
        </p:spPr>
      </p:pic>
      <p:cxnSp>
        <p:nvCxnSpPr>
          <p:cNvPr id="10" name="Straight Connector 9">
            <a:extLst>
              <a:ext uri="{FF2B5EF4-FFF2-40B4-BE49-F238E27FC236}">
                <a16:creationId xmlns:a16="http://schemas.microsoft.com/office/drawing/2014/main" id="{8B8C06E9-2078-665E-8F91-DD96B11840B5}"/>
              </a:ext>
            </a:extLst>
          </p:cNvPr>
          <p:cNvCxnSpPr/>
          <p:nvPr userDrawn="1"/>
        </p:nvCxnSpPr>
        <p:spPr>
          <a:xfrm>
            <a:off x="1169798" y="6434742"/>
            <a:ext cx="0" cy="1908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8733420"/>
      </p:ext>
    </p:extLst>
  </p:cSld>
  <p:clrMapOvr>
    <a:masterClrMapping/>
  </p:clrMapOvr>
  <p:transition/>
</p:sldLayout>
</file>

<file path=ppt/slideLayouts/slideLayout231.xml><?xml version="1.0" encoding="utf-8"?>
<p:sldLayout xmlns:a="http://schemas.openxmlformats.org/drawingml/2006/main" xmlns:r="http://schemas.openxmlformats.org/officeDocument/2006/relationships" xmlns:p="http://schemas.openxmlformats.org/presentationml/2006/main" preserve="1" userDrawn="1">
  <p:cSld name="Divider-Light-2">
    <p:spTree>
      <p:nvGrpSpPr>
        <p:cNvPr id="1" name=""/>
        <p:cNvGrpSpPr/>
        <p:nvPr/>
      </p:nvGrpSpPr>
      <p:grpSpPr>
        <a:xfrm>
          <a:off x="0" y="0"/>
          <a:ext cx="0" cy="0"/>
          <a:chOff x="0" y="0"/>
          <a:chExt cx="0" cy="0"/>
        </a:xfrm>
      </p:grpSpPr>
      <p:pic>
        <p:nvPicPr>
          <p:cNvPr id="6" name="Picture 5" descr="Background pattern  Description automatically generated">
            <a:extLst>
              <a:ext uri="{FF2B5EF4-FFF2-40B4-BE49-F238E27FC236}">
                <a16:creationId xmlns:a16="http://schemas.microsoft.com/office/drawing/2014/main" id="{8E60C0F2-79B7-EE1B-6041-90317B3CB1EF}"/>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19050" y="-1"/>
            <a:ext cx="12172950" cy="6868749"/>
          </a:xfrm>
          <a:prstGeom prst="rect">
            <a:avLst/>
          </a:prstGeom>
        </p:spPr>
      </p:pic>
      <p:pic>
        <p:nvPicPr>
          <p:cNvPr id="2" name="Graphic 1">
            <a:extLst>
              <a:ext uri="{FF2B5EF4-FFF2-40B4-BE49-F238E27FC236}">
                <a16:creationId xmlns:a16="http://schemas.microsoft.com/office/drawing/2014/main" id="{5199D6FE-5F94-4710-8291-B34381587997}"/>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C13F08F0-0194-EA75-42BA-A0773D6D3D9A}"/>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4" name="Text Placeholder 3">
            <a:extLst>
              <a:ext uri="{FF2B5EF4-FFF2-40B4-BE49-F238E27FC236}">
                <a16:creationId xmlns:a16="http://schemas.microsoft.com/office/drawing/2014/main" id="{5EBCD999-82B2-EE7A-6B7F-62E9DF0FC3BB}"/>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a:p>
        </p:txBody>
      </p:sp>
      <p:sp>
        <p:nvSpPr>
          <p:cNvPr id="5" name="Text Placeholder 7">
            <a:extLst>
              <a:ext uri="{FF2B5EF4-FFF2-40B4-BE49-F238E27FC236}">
                <a16:creationId xmlns:a16="http://schemas.microsoft.com/office/drawing/2014/main" id="{F60BC1F9-F5BB-BACB-98D9-6B1EA76689A5}"/>
              </a:ext>
            </a:extLst>
          </p:cNvPr>
          <p:cNvSpPr>
            <a:spLocks noGrp="1"/>
          </p:cNvSpPr>
          <p:nvPr>
            <p:ph type="body" sz="quarter" idx="10" hasCustomPrompt="1"/>
          </p:nvPr>
        </p:nvSpPr>
        <p:spPr>
          <a:xfrm>
            <a:off x="457277" y="3005339"/>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10" name="Title 8">
            <a:extLst>
              <a:ext uri="{FF2B5EF4-FFF2-40B4-BE49-F238E27FC236}">
                <a16:creationId xmlns:a16="http://schemas.microsoft.com/office/drawing/2014/main" id="{21A2213A-A5D0-F62A-BDB3-8BB538A659C6}"/>
              </a:ext>
            </a:extLst>
          </p:cNvPr>
          <p:cNvSpPr>
            <a:spLocks noGrp="1"/>
          </p:cNvSpPr>
          <p:nvPr>
            <p:ph type="title" hasCustomPrompt="1"/>
          </p:nvPr>
        </p:nvSpPr>
        <p:spPr>
          <a:xfrm>
            <a:off x="457277" y="1751304"/>
            <a:ext cx="9601200" cy="923330"/>
          </a:xfrm>
          <a:prstGeom prst="rect">
            <a:avLst/>
          </a:prstGeom>
        </p:spPr>
        <p:txBody>
          <a:bodyPr vert="horz" wrap="square" lIns="0" tIns="0" rIns="0" bIns="0" rtlCol="0" anchor="t">
            <a:spAutoFit/>
          </a:bodyPr>
          <a:lstStyle>
            <a:lvl1pPr>
              <a:defRPr lang="en-US" sz="6000" b="1" spc="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Section Header</a:t>
            </a:r>
          </a:p>
        </p:txBody>
      </p:sp>
      <p:sp>
        <p:nvSpPr>
          <p:cNvPr id="11" name="Text Placeholder 4">
            <a:extLst>
              <a:ext uri="{FF2B5EF4-FFF2-40B4-BE49-F238E27FC236}">
                <a16:creationId xmlns:a16="http://schemas.microsoft.com/office/drawing/2014/main" id="{500BD8D1-BEE3-CC7B-18BC-B2C6739412DA}"/>
              </a:ext>
            </a:extLst>
          </p:cNvPr>
          <p:cNvSpPr>
            <a:spLocks noGrp="1"/>
          </p:cNvSpPr>
          <p:nvPr>
            <p:ph type="body" sz="quarter" idx="11" hasCustomPrompt="1"/>
          </p:nvPr>
        </p:nvSpPr>
        <p:spPr>
          <a:xfrm>
            <a:off x="457277" y="1356499"/>
            <a:ext cx="498928" cy="321627"/>
          </a:xfrm>
          <a:prstGeom prst="rect">
            <a:avLst/>
          </a:prstGeom>
        </p:spPr>
        <p:txBody>
          <a:bodyPr wrap="square" anchor="t" anchorCtr="0">
            <a:spAutoFit/>
          </a:bodyPr>
          <a:lstStyle>
            <a:lvl1pPr algn="l">
              <a:defRPr sz="2000" b="0">
                <a:solidFill>
                  <a:schemeClr val="tx1"/>
                </a:solidFill>
              </a:defRPr>
            </a:lvl1pPr>
          </a:lstStyle>
          <a:p>
            <a:pPr lvl="0"/>
            <a:r>
              <a:rPr lang="en-US"/>
              <a:t>01</a:t>
            </a:r>
          </a:p>
        </p:txBody>
      </p:sp>
      <p:pic>
        <p:nvPicPr>
          <p:cNvPr id="7" name="Picture 2">
            <a:extLst>
              <a:ext uri="{FF2B5EF4-FFF2-40B4-BE49-F238E27FC236}">
                <a16:creationId xmlns:a16="http://schemas.microsoft.com/office/drawing/2014/main" id="{6B0B6AD7-E17D-5B29-EE8B-DE7A43E27261}"/>
              </a:ext>
            </a:extLst>
          </p:cNvPr>
          <p:cNvPicPr>
            <a:picLocks noChangeAspect="1" noChangeArrowheads="1"/>
          </p:cNvPicPr>
          <p:nvPr userDrawn="1"/>
        </p:nvPicPr>
        <p:blipFill>
          <a:blip r:embed="rId4">
            <a:biLevel thresh="50000"/>
            <a:extLst>
              <a:ext uri="{28A0092B-C50C-407E-A947-70E740481C1C}">
                <a14:useLocalDpi xmlns:a14="http://schemas.microsoft.com/office/drawing/2010/main" val="0"/>
              </a:ext>
            </a:extLst>
          </a:blip>
          <a:srcRect/>
          <a:stretch>
            <a:fillRect/>
          </a:stretch>
        </p:blipFill>
        <p:spPr bwMode="auto">
          <a:xfrm>
            <a:off x="1341856" y="6434742"/>
            <a:ext cx="807619" cy="190800"/>
          </a:xfrm>
          <a:prstGeom prst="rect">
            <a:avLst/>
          </a:prstGeom>
          <a:noFill/>
          <a:extLst>
            <a:ext uri="{909E8E84-426E-40DD-AFC4-6F175D3DCCD1}">
              <a14:hiddenFill xmlns:a14="http://schemas.microsoft.com/office/drawing/2010/main">
                <a:solidFill>
                  <a:srgbClr val="FFFFFF"/>
                </a:solidFill>
              </a14:hiddenFill>
            </a:ext>
          </a:extLst>
        </p:spPr>
      </p:pic>
      <p:cxnSp>
        <p:nvCxnSpPr>
          <p:cNvPr id="8" name="Straight Connector 7">
            <a:extLst>
              <a:ext uri="{FF2B5EF4-FFF2-40B4-BE49-F238E27FC236}">
                <a16:creationId xmlns:a16="http://schemas.microsoft.com/office/drawing/2014/main" id="{280268E6-2586-CF04-C3CF-40BE4A3273CD}"/>
              </a:ext>
            </a:extLst>
          </p:cNvPr>
          <p:cNvCxnSpPr/>
          <p:nvPr userDrawn="1"/>
        </p:nvCxnSpPr>
        <p:spPr>
          <a:xfrm>
            <a:off x="1169798" y="6434742"/>
            <a:ext cx="0" cy="1908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82846967"/>
      </p:ext>
    </p:extLst>
  </p:cSld>
  <p:clrMapOvr>
    <a:masterClrMapping/>
  </p:clrMapOvr>
  <p:transition/>
</p:sldLayout>
</file>

<file path=ppt/slideLayouts/slideLayout232.xml><?xml version="1.0" encoding="utf-8"?>
<p:sldLayout xmlns:a="http://schemas.openxmlformats.org/drawingml/2006/main" xmlns:r="http://schemas.openxmlformats.org/officeDocument/2006/relationships" xmlns:p="http://schemas.openxmlformats.org/presentationml/2006/main" preserve="1" userDrawn="1">
  <p:cSld name="Divider-Light-3">
    <p:spTree>
      <p:nvGrpSpPr>
        <p:cNvPr id="1" name=""/>
        <p:cNvGrpSpPr/>
        <p:nvPr/>
      </p:nvGrpSpPr>
      <p:grpSpPr>
        <a:xfrm>
          <a:off x="0" y="0"/>
          <a:ext cx="0" cy="0"/>
          <a:chOff x="0" y="0"/>
          <a:chExt cx="0" cy="0"/>
        </a:xfrm>
      </p:grpSpPr>
      <p:pic>
        <p:nvPicPr>
          <p:cNvPr id="6" name="Picture 5" descr="Background pattern  Description automatically generated">
            <a:extLst>
              <a:ext uri="{FF2B5EF4-FFF2-40B4-BE49-F238E27FC236}">
                <a16:creationId xmlns:a16="http://schemas.microsoft.com/office/drawing/2014/main" id="{47254E77-EA64-0D5B-1B56-09AF228EFA4B}"/>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19050" y="-1"/>
            <a:ext cx="12172950" cy="6868749"/>
          </a:xfrm>
          <a:prstGeom prst="rect">
            <a:avLst/>
          </a:prstGeom>
        </p:spPr>
      </p:pic>
      <p:pic>
        <p:nvPicPr>
          <p:cNvPr id="2" name="Graphic 1">
            <a:extLst>
              <a:ext uri="{FF2B5EF4-FFF2-40B4-BE49-F238E27FC236}">
                <a16:creationId xmlns:a16="http://schemas.microsoft.com/office/drawing/2014/main" id="{41AD50E6-D58E-3D8C-41A0-48F21CC758CE}"/>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3BEC493A-D2B3-E243-2D3B-B6C3183A3174}"/>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4" name="Text Placeholder 3">
            <a:extLst>
              <a:ext uri="{FF2B5EF4-FFF2-40B4-BE49-F238E27FC236}">
                <a16:creationId xmlns:a16="http://schemas.microsoft.com/office/drawing/2014/main" id="{0AF48D13-7FE0-0CB2-89F9-E7AA85593DB9}"/>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a:p>
        </p:txBody>
      </p:sp>
      <p:sp>
        <p:nvSpPr>
          <p:cNvPr id="5" name="Text Placeholder 7">
            <a:extLst>
              <a:ext uri="{FF2B5EF4-FFF2-40B4-BE49-F238E27FC236}">
                <a16:creationId xmlns:a16="http://schemas.microsoft.com/office/drawing/2014/main" id="{7D221B2F-F01A-3D8B-58F3-2E0CD5776910}"/>
              </a:ext>
            </a:extLst>
          </p:cNvPr>
          <p:cNvSpPr>
            <a:spLocks noGrp="1"/>
          </p:cNvSpPr>
          <p:nvPr>
            <p:ph type="body" sz="quarter" idx="10" hasCustomPrompt="1"/>
          </p:nvPr>
        </p:nvSpPr>
        <p:spPr>
          <a:xfrm>
            <a:off x="457277" y="3005339"/>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7" name="Title 8">
            <a:extLst>
              <a:ext uri="{FF2B5EF4-FFF2-40B4-BE49-F238E27FC236}">
                <a16:creationId xmlns:a16="http://schemas.microsoft.com/office/drawing/2014/main" id="{5E154CAE-C4D8-C2A0-6BE8-461C3B8FA5B3}"/>
              </a:ext>
            </a:extLst>
          </p:cNvPr>
          <p:cNvSpPr>
            <a:spLocks noGrp="1"/>
          </p:cNvSpPr>
          <p:nvPr>
            <p:ph type="title" hasCustomPrompt="1"/>
          </p:nvPr>
        </p:nvSpPr>
        <p:spPr>
          <a:xfrm>
            <a:off x="457277" y="1751304"/>
            <a:ext cx="9601200" cy="923330"/>
          </a:xfrm>
          <a:prstGeom prst="rect">
            <a:avLst/>
          </a:prstGeom>
        </p:spPr>
        <p:txBody>
          <a:bodyPr vert="horz" wrap="square" lIns="0" tIns="0" rIns="0" bIns="0" rtlCol="0" anchor="t">
            <a:spAutoFit/>
          </a:bodyPr>
          <a:lstStyle>
            <a:lvl1pPr>
              <a:defRPr lang="en-US" sz="6000" b="1" spc="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Section Header</a:t>
            </a:r>
          </a:p>
        </p:txBody>
      </p:sp>
      <p:sp>
        <p:nvSpPr>
          <p:cNvPr id="8" name="Text Placeholder 4">
            <a:extLst>
              <a:ext uri="{FF2B5EF4-FFF2-40B4-BE49-F238E27FC236}">
                <a16:creationId xmlns:a16="http://schemas.microsoft.com/office/drawing/2014/main" id="{702DE92A-A744-9D66-5950-661ECF019C8B}"/>
              </a:ext>
            </a:extLst>
          </p:cNvPr>
          <p:cNvSpPr>
            <a:spLocks noGrp="1"/>
          </p:cNvSpPr>
          <p:nvPr>
            <p:ph type="body" sz="quarter" idx="11" hasCustomPrompt="1"/>
          </p:nvPr>
        </p:nvSpPr>
        <p:spPr>
          <a:xfrm>
            <a:off x="457277" y="1356499"/>
            <a:ext cx="498928" cy="321627"/>
          </a:xfrm>
          <a:prstGeom prst="rect">
            <a:avLst/>
          </a:prstGeom>
        </p:spPr>
        <p:txBody>
          <a:bodyPr wrap="square" anchor="t" anchorCtr="0">
            <a:spAutoFit/>
          </a:bodyPr>
          <a:lstStyle>
            <a:lvl1pPr algn="l">
              <a:defRPr sz="2000" b="0">
                <a:solidFill>
                  <a:schemeClr val="tx1"/>
                </a:solidFill>
              </a:defRPr>
            </a:lvl1pPr>
          </a:lstStyle>
          <a:p>
            <a:pPr lvl="0"/>
            <a:r>
              <a:rPr lang="en-US"/>
              <a:t>01</a:t>
            </a:r>
          </a:p>
        </p:txBody>
      </p:sp>
    </p:spTree>
    <p:extLst>
      <p:ext uri="{BB962C8B-B14F-4D97-AF65-F5344CB8AC3E}">
        <p14:creationId xmlns:p14="http://schemas.microsoft.com/office/powerpoint/2010/main" val="2330182175"/>
      </p:ext>
    </p:extLst>
  </p:cSld>
  <p:clrMapOvr>
    <a:masterClrMapping/>
  </p:clrMapOvr>
  <p:transition/>
</p:sldLayout>
</file>

<file path=ppt/slideLayouts/slideLayout233.xml><?xml version="1.0" encoding="utf-8"?>
<p:sldLayout xmlns:a="http://schemas.openxmlformats.org/drawingml/2006/main" xmlns:r="http://schemas.openxmlformats.org/officeDocument/2006/relationships" xmlns:p="http://schemas.openxmlformats.org/presentationml/2006/main" preserve="1" userDrawn="1">
  <p:cSld name="Divider-Light-4">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65381F3-7ADD-A798-2917-70C400E5FC03}"/>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7704668" y="2820541"/>
            <a:ext cx="4487332" cy="4037459"/>
          </a:xfrm>
          <a:prstGeom prst="rect">
            <a:avLst/>
          </a:prstGeom>
        </p:spPr>
      </p:pic>
      <p:pic>
        <p:nvPicPr>
          <p:cNvPr id="3" name="Graphic 2">
            <a:extLst>
              <a:ext uri="{FF2B5EF4-FFF2-40B4-BE49-F238E27FC236}">
                <a16:creationId xmlns:a16="http://schemas.microsoft.com/office/drawing/2014/main" id="{7ECD9392-FD78-BAFC-F25C-F397815B412D}"/>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4" name="TextBox 3">
            <a:extLst>
              <a:ext uri="{FF2B5EF4-FFF2-40B4-BE49-F238E27FC236}">
                <a16:creationId xmlns:a16="http://schemas.microsoft.com/office/drawing/2014/main" id="{78C8D2A9-E7E5-3BDF-6F80-BF5E11614C79}"/>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5" name="Text Placeholder 3">
            <a:extLst>
              <a:ext uri="{FF2B5EF4-FFF2-40B4-BE49-F238E27FC236}">
                <a16:creationId xmlns:a16="http://schemas.microsoft.com/office/drawing/2014/main" id="{4562172F-E23C-EEAE-BC22-38510E2D1068}"/>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a:p>
        </p:txBody>
      </p:sp>
      <p:sp>
        <p:nvSpPr>
          <p:cNvPr id="9" name="Text Placeholder 7">
            <a:extLst>
              <a:ext uri="{FF2B5EF4-FFF2-40B4-BE49-F238E27FC236}">
                <a16:creationId xmlns:a16="http://schemas.microsoft.com/office/drawing/2014/main" id="{5747460E-84D6-E4C7-66CE-0A88D0D3B7E5}"/>
              </a:ext>
            </a:extLst>
          </p:cNvPr>
          <p:cNvSpPr>
            <a:spLocks noGrp="1"/>
          </p:cNvSpPr>
          <p:nvPr>
            <p:ph type="body" sz="quarter" idx="10" hasCustomPrompt="1"/>
          </p:nvPr>
        </p:nvSpPr>
        <p:spPr>
          <a:xfrm>
            <a:off x="457277" y="3005339"/>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10" name="Title 8">
            <a:extLst>
              <a:ext uri="{FF2B5EF4-FFF2-40B4-BE49-F238E27FC236}">
                <a16:creationId xmlns:a16="http://schemas.microsoft.com/office/drawing/2014/main" id="{4C926E2E-67D5-D03F-CAF1-D936DD3C015A}"/>
              </a:ext>
            </a:extLst>
          </p:cNvPr>
          <p:cNvSpPr>
            <a:spLocks noGrp="1"/>
          </p:cNvSpPr>
          <p:nvPr>
            <p:ph type="title" hasCustomPrompt="1"/>
          </p:nvPr>
        </p:nvSpPr>
        <p:spPr>
          <a:xfrm>
            <a:off x="457277" y="1751304"/>
            <a:ext cx="9601200" cy="923330"/>
          </a:xfrm>
          <a:prstGeom prst="rect">
            <a:avLst/>
          </a:prstGeom>
        </p:spPr>
        <p:txBody>
          <a:bodyPr vert="horz" wrap="square" lIns="0" tIns="0" rIns="0" bIns="0" rtlCol="0" anchor="t">
            <a:spAutoFit/>
          </a:bodyPr>
          <a:lstStyle>
            <a:lvl1pPr>
              <a:defRPr lang="en-US" sz="6000" b="1" spc="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Section Header</a:t>
            </a:r>
          </a:p>
        </p:txBody>
      </p:sp>
      <p:sp>
        <p:nvSpPr>
          <p:cNvPr id="11" name="Text Placeholder 4">
            <a:extLst>
              <a:ext uri="{FF2B5EF4-FFF2-40B4-BE49-F238E27FC236}">
                <a16:creationId xmlns:a16="http://schemas.microsoft.com/office/drawing/2014/main" id="{470B9D3F-8FFD-EE49-3B30-05286E2EBB66}"/>
              </a:ext>
            </a:extLst>
          </p:cNvPr>
          <p:cNvSpPr>
            <a:spLocks noGrp="1"/>
          </p:cNvSpPr>
          <p:nvPr>
            <p:ph type="body" sz="quarter" idx="11" hasCustomPrompt="1"/>
          </p:nvPr>
        </p:nvSpPr>
        <p:spPr>
          <a:xfrm>
            <a:off x="457277" y="1356499"/>
            <a:ext cx="498928" cy="321627"/>
          </a:xfrm>
          <a:prstGeom prst="rect">
            <a:avLst/>
          </a:prstGeom>
        </p:spPr>
        <p:txBody>
          <a:bodyPr wrap="square" anchor="t" anchorCtr="0">
            <a:spAutoFit/>
          </a:bodyPr>
          <a:lstStyle>
            <a:lvl1pPr algn="l">
              <a:defRPr sz="2000" b="0">
                <a:solidFill>
                  <a:schemeClr val="tx1"/>
                </a:solidFill>
              </a:defRPr>
            </a:lvl1pPr>
          </a:lstStyle>
          <a:p>
            <a:pPr lvl="0"/>
            <a:r>
              <a:rPr lang="en-US"/>
              <a:t>01</a:t>
            </a:r>
          </a:p>
        </p:txBody>
      </p:sp>
    </p:spTree>
    <p:extLst>
      <p:ext uri="{BB962C8B-B14F-4D97-AF65-F5344CB8AC3E}">
        <p14:creationId xmlns:p14="http://schemas.microsoft.com/office/powerpoint/2010/main" val="3825178884"/>
      </p:ext>
    </p:extLst>
  </p:cSld>
  <p:clrMapOvr>
    <a:masterClrMapping/>
  </p:clrMapOvr>
  <p:transition/>
</p:sldLayout>
</file>

<file path=ppt/slideLayouts/slideLayout234.xml><?xml version="1.0" encoding="utf-8"?>
<p:sldLayout xmlns:a="http://schemas.openxmlformats.org/drawingml/2006/main" xmlns:r="http://schemas.openxmlformats.org/officeDocument/2006/relationships" xmlns:p="http://schemas.openxmlformats.org/presentationml/2006/main" preserve="1" userDrawn="1">
  <p:cSld name="Divider-Light-5">
    <p:spTree>
      <p:nvGrpSpPr>
        <p:cNvPr id="1" name=""/>
        <p:cNvGrpSpPr/>
        <p:nvPr/>
      </p:nvGrpSpPr>
      <p:grpSpPr>
        <a:xfrm>
          <a:off x="0" y="0"/>
          <a:ext cx="0" cy="0"/>
          <a:chOff x="0" y="0"/>
          <a:chExt cx="0" cy="0"/>
        </a:xfrm>
      </p:grpSpPr>
      <p:pic>
        <p:nvPicPr>
          <p:cNvPr id="7" name="Picture 6" descr="Background pattern  Description automatically generated">
            <a:extLst>
              <a:ext uri="{FF2B5EF4-FFF2-40B4-BE49-F238E27FC236}">
                <a16:creationId xmlns:a16="http://schemas.microsoft.com/office/drawing/2014/main" id="{35273E55-8F47-AC18-08B7-C31C53E2A276}"/>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pic>
        <p:nvPicPr>
          <p:cNvPr id="3" name="Graphic 2">
            <a:extLst>
              <a:ext uri="{FF2B5EF4-FFF2-40B4-BE49-F238E27FC236}">
                <a16:creationId xmlns:a16="http://schemas.microsoft.com/office/drawing/2014/main" id="{7ECD9392-FD78-BAFC-F25C-F397815B412D}"/>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4" name="TextBox 3">
            <a:extLst>
              <a:ext uri="{FF2B5EF4-FFF2-40B4-BE49-F238E27FC236}">
                <a16:creationId xmlns:a16="http://schemas.microsoft.com/office/drawing/2014/main" id="{78C8D2A9-E7E5-3BDF-6F80-BF5E11614C79}"/>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5" name="Text Placeholder 3">
            <a:extLst>
              <a:ext uri="{FF2B5EF4-FFF2-40B4-BE49-F238E27FC236}">
                <a16:creationId xmlns:a16="http://schemas.microsoft.com/office/drawing/2014/main" id="{4562172F-E23C-EEAE-BC22-38510E2D1068}"/>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a:p>
        </p:txBody>
      </p:sp>
      <p:sp>
        <p:nvSpPr>
          <p:cNvPr id="9" name="Text Placeholder 7">
            <a:extLst>
              <a:ext uri="{FF2B5EF4-FFF2-40B4-BE49-F238E27FC236}">
                <a16:creationId xmlns:a16="http://schemas.microsoft.com/office/drawing/2014/main" id="{CBBCDB36-A5F4-DF81-FE84-1CBB05508220}"/>
              </a:ext>
            </a:extLst>
          </p:cNvPr>
          <p:cNvSpPr>
            <a:spLocks noGrp="1"/>
          </p:cNvSpPr>
          <p:nvPr>
            <p:ph type="body" sz="quarter" idx="10" hasCustomPrompt="1"/>
          </p:nvPr>
        </p:nvSpPr>
        <p:spPr>
          <a:xfrm>
            <a:off x="457277" y="3005339"/>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10" name="Title 8">
            <a:extLst>
              <a:ext uri="{FF2B5EF4-FFF2-40B4-BE49-F238E27FC236}">
                <a16:creationId xmlns:a16="http://schemas.microsoft.com/office/drawing/2014/main" id="{36520FD8-AF16-A7D1-FBFD-C07B1B5276AA}"/>
              </a:ext>
            </a:extLst>
          </p:cNvPr>
          <p:cNvSpPr>
            <a:spLocks noGrp="1"/>
          </p:cNvSpPr>
          <p:nvPr>
            <p:ph type="title" hasCustomPrompt="1"/>
          </p:nvPr>
        </p:nvSpPr>
        <p:spPr>
          <a:xfrm>
            <a:off x="457277" y="1751304"/>
            <a:ext cx="9601200" cy="923330"/>
          </a:xfrm>
          <a:prstGeom prst="rect">
            <a:avLst/>
          </a:prstGeom>
        </p:spPr>
        <p:txBody>
          <a:bodyPr vert="horz" wrap="square" lIns="0" tIns="0" rIns="0" bIns="0" rtlCol="0" anchor="t">
            <a:spAutoFit/>
          </a:bodyPr>
          <a:lstStyle>
            <a:lvl1pPr>
              <a:defRPr lang="en-US" sz="6000" b="1" spc="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Section Header</a:t>
            </a:r>
          </a:p>
        </p:txBody>
      </p:sp>
      <p:sp>
        <p:nvSpPr>
          <p:cNvPr id="11" name="Text Placeholder 4">
            <a:extLst>
              <a:ext uri="{FF2B5EF4-FFF2-40B4-BE49-F238E27FC236}">
                <a16:creationId xmlns:a16="http://schemas.microsoft.com/office/drawing/2014/main" id="{BEA145C4-F1AE-010B-FC94-C27466A668E5}"/>
              </a:ext>
            </a:extLst>
          </p:cNvPr>
          <p:cNvSpPr>
            <a:spLocks noGrp="1"/>
          </p:cNvSpPr>
          <p:nvPr>
            <p:ph type="body" sz="quarter" idx="11" hasCustomPrompt="1"/>
          </p:nvPr>
        </p:nvSpPr>
        <p:spPr>
          <a:xfrm>
            <a:off x="457277" y="1356499"/>
            <a:ext cx="498928" cy="321627"/>
          </a:xfrm>
          <a:prstGeom prst="rect">
            <a:avLst/>
          </a:prstGeom>
        </p:spPr>
        <p:txBody>
          <a:bodyPr wrap="square" anchor="t" anchorCtr="0">
            <a:spAutoFit/>
          </a:bodyPr>
          <a:lstStyle>
            <a:lvl1pPr algn="l">
              <a:defRPr sz="2000" b="0">
                <a:solidFill>
                  <a:schemeClr val="tx1"/>
                </a:solidFill>
              </a:defRPr>
            </a:lvl1pPr>
          </a:lstStyle>
          <a:p>
            <a:pPr lvl="0"/>
            <a:r>
              <a:rPr lang="en-US"/>
              <a:t>01</a:t>
            </a:r>
          </a:p>
        </p:txBody>
      </p:sp>
      <p:pic>
        <p:nvPicPr>
          <p:cNvPr id="2" name="Picture 2">
            <a:extLst>
              <a:ext uri="{FF2B5EF4-FFF2-40B4-BE49-F238E27FC236}">
                <a16:creationId xmlns:a16="http://schemas.microsoft.com/office/drawing/2014/main" id="{4D99E3E8-278A-7766-B327-68617ED8B6D4}"/>
              </a:ext>
            </a:extLst>
          </p:cNvPr>
          <p:cNvPicPr>
            <a:picLocks noChangeAspect="1" noChangeArrowheads="1"/>
          </p:cNvPicPr>
          <p:nvPr userDrawn="1"/>
        </p:nvPicPr>
        <p:blipFill>
          <a:blip r:embed="rId4">
            <a:biLevel thresh="50000"/>
            <a:extLst>
              <a:ext uri="{28A0092B-C50C-407E-A947-70E740481C1C}">
                <a14:useLocalDpi xmlns:a14="http://schemas.microsoft.com/office/drawing/2010/main" val="0"/>
              </a:ext>
            </a:extLst>
          </a:blip>
          <a:srcRect/>
          <a:stretch>
            <a:fillRect/>
          </a:stretch>
        </p:blipFill>
        <p:spPr bwMode="auto">
          <a:xfrm>
            <a:off x="1341856" y="6434742"/>
            <a:ext cx="807619" cy="190800"/>
          </a:xfrm>
          <a:prstGeom prst="rect">
            <a:avLst/>
          </a:prstGeom>
          <a:noFill/>
          <a:extLst>
            <a:ext uri="{909E8E84-426E-40DD-AFC4-6F175D3DCCD1}">
              <a14:hiddenFill xmlns:a14="http://schemas.microsoft.com/office/drawing/2010/main">
                <a:solidFill>
                  <a:srgbClr val="FFFFFF"/>
                </a:solidFill>
              </a14:hiddenFill>
            </a:ext>
          </a:extLst>
        </p:spPr>
      </p:pic>
      <p:cxnSp>
        <p:nvCxnSpPr>
          <p:cNvPr id="6" name="Straight Connector 5">
            <a:extLst>
              <a:ext uri="{FF2B5EF4-FFF2-40B4-BE49-F238E27FC236}">
                <a16:creationId xmlns:a16="http://schemas.microsoft.com/office/drawing/2014/main" id="{91B8E301-B96C-BCEE-DBCB-1F1C7C748F69}"/>
              </a:ext>
            </a:extLst>
          </p:cNvPr>
          <p:cNvCxnSpPr/>
          <p:nvPr userDrawn="1"/>
        </p:nvCxnSpPr>
        <p:spPr>
          <a:xfrm>
            <a:off x="1169798" y="6434742"/>
            <a:ext cx="0" cy="1908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91819629"/>
      </p:ext>
    </p:extLst>
  </p:cSld>
  <p:clrMapOvr>
    <a:masterClrMapping/>
  </p:clrMapOvr>
  <p:transition/>
</p:sldLayout>
</file>

<file path=ppt/slideLayouts/slideLayout235.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11" name="Title 1"/>
          <p:cNvSpPr>
            <a:spLocks noGrp="1"/>
          </p:cNvSpPr>
          <p:nvPr>
            <p:ph type="title"/>
          </p:nvPr>
        </p:nvSpPr>
        <p:spPr>
          <a:xfrm>
            <a:off x="457200" y="721896"/>
            <a:ext cx="11274552" cy="457200"/>
          </a:xfrm>
        </p:spPr>
        <p:txBody>
          <a:bodyPr/>
          <a:lstStyle>
            <a:lvl1pPr>
              <a:defRPr b="1">
                <a:latin typeface="+mn-lt"/>
              </a:defRPr>
            </a:lvl1pPr>
          </a:lstStyle>
          <a:p>
            <a:r>
              <a:rPr lang="en-GB"/>
              <a:t>Click to edit Master title style</a:t>
            </a:r>
            <a:endParaRPr lang="en-US"/>
          </a:p>
        </p:txBody>
      </p:sp>
    </p:spTree>
    <p:extLst>
      <p:ext uri="{BB962C8B-B14F-4D97-AF65-F5344CB8AC3E}">
        <p14:creationId xmlns:p14="http://schemas.microsoft.com/office/powerpoint/2010/main" val="231450848"/>
      </p:ext>
    </p:extLst>
  </p:cSld>
  <p:clrMapOvr>
    <a:masterClrMapping/>
  </p:clrMapOvr>
  <p:transition/>
</p:sldLayout>
</file>

<file path=ppt/slideLayouts/slideLayout236.xml><?xml version="1.0" encoding="utf-8"?>
<p:sldLayout xmlns:a="http://schemas.openxmlformats.org/drawingml/2006/main" xmlns:r="http://schemas.openxmlformats.org/officeDocument/2006/relationships" xmlns:p="http://schemas.openxmlformats.org/presentationml/2006/main" preserve="1" userDrawn="1">
  <p:cSld name="Title+UpSubtitle">
    <p:spTree>
      <p:nvGrpSpPr>
        <p:cNvPr id="1" name=""/>
        <p:cNvGrpSpPr/>
        <p:nvPr/>
      </p:nvGrpSpPr>
      <p:grpSpPr>
        <a:xfrm>
          <a:off x="0" y="0"/>
          <a:ext cx="0" cy="0"/>
          <a:chOff x="0" y="0"/>
          <a:chExt cx="0" cy="0"/>
        </a:xfrm>
      </p:grpSpPr>
      <p:sp>
        <p:nvSpPr>
          <p:cNvPr id="11" name="Title 1"/>
          <p:cNvSpPr>
            <a:spLocks noGrp="1"/>
          </p:cNvSpPr>
          <p:nvPr>
            <p:ph type="title"/>
          </p:nvPr>
        </p:nvSpPr>
        <p:spPr>
          <a:xfrm>
            <a:off x="457200" y="723900"/>
            <a:ext cx="11274552" cy="457200"/>
          </a:xfrm>
        </p:spPr>
        <p:txBody>
          <a:bodyPr/>
          <a:lstStyle>
            <a:lvl1pPr>
              <a:defRPr b="1">
                <a:latin typeface="+mn-lt"/>
              </a:defRPr>
            </a:lvl1pPr>
          </a:lstStyle>
          <a:p>
            <a:r>
              <a:rPr lang="en-GB"/>
              <a:t>Click to edit Master title style</a:t>
            </a:r>
            <a:endParaRPr lang="en-US"/>
          </a:p>
        </p:txBody>
      </p:sp>
      <p:sp>
        <p:nvSpPr>
          <p:cNvPr id="12" name="Text Placeholder 10"/>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951538398"/>
      </p:ext>
    </p:extLst>
  </p:cSld>
  <p:clrMapOvr>
    <a:masterClrMapping/>
  </p:clrMapOvr>
  <p:transition/>
</p:sldLayout>
</file>

<file path=ppt/slideLayouts/slideLayout237.xml><?xml version="1.0" encoding="utf-8"?>
<p:sldLayout xmlns:a="http://schemas.openxmlformats.org/drawingml/2006/main" xmlns:r="http://schemas.openxmlformats.org/officeDocument/2006/relationships" xmlns:p="http://schemas.openxmlformats.org/presentationml/2006/main" preserve="1" userDrawn="1">
  <p:cSld name="Title+Subtitle">
    <p:spTree>
      <p:nvGrpSpPr>
        <p:cNvPr id="1" name=""/>
        <p:cNvGrpSpPr/>
        <p:nvPr/>
      </p:nvGrpSpPr>
      <p:grpSpPr>
        <a:xfrm>
          <a:off x="0" y="0"/>
          <a:ext cx="0" cy="0"/>
          <a:chOff x="0" y="0"/>
          <a:chExt cx="0" cy="0"/>
        </a:xfrm>
      </p:grpSpPr>
      <p:sp>
        <p:nvSpPr>
          <p:cNvPr id="6" name="Text Placeholder 8">
            <a:extLst>
              <a:ext uri="{FF2B5EF4-FFF2-40B4-BE49-F238E27FC236}">
                <a16:creationId xmlns:a16="http://schemas.microsoft.com/office/drawing/2014/main" id="{E4F57360-96E0-124A-8B27-F0C4589ED94D}"/>
              </a:ext>
            </a:extLst>
          </p:cNvPr>
          <p:cNvSpPr>
            <a:spLocks noGrp="1"/>
          </p:cNvSpPr>
          <p:nvPr>
            <p:ph type="body" sz="quarter" idx="11" hasCustomPrompt="1"/>
          </p:nvPr>
        </p:nvSpPr>
        <p:spPr>
          <a:xfrm>
            <a:off x="457200" y="1195614"/>
            <a:ext cx="11274552" cy="246221"/>
          </a:xfrm>
          <a:prstGeom prst="rect">
            <a:avLst/>
          </a:prstGeom>
        </p:spPr>
        <p:txBody>
          <a:bodyPr wrap="square" lIns="0" tIns="0" rIns="0" bIns="0" anchor="t" anchorCtr="0">
            <a:noAutofit/>
          </a:bodyPr>
          <a:lstStyle>
            <a:lvl1pPr marL="0" indent="0">
              <a:lnSpc>
                <a:spcPct val="100000"/>
              </a:lnSpc>
              <a:spcBef>
                <a:spcPct val="0"/>
              </a:spcBef>
              <a:buNone/>
              <a:defRPr sz="1600" b="1" i="0">
                <a:solidFill>
                  <a:schemeClr val="tx1"/>
                </a:solidFill>
              </a:defRPr>
            </a:lvl1pPr>
          </a:lstStyle>
          <a:p>
            <a:pPr lvl="0"/>
            <a:r>
              <a:rPr lang="en-US"/>
              <a:t>Edit Master text styles</a:t>
            </a:r>
          </a:p>
        </p:txBody>
      </p:sp>
      <p:sp>
        <p:nvSpPr>
          <p:cNvPr id="2" name="Title 1">
            <a:extLst>
              <a:ext uri="{FF2B5EF4-FFF2-40B4-BE49-F238E27FC236}">
                <a16:creationId xmlns:a16="http://schemas.microsoft.com/office/drawing/2014/main" id="{51B4284D-C7B7-AF33-505C-3BCE705434E9}"/>
              </a:ext>
            </a:extLst>
          </p:cNvPr>
          <p:cNvSpPr>
            <a:spLocks noGrp="1"/>
          </p:cNvSpPr>
          <p:nvPr>
            <p:ph type="title"/>
          </p:nvPr>
        </p:nvSpPr>
        <p:spPr>
          <a:xfrm>
            <a:off x="457200" y="723900"/>
            <a:ext cx="11274552" cy="457200"/>
          </a:xfrm>
        </p:spPr>
        <p:txBody>
          <a:bodyPr/>
          <a:lstStyle>
            <a:lvl1pPr>
              <a:defRPr b="1">
                <a:latin typeface="+mn-lt"/>
              </a:defRPr>
            </a:lvl1pPr>
          </a:lstStyle>
          <a:p>
            <a:r>
              <a:rPr lang="en-GB"/>
              <a:t>Click to edit Master title style</a:t>
            </a:r>
            <a:endParaRPr lang="en-US"/>
          </a:p>
        </p:txBody>
      </p:sp>
      <p:sp>
        <p:nvSpPr>
          <p:cNvPr id="3" name="Text Placeholder 10">
            <a:extLst>
              <a:ext uri="{FF2B5EF4-FFF2-40B4-BE49-F238E27FC236}">
                <a16:creationId xmlns:a16="http://schemas.microsoft.com/office/drawing/2014/main" id="{8CBF3641-43B5-6FAC-E7AA-3C2E1B686848}"/>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880123782"/>
      </p:ext>
    </p:extLst>
  </p:cSld>
  <p:clrMapOvr>
    <a:masterClrMapping/>
  </p:clrMapOvr>
  <p:transition/>
</p:sldLayout>
</file>

<file path=ppt/slideLayouts/slideLayout238.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823028170"/>
      </p:ext>
    </p:extLst>
  </p:cSld>
  <p:clrMapOvr>
    <a:masterClrMapping/>
  </p:clrMapOvr>
  <p:transition/>
</p:sldLayout>
</file>

<file path=ppt/slideLayouts/slideLayout239.xml><?xml version="1.0" encoding="utf-8"?>
<p:sldLayout xmlns:a="http://schemas.openxmlformats.org/drawingml/2006/main" xmlns:r="http://schemas.openxmlformats.org/officeDocument/2006/relationships" xmlns:p="http://schemas.openxmlformats.org/presentationml/2006/main" preserve="1" userDrawn="1">
  <p:cSld name="Title-Dar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190717A-8E85-0A40-B27D-E9A4F8826E8E}"/>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D0D8E0D9-9406-08F5-F3AB-192276B840AD}"/>
              </a:ext>
            </a:extLst>
          </p:cNvPr>
          <p:cNvSpPr>
            <a:spLocks noGrp="1"/>
          </p:cNvSpPr>
          <p:nvPr>
            <p:ph type="title"/>
          </p:nvPr>
        </p:nvSpPr>
        <p:spPr>
          <a:xfrm>
            <a:off x="457200" y="723900"/>
            <a:ext cx="11274552" cy="457200"/>
          </a:xfrm>
        </p:spPr>
        <p:txBody>
          <a:bodyPr/>
          <a:lstStyle>
            <a:lvl1pPr>
              <a:defRPr b="1">
                <a:solidFill>
                  <a:schemeClr val="bg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23010F0C-E353-B615-EE43-DC7134E728C4}"/>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pic>
        <p:nvPicPr>
          <p:cNvPr id="5" name="Graphic 4">
            <a:extLst>
              <a:ext uri="{FF2B5EF4-FFF2-40B4-BE49-F238E27FC236}">
                <a16:creationId xmlns:a16="http://schemas.microsoft.com/office/drawing/2014/main" id="{828E7F92-C4B1-FD15-88E1-E80C3CABEB75}"/>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11" name="TextBox 10">
            <a:extLst>
              <a:ext uri="{FF2B5EF4-FFF2-40B4-BE49-F238E27FC236}">
                <a16:creationId xmlns:a16="http://schemas.microsoft.com/office/drawing/2014/main" id="{97BE634E-7C12-4735-5F97-ACA0CB41F520}"/>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13" name="Text Placeholder 3">
            <a:extLst>
              <a:ext uri="{FF2B5EF4-FFF2-40B4-BE49-F238E27FC236}">
                <a16:creationId xmlns:a16="http://schemas.microsoft.com/office/drawing/2014/main" id="{891A8E84-4915-F847-688F-F749F3B632BE}"/>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2919541210"/>
      </p:ext>
    </p:extLst>
  </p:cSld>
  <p:clrMapOvr>
    <a:masterClrMapping/>
  </p:clrMapOvr>
  <p:transition/>
</p:sldLayout>
</file>

<file path=ppt/slideLayouts/slideLayout240.xml><?xml version="1.0" encoding="utf-8"?>
<p:sldLayout xmlns:a="http://schemas.openxmlformats.org/drawingml/2006/main" xmlns:r="http://schemas.openxmlformats.org/officeDocument/2006/relationships" xmlns:p="http://schemas.openxmlformats.org/presentationml/2006/main" preserve="1" userDrawn="1">
  <p:cSld name="Title-Subtitle-Dar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190717A-8E85-0A40-B27D-E9A4F8826E8E}"/>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D0D8E0D9-9406-08F5-F3AB-192276B840AD}"/>
              </a:ext>
            </a:extLst>
          </p:cNvPr>
          <p:cNvSpPr>
            <a:spLocks noGrp="1"/>
          </p:cNvSpPr>
          <p:nvPr>
            <p:ph type="title"/>
          </p:nvPr>
        </p:nvSpPr>
        <p:spPr>
          <a:xfrm>
            <a:off x="457200" y="723900"/>
            <a:ext cx="11274552" cy="457200"/>
          </a:xfrm>
        </p:spPr>
        <p:txBody>
          <a:bodyPr/>
          <a:lstStyle>
            <a:lvl1pPr>
              <a:defRPr b="1">
                <a:solidFill>
                  <a:schemeClr val="bg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23010F0C-E353-B615-EE43-DC7134E728C4}"/>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pic>
        <p:nvPicPr>
          <p:cNvPr id="5" name="Graphic 4">
            <a:extLst>
              <a:ext uri="{FF2B5EF4-FFF2-40B4-BE49-F238E27FC236}">
                <a16:creationId xmlns:a16="http://schemas.microsoft.com/office/drawing/2014/main" id="{828E7F92-C4B1-FD15-88E1-E80C3CABEB75}"/>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11" name="TextBox 10">
            <a:extLst>
              <a:ext uri="{FF2B5EF4-FFF2-40B4-BE49-F238E27FC236}">
                <a16:creationId xmlns:a16="http://schemas.microsoft.com/office/drawing/2014/main" id="{97BE634E-7C12-4735-5F97-ACA0CB41F520}"/>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13" name="Text Placeholder 3">
            <a:extLst>
              <a:ext uri="{FF2B5EF4-FFF2-40B4-BE49-F238E27FC236}">
                <a16:creationId xmlns:a16="http://schemas.microsoft.com/office/drawing/2014/main" id="{891A8E84-4915-F847-688F-F749F3B632BE}"/>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
        <p:nvSpPr>
          <p:cNvPr id="7" name="Text Placeholder 8">
            <a:extLst>
              <a:ext uri="{FF2B5EF4-FFF2-40B4-BE49-F238E27FC236}">
                <a16:creationId xmlns:a16="http://schemas.microsoft.com/office/drawing/2014/main" id="{AA4049EA-1C80-CEF2-C39E-9249C1D295FE}"/>
              </a:ext>
            </a:extLst>
          </p:cNvPr>
          <p:cNvSpPr>
            <a:spLocks noGrp="1"/>
          </p:cNvSpPr>
          <p:nvPr>
            <p:ph type="body" sz="quarter" idx="11" hasCustomPrompt="1"/>
          </p:nvPr>
        </p:nvSpPr>
        <p:spPr>
          <a:xfrm>
            <a:off x="457200" y="1195614"/>
            <a:ext cx="11274552" cy="246221"/>
          </a:xfrm>
          <a:prstGeom prst="rect">
            <a:avLst/>
          </a:prstGeom>
        </p:spPr>
        <p:txBody>
          <a:bodyPr wrap="square" lIns="0" tIns="0" rIns="0" bIns="0" anchor="t" anchorCtr="0">
            <a:noAutofit/>
          </a:bodyPr>
          <a:lstStyle>
            <a:lvl1pPr marL="0" indent="0">
              <a:lnSpc>
                <a:spcPct val="100000"/>
              </a:lnSpc>
              <a:spcBef>
                <a:spcPct val="0"/>
              </a:spcBef>
              <a:buNone/>
              <a:defRPr sz="1600" b="1" i="0">
                <a:solidFill>
                  <a:schemeClr val="bg1"/>
                </a:solidFill>
              </a:defRPr>
            </a:lvl1pPr>
          </a:lstStyle>
          <a:p>
            <a:pPr lvl="0"/>
            <a:r>
              <a:rPr lang="en-US"/>
              <a:t>Edit Master text styles</a:t>
            </a:r>
          </a:p>
        </p:txBody>
      </p:sp>
    </p:spTree>
    <p:extLst>
      <p:ext uri="{BB962C8B-B14F-4D97-AF65-F5344CB8AC3E}">
        <p14:creationId xmlns:p14="http://schemas.microsoft.com/office/powerpoint/2010/main" val="2309905968"/>
      </p:ext>
    </p:extLst>
  </p:cSld>
  <p:clrMapOvr>
    <a:masterClrMapping/>
  </p:clrMapOvr>
  <p:transition/>
</p:sldLayout>
</file>

<file path=ppt/slideLayouts/slideLayout241.xml><?xml version="1.0" encoding="utf-8"?>
<p:sldLayout xmlns:a="http://schemas.openxmlformats.org/drawingml/2006/main" xmlns:r="http://schemas.openxmlformats.org/officeDocument/2006/relationships" xmlns:p="http://schemas.openxmlformats.org/presentationml/2006/main" preserve="1" userDrawn="1">
  <p:cSld name="Arrow">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17DFB89-A9BD-47AC-B57A-7869039229B5}"/>
              </a:ext>
            </a:extLst>
          </p:cNvPr>
          <p:cNvSpPr/>
          <p:nvPr userDrawn="1"/>
        </p:nvSpPr>
        <p:spPr bwMode="auto">
          <a:xfrm>
            <a:off x="0" y="0"/>
            <a:ext cx="5988049"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7" name="Isosceles Triangle 13">
            <a:extLst>
              <a:ext uri="{FF2B5EF4-FFF2-40B4-BE49-F238E27FC236}">
                <a16:creationId xmlns:a16="http://schemas.microsoft.com/office/drawing/2014/main" id="{33DA4BCA-E06D-9C46-8E45-43243DD633D7}"/>
              </a:ext>
            </a:extLst>
          </p:cNvPr>
          <p:cNvSpPr/>
          <p:nvPr userDrawn="1"/>
        </p:nvSpPr>
        <p:spPr>
          <a:xfrm rot="5400000" flipH="1">
            <a:off x="2835445" y="3152605"/>
            <a:ext cx="6858002" cy="552793"/>
          </a:xfrm>
          <a:prstGeom prst="triangl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Graphic 1">
            <a:extLst>
              <a:ext uri="{FF2B5EF4-FFF2-40B4-BE49-F238E27FC236}">
                <a16:creationId xmlns:a16="http://schemas.microsoft.com/office/drawing/2014/main" id="{9D2FFF58-70EB-C86F-9E59-1581F18B8723}"/>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6" name="Title 1">
            <a:extLst>
              <a:ext uri="{FF2B5EF4-FFF2-40B4-BE49-F238E27FC236}">
                <a16:creationId xmlns:a16="http://schemas.microsoft.com/office/drawing/2014/main" id="{BFF9120F-E29C-8B3A-D5EB-E673F7B24C97}"/>
              </a:ext>
            </a:extLst>
          </p:cNvPr>
          <p:cNvSpPr>
            <a:spLocks noGrp="1"/>
          </p:cNvSpPr>
          <p:nvPr>
            <p:ph type="title"/>
          </p:nvPr>
        </p:nvSpPr>
        <p:spPr>
          <a:xfrm>
            <a:off x="472698" y="723900"/>
            <a:ext cx="5530849" cy="457200"/>
          </a:xfrm>
        </p:spPr>
        <p:txBody>
          <a:bodyPr/>
          <a:lstStyle>
            <a:lvl1pPr>
              <a:defRPr b="1">
                <a:solidFill>
                  <a:schemeClr val="bg1"/>
                </a:solidFill>
                <a:latin typeface="+mn-lt"/>
              </a:defRPr>
            </a:lvl1pPr>
          </a:lstStyle>
          <a:p>
            <a:r>
              <a:rPr lang="en-GB"/>
              <a:t>Click to edit Master title style</a:t>
            </a:r>
            <a:endParaRPr lang="en-US"/>
          </a:p>
        </p:txBody>
      </p:sp>
      <p:sp>
        <p:nvSpPr>
          <p:cNvPr id="10" name="Text Placeholder 10">
            <a:extLst>
              <a:ext uri="{FF2B5EF4-FFF2-40B4-BE49-F238E27FC236}">
                <a16:creationId xmlns:a16="http://schemas.microsoft.com/office/drawing/2014/main" id="{8A6D870D-A9F4-488C-8ECB-5016711134CD}"/>
              </a:ext>
            </a:extLst>
          </p:cNvPr>
          <p:cNvSpPr>
            <a:spLocks noGrp="1"/>
          </p:cNvSpPr>
          <p:nvPr>
            <p:ph type="body" sz="quarter" idx="15" hasCustomPrompt="1"/>
          </p:nvPr>
        </p:nvSpPr>
        <p:spPr>
          <a:xfrm>
            <a:off x="472698"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270810068"/>
      </p:ext>
    </p:extLst>
  </p:cSld>
  <p:clrMapOvr>
    <a:masterClrMapping/>
  </p:clrMapOvr>
  <p:transition/>
</p:sldLayout>
</file>

<file path=ppt/slideLayouts/slideLayout242.xml><?xml version="1.0" encoding="utf-8"?>
<p:sldLayout xmlns:a="http://schemas.openxmlformats.org/drawingml/2006/main" xmlns:r="http://schemas.openxmlformats.org/officeDocument/2006/relationships" xmlns:p="http://schemas.openxmlformats.org/presentationml/2006/main" preserve="1" userDrawn="1">
  <p:cSld name="Arrow-Ligh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17DFB89-A9BD-47AC-B57A-7869039229B5}"/>
              </a:ext>
            </a:extLst>
          </p:cNvPr>
          <p:cNvSpPr/>
          <p:nvPr userDrawn="1"/>
        </p:nvSpPr>
        <p:spPr bwMode="auto">
          <a:xfrm>
            <a:off x="0" y="0"/>
            <a:ext cx="5988049"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7" name="Isosceles Triangle 13">
            <a:extLst>
              <a:ext uri="{FF2B5EF4-FFF2-40B4-BE49-F238E27FC236}">
                <a16:creationId xmlns:a16="http://schemas.microsoft.com/office/drawing/2014/main" id="{33DA4BCA-E06D-9C46-8E45-43243DD633D7}"/>
              </a:ext>
            </a:extLst>
          </p:cNvPr>
          <p:cNvSpPr/>
          <p:nvPr userDrawn="1"/>
        </p:nvSpPr>
        <p:spPr>
          <a:xfrm rot="5400000" flipH="1">
            <a:off x="2835445" y="3152602"/>
            <a:ext cx="6858002" cy="552793"/>
          </a:xfrm>
          <a:prstGeom prst="triangle">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itle 1">
            <a:extLst>
              <a:ext uri="{FF2B5EF4-FFF2-40B4-BE49-F238E27FC236}">
                <a16:creationId xmlns:a16="http://schemas.microsoft.com/office/drawing/2014/main" id="{BFF9120F-E29C-8B3A-D5EB-E673F7B24C97}"/>
              </a:ext>
            </a:extLst>
          </p:cNvPr>
          <p:cNvSpPr>
            <a:spLocks noGrp="1"/>
          </p:cNvSpPr>
          <p:nvPr>
            <p:ph type="title"/>
          </p:nvPr>
        </p:nvSpPr>
        <p:spPr>
          <a:xfrm>
            <a:off x="472698" y="723900"/>
            <a:ext cx="5530849" cy="457200"/>
          </a:xfrm>
        </p:spPr>
        <p:txBody>
          <a:bodyPr/>
          <a:lstStyle>
            <a:lvl1pPr>
              <a:defRPr b="1">
                <a:solidFill>
                  <a:schemeClr val="tx1"/>
                </a:solidFill>
                <a:latin typeface="+mn-lt"/>
              </a:defRPr>
            </a:lvl1pPr>
          </a:lstStyle>
          <a:p>
            <a:r>
              <a:rPr lang="en-GB"/>
              <a:t>Click to edit Master title style</a:t>
            </a:r>
            <a:endParaRPr lang="en-US"/>
          </a:p>
        </p:txBody>
      </p:sp>
      <p:sp>
        <p:nvSpPr>
          <p:cNvPr id="10" name="Text Placeholder 10">
            <a:extLst>
              <a:ext uri="{FF2B5EF4-FFF2-40B4-BE49-F238E27FC236}">
                <a16:creationId xmlns:a16="http://schemas.microsoft.com/office/drawing/2014/main" id="{8A6D870D-A9F4-488C-8ECB-5016711134CD}"/>
              </a:ext>
            </a:extLst>
          </p:cNvPr>
          <p:cNvSpPr>
            <a:spLocks noGrp="1"/>
          </p:cNvSpPr>
          <p:nvPr>
            <p:ph type="body" sz="quarter" idx="15" hasCustomPrompt="1"/>
          </p:nvPr>
        </p:nvSpPr>
        <p:spPr>
          <a:xfrm>
            <a:off x="472698"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pic>
        <p:nvPicPr>
          <p:cNvPr id="3" name="Graphic 2">
            <a:extLst>
              <a:ext uri="{FF2B5EF4-FFF2-40B4-BE49-F238E27FC236}">
                <a16:creationId xmlns:a16="http://schemas.microsoft.com/office/drawing/2014/main" id="{99CE1444-B151-5430-2753-A94BFE598634}"/>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Tree>
    <p:extLst>
      <p:ext uri="{BB962C8B-B14F-4D97-AF65-F5344CB8AC3E}">
        <p14:creationId xmlns:p14="http://schemas.microsoft.com/office/powerpoint/2010/main" val="2058051714"/>
      </p:ext>
    </p:extLst>
  </p:cSld>
  <p:clrMapOvr>
    <a:masterClrMapping/>
  </p:clrMapOvr>
  <p:transition/>
</p:sldLayout>
</file>

<file path=ppt/slideLayouts/slideLayout243.xml><?xml version="1.0" encoding="utf-8"?>
<p:sldLayout xmlns:a="http://schemas.openxmlformats.org/drawingml/2006/main" xmlns:r="http://schemas.openxmlformats.org/officeDocument/2006/relationships" xmlns:p="http://schemas.openxmlformats.org/presentationml/2006/main" preserve="1" userDrawn="1">
  <p:cSld name="Arrow-Two">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C7891C23-3EE8-0CED-28FE-170D18A2D615}"/>
              </a:ext>
            </a:extLst>
          </p:cNvPr>
          <p:cNvGrpSpPr/>
          <p:nvPr userDrawn="1"/>
        </p:nvGrpSpPr>
        <p:grpSpPr>
          <a:xfrm>
            <a:off x="3909694" y="-2"/>
            <a:ext cx="4653972" cy="6858002"/>
            <a:chOff x="3300840" y="-2"/>
            <a:chExt cx="4653972" cy="6858002"/>
          </a:xfrm>
          <a:solidFill>
            <a:schemeClr val="bg1">
              <a:lumMod val="95000"/>
            </a:schemeClr>
          </a:solidFill>
        </p:grpSpPr>
        <p:sp>
          <p:nvSpPr>
            <p:cNvPr id="10" name="Rectangle 9">
              <a:extLst>
                <a:ext uri="{FF2B5EF4-FFF2-40B4-BE49-F238E27FC236}">
                  <a16:creationId xmlns:a16="http://schemas.microsoft.com/office/drawing/2014/main" id="{3E4E5E53-9F1A-D61C-9EEB-E1510482E5BF}"/>
                </a:ext>
              </a:extLst>
            </p:cNvPr>
            <p:cNvSpPr/>
            <p:nvPr userDrawn="1"/>
          </p:nvSpPr>
          <p:spPr bwMode="auto">
            <a:xfrm>
              <a:off x="3300840" y="0"/>
              <a:ext cx="4110732" cy="6858000"/>
            </a:xfrm>
            <a:prstGeom prst="rect">
              <a:avLst/>
            </a:prstGeom>
            <a:grp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13" name="Isosceles Triangle 13">
              <a:extLst>
                <a:ext uri="{FF2B5EF4-FFF2-40B4-BE49-F238E27FC236}">
                  <a16:creationId xmlns:a16="http://schemas.microsoft.com/office/drawing/2014/main" id="{DF41968F-990C-67B1-0475-04E0249E281A}"/>
                </a:ext>
              </a:extLst>
            </p:cNvPr>
            <p:cNvSpPr/>
            <p:nvPr userDrawn="1"/>
          </p:nvSpPr>
          <p:spPr>
            <a:xfrm rot="5400000" flipH="1">
              <a:off x="4249415" y="3152602"/>
              <a:ext cx="6858002" cy="552793"/>
            </a:xfrm>
            <a:prstGeom prs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 name="Rectangle 4">
            <a:extLst>
              <a:ext uri="{FF2B5EF4-FFF2-40B4-BE49-F238E27FC236}">
                <a16:creationId xmlns:a16="http://schemas.microsoft.com/office/drawing/2014/main" id="{B17DFB89-A9BD-47AC-B57A-7869039229B5}"/>
              </a:ext>
            </a:extLst>
          </p:cNvPr>
          <p:cNvSpPr/>
          <p:nvPr userDrawn="1"/>
        </p:nvSpPr>
        <p:spPr bwMode="auto">
          <a:xfrm>
            <a:off x="-1" y="0"/>
            <a:ext cx="4076701"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EE036E7A-2B84-45D1-985C-C2AD71420C46}"/>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7" name="Isosceles Triangle 13">
            <a:extLst>
              <a:ext uri="{FF2B5EF4-FFF2-40B4-BE49-F238E27FC236}">
                <a16:creationId xmlns:a16="http://schemas.microsoft.com/office/drawing/2014/main" id="{33DA4BCA-E06D-9C46-8E45-43243DD633D7}"/>
              </a:ext>
            </a:extLst>
          </p:cNvPr>
          <p:cNvSpPr/>
          <p:nvPr userDrawn="1"/>
        </p:nvSpPr>
        <p:spPr>
          <a:xfrm rot="5400000" flipH="1">
            <a:off x="925900" y="3152602"/>
            <a:ext cx="6858002" cy="552793"/>
          </a:xfrm>
          <a:prstGeom prst="triangl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itle 1">
            <a:extLst>
              <a:ext uri="{FF2B5EF4-FFF2-40B4-BE49-F238E27FC236}">
                <a16:creationId xmlns:a16="http://schemas.microsoft.com/office/drawing/2014/main" id="{180E4AD9-5B60-F04F-FEE1-80647A0EADEE}"/>
              </a:ext>
            </a:extLst>
          </p:cNvPr>
          <p:cNvSpPr>
            <a:spLocks noGrp="1"/>
          </p:cNvSpPr>
          <p:nvPr>
            <p:ph type="title"/>
          </p:nvPr>
        </p:nvSpPr>
        <p:spPr>
          <a:xfrm>
            <a:off x="457200" y="723900"/>
            <a:ext cx="2586789" cy="457200"/>
          </a:xfrm>
        </p:spPr>
        <p:txBody>
          <a:bodyPr/>
          <a:lstStyle>
            <a:lvl1pPr>
              <a:defRPr b="1">
                <a:solidFill>
                  <a:schemeClr val="bg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B189EAA6-8653-D9C5-4653-C4B7BB2BB328}"/>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3969631191"/>
      </p:ext>
    </p:extLst>
  </p:cSld>
  <p:clrMapOvr>
    <a:masterClrMapping/>
  </p:clrMapOvr>
  <p:transition/>
</p:sldLayout>
</file>

<file path=ppt/slideLayouts/slideLayout244.xml><?xml version="1.0" encoding="utf-8"?>
<p:sldLayout xmlns:a="http://schemas.openxmlformats.org/drawingml/2006/main" xmlns:r="http://schemas.openxmlformats.org/officeDocument/2006/relationships" xmlns:p="http://schemas.openxmlformats.org/presentationml/2006/main" preserve="1" userDrawn="1">
  <p:cSld name="Case Study-1/6">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9820274" y="0"/>
            <a:ext cx="2371723"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30894D8D-7B75-A627-E4B9-1C694A55CED1}"/>
              </a:ext>
            </a:extLst>
          </p:cNvPr>
          <p:cNvSpPr>
            <a:spLocks noGrp="1"/>
          </p:cNvSpPr>
          <p:nvPr>
            <p:ph type="title"/>
          </p:nvPr>
        </p:nvSpPr>
        <p:spPr>
          <a:xfrm>
            <a:off x="457200" y="723900"/>
            <a:ext cx="8252847" cy="457200"/>
          </a:xfrm>
        </p:spPr>
        <p:txBody>
          <a:bodyPr/>
          <a:lstStyle>
            <a:lvl1pPr>
              <a:defRPr b="1">
                <a:solidFill>
                  <a:schemeClr val="tx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E205EF53-7E88-FC61-2AD6-524C99515525}"/>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
        <p:nvSpPr>
          <p:cNvPr id="5" name="TextBox 4">
            <a:extLst>
              <a:ext uri="{FF2B5EF4-FFF2-40B4-BE49-F238E27FC236}">
                <a16:creationId xmlns:a16="http://schemas.microsoft.com/office/drawing/2014/main" id="{AD091D4E-6AE3-3F04-D0A0-8C96044CC29F}"/>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6" name="Text Placeholder 3">
            <a:extLst>
              <a:ext uri="{FF2B5EF4-FFF2-40B4-BE49-F238E27FC236}">
                <a16:creationId xmlns:a16="http://schemas.microsoft.com/office/drawing/2014/main" id="{5678EB0A-0FF2-079E-6368-97511A388F28}"/>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a:p>
        </p:txBody>
      </p:sp>
    </p:spTree>
    <p:extLst>
      <p:ext uri="{BB962C8B-B14F-4D97-AF65-F5344CB8AC3E}">
        <p14:creationId xmlns:p14="http://schemas.microsoft.com/office/powerpoint/2010/main" val="2256062868"/>
      </p:ext>
    </p:extLst>
  </p:cSld>
  <p:clrMapOvr>
    <a:masterClrMapping/>
  </p:clrMapOvr>
  <p:transition/>
</p:sldLayout>
</file>

<file path=ppt/slideLayouts/slideLayout245.xml><?xml version="1.0" encoding="utf-8"?>
<p:sldLayout xmlns:a="http://schemas.openxmlformats.org/drawingml/2006/main" xmlns:r="http://schemas.openxmlformats.org/officeDocument/2006/relationships" xmlns:p="http://schemas.openxmlformats.org/presentationml/2006/main" preserve="1" userDrawn="1">
  <p:cSld name="Case Study-1/6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9820275" y="0"/>
            <a:ext cx="2371722"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extBox 2">
            <a:extLst>
              <a:ext uri="{FF2B5EF4-FFF2-40B4-BE49-F238E27FC236}">
                <a16:creationId xmlns:a16="http://schemas.microsoft.com/office/drawing/2014/main" id="{B1E6AE37-FC1E-5269-1E83-C3E9928ED250}"/>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4" name="Text Placeholder 3">
            <a:extLst>
              <a:ext uri="{FF2B5EF4-FFF2-40B4-BE49-F238E27FC236}">
                <a16:creationId xmlns:a16="http://schemas.microsoft.com/office/drawing/2014/main" id="{607A8488-5F43-686E-E10B-16D16E352EED}"/>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
        <p:nvSpPr>
          <p:cNvPr id="5" name="Title 1">
            <a:extLst>
              <a:ext uri="{FF2B5EF4-FFF2-40B4-BE49-F238E27FC236}">
                <a16:creationId xmlns:a16="http://schemas.microsoft.com/office/drawing/2014/main" id="{7B7DE099-ACDF-D41B-FBC3-5EE9A76F4C28}"/>
              </a:ext>
            </a:extLst>
          </p:cNvPr>
          <p:cNvSpPr>
            <a:spLocks noGrp="1"/>
          </p:cNvSpPr>
          <p:nvPr>
            <p:ph type="title"/>
          </p:nvPr>
        </p:nvSpPr>
        <p:spPr>
          <a:xfrm>
            <a:off x="457200" y="723900"/>
            <a:ext cx="7450138" cy="457200"/>
          </a:xfrm>
        </p:spPr>
        <p:txBody>
          <a:bodyPr/>
          <a:lstStyle>
            <a:lvl1pPr>
              <a:defRPr b="1">
                <a:solidFill>
                  <a:schemeClr val="tx1"/>
                </a:solidFill>
                <a:latin typeface="+mn-lt"/>
              </a:defRPr>
            </a:lvl1pPr>
          </a:lstStyle>
          <a:p>
            <a:r>
              <a:rPr lang="en-GB"/>
              <a:t>Click to edit Master title style</a:t>
            </a:r>
            <a:endParaRPr lang="en-US"/>
          </a:p>
        </p:txBody>
      </p:sp>
      <p:sp>
        <p:nvSpPr>
          <p:cNvPr id="6" name="Text Placeholder 10">
            <a:extLst>
              <a:ext uri="{FF2B5EF4-FFF2-40B4-BE49-F238E27FC236}">
                <a16:creationId xmlns:a16="http://schemas.microsoft.com/office/drawing/2014/main" id="{AF7055BE-CD0F-6E9E-5992-4C7B9EF5FAB5}"/>
              </a:ext>
            </a:extLst>
          </p:cNvPr>
          <p:cNvSpPr>
            <a:spLocks noGrp="1"/>
          </p:cNvSpPr>
          <p:nvPr>
            <p:ph type="body" sz="quarter" idx="15" hasCustomPrompt="1"/>
          </p:nvPr>
        </p:nvSpPr>
        <p:spPr>
          <a:xfrm>
            <a:off x="457200" y="382446"/>
            <a:ext cx="3600000" cy="255227"/>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3405966486"/>
      </p:ext>
    </p:extLst>
  </p:cSld>
  <p:clrMapOvr>
    <a:masterClrMapping/>
  </p:clrMapOvr>
  <p:transition/>
</p:sldLayout>
</file>

<file path=ppt/slideLayouts/slideLayout246.xml><?xml version="1.0" encoding="utf-8"?>
<p:sldLayout xmlns:a="http://schemas.openxmlformats.org/drawingml/2006/main" xmlns:r="http://schemas.openxmlformats.org/officeDocument/2006/relationships" xmlns:p="http://schemas.openxmlformats.org/presentationml/2006/main" preserve="1" userDrawn="1">
  <p:cSld name="Case Study-1/6-Dark">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50FD50C-06F7-21CC-1F6A-D75586A5063A}"/>
              </a:ext>
            </a:extLst>
          </p:cNvPr>
          <p:cNvSpPr/>
          <p:nvPr userDrawn="1"/>
        </p:nvSpPr>
        <p:spPr bwMode="auto">
          <a:xfrm>
            <a:off x="5166"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56866651-9DE6-3C00-E38E-CCE80D604993}"/>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62367" y="6438901"/>
            <a:ext cx="540540" cy="190499"/>
          </a:xfrm>
          <a:prstGeom prst="rect">
            <a:avLst/>
          </a:prstGeom>
        </p:spPr>
      </p:pic>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9820274" y="0"/>
            <a:ext cx="2371723" cy="6858000"/>
          </a:xfrm>
          <a:prstGeom prst="rect">
            <a:avLst/>
          </a:prstGeom>
          <a:solidFill>
            <a:schemeClr val="tx1">
              <a:lumMod val="85000"/>
              <a:lumOff val="1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30894D8D-7B75-A627-E4B9-1C694A55CED1}"/>
              </a:ext>
            </a:extLst>
          </p:cNvPr>
          <p:cNvSpPr>
            <a:spLocks noGrp="1"/>
          </p:cNvSpPr>
          <p:nvPr>
            <p:ph type="title"/>
          </p:nvPr>
        </p:nvSpPr>
        <p:spPr>
          <a:xfrm>
            <a:off x="457200" y="723900"/>
            <a:ext cx="8252847" cy="457200"/>
          </a:xfrm>
        </p:spPr>
        <p:txBody>
          <a:bodyPr/>
          <a:lstStyle>
            <a:lvl1pPr>
              <a:defRPr b="1">
                <a:solidFill>
                  <a:schemeClr val="bg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E205EF53-7E88-FC61-2AD6-524C99515525}"/>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
        <p:nvSpPr>
          <p:cNvPr id="11" name="TextBox 10">
            <a:extLst>
              <a:ext uri="{FF2B5EF4-FFF2-40B4-BE49-F238E27FC236}">
                <a16:creationId xmlns:a16="http://schemas.microsoft.com/office/drawing/2014/main" id="{07BD1CA3-DE0B-7A9B-CE98-826ACE3DFEBF}"/>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12" name="Text Placeholder 3">
            <a:extLst>
              <a:ext uri="{FF2B5EF4-FFF2-40B4-BE49-F238E27FC236}">
                <a16:creationId xmlns:a16="http://schemas.microsoft.com/office/drawing/2014/main" id="{05F033AD-4765-5FA3-B45B-9232B4A16A8B}"/>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2920671219"/>
      </p:ext>
    </p:extLst>
  </p:cSld>
  <p:clrMapOvr>
    <a:masterClrMapping/>
  </p:clrMapOvr>
  <p:transition/>
</p:sldLayout>
</file>

<file path=ppt/slideLayouts/slideLayout247.xml><?xml version="1.0" encoding="utf-8"?>
<p:sldLayout xmlns:a="http://schemas.openxmlformats.org/drawingml/2006/main" xmlns:r="http://schemas.openxmlformats.org/officeDocument/2006/relationships" xmlns:p="http://schemas.openxmlformats.org/presentationml/2006/main" preserve="1" userDrawn="1">
  <p:cSld name="Case Study-1/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7907337" y="0"/>
            <a:ext cx="4284661"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AC395CC0-872C-69F3-88ED-BEF3B6BA983A}"/>
              </a:ext>
            </a:extLst>
          </p:cNvPr>
          <p:cNvSpPr>
            <a:spLocks noGrp="1"/>
          </p:cNvSpPr>
          <p:nvPr>
            <p:ph type="title"/>
          </p:nvPr>
        </p:nvSpPr>
        <p:spPr>
          <a:xfrm>
            <a:off x="457200" y="723900"/>
            <a:ext cx="5530849" cy="457200"/>
          </a:xfrm>
        </p:spPr>
        <p:txBody>
          <a:bodyPr/>
          <a:lstStyle>
            <a:lvl1pPr>
              <a:defRPr b="1">
                <a:solidFill>
                  <a:schemeClr val="tx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84DF7A43-01BC-022E-268E-6B2F50E13A7E}"/>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
        <p:nvSpPr>
          <p:cNvPr id="5" name="TextBox 4">
            <a:extLst>
              <a:ext uri="{FF2B5EF4-FFF2-40B4-BE49-F238E27FC236}">
                <a16:creationId xmlns:a16="http://schemas.microsoft.com/office/drawing/2014/main" id="{1FF6CAB9-3229-A377-2782-A27CB6B30495}"/>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6" name="Text Placeholder 3">
            <a:extLst>
              <a:ext uri="{FF2B5EF4-FFF2-40B4-BE49-F238E27FC236}">
                <a16:creationId xmlns:a16="http://schemas.microsoft.com/office/drawing/2014/main" id="{1B5412B9-D91D-8002-0693-897E81DD8C82}"/>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a:p>
        </p:txBody>
      </p:sp>
    </p:spTree>
    <p:extLst>
      <p:ext uri="{BB962C8B-B14F-4D97-AF65-F5344CB8AC3E}">
        <p14:creationId xmlns:p14="http://schemas.microsoft.com/office/powerpoint/2010/main" val="1875880171"/>
      </p:ext>
    </p:extLst>
  </p:cSld>
  <p:clrMapOvr>
    <a:masterClrMapping/>
  </p:clrMapOvr>
  <p:transition/>
</p:sldLayout>
</file>

<file path=ppt/slideLayouts/slideLayout248.xml><?xml version="1.0" encoding="utf-8"?>
<p:sldLayout xmlns:a="http://schemas.openxmlformats.org/drawingml/2006/main" xmlns:r="http://schemas.openxmlformats.org/officeDocument/2006/relationships" xmlns:p="http://schemas.openxmlformats.org/presentationml/2006/main" preserve="1" userDrawn="1">
  <p:cSld name="Case Study-1/3-Dark">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BF441E88-7FE8-D22E-100F-B090659320A1}"/>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BFA5AB7F-48A8-2636-3278-4702BB8C5753}"/>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7907337" y="0"/>
            <a:ext cx="4284661" cy="6858000"/>
          </a:xfrm>
          <a:prstGeom prst="rect">
            <a:avLst/>
          </a:prstGeom>
          <a:solidFill>
            <a:schemeClr val="tx1">
              <a:lumMod val="85000"/>
              <a:lumOff val="1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AC395CC0-872C-69F3-88ED-BEF3B6BA983A}"/>
              </a:ext>
            </a:extLst>
          </p:cNvPr>
          <p:cNvSpPr>
            <a:spLocks noGrp="1"/>
          </p:cNvSpPr>
          <p:nvPr>
            <p:ph type="title"/>
          </p:nvPr>
        </p:nvSpPr>
        <p:spPr>
          <a:xfrm>
            <a:off x="457200" y="723900"/>
            <a:ext cx="5530849" cy="457200"/>
          </a:xfrm>
        </p:spPr>
        <p:txBody>
          <a:bodyPr/>
          <a:lstStyle>
            <a:lvl1pPr>
              <a:defRPr b="1">
                <a:solidFill>
                  <a:schemeClr val="bg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84DF7A43-01BC-022E-268E-6B2F50E13A7E}"/>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
        <p:nvSpPr>
          <p:cNvPr id="11" name="TextBox 10">
            <a:extLst>
              <a:ext uri="{FF2B5EF4-FFF2-40B4-BE49-F238E27FC236}">
                <a16:creationId xmlns:a16="http://schemas.microsoft.com/office/drawing/2014/main" id="{64ACC802-5D81-6EBD-4496-14A01AE49DBC}"/>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12" name="Text Placeholder 3">
            <a:extLst>
              <a:ext uri="{FF2B5EF4-FFF2-40B4-BE49-F238E27FC236}">
                <a16:creationId xmlns:a16="http://schemas.microsoft.com/office/drawing/2014/main" id="{E233E5D9-D527-CAC4-3B1E-44AA802D7240}"/>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339122009"/>
      </p:ext>
    </p:extLst>
  </p:cSld>
  <p:clrMapOvr>
    <a:masterClrMapping/>
  </p:clrMapOvr>
  <p:transition/>
</p:sldLayout>
</file>

<file path=ppt/slideLayouts/slideLayout249.xml><?xml version="1.0" encoding="utf-8"?>
<p:sldLayout xmlns:a="http://schemas.openxmlformats.org/drawingml/2006/main" xmlns:r="http://schemas.openxmlformats.org/officeDocument/2006/relationships" xmlns:p="http://schemas.openxmlformats.org/presentationml/2006/main" preserve="1" userDrawn="1">
  <p:cSld name="Case Study-1/3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7907337" y="0"/>
            <a:ext cx="428466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extBox 2">
            <a:extLst>
              <a:ext uri="{FF2B5EF4-FFF2-40B4-BE49-F238E27FC236}">
                <a16:creationId xmlns:a16="http://schemas.microsoft.com/office/drawing/2014/main" id="{C79FDF51-3B9F-C5D8-7A84-09B7B6CB9E8B}"/>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4" name="Text Placeholder 3">
            <a:extLst>
              <a:ext uri="{FF2B5EF4-FFF2-40B4-BE49-F238E27FC236}">
                <a16:creationId xmlns:a16="http://schemas.microsoft.com/office/drawing/2014/main" id="{AFD3A15A-582D-3DDB-CC40-43726E84CA43}"/>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
        <p:nvSpPr>
          <p:cNvPr id="5" name="Title 1">
            <a:extLst>
              <a:ext uri="{FF2B5EF4-FFF2-40B4-BE49-F238E27FC236}">
                <a16:creationId xmlns:a16="http://schemas.microsoft.com/office/drawing/2014/main" id="{7D8F2DF5-DE6F-E2FC-0057-63CC04174C3F}"/>
              </a:ext>
            </a:extLst>
          </p:cNvPr>
          <p:cNvSpPr>
            <a:spLocks noGrp="1"/>
          </p:cNvSpPr>
          <p:nvPr>
            <p:ph type="title"/>
          </p:nvPr>
        </p:nvSpPr>
        <p:spPr>
          <a:xfrm>
            <a:off x="457200" y="723900"/>
            <a:ext cx="5764213" cy="457200"/>
          </a:xfrm>
        </p:spPr>
        <p:txBody>
          <a:bodyPr/>
          <a:lstStyle>
            <a:lvl1pPr>
              <a:defRPr b="1">
                <a:solidFill>
                  <a:schemeClr val="tx1"/>
                </a:solidFill>
                <a:latin typeface="+mn-lt"/>
              </a:defRPr>
            </a:lvl1pPr>
          </a:lstStyle>
          <a:p>
            <a:r>
              <a:rPr lang="en-GB"/>
              <a:t>Click to edit Master title style</a:t>
            </a:r>
            <a:endParaRPr lang="en-US"/>
          </a:p>
        </p:txBody>
      </p:sp>
      <p:sp>
        <p:nvSpPr>
          <p:cNvPr id="6" name="Text Placeholder 10">
            <a:extLst>
              <a:ext uri="{FF2B5EF4-FFF2-40B4-BE49-F238E27FC236}">
                <a16:creationId xmlns:a16="http://schemas.microsoft.com/office/drawing/2014/main" id="{74897430-924B-CB14-9A94-8DB20A76C701}"/>
              </a:ext>
            </a:extLst>
          </p:cNvPr>
          <p:cNvSpPr>
            <a:spLocks noGrp="1"/>
          </p:cNvSpPr>
          <p:nvPr>
            <p:ph type="body" sz="quarter" idx="15" hasCustomPrompt="1"/>
          </p:nvPr>
        </p:nvSpPr>
        <p:spPr>
          <a:xfrm>
            <a:off x="457200" y="382446"/>
            <a:ext cx="5764213" cy="255227"/>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734956762"/>
      </p:ext>
    </p:extLst>
  </p:cSld>
  <p:clrMapOvr>
    <a:masterClrMapping/>
  </p:clrMapOvr>
  <p:transition/>
</p:sldLayout>
</file>

<file path=ppt/slideLayouts/slideLayout250.xml><?xml version="1.0" encoding="utf-8"?>
<p:sldLayout xmlns:a="http://schemas.openxmlformats.org/drawingml/2006/main" xmlns:r="http://schemas.openxmlformats.org/officeDocument/2006/relationships" xmlns:p="http://schemas.openxmlformats.org/presentationml/2006/main" preserve="1" userDrawn="1">
  <p:cSld name="Case Study-1/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6095999" y="0"/>
            <a:ext cx="6096000"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9" name="Text Placeholder 10">
            <a:extLst>
              <a:ext uri="{FF2B5EF4-FFF2-40B4-BE49-F238E27FC236}">
                <a16:creationId xmlns:a16="http://schemas.microsoft.com/office/drawing/2014/main" id="{8BAA6E4E-7596-A644-93F2-6ABBAFCD6B70}"/>
              </a:ext>
            </a:extLst>
          </p:cNvPr>
          <p:cNvSpPr>
            <a:spLocks noGrp="1"/>
          </p:cNvSpPr>
          <p:nvPr>
            <p:ph type="body" sz="quarter" idx="10" hasCustomPrompt="1"/>
          </p:nvPr>
        </p:nvSpPr>
        <p:spPr>
          <a:xfrm>
            <a:off x="6582021" y="723900"/>
            <a:ext cx="2302297" cy="246221"/>
          </a:xfrm>
          <a:prstGeom prst="rect">
            <a:avLst/>
          </a:prstGeom>
          <a:noFill/>
        </p:spPr>
        <p:txBody>
          <a:bodyPr vert="horz" wrap="none" lIns="0" tIns="0" rIns="0" bIns="0" rtlCol="0" anchor="ctr">
            <a:spAutoFit/>
          </a:bodyPr>
          <a:lstStyle>
            <a:lvl1pPr>
              <a:defRPr lang="en-US" sz="1600" b="1" kern="800" cap="none" spc="130" baseline="0" smtClean="0">
                <a:solidFill>
                  <a:schemeClr val="tx1"/>
                </a:solidFill>
                <a:ea typeface="+mj-ea"/>
                <a:cs typeface="+mj-cs"/>
              </a:defRPr>
            </a:lvl1pPr>
            <a:lvl2pPr marL="171450" indent="0">
              <a:buNone/>
              <a:defRPr lang="en-US" sz="1350" smtClean="0"/>
            </a:lvl2pPr>
            <a:lvl3pPr>
              <a:defRPr lang="en-US" sz="1350" smtClean="0"/>
            </a:lvl3pPr>
            <a:lvl4pPr>
              <a:defRPr lang="en-US" sz="1350" smtClean="0"/>
            </a:lvl4pPr>
            <a:lvl5pPr>
              <a:defRPr lang="en-US" sz="1350"/>
            </a:lvl5pPr>
          </a:lstStyle>
          <a:p>
            <a:pPr marL="0" lvl="0">
              <a:lnSpc>
                <a:spcPct val="100000"/>
              </a:lnSpc>
              <a:spcBef>
                <a:spcPct val="0"/>
              </a:spcBef>
              <a:buNone/>
            </a:pPr>
            <a:r>
              <a:rPr lang="en-US"/>
              <a:t>Edit Master Text Styles</a:t>
            </a:r>
          </a:p>
        </p:txBody>
      </p:sp>
      <p:sp>
        <p:nvSpPr>
          <p:cNvPr id="10" name="Text Placeholder 10">
            <a:extLst>
              <a:ext uri="{FF2B5EF4-FFF2-40B4-BE49-F238E27FC236}">
                <a16:creationId xmlns:a16="http://schemas.microsoft.com/office/drawing/2014/main" id="{182FF9AB-2A1C-E54B-B99E-245DE32DDE96}"/>
              </a:ext>
            </a:extLst>
          </p:cNvPr>
          <p:cNvSpPr>
            <a:spLocks noGrp="1"/>
          </p:cNvSpPr>
          <p:nvPr>
            <p:ph type="body" sz="quarter" idx="18" hasCustomPrompt="1"/>
          </p:nvPr>
        </p:nvSpPr>
        <p:spPr>
          <a:xfrm>
            <a:off x="6582020" y="3200114"/>
            <a:ext cx="2302297" cy="246221"/>
          </a:xfrm>
          <a:prstGeom prst="rect">
            <a:avLst/>
          </a:prstGeom>
          <a:noFill/>
        </p:spPr>
        <p:txBody>
          <a:bodyPr vert="horz" wrap="none" lIns="0" tIns="0" rIns="0" bIns="0" rtlCol="0" anchor="ctr">
            <a:spAutoFit/>
          </a:bodyPr>
          <a:lstStyle>
            <a:lvl1pPr>
              <a:defRPr lang="en-US" sz="1600" b="1" kern="800" cap="none" spc="130" baseline="0" smtClean="0">
                <a:solidFill>
                  <a:schemeClr val="tx1"/>
                </a:solidFill>
                <a:ea typeface="+mj-ea"/>
                <a:cs typeface="+mj-cs"/>
              </a:defRPr>
            </a:lvl1pPr>
            <a:lvl2pPr marL="171450" indent="0">
              <a:buNone/>
              <a:defRPr lang="en-US" sz="1350" smtClean="0"/>
            </a:lvl2pPr>
            <a:lvl3pPr>
              <a:defRPr lang="en-US" sz="1350" smtClean="0"/>
            </a:lvl3pPr>
            <a:lvl4pPr>
              <a:defRPr lang="en-US" sz="1350" smtClean="0"/>
            </a:lvl4pPr>
            <a:lvl5pPr>
              <a:defRPr lang="en-US" sz="1350"/>
            </a:lvl5pPr>
          </a:lstStyle>
          <a:p>
            <a:pPr marL="0" lvl="0">
              <a:lnSpc>
                <a:spcPct val="100000"/>
              </a:lnSpc>
              <a:spcBef>
                <a:spcPct val="0"/>
              </a:spcBef>
              <a:buNone/>
            </a:pPr>
            <a:r>
              <a:rPr lang="en-US"/>
              <a:t>Edit Master Text Styles</a:t>
            </a:r>
          </a:p>
        </p:txBody>
      </p:sp>
      <p:sp>
        <p:nvSpPr>
          <p:cNvPr id="3" name="Title 1">
            <a:extLst>
              <a:ext uri="{FF2B5EF4-FFF2-40B4-BE49-F238E27FC236}">
                <a16:creationId xmlns:a16="http://schemas.microsoft.com/office/drawing/2014/main" id="{1ED9D0C0-2EBB-53F1-FD7B-7BFF49053303}"/>
              </a:ext>
            </a:extLst>
          </p:cNvPr>
          <p:cNvSpPr>
            <a:spLocks noGrp="1"/>
          </p:cNvSpPr>
          <p:nvPr>
            <p:ph type="title"/>
          </p:nvPr>
        </p:nvSpPr>
        <p:spPr>
          <a:xfrm>
            <a:off x="457200" y="723900"/>
            <a:ext cx="5530849" cy="457200"/>
          </a:xfrm>
        </p:spPr>
        <p:txBody>
          <a:bodyPr/>
          <a:lstStyle>
            <a:lvl1pPr>
              <a:defRPr b="1">
                <a:solidFill>
                  <a:schemeClr val="tx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EBF6AFA3-4B0B-A44E-C32C-9E35F112D736}"/>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
        <p:nvSpPr>
          <p:cNvPr id="5" name="TextBox 4">
            <a:extLst>
              <a:ext uri="{FF2B5EF4-FFF2-40B4-BE49-F238E27FC236}">
                <a16:creationId xmlns:a16="http://schemas.microsoft.com/office/drawing/2014/main" id="{2D7A437B-1C43-BD15-538B-E37E3F956D9A}"/>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6" name="Text Placeholder 3">
            <a:extLst>
              <a:ext uri="{FF2B5EF4-FFF2-40B4-BE49-F238E27FC236}">
                <a16:creationId xmlns:a16="http://schemas.microsoft.com/office/drawing/2014/main" id="{023EDF6C-81ED-D75B-14CE-F3906A1FF5DD}"/>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a:p>
        </p:txBody>
      </p:sp>
    </p:spTree>
    <p:extLst>
      <p:ext uri="{BB962C8B-B14F-4D97-AF65-F5344CB8AC3E}">
        <p14:creationId xmlns:p14="http://schemas.microsoft.com/office/powerpoint/2010/main" val="1038812970"/>
      </p:ext>
    </p:extLst>
  </p:cSld>
  <p:clrMapOvr>
    <a:masterClrMapping/>
  </p:clrMapOvr>
  <p:transition/>
</p:sldLayout>
</file>

<file path=ppt/slideLayouts/slideLayout251.xml><?xml version="1.0" encoding="utf-8"?>
<p:sldLayout xmlns:a="http://schemas.openxmlformats.org/drawingml/2006/main" xmlns:r="http://schemas.openxmlformats.org/officeDocument/2006/relationships" xmlns:p="http://schemas.openxmlformats.org/presentationml/2006/main" preserve="1" userDrawn="1">
  <p:cSld name="Case Study-1/2-Dark">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CE6C5343-68AD-9879-2727-7ECBCB6A1B23}"/>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EBEF0FAA-381C-3A89-42AF-830EF59119AC}"/>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56236"/>
            <a:ext cx="540540" cy="190499"/>
          </a:xfrm>
          <a:prstGeom prst="rect">
            <a:avLst/>
          </a:prstGeom>
        </p:spPr>
      </p:pic>
      <p:sp>
        <p:nvSpPr>
          <p:cNvPr id="11" name="TextBox 10">
            <a:extLst>
              <a:ext uri="{FF2B5EF4-FFF2-40B4-BE49-F238E27FC236}">
                <a16:creationId xmlns:a16="http://schemas.microsoft.com/office/drawing/2014/main" id="{8B24921F-F7DB-7A40-465F-85F610FC20C6}"/>
              </a:ext>
            </a:extLst>
          </p:cNvPr>
          <p:cNvSpPr txBox="1"/>
          <p:nvPr userDrawn="1"/>
        </p:nvSpPr>
        <p:spPr>
          <a:xfrm>
            <a:off x="10048875" y="6423925"/>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12" name="Text Placeholder 3">
            <a:extLst>
              <a:ext uri="{FF2B5EF4-FFF2-40B4-BE49-F238E27FC236}">
                <a16:creationId xmlns:a16="http://schemas.microsoft.com/office/drawing/2014/main" id="{64F018D9-6B5F-8BCB-BD75-7816BF58C56F}"/>
              </a:ext>
            </a:extLst>
          </p:cNvPr>
          <p:cNvSpPr txBox="1"/>
          <p:nvPr userDrawn="1"/>
        </p:nvSpPr>
        <p:spPr>
          <a:xfrm>
            <a:off x="11498094" y="6423926"/>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6095999" y="0"/>
            <a:ext cx="6096000" cy="6858000"/>
          </a:xfrm>
          <a:prstGeom prst="rect">
            <a:avLst/>
          </a:prstGeom>
          <a:solidFill>
            <a:schemeClr val="tx1">
              <a:lumMod val="85000"/>
              <a:lumOff val="1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9" name="Text Placeholder 10">
            <a:extLst>
              <a:ext uri="{FF2B5EF4-FFF2-40B4-BE49-F238E27FC236}">
                <a16:creationId xmlns:a16="http://schemas.microsoft.com/office/drawing/2014/main" id="{8BAA6E4E-7596-A644-93F2-6ABBAFCD6B70}"/>
              </a:ext>
            </a:extLst>
          </p:cNvPr>
          <p:cNvSpPr>
            <a:spLocks noGrp="1"/>
          </p:cNvSpPr>
          <p:nvPr>
            <p:ph type="body" sz="quarter" idx="10" hasCustomPrompt="1"/>
          </p:nvPr>
        </p:nvSpPr>
        <p:spPr>
          <a:xfrm>
            <a:off x="6582021" y="723900"/>
            <a:ext cx="2213811" cy="246221"/>
          </a:xfrm>
          <a:prstGeom prst="rect">
            <a:avLst/>
          </a:prstGeom>
          <a:noFill/>
        </p:spPr>
        <p:txBody>
          <a:bodyPr vert="horz" wrap="none" lIns="0" tIns="0" rIns="0" bIns="0" rtlCol="0" anchor="ctr">
            <a:spAutoFit/>
          </a:bodyPr>
          <a:lstStyle>
            <a:lvl1pPr>
              <a:defRPr lang="en-US" sz="1600" b="1" cap="none" spc="100" baseline="0" smtClean="0">
                <a:solidFill>
                  <a:schemeClr val="bg1"/>
                </a:solidFill>
                <a:ea typeface="+mj-ea"/>
                <a:cs typeface="+mj-cs"/>
              </a:defRPr>
            </a:lvl1pPr>
            <a:lvl2pPr marL="171450" indent="0">
              <a:buNone/>
              <a:defRPr lang="en-US" sz="1350" smtClean="0"/>
            </a:lvl2pPr>
            <a:lvl3pPr>
              <a:defRPr lang="en-US" sz="1350" smtClean="0"/>
            </a:lvl3pPr>
            <a:lvl4pPr>
              <a:defRPr lang="en-US" sz="1350" smtClean="0"/>
            </a:lvl4pPr>
            <a:lvl5pPr>
              <a:defRPr lang="en-US" sz="1350"/>
            </a:lvl5pPr>
          </a:lstStyle>
          <a:p>
            <a:pPr marL="0" lvl="0">
              <a:lnSpc>
                <a:spcPct val="100000"/>
              </a:lnSpc>
              <a:spcBef>
                <a:spcPct val="0"/>
              </a:spcBef>
              <a:buNone/>
            </a:pPr>
            <a:r>
              <a:rPr lang="en-US"/>
              <a:t>Edit Master Text Styles</a:t>
            </a:r>
          </a:p>
        </p:txBody>
      </p:sp>
      <p:sp>
        <p:nvSpPr>
          <p:cNvPr id="10" name="Text Placeholder 10">
            <a:extLst>
              <a:ext uri="{FF2B5EF4-FFF2-40B4-BE49-F238E27FC236}">
                <a16:creationId xmlns:a16="http://schemas.microsoft.com/office/drawing/2014/main" id="{182FF9AB-2A1C-E54B-B99E-245DE32DDE96}"/>
              </a:ext>
            </a:extLst>
          </p:cNvPr>
          <p:cNvSpPr>
            <a:spLocks noGrp="1"/>
          </p:cNvSpPr>
          <p:nvPr>
            <p:ph type="body" sz="quarter" idx="18" hasCustomPrompt="1"/>
          </p:nvPr>
        </p:nvSpPr>
        <p:spPr>
          <a:xfrm>
            <a:off x="6582020" y="3200114"/>
            <a:ext cx="2213811" cy="246221"/>
          </a:xfrm>
          <a:prstGeom prst="rect">
            <a:avLst/>
          </a:prstGeom>
          <a:noFill/>
        </p:spPr>
        <p:txBody>
          <a:bodyPr vert="horz" wrap="none" lIns="0" tIns="0" rIns="0" bIns="0" rtlCol="0" anchor="ctr">
            <a:spAutoFit/>
          </a:bodyPr>
          <a:lstStyle>
            <a:lvl1pPr>
              <a:defRPr lang="en-US" sz="1600" b="1" cap="none" spc="100" baseline="0" smtClean="0">
                <a:solidFill>
                  <a:schemeClr val="bg1"/>
                </a:solidFill>
                <a:ea typeface="+mj-ea"/>
                <a:cs typeface="+mj-cs"/>
              </a:defRPr>
            </a:lvl1pPr>
            <a:lvl2pPr marL="171450" indent="0">
              <a:buNone/>
              <a:defRPr lang="en-US" sz="1350" smtClean="0"/>
            </a:lvl2pPr>
            <a:lvl3pPr>
              <a:defRPr lang="en-US" sz="1350" smtClean="0"/>
            </a:lvl3pPr>
            <a:lvl4pPr>
              <a:defRPr lang="en-US" sz="1350" smtClean="0"/>
            </a:lvl4pPr>
            <a:lvl5pPr>
              <a:defRPr lang="en-US" sz="1350"/>
            </a:lvl5pPr>
          </a:lstStyle>
          <a:p>
            <a:pPr marL="0" lvl="0">
              <a:lnSpc>
                <a:spcPct val="100000"/>
              </a:lnSpc>
              <a:spcBef>
                <a:spcPct val="0"/>
              </a:spcBef>
              <a:buNone/>
            </a:pPr>
            <a:r>
              <a:rPr lang="en-US"/>
              <a:t>Edit Master Text Styles</a:t>
            </a:r>
          </a:p>
        </p:txBody>
      </p:sp>
      <p:sp>
        <p:nvSpPr>
          <p:cNvPr id="3" name="Title 1">
            <a:extLst>
              <a:ext uri="{FF2B5EF4-FFF2-40B4-BE49-F238E27FC236}">
                <a16:creationId xmlns:a16="http://schemas.microsoft.com/office/drawing/2014/main" id="{1ED9D0C0-2EBB-53F1-FD7B-7BFF49053303}"/>
              </a:ext>
            </a:extLst>
          </p:cNvPr>
          <p:cNvSpPr>
            <a:spLocks noGrp="1"/>
          </p:cNvSpPr>
          <p:nvPr>
            <p:ph type="title"/>
          </p:nvPr>
        </p:nvSpPr>
        <p:spPr>
          <a:xfrm>
            <a:off x="457200" y="723900"/>
            <a:ext cx="5530849" cy="457200"/>
          </a:xfrm>
        </p:spPr>
        <p:txBody>
          <a:bodyPr/>
          <a:lstStyle>
            <a:lvl1pPr>
              <a:defRPr b="1">
                <a:solidFill>
                  <a:schemeClr val="bg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EBF6AFA3-4B0B-A44E-C32C-9E35F112D736}"/>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
        <p:nvSpPr>
          <p:cNvPr id="5" name="TextBox 4">
            <a:extLst>
              <a:ext uri="{FF2B5EF4-FFF2-40B4-BE49-F238E27FC236}">
                <a16:creationId xmlns:a16="http://schemas.microsoft.com/office/drawing/2014/main" id="{2D7A437B-1C43-BD15-538B-E37E3F956D9A}"/>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6" name="Text Placeholder 3">
            <a:extLst>
              <a:ext uri="{FF2B5EF4-FFF2-40B4-BE49-F238E27FC236}">
                <a16:creationId xmlns:a16="http://schemas.microsoft.com/office/drawing/2014/main" id="{023EDF6C-81ED-D75B-14CE-F3906A1FF5DD}"/>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3695534371"/>
      </p:ext>
    </p:extLst>
  </p:cSld>
  <p:clrMapOvr>
    <a:masterClrMapping/>
  </p:clrMapOvr>
  <p:transition/>
</p:sldLayout>
</file>

<file path=ppt/slideLayouts/slideLayout252.xml><?xml version="1.0" encoding="utf-8"?>
<p:sldLayout xmlns:a="http://schemas.openxmlformats.org/drawingml/2006/main" xmlns:r="http://schemas.openxmlformats.org/officeDocument/2006/relationships" xmlns:p="http://schemas.openxmlformats.org/presentationml/2006/main" preserve="1" userDrawn="1">
  <p:cSld name="Case Study-1/2 Picture">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9870588-DEAA-3B45-9A4B-86DCE176308E}"/>
              </a:ext>
            </a:extLst>
          </p:cNvPr>
          <p:cNvSpPr/>
          <p:nvPr userDrawn="1"/>
        </p:nvSpPr>
        <p:spPr bwMode="auto">
          <a:xfrm flipH="1">
            <a:off x="6095999" y="0"/>
            <a:ext cx="6096000"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Picture Placeholder 2">
            <a:extLst>
              <a:ext uri="{FF2B5EF4-FFF2-40B4-BE49-F238E27FC236}">
                <a16:creationId xmlns:a16="http://schemas.microsoft.com/office/drawing/2014/main" id="{4571F9CF-CDF3-4EE6-A083-D93A58113454}"/>
              </a:ext>
            </a:extLst>
          </p:cNvPr>
          <p:cNvSpPr>
            <a:spLocks noGrp="1"/>
          </p:cNvSpPr>
          <p:nvPr>
            <p:ph type="pic" sz="quarter" idx="16"/>
          </p:nvPr>
        </p:nvSpPr>
        <p:spPr>
          <a:xfrm>
            <a:off x="6096000" y="0"/>
            <a:ext cx="6096000" cy="6858000"/>
          </a:xfrm>
          <a:prstGeom prst="rect">
            <a:avLst/>
          </a:prstGeom>
        </p:spPr>
        <p:txBody>
          <a:bodyPr/>
          <a:lstStyle/>
          <a:p>
            <a:r>
              <a:rPr lang="en-GB"/>
              <a:t>Click icon to add picture</a:t>
            </a:r>
            <a:endParaRPr lang="en-US"/>
          </a:p>
        </p:txBody>
      </p:sp>
      <p:sp>
        <p:nvSpPr>
          <p:cNvPr id="2" name="Title 1">
            <a:extLst>
              <a:ext uri="{FF2B5EF4-FFF2-40B4-BE49-F238E27FC236}">
                <a16:creationId xmlns:a16="http://schemas.microsoft.com/office/drawing/2014/main" id="{E740C5E2-D359-5FED-B284-19CF47A418DC}"/>
              </a:ext>
            </a:extLst>
          </p:cNvPr>
          <p:cNvSpPr>
            <a:spLocks noGrp="1"/>
          </p:cNvSpPr>
          <p:nvPr>
            <p:ph type="title"/>
          </p:nvPr>
        </p:nvSpPr>
        <p:spPr>
          <a:xfrm>
            <a:off x="457200" y="723900"/>
            <a:ext cx="5530849" cy="457200"/>
          </a:xfrm>
        </p:spPr>
        <p:txBody>
          <a:bodyPr/>
          <a:lstStyle>
            <a:lvl1pPr>
              <a:defRPr b="1">
                <a:solidFill>
                  <a:schemeClr val="tx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EA60CDFE-3A94-5F3A-0523-ABA560780070}"/>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
        <p:nvSpPr>
          <p:cNvPr id="5" name="TextBox 4">
            <a:extLst>
              <a:ext uri="{FF2B5EF4-FFF2-40B4-BE49-F238E27FC236}">
                <a16:creationId xmlns:a16="http://schemas.microsoft.com/office/drawing/2014/main" id="{1E7052EF-2C83-09DE-9638-F3492217FF7E}"/>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8" name="Text Placeholder 3">
            <a:extLst>
              <a:ext uri="{FF2B5EF4-FFF2-40B4-BE49-F238E27FC236}">
                <a16:creationId xmlns:a16="http://schemas.microsoft.com/office/drawing/2014/main" id="{997612B5-8615-3AC0-8239-012312B6FD99}"/>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a:p>
        </p:txBody>
      </p:sp>
    </p:spTree>
    <p:extLst>
      <p:ext uri="{BB962C8B-B14F-4D97-AF65-F5344CB8AC3E}">
        <p14:creationId xmlns:p14="http://schemas.microsoft.com/office/powerpoint/2010/main" val="3856165808"/>
      </p:ext>
    </p:extLst>
  </p:cSld>
  <p:clrMapOvr>
    <a:masterClrMapping/>
  </p:clrMapOvr>
  <p:transition/>
</p:sldLayout>
</file>

<file path=ppt/slideLayouts/slideLayout253.xml><?xml version="1.0" encoding="utf-8"?>
<p:sldLayout xmlns:a="http://schemas.openxmlformats.org/drawingml/2006/main" xmlns:r="http://schemas.openxmlformats.org/officeDocument/2006/relationships" xmlns:p="http://schemas.openxmlformats.org/presentationml/2006/main" preserve="1" userDrawn="1">
  <p:cSld name="Case Study-1/2 Picture-Dark">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72960BA-AA0C-9715-43A2-22B9050A4780}"/>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9" name="Graphic 8">
            <a:extLst>
              <a:ext uri="{FF2B5EF4-FFF2-40B4-BE49-F238E27FC236}">
                <a16:creationId xmlns:a16="http://schemas.microsoft.com/office/drawing/2014/main" id="{81783F67-AD13-06FC-C79E-DE6FBF4D057A}"/>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6" name="Rectangle 5">
            <a:extLst>
              <a:ext uri="{FF2B5EF4-FFF2-40B4-BE49-F238E27FC236}">
                <a16:creationId xmlns:a16="http://schemas.microsoft.com/office/drawing/2014/main" id="{49870588-DEAA-3B45-9A4B-86DCE176308E}"/>
              </a:ext>
            </a:extLst>
          </p:cNvPr>
          <p:cNvSpPr/>
          <p:nvPr userDrawn="1"/>
        </p:nvSpPr>
        <p:spPr bwMode="auto">
          <a:xfrm flipH="1">
            <a:off x="6095999" y="0"/>
            <a:ext cx="6096000"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Picture Placeholder 2">
            <a:extLst>
              <a:ext uri="{FF2B5EF4-FFF2-40B4-BE49-F238E27FC236}">
                <a16:creationId xmlns:a16="http://schemas.microsoft.com/office/drawing/2014/main" id="{4571F9CF-CDF3-4EE6-A083-D93A58113454}"/>
              </a:ext>
            </a:extLst>
          </p:cNvPr>
          <p:cNvSpPr>
            <a:spLocks noGrp="1"/>
          </p:cNvSpPr>
          <p:nvPr>
            <p:ph type="pic" sz="quarter" idx="16"/>
          </p:nvPr>
        </p:nvSpPr>
        <p:spPr>
          <a:xfrm>
            <a:off x="6096000" y="0"/>
            <a:ext cx="6096000" cy="6858000"/>
          </a:xfrm>
          <a:prstGeom prst="rect">
            <a:avLst/>
          </a:prstGeom>
          <a:solidFill>
            <a:schemeClr val="tx1">
              <a:lumMod val="85000"/>
              <a:lumOff val="15000"/>
            </a:schemeClr>
          </a:solidFill>
        </p:spPr>
        <p:txBody>
          <a:bodyPr/>
          <a:lstStyle/>
          <a:p>
            <a:r>
              <a:rPr lang="en-GB"/>
              <a:t>Click icon to add picture</a:t>
            </a:r>
            <a:endParaRPr lang="en-US"/>
          </a:p>
        </p:txBody>
      </p:sp>
      <p:sp>
        <p:nvSpPr>
          <p:cNvPr id="2" name="Title 1">
            <a:extLst>
              <a:ext uri="{FF2B5EF4-FFF2-40B4-BE49-F238E27FC236}">
                <a16:creationId xmlns:a16="http://schemas.microsoft.com/office/drawing/2014/main" id="{B2F414E4-F961-7DD4-8CFB-7B93DD10B689}"/>
              </a:ext>
            </a:extLst>
          </p:cNvPr>
          <p:cNvSpPr>
            <a:spLocks noGrp="1"/>
          </p:cNvSpPr>
          <p:nvPr>
            <p:ph type="title"/>
          </p:nvPr>
        </p:nvSpPr>
        <p:spPr>
          <a:xfrm>
            <a:off x="457200" y="723900"/>
            <a:ext cx="5530849" cy="457200"/>
          </a:xfrm>
        </p:spPr>
        <p:txBody>
          <a:bodyPr/>
          <a:lstStyle>
            <a:lvl1pPr>
              <a:defRPr b="1">
                <a:solidFill>
                  <a:schemeClr val="bg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B2BE525B-A1C0-1DD5-E075-79F96E71ED40}"/>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
        <p:nvSpPr>
          <p:cNvPr id="10" name="TextBox 9">
            <a:extLst>
              <a:ext uri="{FF2B5EF4-FFF2-40B4-BE49-F238E27FC236}">
                <a16:creationId xmlns:a16="http://schemas.microsoft.com/office/drawing/2014/main" id="{5067A229-8E7F-A1E8-7492-218AEFB06B0E}"/>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11" name="Text Placeholder 3">
            <a:extLst>
              <a:ext uri="{FF2B5EF4-FFF2-40B4-BE49-F238E27FC236}">
                <a16:creationId xmlns:a16="http://schemas.microsoft.com/office/drawing/2014/main" id="{371751A4-BF09-09F2-77C6-42F2F2AEB242}"/>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6364103"/>
      </p:ext>
    </p:extLst>
  </p:cSld>
  <p:clrMapOvr>
    <a:masterClrMapping/>
  </p:clrMapOvr>
  <p:transition/>
</p:sldLayout>
</file>

<file path=ppt/slideLayouts/slideLayout254.xml><?xml version="1.0" encoding="utf-8"?>
<p:sldLayout xmlns:a="http://schemas.openxmlformats.org/drawingml/2006/main" xmlns:r="http://schemas.openxmlformats.org/officeDocument/2006/relationships" xmlns:p="http://schemas.openxmlformats.org/presentationml/2006/main" preserve="1" userDrawn="1">
  <p:cSld name="Case Study-1/2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6095999" y="0"/>
            <a:ext cx="6096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4" name="TextBox 3">
            <a:extLst>
              <a:ext uri="{FF2B5EF4-FFF2-40B4-BE49-F238E27FC236}">
                <a16:creationId xmlns:a16="http://schemas.microsoft.com/office/drawing/2014/main" id="{ACB7486B-35A7-A3FF-6F44-2159B1E9FAD3}"/>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5" name="Text Placeholder 3">
            <a:extLst>
              <a:ext uri="{FF2B5EF4-FFF2-40B4-BE49-F238E27FC236}">
                <a16:creationId xmlns:a16="http://schemas.microsoft.com/office/drawing/2014/main" id="{B82A7F25-3763-4002-A844-19432F963122}"/>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
        <p:nvSpPr>
          <p:cNvPr id="6" name="Title 1">
            <a:extLst>
              <a:ext uri="{FF2B5EF4-FFF2-40B4-BE49-F238E27FC236}">
                <a16:creationId xmlns:a16="http://schemas.microsoft.com/office/drawing/2014/main" id="{9EBC1AB0-2CF4-70A1-0BD7-A9A57D9F98BB}"/>
              </a:ext>
            </a:extLst>
          </p:cNvPr>
          <p:cNvSpPr>
            <a:spLocks noGrp="1"/>
          </p:cNvSpPr>
          <p:nvPr>
            <p:ph type="title"/>
          </p:nvPr>
        </p:nvSpPr>
        <p:spPr>
          <a:xfrm>
            <a:off x="457200" y="723900"/>
            <a:ext cx="5342021" cy="457200"/>
          </a:xfrm>
        </p:spPr>
        <p:txBody>
          <a:bodyPr/>
          <a:lstStyle>
            <a:lvl1pPr>
              <a:defRPr b="1">
                <a:solidFill>
                  <a:schemeClr val="tx1"/>
                </a:solidFill>
                <a:latin typeface="+mn-lt"/>
              </a:defRPr>
            </a:lvl1pPr>
          </a:lstStyle>
          <a:p>
            <a:r>
              <a:rPr lang="en-GB"/>
              <a:t>Click to edit Master title style</a:t>
            </a:r>
            <a:endParaRPr lang="en-US"/>
          </a:p>
        </p:txBody>
      </p:sp>
      <p:sp>
        <p:nvSpPr>
          <p:cNvPr id="8" name="Text Placeholder 10">
            <a:extLst>
              <a:ext uri="{FF2B5EF4-FFF2-40B4-BE49-F238E27FC236}">
                <a16:creationId xmlns:a16="http://schemas.microsoft.com/office/drawing/2014/main" id="{9B299D4E-38EF-AC64-7836-1AD1E87996BE}"/>
              </a:ext>
            </a:extLst>
          </p:cNvPr>
          <p:cNvSpPr>
            <a:spLocks noGrp="1"/>
          </p:cNvSpPr>
          <p:nvPr>
            <p:ph type="body" sz="quarter" idx="15" hasCustomPrompt="1"/>
          </p:nvPr>
        </p:nvSpPr>
        <p:spPr>
          <a:xfrm>
            <a:off x="457200" y="382446"/>
            <a:ext cx="5342021" cy="255227"/>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237514984"/>
      </p:ext>
    </p:extLst>
  </p:cSld>
  <p:clrMapOvr>
    <a:masterClrMapping/>
  </p:clrMapOvr>
  <p:transition/>
</p:sldLayout>
</file>

<file path=ppt/slideLayouts/slideLayout255.xml><?xml version="1.0" encoding="utf-8"?>
<p:sldLayout xmlns:a="http://schemas.openxmlformats.org/drawingml/2006/main" xmlns:r="http://schemas.openxmlformats.org/officeDocument/2006/relationships" xmlns:p="http://schemas.openxmlformats.org/presentationml/2006/main" preserve="1" userDrawn="1">
  <p:cSld name="Case Study-1/2 Picture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D4D51ED0-4D08-4641-87AC-8F2B5E2A3B96}"/>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13" name="Picture Placeholder 2">
            <a:extLst>
              <a:ext uri="{FF2B5EF4-FFF2-40B4-BE49-F238E27FC236}">
                <a16:creationId xmlns:a16="http://schemas.microsoft.com/office/drawing/2014/main" id="{091CD3F7-14AE-A849-9B73-75D2354D4845}"/>
              </a:ext>
            </a:extLst>
          </p:cNvPr>
          <p:cNvSpPr>
            <a:spLocks noGrp="1"/>
          </p:cNvSpPr>
          <p:nvPr>
            <p:ph type="pic" sz="quarter" idx="16"/>
          </p:nvPr>
        </p:nvSpPr>
        <p:spPr>
          <a:xfrm>
            <a:off x="6096000" y="0"/>
            <a:ext cx="6096000" cy="6858000"/>
          </a:xfrm>
          <a:prstGeom prst="rect">
            <a:avLst/>
          </a:prstGeom>
        </p:spPr>
        <p:txBody>
          <a:bodyPr/>
          <a:lstStyle/>
          <a:p>
            <a:r>
              <a:rPr lang="en-GB"/>
              <a:t>Click icon to add picture</a:t>
            </a:r>
            <a:endParaRPr lang="en-US"/>
          </a:p>
        </p:txBody>
      </p:sp>
      <p:sp>
        <p:nvSpPr>
          <p:cNvPr id="3" name="TextBox 2">
            <a:extLst>
              <a:ext uri="{FF2B5EF4-FFF2-40B4-BE49-F238E27FC236}">
                <a16:creationId xmlns:a16="http://schemas.microsoft.com/office/drawing/2014/main" id="{90C6BA4E-CBCB-554D-CA98-146A521CFDF4}"/>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4" name="Text Placeholder 3">
            <a:extLst>
              <a:ext uri="{FF2B5EF4-FFF2-40B4-BE49-F238E27FC236}">
                <a16:creationId xmlns:a16="http://schemas.microsoft.com/office/drawing/2014/main" id="{E9BB62B8-4926-8E23-51B4-D8AC31708BB8}"/>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
        <p:nvSpPr>
          <p:cNvPr id="5" name="Title 1">
            <a:extLst>
              <a:ext uri="{FF2B5EF4-FFF2-40B4-BE49-F238E27FC236}">
                <a16:creationId xmlns:a16="http://schemas.microsoft.com/office/drawing/2014/main" id="{5A808058-9E6F-F0D8-A385-7B4C54766A2E}"/>
              </a:ext>
            </a:extLst>
          </p:cNvPr>
          <p:cNvSpPr>
            <a:spLocks noGrp="1"/>
          </p:cNvSpPr>
          <p:nvPr>
            <p:ph type="title"/>
          </p:nvPr>
        </p:nvSpPr>
        <p:spPr>
          <a:xfrm>
            <a:off x="457200" y="723900"/>
            <a:ext cx="5005137" cy="457200"/>
          </a:xfrm>
        </p:spPr>
        <p:txBody>
          <a:bodyPr/>
          <a:lstStyle>
            <a:lvl1pPr>
              <a:defRPr b="1">
                <a:solidFill>
                  <a:schemeClr val="bg1"/>
                </a:solidFill>
                <a:latin typeface="+mn-lt"/>
              </a:defRPr>
            </a:lvl1pPr>
          </a:lstStyle>
          <a:p>
            <a:r>
              <a:rPr lang="en-GB"/>
              <a:t>Click to edit Master title style</a:t>
            </a:r>
            <a:endParaRPr lang="en-US"/>
          </a:p>
        </p:txBody>
      </p:sp>
      <p:sp>
        <p:nvSpPr>
          <p:cNvPr id="6" name="Text Placeholder 10">
            <a:extLst>
              <a:ext uri="{FF2B5EF4-FFF2-40B4-BE49-F238E27FC236}">
                <a16:creationId xmlns:a16="http://schemas.microsoft.com/office/drawing/2014/main" id="{93D95AB9-CE03-7AFD-DBBE-C67756B352CB}"/>
              </a:ext>
            </a:extLst>
          </p:cNvPr>
          <p:cNvSpPr>
            <a:spLocks noGrp="1"/>
          </p:cNvSpPr>
          <p:nvPr>
            <p:ph type="body" sz="quarter" idx="15" hasCustomPrompt="1"/>
          </p:nvPr>
        </p:nvSpPr>
        <p:spPr>
          <a:xfrm>
            <a:off x="457200" y="382446"/>
            <a:ext cx="5005137" cy="255227"/>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750272952"/>
      </p:ext>
    </p:extLst>
  </p:cSld>
  <p:clrMapOvr>
    <a:masterClrMapping/>
  </p:clrMapOvr>
  <p:transition/>
</p:sldLayout>
</file>

<file path=ppt/slideLayouts/slideLayout256.xml><?xml version="1.0" encoding="utf-8"?>
<p:sldLayout xmlns:a="http://schemas.openxmlformats.org/drawingml/2006/main" xmlns:r="http://schemas.openxmlformats.org/officeDocument/2006/relationships" xmlns:p="http://schemas.openxmlformats.org/presentationml/2006/main" preserve="1" userDrawn="1">
  <p:cSld name="Case Study-2/3 Picture">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1657C14D-88D4-2E4E-B3D4-C2C8ABFC1A31}"/>
              </a:ext>
            </a:extLst>
          </p:cNvPr>
          <p:cNvSpPr/>
          <p:nvPr userDrawn="1"/>
        </p:nvSpPr>
        <p:spPr bwMode="auto">
          <a:xfrm>
            <a:off x="4302124" y="0"/>
            <a:ext cx="7889875"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14" name="Picture Placeholder 2">
            <a:extLst>
              <a:ext uri="{FF2B5EF4-FFF2-40B4-BE49-F238E27FC236}">
                <a16:creationId xmlns:a16="http://schemas.microsoft.com/office/drawing/2014/main" id="{B0B5FC9B-C94B-DD4C-B568-43367EF1D400}"/>
              </a:ext>
            </a:extLst>
          </p:cNvPr>
          <p:cNvSpPr>
            <a:spLocks noGrp="1"/>
          </p:cNvSpPr>
          <p:nvPr>
            <p:ph type="pic" sz="quarter" idx="16"/>
          </p:nvPr>
        </p:nvSpPr>
        <p:spPr>
          <a:xfrm>
            <a:off x="4314697" y="0"/>
            <a:ext cx="7877303" cy="6858000"/>
          </a:xfrm>
          <a:prstGeom prst="rect">
            <a:avLst/>
          </a:prstGeom>
        </p:spPr>
        <p:txBody>
          <a:bodyPr/>
          <a:lstStyle/>
          <a:p>
            <a:r>
              <a:rPr lang="en-GB"/>
              <a:t>Click icon to add picture</a:t>
            </a:r>
            <a:endParaRPr lang="en-US"/>
          </a:p>
        </p:txBody>
      </p:sp>
      <p:sp>
        <p:nvSpPr>
          <p:cNvPr id="2" name="Title 1">
            <a:extLst>
              <a:ext uri="{FF2B5EF4-FFF2-40B4-BE49-F238E27FC236}">
                <a16:creationId xmlns:a16="http://schemas.microsoft.com/office/drawing/2014/main" id="{5CC81004-83D3-1FD9-8DEB-8753B675234C}"/>
              </a:ext>
            </a:extLst>
          </p:cNvPr>
          <p:cNvSpPr>
            <a:spLocks noGrp="1"/>
          </p:cNvSpPr>
          <p:nvPr>
            <p:ph type="title"/>
          </p:nvPr>
        </p:nvSpPr>
        <p:spPr>
          <a:xfrm>
            <a:off x="457201" y="723900"/>
            <a:ext cx="3611880" cy="457200"/>
          </a:xfrm>
        </p:spPr>
        <p:txBody>
          <a:bodyPr/>
          <a:lstStyle>
            <a:lvl1pPr>
              <a:defRPr b="1">
                <a:solidFill>
                  <a:schemeClr val="tx1"/>
                </a:solidFill>
                <a:latin typeface="+mn-lt"/>
              </a:defRPr>
            </a:lvl1pPr>
          </a:lstStyle>
          <a:p>
            <a:r>
              <a:rPr lang="en-GB"/>
              <a:t>Click to edit Master title style</a:t>
            </a:r>
            <a:endParaRPr lang="en-US"/>
          </a:p>
        </p:txBody>
      </p:sp>
      <p:sp>
        <p:nvSpPr>
          <p:cNvPr id="3" name="Text Placeholder 10">
            <a:extLst>
              <a:ext uri="{FF2B5EF4-FFF2-40B4-BE49-F238E27FC236}">
                <a16:creationId xmlns:a16="http://schemas.microsoft.com/office/drawing/2014/main" id="{6B05C9E2-FF8C-3AB5-99B5-2786F045CA73}"/>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
        <p:nvSpPr>
          <p:cNvPr id="4" name="TextBox 3">
            <a:extLst>
              <a:ext uri="{FF2B5EF4-FFF2-40B4-BE49-F238E27FC236}">
                <a16:creationId xmlns:a16="http://schemas.microsoft.com/office/drawing/2014/main" id="{7093178D-6CC8-41D7-8CEB-9ED5EE67A4BD}"/>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5" name="Text Placeholder 3">
            <a:extLst>
              <a:ext uri="{FF2B5EF4-FFF2-40B4-BE49-F238E27FC236}">
                <a16:creationId xmlns:a16="http://schemas.microsoft.com/office/drawing/2014/main" id="{ACC52C08-BA77-F41F-7A2A-48DD915C7E8E}"/>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a:p>
        </p:txBody>
      </p:sp>
    </p:spTree>
    <p:extLst>
      <p:ext uri="{BB962C8B-B14F-4D97-AF65-F5344CB8AC3E}">
        <p14:creationId xmlns:p14="http://schemas.microsoft.com/office/powerpoint/2010/main" val="2401347417"/>
      </p:ext>
    </p:extLst>
  </p:cSld>
  <p:clrMapOvr>
    <a:masterClrMapping/>
  </p:clrMapOvr>
  <p:transition/>
</p:sldLayout>
</file>

<file path=ppt/slideLayouts/slideLayout257.xml><?xml version="1.0" encoding="utf-8"?>
<p:sldLayout xmlns:a="http://schemas.openxmlformats.org/drawingml/2006/main" xmlns:r="http://schemas.openxmlformats.org/officeDocument/2006/relationships" xmlns:p="http://schemas.openxmlformats.org/presentationml/2006/main" preserve="1" userDrawn="1">
  <p:cSld name="Case Study-2/3 Picture-Dar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91463925-928E-4FE1-B9E5-B83141A2C221}"/>
              </a:ext>
            </a:extLst>
          </p:cNvPr>
          <p:cNvSpPr/>
          <p:nvPr userDrawn="1"/>
        </p:nvSpPr>
        <p:spPr bwMode="auto">
          <a:xfrm>
            <a:off x="-1"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7" name="Graphic 6">
            <a:extLst>
              <a:ext uri="{FF2B5EF4-FFF2-40B4-BE49-F238E27FC236}">
                <a16:creationId xmlns:a16="http://schemas.microsoft.com/office/drawing/2014/main" id="{C169AD5E-5F94-E6C0-0DB3-77E8A5A0D3C0}"/>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0" y="6438901"/>
            <a:ext cx="540540" cy="190499"/>
          </a:xfrm>
          <a:prstGeom prst="rect">
            <a:avLst/>
          </a:prstGeom>
        </p:spPr>
      </p:pic>
      <p:sp>
        <p:nvSpPr>
          <p:cNvPr id="8" name="TextBox 7">
            <a:extLst>
              <a:ext uri="{FF2B5EF4-FFF2-40B4-BE49-F238E27FC236}">
                <a16:creationId xmlns:a16="http://schemas.microsoft.com/office/drawing/2014/main" id="{D63DBF0C-CA25-003D-B5D8-6EE24C1F808C}"/>
              </a:ext>
            </a:extLst>
          </p:cNvPr>
          <p:cNvSpPr txBox="1"/>
          <p:nvPr userDrawn="1"/>
        </p:nvSpPr>
        <p:spPr>
          <a:xfrm>
            <a:off x="10048874"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10" name="Text Placeholder 3">
            <a:extLst>
              <a:ext uri="{FF2B5EF4-FFF2-40B4-BE49-F238E27FC236}">
                <a16:creationId xmlns:a16="http://schemas.microsoft.com/office/drawing/2014/main" id="{697B36E0-E687-34C7-ACB3-F681FF77C582}"/>
              </a:ext>
            </a:extLst>
          </p:cNvPr>
          <p:cNvSpPr txBox="1"/>
          <p:nvPr userDrawn="1"/>
        </p:nvSpPr>
        <p:spPr>
          <a:xfrm>
            <a:off x="11498093"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
        <p:nvSpPr>
          <p:cNvPr id="9" name="Rectangle 8">
            <a:extLst>
              <a:ext uri="{FF2B5EF4-FFF2-40B4-BE49-F238E27FC236}">
                <a16:creationId xmlns:a16="http://schemas.microsoft.com/office/drawing/2014/main" id="{1657C14D-88D4-2E4E-B3D4-C2C8ABFC1A31}"/>
              </a:ext>
            </a:extLst>
          </p:cNvPr>
          <p:cNvSpPr/>
          <p:nvPr userDrawn="1"/>
        </p:nvSpPr>
        <p:spPr bwMode="auto">
          <a:xfrm>
            <a:off x="4302124" y="0"/>
            <a:ext cx="7889875"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14" name="Picture Placeholder 2">
            <a:extLst>
              <a:ext uri="{FF2B5EF4-FFF2-40B4-BE49-F238E27FC236}">
                <a16:creationId xmlns:a16="http://schemas.microsoft.com/office/drawing/2014/main" id="{B0B5FC9B-C94B-DD4C-B568-43367EF1D400}"/>
              </a:ext>
            </a:extLst>
          </p:cNvPr>
          <p:cNvSpPr>
            <a:spLocks noGrp="1"/>
          </p:cNvSpPr>
          <p:nvPr>
            <p:ph type="pic" sz="quarter" idx="16"/>
          </p:nvPr>
        </p:nvSpPr>
        <p:spPr>
          <a:xfrm>
            <a:off x="4314697" y="0"/>
            <a:ext cx="7877303" cy="6858000"/>
          </a:xfrm>
          <a:prstGeom prst="rect">
            <a:avLst/>
          </a:prstGeom>
          <a:solidFill>
            <a:schemeClr val="tx1">
              <a:lumMod val="85000"/>
              <a:lumOff val="15000"/>
            </a:schemeClr>
          </a:solidFill>
        </p:spPr>
        <p:txBody>
          <a:bodyPr/>
          <a:lstStyle/>
          <a:p>
            <a:r>
              <a:rPr lang="en-GB"/>
              <a:t>Click icon to add picture</a:t>
            </a:r>
            <a:endParaRPr lang="en-US"/>
          </a:p>
        </p:txBody>
      </p:sp>
      <p:sp>
        <p:nvSpPr>
          <p:cNvPr id="2" name="Title 1">
            <a:extLst>
              <a:ext uri="{FF2B5EF4-FFF2-40B4-BE49-F238E27FC236}">
                <a16:creationId xmlns:a16="http://schemas.microsoft.com/office/drawing/2014/main" id="{5CC81004-83D3-1FD9-8DEB-8753B675234C}"/>
              </a:ext>
            </a:extLst>
          </p:cNvPr>
          <p:cNvSpPr>
            <a:spLocks noGrp="1"/>
          </p:cNvSpPr>
          <p:nvPr>
            <p:ph type="title"/>
          </p:nvPr>
        </p:nvSpPr>
        <p:spPr>
          <a:xfrm>
            <a:off x="457201" y="723900"/>
            <a:ext cx="3611880" cy="457200"/>
          </a:xfrm>
        </p:spPr>
        <p:txBody>
          <a:bodyPr/>
          <a:lstStyle>
            <a:lvl1pPr>
              <a:defRPr b="1">
                <a:solidFill>
                  <a:schemeClr val="bg1"/>
                </a:solidFill>
                <a:latin typeface="+mn-lt"/>
              </a:defRPr>
            </a:lvl1pPr>
          </a:lstStyle>
          <a:p>
            <a:r>
              <a:rPr lang="en-GB"/>
              <a:t>Click to edit Master title style</a:t>
            </a:r>
            <a:endParaRPr lang="en-US"/>
          </a:p>
        </p:txBody>
      </p:sp>
      <p:sp>
        <p:nvSpPr>
          <p:cNvPr id="3" name="Text Placeholder 10">
            <a:extLst>
              <a:ext uri="{FF2B5EF4-FFF2-40B4-BE49-F238E27FC236}">
                <a16:creationId xmlns:a16="http://schemas.microsoft.com/office/drawing/2014/main" id="{6B05C9E2-FF8C-3AB5-99B5-2786F045CA73}"/>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
        <p:nvSpPr>
          <p:cNvPr id="4" name="TextBox 3">
            <a:extLst>
              <a:ext uri="{FF2B5EF4-FFF2-40B4-BE49-F238E27FC236}">
                <a16:creationId xmlns:a16="http://schemas.microsoft.com/office/drawing/2014/main" id="{7093178D-6CC8-41D7-8CEB-9ED5EE67A4BD}"/>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5" name="Text Placeholder 3">
            <a:extLst>
              <a:ext uri="{FF2B5EF4-FFF2-40B4-BE49-F238E27FC236}">
                <a16:creationId xmlns:a16="http://schemas.microsoft.com/office/drawing/2014/main" id="{ACC52C08-BA77-F41F-7A2A-48DD915C7E8E}"/>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2645765844"/>
      </p:ext>
    </p:extLst>
  </p:cSld>
  <p:clrMapOvr>
    <a:masterClrMapping/>
  </p:clrMapOvr>
  <p:transition/>
</p:sldLayout>
</file>

<file path=ppt/slideLayouts/slideLayout258.xml><?xml version="1.0" encoding="utf-8"?>
<p:sldLayout xmlns:a="http://schemas.openxmlformats.org/drawingml/2006/main" xmlns:r="http://schemas.openxmlformats.org/officeDocument/2006/relationships" xmlns:p="http://schemas.openxmlformats.org/presentationml/2006/main" preserve="1" userDrawn="1">
  <p:cSld name="Case Study-MockUp">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2378075"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11" name="Title 1"/>
          <p:cNvSpPr>
            <a:spLocks noGrp="1"/>
          </p:cNvSpPr>
          <p:nvPr>
            <p:ph type="title"/>
          </p:nvPr>
        </p:nvSpPr>
        <p:spPr>
          <a:xfrm>
            <a:off x="4303841" y="1600200"/>
            <a:ext cx="4797425" cy="338554"/>
          </a:xfrm>
        </p:spPr>
        <p:txBody>
          <a:bodyPr>
            <a:spAutoFit/>
          </a:bodyPr>
          <a:lstStyle>
            <a:lvl1pPr>
              <a:defRPr b="1">
                <a:solidFill>
                  <a:schemeClr val="tx1"/>
                </a:solidFill>
                <a:latin typeface="+mn-lt"/>
              </a:defRPr>
            </a:lvl1pPr>
          </a:lstStyle>
          <a:p>
            <a:r>
              <a:rPr lang="en-GB"/>
              <a:t>Click to edit Master title style</a:t>
            </a:r>
            <a:endParaRPr lang="en-US"/>
          </a:p>
        </p:txBody>
      </p:sp>
      <p:sp>
        <p:nvSpPr>
          <p:cNvPr id="10" name="Text Placeholder 2">
            <a:extLst>
              <a:ext uri="{FF2B5EF4-FFF2-40B4-BE49-F238E27FC236}">
                <a16:creationId xmlns:a16="http://schemas.microsoft.com/office/drawing/2014/main" id="{DCFE7496-2B11-468F-A424-81EF7552D417}"/>
              </a:ext>
            </a:extLst>
          </p:cNvPr>
          <p:cNvSpPr>
            <a:spLocks noGrp="1"/>
          </p:cNvSpPr>
          <p:nvPr>
            <p:ph type="body" sz="quarter" idx="17" hasCustomPrompt="1"/>
          </p:nvPr>
        </p:nvSpPr>
        <p:spPr>
          <a:xfrm>
            <a:off x="4316414" y="2286000"/>
            <a:ext cx="4784852" cy="3657600"/>
          </a:xfrm>
          <a:prstGeom prst="rect">
            <a:avLst/>
          </a:prstGeom>
        </p:spPr>
        <p:txBody>
          <a:bodyPr/>
          <a:lstStyle>
            <a:lvl1pPr>
              <a:defRPr sz="1600">
                <a:solidFill>
                  <a:schemeClr val="tx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 scrambled it to make a type specimen book. It has survived not only five centuries, but also the leap into electronic typesetting, remaining essentially unchanged. It was popularised in the 1960s with the release of Letraset sheets containing Lorem Ipsum passages, and more recently with desktop publishing software like Aldus PageMaker including versions of Lorem Ipsum.</a:t>
            </a:r>
          </a:p>
        </p:txBody>
      </p:sp>
      <p:pic>
        <p:nvPicPr>
          <p:cNvPr id="12" name="Graphic 11">
            <a:extLst>
              <a:ext uri="{FF2B5EF4-FFF2-40B4-BE49-F238E27FC236}">
                <a16:creationId xmlns:a16="http://schemas.microsoft.com/office/drawing/2014/main" id="{15EB0785-A8B2-B844-97DC-362F6DEDBA7A}"/>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Tree>
    <p:extLst>
      <p:ext uri="{BB962C8B-B14F-4D97-AF65-F5344CB8AC3E}">
        <p14:creationId xmlns:p14="http://schemas.microsoft.com/office/powerpoint/2010/main" val="1462490085"/>
      </p:ext>
    </p:extLst>
  </p:cSld>
  <p:clrMapOvr>
    <a:masterClrMapping/>
  </p:clrMapOvr>
  <p:transition/>
</p:sldLayout>
</file>

<file path=ppt/slideLayouts/slideLayout259.xml><?xml version="1.0" encoding="utf-8"?>
<p:sldLayout xmlns:a="http://schemas.openxmlformats.org/drawingml/2006/main" xmlns:r="http://schemas.openxmlformats.org/officeDocument/2006/relationships" xmlns:p="http://schemas.openxmlformats.org/presentationml/2006/main" preserve="1" userDrawn="1">
  <p:cSld name="Case Study-MockUp-Dark">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7D6310AE-15DA-337B-9B5E-33A904BF3549}"/>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2378075" cy="6858000"/>
          </a:xfrm>
          <a:prstGeom prst="rect">
            <a:avLst/>
          </a:prstGeom>
          <a:solidFill>
            <a:schemeClr val="tx1">
              <a:lumMod val="85000"/>
              <a:lumOff val="1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11" name="Title 1"/>
          <p:cNvSpPr>
            <a:spLocks noGrp="1"/>
          </p:cNvSpPr>
          <p:nvPr>
            <p:ph type="title"/>
          </p:nvPr>
        </p:nvSpPr>
        <p:spPr>
          <a:xfrm>
            <a:off x="4303841" y="1600200"/>
            <a:ext cx="4797425" cy="338554"/>
          </a:xfrm>
        </p:spPr>
        <p:txBody>
          <a:bodyPr>
            <a:spAutoFit/>
          </a:bodyPr>
          <a:lstStyle>
            <a:lvl1pPr>
              <a:defRPr b="1">
                <a:solidFill>
                  <a:schemeClr val="bg1"/>
                </a:solidFill>
                <a:latin typeface="+mn-lt"/>
              </a:defRPr>
            </a:lvl1pPr>
          </a:lstStyle>
          <a:p>
            <a:r>
              <a:rPr lang="en-GB"/>
              <a:t>Click to edit Master title style</a:t>
            </a:r>
            <a:endParaRPr lang="en-US"/>
          </a:p>
        </p:txBody>
      </p:sp>
      <p:sp>
        <p:nvSpPr>
          <p:cNvPr id="10" name="Text Placeholder 2">
            <a:extLst>
              <a:ext uri="{FF2B5EF4-FFF2-40B4-BE49-F238E27FC236}">
                <a16:creationId xmlns:a16="http://schemas.microsoft.com/office/drawing/2014/main" id="{DCFE7496-2B11-468F-A424-81EF7552D417}"/>
              </a:ext>
            </a:extLst>
          </p:cNvPr>
          <p:cNvSpPr>
            <a:spLocks noGrp="1"/>
          </p:cNvSpPr>
          <p:nvPr>
            <p:ph type="body" sz="quarter" idx="17" hasCustomPrompt="1"/>
          </p:nvPr>
        </p:nvSpPr>
        <p:spPr>
          <a:xfrm>
            <a:off x="4316414" y="2286000"/>
            <a:ext cx="4784852" cy="3657600"/>
          </a:xfrm>
          <a:prstGeom prst="rect">
            <a:avLst/>
          </a:prstGeom>
        </p:spPr>
        <p:txBody>
          <a:bodyPr/>
          <a:lstStyle>
            <a:lvl1pPr>
              <a:defRPr sz="1600">
                <a:solidFill>
                  <a:schemeClr val="bg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 scrambled it to make a type specimen book. It has survived not only five centuries, but also the leap into electronic typesetting, remaining essentially unchanged. It was popularised in the 1960s with the release of Letraset sheets containing Lorem Ipsum passages, and more recently with desktop publishing software like Aldus PageMaker including versions of Lorem Ipsum.</a:t>
            </a:r>
          </a:p>
        </p:txBody>
      </p:sp>
      <p:pic>
        <p:nvPicPr>
          <p:cNvPr id="4" name="Graphic 3">
            <a:extLst>
              <a:ext uri="{FF2B5EF4-FFF2-40B4-BE49-F238E27FC236}">
                <a16:creationId xmlns:a16="http://schemas.microsoft.com/office/drawing/2014/main" id="{C4F314DE-C7E3-7237-4318-0407E44F5726}"/>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5" name="TextBox 4">
            <a:extLst>
              <a:ext uri="{FF2B5EF4-FFF2-40B4-BE49-F238E27FC236}">
                <a16:creationId xmlns:a16="http://schemas.microsoft.com/office/drawing/2014/main" id="{9A5B1A98-E850-C3DE-38BF-EFAE0A2DC98C}"/>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6" name="Text Placeholder 3">
            <a:extLst>
              <a:ext uri="{FF2B5EF4-FFF2-40B4-BE49-F238E27FC236}">
                <a16:creationId xmlns:a16="http://schemas.microsoft.com/office/drawing/2014/main" id="{6E6FC5F8-7CE5-D29D-2CCA-C5715CDD43BD}"/>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2453752613"/>
      </p:ext>
    </p:extLst>
  </p:cSld>
  <p:clrMapOvr>
    <a:masterClrMapping/>
  </p:clrMapOvr>
  <p:transition/>
</p:sldLayout>
</file>

<file path=ppt/slideLayouts/slideLayout260.xml><?xml version="1.0" encoding="utf-8"?>
<p:sldLayout xmlns:a="http://schemas.openxmlformats.org/drawingml/2006/main" xmlns:r="http://schemas.openxmlformats.org/officeDocument/2006/relationships" xmlns:p="http://schemas.openxmlformats.org/presentationml/2006/main" preserve="1" userDrawn="1">
  <p:cSld name="Case Study-Mock Up Lef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7180263"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ECD48285-8885-4D22-8AE4-172AF6114199}"/>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3" name="Title 1">
            <a:extLst>
              <a:ext uri="{FF2B5EF4-FFF2-40B4-BE49-F238E27FC236}">
                <a16:creationId xmlns:a16="http://schemas.microsoft.com/office/drawing/2014/main" id="{15F520A7-9AB7-29A3-F6E1-6EDE842DFA3A}"/>
              </a:ext>
            </a:extLst>
          </p:cNvPr>
          <p:cNvSpPr>
            <a:spLocks noGrp="1"/>
          </p:cNvSpPr>
          <p:nvPr>
            <p:ph type="title"/>
          </p:nvPr>
        </p:nvSpPr>
        <p:spPr>
          <a:xfrm>
            <a:off x="457200" y="723900"/>
            <a:ext cx="5530849" cy="457200"/>
          </a:xfrm>
        </p:spPr>
        <p:txBody>
          <a:bodyPr/>
          <a:lstStyle>
            <a:lvl1pPr>
              <a:defRPr b="1">
                <a:solidFill>
                  <a:schemeClr val="tx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B35B6FBE-AD77-73FE-AB75-C5B0A0FF3DDF}"/>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pic>
        <p:nvPicPr>
          <p:cNvPr id="5" name="Picture 2">
            <a:extLst>
              <a:ext uri="{FF2B5EF4-FFF2-40B4-BE49-F238E27FC236}">
                <a16:creationId xmlns:a16="http://schemas.microsoft.com/office/drawing/2014/main" id="{C0C50A8A-9A68-8867-6063-F396C14291FA}"/>
              </a:ext>
            </a:extLst>
          </p:cNvPr>
          <p:cNvPicPr>
            <a:picLocks noChangeAspect="1" noChangeArrowheads="1"/>
          </p:cNvPicPr>
          <p:nvPr userDrawn="1"/>
        </p:nvPicPr>
        <p:blipFill>
          <a:blip r:embed="rId3">
            <a:biLevel thresh="50000"/>
            <a:extLst>
              <a:ext uri="{28A0092B-C50C-407E-A947-70E740481C1C}">
                <a14:useLocalDpi xmlns:a14="http://schemas.microsoft.com/office/drawing/2010/main" val="0"/>
              </a:ext>
            </a:extLst>
          </a:blip>
          <a:srcRect/>
          <a:stretch>
            <a:fillRect/>
          </a:stretch>
        </p:blipFill>
        <p:spPr bwMode="auto">
          <a:xfrm>
            <a:off x="1341856" y="6434742"/>
            <a:ext cx="807619" cy="190800"/>
          </a:xfrm>
          <a:prstGeom prst="rect">
            <a:avLst/>
          </a:prstGeom>
          <a:noFill/>
          <a:extLst>
            <a:ext uri="{909E8E84-426E-40DD-AFC4-6F175D3DCCD1}">
              <a14:hiddenFill xmlns:a14="http://schemas.microsoft.com/office/drawing/2010/main">
                <a:solidFill>
                  <a:srgbClr val="FFFFFF"/>
                </a:solidFill>
              </a14:hiddenFill>
            </a:ext>
          </a:extLst>
        </p:spPr>
      </p:pic>
      <p:cxnSp>
        <p:nvCxnSpPr>
          <p:cNvPr id="6" name="Straight Connector 5">
            <a:extLst>
              <a:ext uri="{FF2B5EF4-FFF2-40B4-BE49-F238E27FC236}">
                <a16:creationId xmlns:a16="http://schemas.microsoft.com/office/drawing/2014/main" id="{B7E2FC71-43F2-A59B-16E6-F20AFDCEFA56}"/>
              </a:ext>
            </a:extLst>
          </p:cNvPr>
          <p:cNvCxnSpPr/>
          <p:nvPr userDrawn="1"/>
        </p:nvCxnSpPr>
        <p:spPr>
          <a:xfrm>
            <a:off x="1169798" y="6434742"/>
            <a:ext cx="0" cy="1908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56738609"/>
      </p:ext>
    </p:extLst>
  </p:cSld>
  <p:clrMapOvr>
    <a:masterClrMapping/>
  </p:clrMapOvr>
  <p:transition/>
</p:sldLayout>
</file>

<file path=ppt/slideLayouts/slideLayout261.xml><?xml version="1.0" encoding="utf-8"?>
<p:sldLayout xmlns:a="http://schemas.openxmlformats.org/drawingml/2006/main" xmlns:r="http://schemas.openxmlformats.org/officeDocument/2006/relationships" xmlns:p="http://schemas.openxmlformats.org/presentationml/2006/main" preserve="1" userDrawn="1">
  <p:cSld name="Case Study-Mock Up Left-Dark">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C69C4A8F-5B1E-7B0E-CAF7-B9F33D92C844}"/>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7180263" cy="6858000"/>
          </a:xfrm>
          <a:prstGeom prst="rect">
            <a:avLst/>
          </a:prstGeom>
          <a:solidFill>
            <a:schemeClr val="tx1">
              <a:lumMod val="85000"/>
              <a:lumOff val="1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15F520A7-9AB7-29A3-F6E1-6EDE842DFA3A}"/>
              </a:ext>
            </a:extLst>
          </p:cNvPr>
          <p:cNvSpPr>
            <a:spLocks noGrp="1"/>
          </p:cNvSpPr>
          <p:nvPr>
            <p:ph type="title"/>
          </p:nvPr>
        </p:nvSpPr>
        <p:spPr>
          <a:xfrm>
            <a:off x="457200" y="723900"/>
            <a:ext cx="5530849" cy="457200"/>
          </a:xfrm>
        </p:spPr>
        <p:txBody>
          <a:bodyPr/>
          <a:lstStyle>
            <a:lvl1pPr>
              <a:defRPr b="1">
                <a:solidFill>
                  <a:schemeClr val="bg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B35B6FBE-AD77-73FE-AB75-C5B0A0FF3DDF}"/>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pic>
        <p:nvPicPr>
          <p:cNvPr id="6" name="Graphic 5">
            <a:extLst>
              <a:ext uri="{FF2B5EF4-FFF2-40B4-BE49-F238E27FC236}">
                <a16:creationId xmlns:a16="http://schemas.microsoft.com/office/drawing/2014/main" id="{1D6F42AB-F517-759C-A3C4-63443ED771DD}"/>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7" name="TextBox 6">
            <a:extLst>
              <a:ext uri="{FF2B5EF4-FFF2-40B4-BE49-F238E27FC236}">
                <a16:creationId xmlns:a16="http://schemas.microsoft.com/office/drawing/2014/main" id="{714E9D77-5CF8-5131-6018-48DF58117ECE}"/>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9" name="Text Placeholder 3">
            <a:extLst>
              <a:ext uri="{FF2B5EF4-FFF2-40B4-BE49-F238E27FC236}">
                <a16:creationId xmlns:a16="http://schemas.microsoft.com/office/drawing/2014/main" id="{334280A7-4796-759A-6B00-0444E865A6A0}"/>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1602611254"/>
      </p:ext>
    </p:extLst>
  </p:cSld>
  <p:clrMapOvr>
    <a:masterClrMapping/>
  </p:clrMapOvr>
  <p:transition/>
</p:sldLayout>
</file>

<file path=ppt/slideLayouts/slideLayout262.xml><?xml version="1.0" encoding="utf-8"?>
<p:sldLayout xmlns:a="http://schemas.openxmlformats.org/drawingml/2006/main" xmlns:r="http://schemas.openxmlformats.org/officeDocument/2006/relationships" xmlns:p="http://schemas.openxmlformats.org/presentationml/2006/main" preserve="1" userDrawn="1">
  <p:cSld name="Case Study-Mock Up Left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7180263"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4" name="Graphic 3">
            <a:extLst>
              <a:ext uri="{FF2B5EF4-FFF2-40B4-BE49-F238E27FC236}">
                <a16:creationId xmlns:a16="http://schemas.microsoft.com/office/drawing/2014/main" id="{FF61EEF5-D25E-43F9-9DE7-B0D48CE58D19}"/>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3" name="Title 1">
            <a:extLst>
              <a:ext uri="{FF2B5EF4-FFF2-40B4-BE49-F238E27FC236}">
                <a16:creationId xmlns:a16="http://schemas.microsoft.com/office/drawing/2014/main" id="{C700771F-7FE8-2510-0C0E-734572A38145}"/>
              </a:ext>
            </a:extLst>
          </p:cNvPr>
          <p:cNvSpPr>
            <a:spLocks noGrp="1"/>
          </p:cNvSpPr>
          <p:nvPr>
            <p:ph type="title"/>
          </p:nvPr>
        </p:nvSpPr>
        <p:spPr>
          <a:xfrm>
            <a:off x="457200" y="723900"/>
            <a:ext cx="5764213" cy="457200"/>
          </a:xfrm>
        </p:spPr>
        <p:txBody>
          <a:bodyPr/>
          <a:lstStyle>
            <a:lvl1pPr>
              <a:defRPr b="1">
                <a:solidFill>
                  <a:schemeClr val="bg1"/>
                </a:solidFill>
                <a:latin typeface="+mn-lt"/>
              </a:defRPr>
            </a:lvl1pPr>
          </a:lstStyle>
          <a:p>
            <a:r>
              <a:rPr lang="en-GB"/>
              <a:t>Click to edit Master title style</a:t>
            </a:r>
            <a:endParaRPr lang="en-US"/>
          </a:p>
        </p:txBody>
      </p:sp>
      <p:sp>
        <p:nvSpPr>
          <p:cNvPr id="5" name="Text Placeholder 10">
            <a:extLst>
              <a:ext uri="{FF2B5EF4-FFF2-40B4-BE49-F238E27FC236}">
                <a16:creationId xmlns:a16="http://schemas.microsoft.com/office/drawing/2014/main" id="{E1513A24-C9FD-06A1-1015-D9656D68B888}"/>
              </a:ext>
            </a:extLst>
          </p:cNvPr>
          <p:cNvSpPr>
            <a:spLocks noGrp="1"/>
          </p:cNvSpPr>
          <p:nvPr>
            <p:ph type="body" sz="quarter" idx="15" hasCustomPrompt="1"/>
          </p:nvPr>
        </p:nvSpPr>
        <p:spPr>
          <a:xfrm>
            <a:off x="457200" y="382446"/>
            <a:ext cx="5764213" cy="255227"/>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049040808"/>
      </p:ext>
    </p:extLst>
  </p:cSld>
  <p:clrMapOvr>
    <a:masterClrMapping/>
  </p:clrMapOvr>
  <p:transition/>
</p:sldLayout>
</file>

<file path=ppt/slideLayouts/slideLayout263.xml><?xml version="1.0" encoding="utf-8"?>
<p:sldLayout xmlns:a="http://schemas.openxmlformats.org/drawingml/2006/main" xmlns:r="http://schemas.openxmlformats.org/officeDocument/2006/relationships" xmlns:p="http://schemas.openxmlformats.org/presentationml/2006/main" preserve="1" userDrawn="1">
  <p:cSld name="Case Study-Mock Up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2378075"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11" name="Title 1"/>
          <p:cNvSpPr>
            <a:spLocks noGrp="1"/>
          </p:cNvSpPr>
          <p:nvPr>
            <p:ph type="title"/>
          </p:nvPr>
        </p:nvSpPr>
        <p:spPr>
          <a:xfrm>
            <a:off x="4303841" y="1600200"/>
            <a:ext cx="4797425" cy="338554"/>
          </a:xfrm>
        </p:spPr>
        <p:txBody>
          <a:bodyPr>
            <a:spAutoFit/>
          </a:bodyPr>
          <a:lstStyle>
            <a:lvl1pPr>
              <a:defRPr b="1">
                <a:solidFill>
                  <a:schemeClr val="tx1"/>
                </a:solidFill>
                <a:latin typeface="+mn-lt"/>
              </a:defRPr>
            </a:lvl1pPr>
          </a:lstStyle>
          <a:p>
            <a:r>
              <a:rPr lang="en-GB"/>
              <a:t>Click to edit Master title style</a:t>
            </a:r>
            <a:endParaRPr lang="en-US"/>
          </a:p>
        </p:txBody>
      </p:sp>
      <p:sp>
        <p:nvSpPr>
          <p:cNvPr id="10" name="Text Placeholder 2">
            <a:extLst>
              <a:ext uri="{FF2B5EF4-FFF2-40B4-BE49-F238E27FC236}">
                <a16:creationId xmlns:a16="http://schemas.microsoft.com/office/drawing/2014/main" id="{DCFE7496-2B11-468F-A424-81EF7552D417}"/>
              </a:ext>
            </a:extLst>
          </p:cNvPr>
          <p:cNvSpPr>
            <a:spLocks noGrp="1"/>
          </p:cNvSpPr>
          <p:nvPr>
            <p:ph type="body" sz="quarter" idx="17" hasCustomPrompt="1"/>
          </p:nvPr>
        </p:nvSpPr>
        <p:spPr>
          <a:xfrm>
            <a:off x="4316414" y="2286000"/>
            <a:ext cx="4784852" cy="3657600"/>
          </a:xfrm>
          <a:prstGeom prst="rect">
            <a:avLst/>
          </a:prstGeom>
        </p:spPr>
        <p:txBody>
          <a:bodyPr/>
          <a:lstStyle>
            <a:lvl1pPr>
              <a:defRPr sz="1600">
                <a:solidFill>
                  <a:schemeClr val="tx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 scrambled it to make a type specimen book. It has survived not only five centuries, but also the leap into electronic typesetting, remaining essentially unchanged. It was popularised in the 1960s with the release of Letraset sheets containing Lorem Ipsum passages, and more recently with desktop publishing software like Aldus PageMaker including versions of Lorem Ipsum.</a:t>
            </a:r>
          </a:p>
        </p:txBody>
      </p:sp>
      <p:pic>
        <p:nvPicPr>
          <p:cNvPr id="12" name="Graphic 11">
            <a:extLst>
              <a:ext uri="{FF2B5EF4-FFF2-40B4-BE49-F238E27FC236}">
                <a16:creationId xmlns:a16="http://schemas.microsoft.com/office/drawing/2014/main" id="{E5D96D1E-C1BD-6F40-A978-D03F53CD4A47}"/>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Tree>
    <p:extLst>
      <p:ext uri="{BB962C8B-B14F-4D97-AF65-F5344CB8AC3E}">
        <p14:creationId xmlns:p14="http://schemas.microsoft.com/office/powerpoint/2010/main" val="1407480216"/>
      </p:ext>
    </p:extLst>
  </p:cSld>
  <p:clrMapOvr>
    <a:masterClrMapping/>
  </p:clrMapOvr>
  <p:transition/>
</p:sldLayout>
</file>

<file path=ppt/slideLayouts/slideLayout264.xml><?xml version="1.0" encoding="utf-8"?>
<p:sldLayout xmlns:a="http://schemas.openxmlformats.org/drawingml/2006/main" xmlns:r="http://schemas.openxmlformats.org/officeDocument/2006/relationships" xmlns:p="http://schemas.openxmlformats.org/presentationml/2006/main" preserve="1" userDrawn="1">
  <p:cSld name="Narrow">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17DFB89-A9BD-47AC-B57A-7869039229B5}"/>
              </a:ext>
            </a:extLst>
          </p:cNvPr>
          <p:cNvSpPr/>
          <p:nvPr userDrawn="1"/>
        </p:nvSpPr>
        <p:spPr bwMode="auto">
          <a:xfrm>
            <a:off x="-34032" y="0"/>
            <a:ext cx="3142357"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EE036E7A-2B84-45D1-985C-C2AD71420C46}"/>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7" name="Picture Placeholder 2">
            <a:extLst>
              <a:ext uri="{FF2B5EF4-FFF2-40B4-BE49-F238E27FC236}">
                <a16:creationId xmlns:a16="http://schemas.microsoft.com/office/drawing/2014/main" id="{CE8FAB7B-4710-4747-B680-F6B4F0097B29}"/>
              </a:ext>
            </a:extLst>
          </p:cNvPr>
          <p:cNvSpPr>
            <a:spLocks noGrp="1"/>
          </p:cNvSpPr>
          <p:nvPr>
            <p:ph type="pic" sz="quarter" idx="16"/>
          </p:nvPr>
        </p:nvSpPr>
        <p:spPr>
          <a:xfrm>
            <a:off x="3108325" y="0"/>
            <a:ext cx="9083675" cy="6858000"/>
          </a:xfrm>
          <a:prstGeom prst="rect">
            <a:avLst/>
          </a:prstGeom>
        </p:spPr>
        <p:txBody>
          <a:bodyPr/>
          <a:lstStyle/>
          <a:p>
            <a:r>
              <a:rPr lang="en-GB"/>
              <a:t>Click icon to add picture</a:t>
            </a:r>
            <a:endParaRPr lang="en-US"/>
          </a:p>
        </p:txBody>
      </p:sp>
      <p:sp>
        <p:nvSpPr>
          <p:cNvPr id="2" name="Title 1">
            <a:extLst>
              <a:ext uri="{FF2B5EF4-FFF2-40B4-BE49-F238E27FC236}">
                <a16:creationId xmlns:a16="http://schemas.microsoft.com/office/drawing/2014/main" id="{2C54523F-EFD3-EDB0-4AF0-FB2421CCFFF3}"/>
              </a:ext>
            </a:extLst>
          </p:cNvPr>
          <p:cNvSpPr>
            <a:spLocks noGrp="1"/>
          </p:cNvSpPr>
          <p:nvPr>
            <p:ph type="title"/>
          </p:nvPr>
        </p:nvSpPr>
        <p:spPr>
          <a:xfrm>
            <a:off x="457200" y="723900"/>
            <a:ext cx="2586789" cy="457200"/>
          </a:xfrm>
        </p:spPr>
        <p:txBody>
          <a:bodyPr/>
          <a:lstStyle>
            <a:lvl1pPr>
              <a:defRPr b="1">
                <a:solidFill>
                  <a:schemeClr val="bg1"/>
                </a:solidFill>
                <a:latin typeface="+mn-lt"/>
              </a:defRPr>
            </a:lvl1pPr>
          </a:lstStyle>
          <a:p>
            <a:r>
              <a:rPr lang="en-GB"/>
              <a:t>Click to edit Master title style</a:t>
            </a:r>
            <a:endParaRPr lang="en-US"/>
          </a:p>
        </p:txBody>
      </p:sp>
      <p:sp>
        <p:nvSpPr>
          <p:cNvPr id="3" name="Text Placeholder 10">
            <a:extLst>
              <a:ext uri="{FF2B5EF4-FFF2-40B4-BE49-F238E27FC236}">
                <a16:creationId xmlns:a16="http://schemas.microsoft.com/office/drawing/2014/main" id="{7DB8D92B-BDD7-86B1-A31A-C3740736BA65}"/>
              </a:ext>
            </a:extLst>
          </p:cNvPr>
          <p:cNvSpPr>
            <a:spLocks noGrp="1"/>
          </p:cNvSpPr>
          <p:nvPr>
            <p:ph type="body" sz="quarter" idx="15" hasCustomPrompt="1"/>
          </p:nvPr>
        </p:nvSpPr>
        <p:spPr>
          <a:xfrm>
            <a:off x="457200" y="382446"/>
            <a:ext cx="2586789" cy="255227"/>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893720160"/>
      </p:ext>
    </p:extLst>
  </p:cSld>
  <p:clrMapOvr>
    <a:masterClrMapping/>
  </p:clrMapOvr>
  <p:transition/>
</p:sldLayout>
</file>

<file path=ppt/slideLayouts/slideLayout265.xml><?xml version="1.0" encoding="utf-8"?>
<p:sldLayout xmlns:a="http://schemas.openxmlformats.org/drawingml/2006/main" xmlns:r="http://schemas.openxmlformats.org/officeDocument/2006/relationships" xmlns:p="http://schemas.openxmlformats.org/presentationml/2006/main" preserve="1" userDrawn="1">
  <p:cSld name="Narrow-Ligh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17DFB89-A9BD-47AC-B57A-7869039229B5}"/>
              </a:ext>
            </a:extLst>
          </p:cNvPr>
          <p:cNvSpPr/>
          <p:nvPr userDrawn="1"/>
        </p:nvSpPr>
        <p:spPr bwMode="auto">
          <a:xfrm>
            <a:off x="-34032" y="0"/>
            <a:ext cx="3142357"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7" name="Picture Placeholder 2">
            <a:extLst>
              <a:ext uri="{FF2B5EF4-FFF2-40B4-BE49-F238E27FC236}">
                <a16:creationId xmlns:a16="http://schemas.microsoft.com/office/drawing/2014/main" id="{CE8FAB7B-4710-4747-B680-F6B4F0097B29}"/>
              </a:ext>
            </a:extLst>
          </p:cNvPr>
          <p:cNvSpPr>
            <a:spLocks noGrp="1"/>
          </p:cNvSpPr>
          <p:nvPr>
            <p:ph type="pic" sz="quarter" idx="16"/>
          </p:nvPr>
        </p:nvSpPr>
        <p:spPr>
          <a:xfrm>
            <a:off x="3108325" y="0"/>
            <a:ext cx="9083675" cy="6858000"/>
          </a:xfrm>
          <a:prstGeom prst="rect">
            <a:avLst/>
          </a:prstGeom>
        </p:spPr>
        <p:txBody>
          <a:bodyPr/>
          <a:lstStyle/>
          <a:p>
            <a:r>
              <a:rPr lang="en-GB"/>
              <a:t>Click icon to add picture</a:t>
            </a:r>
            <a:endParaRPr lang="en-US"/>
          </a:p>
        </p:txBody>
      </p:sp>
      <p:sp>
        <p:nvSpPr>
          <p:cNvPr id="2" name="Title 1">
            <a:extLst>
              <a:ext uri="{FF2B5EF4-FFF2-40B4-BE49-F238E27FC236}">
                <a16:creationId xmlns:a16="http://schemas.microsoft.com/office/drawing/2014/main" id="{2C54523F-EFD3-EDB0-4AF0-FB2421CCFFF3}"/>
              </a:ext>
            </a:extLst>
          </p:cNvPr>
          <p:cNvSpPr>
            <a:spLocks noGrp="1"/>
          </p:cNvSpPr>
          <p:nvPr>
            <p:ph type="title"/>
          </p:nvPr>
        </p:nvSpPr>
        <p:spPr>
          <a:xfrm>
            <a:off x="457200" y="723900"/>
            <a:ext cx="2586789" cy="457200"/>
          </a:xfrm>
        </p:spPr>
        <p:txBody>
          <a:bodyPr/>
          <a:lstStyle>
            <a:lvl1pPr>
              <a:defRPr b="1">
                <a:solidFill>
                  <a:schemeClr val="tx1"/>
                </a:solidFill>
                <a:latin typeface="+mn-lt"/>
              </a:defRPr>
            </a:lvl1pPr>
          </a:lstStyle>
          <a:p>
            <a:r>
              <a:rPr lang="en-GB"/>
              <a:t>Click to edit Master title style</a:t>
            </a:r>
            <a:endParaRPr lang="en-US"/>
          </a:p>
        </p:txBody>
      </p:sp>
      <p:sp>
        <p:nvSpPr>
          <p:cNvPr id="3" name="Text Placeholder 10">
            <a:extLst>
              <a:ext uri="{FF2B5EF4-FFF2-40B4-BE49-F238E27FC236}">
                <a16:creationId xmlns:a16="http://schemas.microsoft.com/office/drawing/2014/main" id="{7DB8D92B-BDD7-86B1-A31A-C3740736BA65}"/>
              </a:ext>
            </a:extLst>
          </p:cNvPr>
          <p:cNvSpPr>
            <a:spLocks noGrp="1"/>
          </p:cNvSpPr>
          <p:nvPr>
            <p:ph type="body" sz="quarter" idx="15" hasCustomPrompt="1"/>
          </p:nvPr>
        </p:nvSpPr>
        <p:spPr>
          <a:xfrm>
            <a:off x="457200" y="382446"/>
            <a:ext cx="2586789" cy="255227"/>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pic>
        <p:nvPicPr>
          <p:cNvPr id="4" name="Graphic 3">
            <a:extLst>
              <a:ext uri="{FF2B5EF4-FFF2-40B4-BE49-F238E27FC236}">
                <a16:creationId xmlns:a16="http://schemas.microsoft.com/office/drawing/2014/main" id="{E104305F-427E-7B08-9801-43AF5256FF76}"/>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pic>
        <p:nvPicPr>
          <p:cNvPr id="6" name="Picture 2">
            <a:extLst>
              <a:ext uri="{FF2B5EF4-FFF2-40B4-BE49-F238E27FC236}">
                <a16:creationId xmlns:a16="http://schemas.microsoft.com/office/drawing/2014/main" id="{CC22BEC5-5214-0AD1-E19D-3BAABAC83BD6}"/>
              </a:ext>
            </a:extLst>
          </p:cNvPr>
          <p:cNvPicPr>
            <a:picLocks noChangeAspect="1" noChangeArrowheads="1"/>
          </p:cNvPicPr>
          <p:nvPr userDrawn="1"/>
        </p:nvPicPr>
        <p:blipFill>
          <a:blip r:embed="rId3">
            <a:biLevel thresh="50000"/>
            <a:extLst>
              <a:ext uri="{28A0092B-C50C-407E-A947-70E740481C1C}">
                <a14:useLocalDpi xmlns:a14="http://schemas.microsoft.com/office/drawing/2010/main" val="0"/>
              </a:ext>
            </a:extLst>
          </a:blip>
          <a:srcRect/>
          <a:stretch>
            <a:fillRect/>
          </a:stretch>
        </p:blipFill>
        <p:spPr bwMode="auto">
          <a:xfrm>
            <a:off x="1341856" y="6434742"/>
            <a:ext cx="807619" cy="190800"/>
          </a:xfrm>
          <a:prstGeom prst="rect">
            <a:avLst/>
          </a:prstGeom>
          <a:noFill/>
          <a:extLst>
            <a:ext uri="{909E8E84-426E-40DD-AFC4-6F175D3DCCD1}">
              <a14:hiddenFill xmlns:a14="http://schemas.microsoft.com/office/drawing/2010/main">
                <a:solidFill>
                  <a:srgbClr val="FFFFFF"/>
                </a:solidFill>
              </a14:hiddenFill>
            </a:ext>
          </a:extLst>
        </p:spPr>
      </p:pic>
      <p:cxnSp>
        <p:nvCxnSpPr>
          <p:cNvPr id="8" name="Straight Connector 7">
            <a:extLst>
              <a:ext uri="{FF2B5EF4-FFF2-40B4-BE49-F238E27FC236}">
                <a16:creationId xmlns:a16="http://schemas.microsoft.com/office/drawing/2014/main" id="{C04544DD-03A3-1973-04BC-E0B48594B4EA}"/>
              </a:ext>
            </a:extLst>
          </p:cNvPr>
          <p:cNvCxnSpPr/>
          <p:nvPr userDrawn="1"/>
        </p:nvCxnSpPr>
        <p:spPr>
          <a:xfrm>
            <a:off x="1169798" y="6434742"/>
            <a:ext cx="0" cy="1908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52795057"/>
      </p:ext>
    </p:extLst>
  </p:cSld>
  <p:clrMapOvr>
    <a:masterClrMapping/>
  </p:clrMapOvr>
  <p:transition/>
</p:sldLayout>
</file>

<file path=ppt/slideLayouts/slideLayout266.xml><?xml version="1.0" encoding="utf-8"?>
<p:sldLayout xmlns:a="http://schemas.openxmlformats.org/drawingml/2006/main" xmlns:r="http://schemas.openxmlformats.org/officeDocument/2006/relationships" xmlns:p="http://schemas.openxmlformats.org/presentationml/2006/main" preserve="1" userDrawn="1">
  <p:cSld name="Narrow-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CB0227B-1090-48E9-B33D-CB9CA73DF05F}"/>
              </a:ext>
            </a:extLst>
          </p:cNvPr>
          <p:cNvSpPr/>
          <p:nvPr userDrawn="1"/>
        </p:nvSpPr>
        <p:spPr bwMode="auto">
          <a:xfrm flipH="1">
            <a:off x="3108325" y="0"/>
            <a:ext cx="9083675"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31C45522-9A1C-E9EB-4D96-B0CFFD2F7212}"/>
              </a:ext>
            </a:extLst>
          </p:cNvPr>
          <p:cNvSpPr>
            <a:spLocks noGrp="1"/>
          </p:cNvSpPr>
          <p:nvPr>
            <p:ph type="title"/>
          </p:nvPr>
        </p:nvSpPr>
        <p:spPr>
          <a:xfrm>
            <a:off x="457201" y="723900"/>
            <a:ext cx="2502567" cy="457200"/>
          </a:xfrm>
        </p:spPr>
        <p:txBody>
          <a:bodyPr/>
          <a:lstStyle>
            <a:lvl1pPr>
              <a:defRPr b="1">
                <a:solidFill>
                  <a:schemeClr val="tx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E2E6E8F6-4D6C-2884-0A7D-72BB39B21D6B}"/>
              </a:ext>
            </a:extLst>
          </p:cNvPr>
          <p:cNvSpPr>
            <a:spLocks noGrp="1"/>
          </p:cNvSpPr>
          <p:nvPr>
            <p:ph type="body" sz="quarter" idx="15" hasCustomPrompt="1"/>
          </p:nvPr>
        </p:nvSpPr>
        <p:spPr>
          <a:xfrm>
            <a:off x="457200" y="382447"/>
            <a:ext cx="2502567"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
        <p:nvSpPr>
          <p:cNvPr id="6" name="TextBox 5">
            <a:extLst>
              <a:ext uri="{FF2B5EF4-FFF2-40B4-BE49-F238E27FC236}">
                <a16:creationId xmlns:a16="http://schemas.microsoft.com/office/drawing/2014/main" id="{A3A07FC1-18DF-2355-0123-10BF2390C02D}"/>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7" name="Text Placeholder 3">
            <a:extLst>
              <a:ext uri="{FF2B5EF4-FFF2-40B4-BE49-F238E27FC236}">
                <a16:creationId xmlns:a16="http://schemas.microsoft.com/office/drawing/2014/main" id="{7B024407-B901-7B1F-04F9-932983C670E0}"/>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2853147867"/>
      </p:ext>
    </p:extLst>
  </p:cSld>
  <p:clrMapOvr>
    <a:masterClrMapping/>
  </p:clrMapOvr>
  <p:transition/>
</p:sldLayout>
</file>

<file path=ppt/slideLayouts/slideLayout267.xml><?xml version="1.0" encoding="utf-8"?>
<p:sldLayout xmlns:a="http://schemas.openxmlformats.org/drawingml/2006/main" xmlns:r="http://schemas.openxmlformats.org/officeDocument/2006/relationships" xmlns:p="http://schemas.openxmlformats.org/presentationml/2006/main" preserve="1" userDrawn="1">
  <p:cSld name="Case Study-2/3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4302125"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7A9547FE-7857-4A70-ACDF-06ACC0CC3813}"/>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3" name="Title 1">
            <a:extLst>
              <a:ext uri="{FF2B5EF4-FFF2-40B4-BE49-F238E27FC236}">
                <a16:creationId xmlns:a16="http://schemas.microsoft.com/office/drawing/2014/main" id="{C0096CA2-6B8E-1E0B-7446-BC5F37E73D34}"/>
              </a:ext>
            </a:extLst>
          </p:cNvPr>
          <p:cNvSpPr>
            <a:spLocks noGrp="1"/>
          </p:cNvSpPr>
          <p:nvPr>
            <p:ph type="title"/>
          </p:nvPr>
        </p:nvSpPr>
        <p:spPr>
          <a:xfrm>
            <a:off x="457200" y="723900"/>
            <a:ext cx="2586789" cy="457200"/>
          </a:xfrm>
        </p:spPr>
        <p:txBody>
          <a:bodyPr/>
          <a:lstStyle>
            <a:lvl1pPr>
              <a:defRPr b="1">
                <a:solidFill>
                  <a:schemeClr val="bg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50402405-4264-41C3-7E10-6A2AF1A46193}"/>
              </a:ext>
            </a:extLst>
          </p:cNvPr>
          <p:cNvSpPr>
            <a:spLocks noGrp="1"/>
          </p:cNvSpPr>
          <p:nvPr>
            <p:ph type="body" sz="quarter" idx="15" hasCustomPrompt="1"/>
          </p:nvPr>
        </p:nvSpPr>
        <p:spPr>
          <a:xfrm>
            <a:off x="457200" y="382446"/>
            <a:ext cx="2586789" cy="255227"/>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771930555"/>
      </p:ext>
    </p:extLst>
  </p:cSld>
  <p:clrMapOvr>
    <a:masterClrMapping/>
  </p:clrMapOvr>
  <p:transition/>
</p:sldLayout>
</file>

<file path=ppt/slideLayouts/slideLayout268.xml><?xml version="1.0" encoding="utf-8"?>
<p:sldLayout xmlns:a="http://schemas.openxmlformats.org/drawingml/2006/main" xmlns:r="http://schemas.openxmlformats.org/officeDocument/2006/relationships" xmlns:p="http://schemas.openxmlformats.org/presentationml/2006/main" preserve="1" userDrawn="1">
  <p:cSld name="Case Study-2/3 Black-Ligh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4302125"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C0096CA2-6B8E-1E0B-7446-BC5F37E73D34}"/>
              </a:ext>
            </a:extLst>
          </p:cNvPr>
          <p:cNvSpPr>
            <a:spLocks noGrp="1"/>
          </p:cNvSpPr>
          <p:nvPr>
            <p:ph type="title"/>
          </p:nvPr>
        </p:nvSpPr>
        <p:spPr>
          <a:xfrm>
            <a:off x="457200" y="723900"/>
            <a:ext cx="2586789" cy="457200"/>
          </a:xfrm>
        </p:spPr>
        <p:txBody>
          <a:bodyPr/>
          <a:lstStyle>
            <a:lvl1pPr>
              <a:defRPr b="1">
                <a:solidFill>
                  <a:schemeClr val="tx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50402405-4264-41C3-7E10-6A2AF1A46193}"/>
              </a:ext>
            </a:extLst>
          </p:cNvPr>
          <p:cNvSpPr>
            <a:spLocks noGrp="1"/>
          </p:cNvSpPr>
          <p:nvPr>
            <p:ph type="body" sz="quarter" idx="15" hasCustomPrompt="1"/>
          </p:nvPr>
        </p:nvSpPr>
        <p:spPr>
          <a:xfrm>
            <a:off x="457200" y="382446"/>
            <a:ext cx="2586789" cy="255227"/>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pic>
        <p:nvPicPr>
          <p:cNvPr id="5" name="Graphic 4">
            <a:extLst>
              <a:ext uri="{FF2B5EF4-FFF2-40B4-BE49-F238E27FC236}">
                <a16:creationId xmlns:a16="http://schemas.microsoft.com/office/drawing/2014/main" id="{75DC425F-9CC1-9DF3-3F54-17DAA0EB5E71}"/>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cxnSp>
        <p:nvCxnSpPr>
          <p:cNvPr id="7" name="Straight Connector 6">
            <a:extLst>
              <a:ext uri="{FF2B5EF4-FFF2-40B4-BE49-F238E27FC236}">
                <a16:creationId xmlns:a16="http://schemas.microsoft.com/office/drawing/2014/main" id="{53EACEBC-C641-FA16-DA3A-4422E44228CB}"/>
              </a:ext>
            </a:extLst>
          </p:cNvPr>
          <p:cNvCxnSpPr/>
          <p:nvPr userDrawn="1"/>
        </p:nvCxnSpPr>
        <p:spPr>
          <a:xfrm>
            <a:off x="1169798" y="6434742"/>
            <a:ext cx="0" cy="1908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1523124"/>
      </p:ext>
    </p:extLst>
  </p:cSld>
  <p:clrMapOvr>
    <a:masterClrMapping/>
  </p:clrMapOvr>
  <p:transition/>
</p:sldLayout>
</file>

<file path=ppt/slideLayouts/slideLayout269.xml><?xml version="1.0" encoding="utf-8"?>
<p:sldLayout xmlns:a="http://schemas.openxmlformats.org/drawingml/2006/main" xmlns:r="http://schemas.openxmlformats.org/officeDocument/2006/relationships" xmlns:p="http://schemas.openxmlformats.org/presentationml/2006/main" preserve="1" userDrawn="1">
  <p:cSld name="Case Study-Statement ">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11" name="Title 1"/>
          <p:cNvSpPr>
            <a:spLocks noGrp="1"/>
          </p:cNvSpPr>
          <p:nvPr>
            <p:ph type="title"/>
          </p:nvPr>
        </p:nvSpPr>
        <p:spPr>
          <a:xfrm>
            <a:off x="4303841" y="1600200"/>
            <a:ext cx="4797425" cy="338554"/>
          </a:xfrm>
        </p:spPr>
        <p:txBody>
          <a:bodyPr>
            <a:spAutoFit/>
          </a:bodyPr>
          <a:lstStyle>
            <a:lvl1pPr>
              <a:defRPr b="1">
                <a:solidFill>
                  <a:schemeClr val="bg1"/>
                </a:solidFill>
                <a:latin typeface="+mn-lt"/>
              </a:defRPr>
            </a:lvl1pPr>
          </a:lstStyle>
          <a:p>
            <a:r>
              <a:rPr lang="en-GB"/>
              <a:t>Click to edit Master title style</a:t>
            </a:r>
            <a:endParaRPr lang="en-US"/>
          </a:p>
        </p:txBody>
      </p:sp>
      <p:sp>
        <p:nvSpPr>
          <p:cNvPr id="10" name="Text Placeholder 2">
            <a:extLst>
              <a:ext uri="{FF2B5EF4-FFF2-40B4-BE49-F238E27FC236}">
                <a16:creationId xmlns:a16="http://schemas.microsoft.com/office/drawing/2014/main" id="{DCFE7496-2B11-468F-A424-81EF7552D417}"/>
              </a:ext>
            </a:extLst>
          </p:cNvPr>
          <p:cNvSpPr>
            <a:spLocks noGrp="1"/>
          </p:cNvSpPr>
          <p:nvPr>
            <p:ph type="body" sz="quarter" idx="17" hasCustomPrompt="1"/>
          </p:nvPr>
        </p:nvSpPr>
        <p:spPr>
          <a:xfrm>
            <a:off x="4316414" y="2286000"/>
            <a:ext cx="4784852" cy="3657600"/>
          </a:xfrm>
          <a:prstGeom prst="rect">
            <a:avLst/>
          </a:prstGeom>
        </p:spPr>
        <p:txBody>
          <a:bodyPr/>
          <a:lstStyle>
            <a:lvl1pPr>
              <a:defRPr sz="1600">
                <a:solidFill>
                  <a:schemeClr val="bg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 scrambled it to make a type specimen book. It has survived not only five centuries, but also the leap into electronic typesetting, remaining essentially unchanged. It was popularised in the 1960s with the release of Letraset sheets containing Lorem Ipsum passages, and more recently with desktop publishing software like Aldus PageMaker including versions of Lorem Ipsum.</a:t>
            </a:r>
          </a:p>
        </p:txBody>
      </p:sp>
      <p:pic>
        <p:nvPicPr>
          <p:cNvPr id="7" name="Graphic 6">
            <a:extLst>
              <a:ext uri="{FF2B5EF4-FFF2-40B4-BE49-F238E27FC236}">
                <a16:creationId xmlns:a16="http://schemas.microsoft.com/office/drawing/2014/main" id="{6E44CDB4-CF54-423C-9681-C9AAACA56BA8}"/>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432F6686-8C0A-120D-0C06-1F8DA97E3C4D}"/>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4" name="Text Placeholder 3">
            <a:extLst>
              <a:ext uri="{FF2B5EF4-FFF2-40B4-BE49-F238E27FC236}">
                <a16:creationId xmlns:a16="http://schemas.microsoft.com/office/drawing/2014/main" id="{5E465D26-CB94-F414-6836-638151C91C4F}"/>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653299339"/>
      </p:ext>
    </p:extLst>
  </p:cSld>
  <p:clrMapOvr>
    <a:masterClrMapping/>
  </p:clrMapOvr>
  <p:transition/>
</p:sldLayout>
</file>

<file path=ppt/slideLayouts/slideLayout270.xml><?xml version="1.0" encoding="utf-8"?>
<p:sldLayout xmlns:a="http://schemas.openxmlformats.org/drawingml/2006/main" xmlns:r="http://schemas.openxmlformats.org/officeDocument/2006/relationships" xmlns:p="http://schemas.openxmlformats.org/presentationml/2006/main" preserve="1" userDrawn="1">
  <p:cSld name="4-Column Pictures ">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B4B02766-9497-4A26-BB62-880E91855227}"/>
              </a:ext>
            </a:extLst>
          </p:cNvPr>
          <p:cNvSpPr>
            <a:spLocks noGrp="1"/>
          </p:cNvSpPr>
          <p:nvPr>
            <p:ph type="body" sz="quarter" idx="16" hasCustomPrompt="1"/>
          </p:nvPr>
        </p:nvSpPr>
        <p:spPr>
          <a:xfrm>
            <a:off x="457200" y="2921251"/>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a:t>Lorem ipsum dolor sit amet, consectetur adipiscing elit. </a:t>
            </a:r>
          </a:p>
        </p:txBody>
      </p:sp>
      <p:sp>
        <p:nvSpPr>
          <p:cNvPr id="6" name="Text Placeholder 2">
            <a:extLst>
              <a:ext uri="{FF2B5EF4-FFF2-40B4-BE49-F238E27FC236}">
                <a16:creationId xmlns:a16="http://schemas.microsoft.com/office/drawing/2014/main" id="{14ACCEEE-9EE8-4BBF-B992-09ACA791A933}"/>
              </a:ext>
            </a:extLst>
          </p:cNvPr>
          <p:cNvSpPr>
            <a:spLocks noGrp="1"/>
          </p:cNvSpPr>
          <p:nvPr>
            <p:ph type="body" sz="quarter" idx="18" hasCustomPrompt="1"/>
          </p:nvPr>
        </p:nvSpPr>
        <p:spPr>
          <a:xfrm>
            <a:off x="457200" y="3543216"/>
            <a:ext cx="2407920" cy="2630592"/>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a:t>Lorem ipsum dolor sit amet, consectetur adipiscing elit. Leo luctus adipiscing feugiat viverra facilisi. Tristique aliquet tempor, tortor amet scelerisque fermentum. Venenatis, quam consequat netus magna eleifend eget. Eros orci commodo at pellentesque tellus malesuada. Leo dui sapien, imperdiet molestie tristique. Cras sit integer porttitor enim mauris morbi tincidunt sem volutpat. Magna in aliquam eget consectetur consequat. </a:t>
            </a:r>
          </a:p>
        </p:txBody>
      </p:sp>
      <p:sp>
        <p:nvSpPr>
          <p:cNvPr id="9" name="Text Placeholder 2">
            <a:extLst>
              <a:ext uri="{FF2B5EF4-FFF2-40B4-BE49-F238E27FC236}">
                <a16:creationId xmlns:a16="http://schemas.microsoft.com/office/drawing/2014/main" id="{D2C8C061-6443-461A-A052-E19A46AADCA8}"/>
              </a:ext>
            </a:extLst>
          </p:cNvPr>
          <p:cNvSpPr>
            <a:spLocks noGrp="1"/>
          </p:cNvSpPr>
          <p:nvPr>
            <p:ph type="body" sz="quarter" idx="19" hasCustomPrompt="1"/>
          </p:nvPr>
        </p:nvSpPr>
        <p:spPr>
          <a:xfrm>
            <a:off x="3413760" y="2921251"/>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a:t>Lorem ipsum dolor sit amet, consectetur adipiscing elit. </a:t>
            </a:r>
          </a:p>
        </p:txBody>
      </p:sp>
      <p:sp>
        <p:nvSpPr>
          <p:cNvPr id="10" name="Text Placeholder 2">
            <a:extLst>
              <a:ext uri="{FF2B5EF4-FFF2-40B4-BE49-F238E27FC236}">
                <a16:creationId xmlns:a16="http://schemas.microsoft.com/office/drawing/2014/main" id="{626FC49A-5396-46E4-8A00-C0A017834ED3}"/>
              </a:ext>
            </a:extLst>
          </p:cNvPr>
          <p:cNvSpPr>
            <a:spLocks noGrp="1"/>
          </p:cNvSpPr>
          <p:nvPr>
            <p:ph type="body" sz="quarter" idx="20" hasCustomPrompt="1"/>
          </p:nvPr>
        </p:nvSpPr>
        <p:spPr>
          <a:xfrm>
            <a:off x="3413760" y="3543216"/>
            <a:ext cx="2407920" cy="2630592"/>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a:t>Lorem ipsum dolor sit amet, consectetur adipiscing elit. Leo luctus adipiscing feugiat viverra facilisi. Tristique aliquet tempor, tortor amet scelerisque fermentum. Venenatis, quam consequat netus magna eleifend eget. Eros orci commodo at pellentesque tellus malesuada. Leo dui sapien, imperdiet molestie tristique. Cras sit integer porttitor enim mauris morbi tincidunt sem volutpat. Magna in aliquam eget consectetur consequat. </a:t>
            </a:r>
          </a:p>
        </p:txBody>
      </p:sp>
      <p:sp>
        <p:nvSpPr>
          <p:cNvPr id="13" name="Text Placeholder 2">
            <a:extLst>
              <a:ext uri="{FF2B5EF4-FFF2-40B4-BE49-F238E27FC236}">
                <a16:creationId xmlns:a16="http://schemas.microsoft.com/office/drawing/2014/main" id="{AEEE17DA-6635-495B-A481-BBD7188AD456}"/>
              </a:ext>
            </a:extLst>
          </p:cNvPr>
          <p:cNvSpPr>
            <a:spLocks noGrp="1"/>
          </p:cNvSpPr>
          <p:nvPr>
            <p:ph type="body" sz="quarter" idx="21" hasCustomPrompt="1"/>
          </p:nvPr>
        </p:nvSpPr>
        <p:spPr>
          <a:xfrm>
            <a:off x="6370320" y="2921251"/>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a:t>Lorem ipsum dolor sit amet, consectetur adipiscing elit. </a:t>
            </a:r>
          </a:p>
        </p:txBody>
      </p:sp>
      <p:sp>
        <p:nvSpPr>
          <p:cNvPr id="14" name="Text Placeholder 2">
            <a:extLst>
              <a:ext uri="{FF2B5EF4-FFF2-40B4-BE49-F238E27FC236}">
                <a16:creationId xmlns:a16="http://schemas.microsoft.com/office/drawing/2014/main" id="{BF29616B-A8DB-42A6-A277-8CAE573E985F}"/>
              </a:ext>
            </a:extLst>
          </p:cNvPr>
          <p:cNvSpPr>
            <a:spLocks noGrp="1"/>
          </p:cNvSpPr>
          <p:nvPr>
            <p:ph type="body" sz="quarter" idx="22" hasCustomPrompt="1"/>
          </p:nvPr>
        </p:nvSpPr>
        <p:spPr>
          <a:xfrm>
            <a:off x="6370320" y="3543216"/>
            <a:ext cx="2407920" cy="2630592"/>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a:t>Lorem ipsum dolor sit amet, consectetur adipiscing elit. Leo luctus adipiscing feugiat viverra facilisi. Tristique aliquet tempor, tortor amet scelerisque fermentum. Venenatis, quam consequat netus magna eleifend eget. Eros orci commodo at pellentesque tellus malesuada. Leo dui sapien, imperdiet molestie tristique. Cras sit integer porttitor enim mauris morbi tincidunt sem volutpat. Magna in aliquam eget consectetur consequat. </a:t>
            </a:r>
          </a:p>
        </p:txBody>
      </p:sp>
      <p:sp>
        <p:nvSpPr>
          <p:cNvPr id="19" name="Text Placeholder 2">
            <a:extLst>
              <a:ext uri="{FF2B5EF4-FFF2-40B4-BE49-F238E27FC236}">
                <a16:creationId xmlns:a16="http://schemas.microsoft.com/office/drawing/2014/main" id="{0D35C967-D122-42CE-BDAF-F34B55F00EA2}"/>
              </a:ext>
            </a:extLst>
          </p:cNvPr>
          <p:cNvSpPr>
            <a:spLocks noGrp="1"/>
          </p:cNvSpPr>
          <p:nvPr>
            <p:ph type="body" sz="quarter" idx="23" hasCustomPrompt="1"/>
          </p:nvPr>
        </p:nvSpPr>
        <p:spPr>
          <a:xfrm>
            <a:off x="9326880" y="2921251"/>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a:t>Lorem ipsum dolor sit amet, consectetur adipiscing elit. </a:t>
            </a:r>
          </a:p>
        </p:txBody>
      </p:sp>
      <p:sp>
        <p:nvSpPr>
          <p:cNvPr id="20" name="Text Placeholder 2">
            <a:extLst>
              <a:ext uri="{FF2B5EF4-FFF2-40B4-BE49-F238E27FC236}">
                <a16:creationId xmlns:a16="http://schemas.microsoft.com/office/drawing/2014/main" id="{54FDC613-45BE-47C3-82C5-FC027C2DE43E}"/>
              </a:ext>
            </a:extLst>
          </p:cNvPr>
          <p:cNvSpPr>
            <a:spLocks noGrp="1"/>
          </p:cNvSpPr>
          <p:nvPr>
            <p:ph type="body" sz="quarter" idx="24" hasCustomPrompt="1"/>
          </p:nvPr>
        </p:nvSpPr>
        <p:spPr>
          <a:xfrm>
            <a:off x="9326880" y="3543216"/>
            <a:ext cx="2407920" cy="2630592"/>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a:t>Lorem ipsum dolor sit amet, consectetur adipiscing elit. Leo luctus adipiscing feugiat viverra facilisi. Tristique aliquet tempor, tortor amet scelerisque fermentum. Venenatis, quam consequat netus magna eleifend eget. Eros orci commodo at pellentesque tellus malesuada. Leo dui sapien, imperdiet molestie tristique. Cras sit integer porttitor enim mauris morbi tincidunt sem volutpat. Magna in aliquam eget consectetur consequat. </a:t>
            </a:r>
          </a:p>
        </p:txBody>
      </p:sp>
      <p:sp>
        <p:nvSpPr>
          <p:cNvPr id="24" name="Picture Placeholder 23">
            <a:extLst>
              <a:ext uri="{FF2B5EF4-FFF2-40B4-BE49-F238E27FC236}">
                <a16:creationId xmlns:a16="http://schemas.microsoft.com/office/drawing/2014/main" id="{F84AF8F5-D562-4FBF-9069-09A640AACD09}"/>
              </a:ext>
            </a:extLst>
          </p:cNvPr>
          <p:cNvSpPr>
            <a:spLocks noGrp="1"/>
          </p:cNvSpPr>
          <p:nvPr>
            <p:ph type="pic" sz="quarter" idx="27"/>
          </p:nvPr>
        </p:nvSpPr>
        <p:spPr>
          <a:xfrm>
            <a:off x="463731" y="1389801"/>
            <a:ext cx="2408238" cy="1371600"/>
          </a:xfrm>
          <a:prstGeom prst="rect">
            <a:avLst/>
          </a:prstGeom>
          <a:solidFill>
            <a:schemeClr val="bg1">
              <a:lumMod val="95000"/>
            </a:schemeClr>
          </a:solidFill>
        </p:spPr>
        <p:txBody>
          <a:bodyPr/>
          <a:lstStyle/>
          <a:p>
            <a:r>
              <a:rPr lang="en-GB"/>
              <a:t>Click icon to add picture</a:t>
            </a:r>
            <a:endParaRPr lang="en-US"/>
          </a:p>
        </p:txBody>
      </p:sp>
      <p:sp>
        <p:nvSpPr>
          <p:cNvPr id="25" name="Picture Placeholder 23">
            <a:extLst>
              <a:ext uri="{FF2B5EF4-FFF2-40B4-BE49-F238E27FC236}">
                <a16:creationId xmlns:a16="http://schemas.microsoft.com/office/drawing/2014/main" id="{4F5537FA-B25A-4A75-AFE8-CB3D2D4EA781}"/>
              </a:ext>
            </a:extLst>
          </p:cNvPr>
          <p:cNvSpPr>
            <a:spLocks noGrp="1"/>
          </p:cNvSpPr>
          <p:nvPr>
            <p:ph type="pic" sz="quarter" idx="28"/>
          </p:nvPr>
        </p:nvSpPr>
        <p:spPr>
          <a:xfrm>
            <a:off x="3413442" y="1389801"/>
            <a:ext cx="2408238" cy="1371600"/>
          </a:xfrm>
          <a:prstGeom prst="rect">
            <a:avLst/>
          </a:prstGeom>
          <a:solidFill>
            <a:schemeClr val="bg1">
              <a:lumMod val="95000"/>
            </a:schemeClr>
          </a:solidFill>
        </p:spPr>
        <p:txBody>
          <a:bodyPr/>
          <a:lstStyle/>
          <a:p>
            <a:r>
              <a:rPr lang="en-GB"/>
              <a:t>Click icon to add picture</a:t>
            </a:r>
            <a:endParaRPr lang="en-US"/>
          </a:p>
        </p:txBody>
      </p:sp>
      <p:sp>
        <p:nvSpPr>
          <p:cNvPr id="26" name="Picture Placeholder 23">
            <a:extLst>
              <a:ext uri="{FF2B5EF4-FFF2-40B4-BE49-F238E27FC236}">
                <a16:creationId xmlns:a16="http://schemas.microsoft.com/office/drawing/2014/main" id="{62EC0755-06FE-418F-830B-3953EAC2B2B8}"/>
              </a:ext>
            </a:extLst>
          </p:cNvPr>
          <p:cNvSpPr>
            <a:spLocks noGrp="1"/>
          </p:cNvSpPr>
          <p:nvPr>
            <p:ph type="pic" sz="quarter" idx="29"/>
          </p:nvPr>
        </p:nvSpPr>
        <p:spPr>
          <a:xfrm>
            <a:off x="6363153" y="1389801"/>
            <a:ext cx="2408238" cy="1371600"/>
          </a:xfrm>
          <a:prstGeom prst="rect">
            <a:avLst/>
          </a:prstGeom>
          <a:solidFill>
            <a:schemeClr val="bg1">
              <a:lumMod val="95000"/>
            </a:schemeClr>
          </a:solidFill>
        </p:spPr>
        <p:txBody>
          <a:bodyPr/>
          <a:lstStyle/>
          <a:p>
            <a:r>
              <a:rPr lang="en-GB"/>
              <a:t>Click icon to add picture</a:t>
            </a:r>
            <a:endParaRPr lang="en-US"/>
          </a:p>
        </p:txBody>
      </p:sp>
      <p:sp>
        <p:nvSpPr>
          <p:cNvPr id="27" name="Picture Placeholder 23">
            <a:extLst>
              <a:ext uri="{FF2B5EF4-FFF2-40B4-BE49-F238E27FC236}">
                <a16:creationId xmlns:a16="http://schemas.microsoft.com/office/drawing/2014/main" id="{5145A383-DF32-4D59-98B6-07591E0CE3E3}"/>
              </a:ext>
            </a:extLst>
          </p:cNvPr>
          <p:cNvSpPr>
            <a:spLocks noGrp="1"/>
          </p:cNvSpPr>
          <p:nvPr>
            <p:ph type="pic" sz="quarter" idx="30"/>
          </p:nvPr>
        </p:nvSpPr>
        <p:spPr>
          <a:xfrm>
            <a:off x="9312864" y="1389801"/>
            <a:ext cx="2408238" cy="1371600"/>
          </a:xfrm>
          <a:prstGeom prst="rect">
            <a:avLst/>
          </a:prstGeom>
          <a:solidFill>
            <a:schemeClr val="bg1">
              <a:lumMod val="95000"/>
            </a:schemeClr>
          </a:solidFill>
        </p:spPr>
        <p:txBody>
          <a:bodyPr/>
          <a:lstStyle/>
          <a:p>
            <a:r>
              <a:rPr lang="en-GB"/>
              <a:t>Click icon to add picture</a:t>
            </a:r>
            <a:endParaRPr lang="en-US"/>
          </a:p>
        </p:txBody>
      </p:sp>
      <p:sp>
        <p:nvSpPr>
          <p:cNvPr id="2" name="Title 1">
            <a:extLst>
              <a:ext uri="{FF2B5EF4-FFF2-40B4-BE49-F238E27FC236}">
                <a16:creationId xmlns:a16="http://schemas.microsoft.com/office/drawing/2014/main" id="{A1E02B5D-C175-DE3C-BEC7-EB4A41870F21}"/>
              </a:ext>
            </a:extLst>
          </p:cNvPr>
          <p:cNvSpPr>
            <a:spLocks noGrp="1"/>
          </p:cNvSpPr>
          <p:nvPr>
            <p:ph type="title"/>
          </p:nvPr>
        </p:nvSpPr>
        <p:spPr>
          <a:xfrm>
            <a:off x="457200" y="723900"/>
            <a:ext cx="11271069" cy="457200"/>
          </a:xfrm>
        </p:spPr>
        <p:txBody>
          <a:bodyPr/>
          <a:lstStyle>
            <a:lvl1pPr>
              <a:defRPr b="1">
                <a:solidFill>
                  <a:schemeClr val="tx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293C67F9-F2A6-3918-0A8D-555112C9F469}"/>
              </a:ext>
            </a:extLst>
          </p:cNvPr>
          <p:cNvSpPr>
            <a:spLocks noGrp="1"/>
          </p:cNvSpPr>
          <p:nvPr>
            <p:ph type="body" sz="quarter" idx="15" hasCustomPrompt="1"/>
          </p:nvPr>
        </p:nvSpPr>
        <p:spPr>
          <a:xfrm>
            <a:off x="457201" y="382446"/>
            <a:ext cx="2695074" cy="207101"/>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414723857"/>
      </p:ext>
    </p:extLst>
  </p:cSld>
  <p:clrMapOvr>
    <a:masterClrMapping/>
  </p:clrMapOvr>
  <p:transition/>
</p:sldLayout>
</file>

<file path=ppt/slideLayouts/slideLayout271.xml><?xml version="1.0" encoding="utf-8"?>
<p:sldLayout xmlns:a="http://schemas.openxmlformats.org/drawingml/2006/main" xmlns:r="http://schemas.openxmlformats.org/officeDocument/2006/relationships" xmlns:p="http://schemas.openxmlformats.org/presentationml/2006/main" preserve="1" userDrawn="1">
  <p:cSld name="3-Column Pictures-Leila ">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B4B02766-9497-4A26-BB62-880E91855227}"/>
              </a:ext>
            </a:extLst>
          </p:cNvPr>
          <p:cNvSpPr>
            <a:spLocks noGrp="1"/>
          </p:cNvSpPr>
          <p:nvPr>
            <p:ph type="body" sz="quarter" idx="16" hasCustomPrompt="1"/>
          </p:nvPr>
        </p:nvSpPr>
        <p:spPr>
          <a:xfrm>
            <a:off x="457192" y="2921251"/>
            <a:ext cx="3600000" cy="462114"/>
          </a:xfrm>
          <a:prstGeom prst="rect">
            <a:avLst/>
          </a:prstGeom>
        </p:spPr>
        <p:txBody>
          <a:bodyPr wrap="square">
            <a:noAutofit/>
          </a:bodyPr>
          <a:lstStyle>
            <a:lvl1pPr>
              <a:defRPr sz="1400" b="1">
                <a:latin typeface="+mn-lt"/>
                <a:cs typeface="Calibri Light" panose="020F0302020204030204" pitchFamily="34" charset="0"/>
              </a:defRPr>
            </a:lvl1pPr>
          </a:lstStyle>
          <a:p>
            <a:pPr lvl="0"/>
            <a:r>
              <a:rPr lang="en-US"/>
              <a:t>Lorem ipsum dolor sit amet, consectetur adipiscing elit. </a:t>
            </a:r>
          </a:p>
        </p:txBody>
      </p:sp>
      <p:sp>
        <p:nvSpPr>
          <p:cNvPr id="6" name="Text Placeholder 2">
            <a:extLst>
              <a:ext uri="{FF2B5EF4-FFF2-40B4-BE49-F238E27FC236}">
                <a16:creationId xmlns:a16="http://schemas.microsoft.com/office/drawing/2014/main" id="{14ACCEEE-9EE8-4BBF-B992-09ACA791A933}"/>
              </a:ext>
            </a:extLst>
          </p:cNvPr>
          <p:cNvSpPr>
            <a:spLocks noGrp="1"/>
          </p:cNvSpPr>
          <p:nvPr>
            <p:ph type="body" sz="quarter" idx="18" hasCustomPrompt="1"/>
          </p:nvPr>
        </p:nvSpPr>
        <p:spPr>
          <a:xfrm>
            <a:off x="457192" y="3543216"/>
            <a:ext cx="3600000" cy="2630592"/>
          </a:xfrm>
          <a:prstGeom prst="rect">
            <a:avLst/>
          </a:prstGeom>
        </p:spPr>
        <p:txBody>
          <a:bodyPr wrap="square">
            <a:noAutofit/>
          </a:bodyPr>
          <a:lstStyle>
            <a:lvl1pPr>
              <a:defRPr sz="1200">
                <a:latin typeface="+mn-lt"/>
                <a:cs typeface="Calibri Light" panose="020F0302020204030204" pitchFamily="34" charset="0"/>
              </a:defRPr>
            </a:lvl1pPr>
          </a:lstStyle>
          <a:p>
            <a:pPr lvl="0"/>
            <a:r>
              <a:rPr lang="en-US"/>
              <a:t>Lorem ipsum dolor sit amet, consectetur adipiscing elit. Leo luctus adipiscing feugiat viverra facilisi. Tristique aliquet tempor, tortor amet scelerisque fermentum. Venenatis, quam consequat netus magna eleifend eget. Eros orci commodo at pellentesque tellus malesuada. Leo dui sapien, imperdiet molestie tristique. Cras sit integer porttitor enim mauris morbi tincidunt sem volutpat. Magna in aliquam eget consectetur consequat. </a:t>
            </a:r>
          </a:p>
        </p:txBody>
      </p:sp>
      <p:sp>
        <p:nvSpPr>
          <p:cNvPr id="9" name="Text Placeholder 2">
            <a:extLst>
              <a:ext uri="{FF2B5EF4-FFF2-40B4-BE49-F238E27FC236}">
                <a16:creationId xmlns:a16="http://schemas.microsoft.com/office/drawing/2014/main" id="{D2C8C061-6443-461A-A052-E19A46AADCA8}"/>
              </a:ext>
            </a:extLst>
          </p:cNvPr>
          <p:cNvSpPr>
            <a:spLocks noGrp="1"/>
          </p:cNvSpPr>
          <p:nvPr>
            <p:ph type="body" sz="quarter" idx="19" hasCustomPrompt="1"/>
          </p:nvPr>
        </p:nvSpPr>
        <p:spPr>
          <a:xfrm>
            <a:off x="4307656" y="2921251"/>
            <a:ext cx="3600000" cy="462114"/>
          </a:xfrm>
          <a:prstGeom prst="rect">
            <a:avLst/>
          </a:prstGeom>
        </p:spPr>
        <p:txBody>
          <a:bodyPr wrap="square">
            <a:noAutofit/>
          </a:bodyPr>
          <a:lstStyle>
            <a:lvl1pPr>
              <a:defRPr sz="1400" b="1">
                <a:latin typeface="+mn-lt"/>
                <a:cs typeface="Calibri Light" panose="020F0302020204030204" pitchFamily="34" charset="0"/>
              </a:defRPr>
            </a:lvl1pPr>
          </a:lstStyle>
          <a:p>
            <a:pPr lvl="0"/>
            <a:r>
              <a:rPr lang="en-US"/>
              <a:t>Lorem ipsum dolor sit amet, consectetur adipiscing elit. </a:t>
            </a:r>
          </a:p>
        </p:txBody>
      </p:sp>
      <p:sp>
        <p:nvSpPr>
          <p:cNvPr id="10" name="Text Placeholder 2">
            <a:extLst>
              <a:ext uri="{FF2B5EF4-FFF2-40B4-BE49-F238E27FC236}">
                <a16:creationId xmlns:a16="http://schemas.microsoft.com/office/drawing/2014/main" id="{626FC49A-5396-46E4-8A00-C0A017834ED3}"/>
              </a:ext>
            </a:extLst>
          </p:cNvPr>
          <p:cNvSpPr>
            <a:spLocks noGrp="1"/>
          </p:cNvSpPr>
          <p:nvPr>
            <p:ph type="body" sz="quarter" idx="20" hasCustomPrompt="1"/>
          </p:nvPr>
        </p:nvSpPr>
        <p:spPr>
          <a:xfrm>
            <a:off x="4307656" y="3543216"/>
            <a:ext cx="3600000" cy="2630592"/>
          </a:xfrm>
          <a:prstGeom prst="rect">
            <a:avLst/>
          </a:prstGeom>
        </p:spPr>
        <p:txBody>
          <a:bodyPr wrap="square">
            <a:noAutofit/>
          </a:bodyPr>
          <a:lstStyle>
            <a:lvl1pPr>
              <a:defRPr sz="1200">
                <a:latin typeface="+mn-lt"/>
                <a:cs typeface="Calibri Light" panose="020F0302020204030204" pitchFamily="34" charset="0"/>
              </a:defRPr>
            </a:lvl1pPr>
          </a:lstStyle>
          <a:p>
            <a:pPr lvl="0"/>
            <a:r>
              <a:rPr lang="en-US"/>
              <a:t>Lorem ipsum dolor sit amet, consectetur adipiscing elit. Leo luctus adipiscing feugiat viverra facilisi. Tristique aliquet tempor, tortor amet scelerisque fermentum. Venenatis, quam consequat netus magna eleifend eget. Eros orci commodo at pellentesque tellus malesuada. Leo dui sapien, imperdiet molestie tristique. Cras sit integer porttitor enim mauris morbi tincidunt sem volutpat. Magna in aliquam eget consectetur consequat. </a:t>
            </a:r>
          </a:p>
        </p:txBody>
      </p:sp>
      <p:sp>
        <p:nvSpPr>
          <p:cNvPr id="13" name="Text Placeholder 2">
            <a:extLst>
              <a:ext uri="{FF2B5EF4-FFF2-40B4-BE49-F238E27FC236}">
                <a16:creationId xmlns:a16="http://schemas.microsoft.com/office/drawing/2014/main" id="{AEEE17DA-6635-495B-A481-BBD7188AD456}"/>
              </a:ext>
            </a:extLst>
          </p:cNvPr>
          <p:cNvSpPr>
            <a:spLocks noGrp="1"/>
          </p:cNvSpPr>
          <p:nvPr>
            <p:ph type="body" sz="quarter" idx="21" hasCustomPrompt="1"/>
          </p:nvPr>
        </p:nvSpPr>
        <p:spPr>
          <a:xfrm>
            <a:off x="8147867" y="2921251"/>
            <a:ext cx="3600000" cy="462114"/>
          </a:xfrm>
          <a:prstGeom prst="rect">
            <a:avLst/>
          </a:prstGeom>
        </p:spPr>
        <p:txBody>
          <a:bodyPr wrap="square">
            <a:noAutofit/>
          </a:bodyPr>
          <a:lstStyle>
            <a:lvl1pPr>
              <a:defRPr sz="1400" b="1">
                <a:latin typeface="+mn-lt"/>
                <a:cs typeface="Calibri Light" panose="020F0302020204030204" pitchFamily="34" charset="0"/>
              </a:defRPr>
            </a:lvl1pPr>
          </a:lstStyle>
          <a:p>
            <a:pPr lvl="0"/>
            <a:r>
              <a:rPr lang="en-US"/>
              <a:t>Lorem ipsum dolor sit amet, consectetur adipiscing elit. </a:t>
            </a:r>
          </a:p>
        </p:txBody>
      </p:sp>
      <p:sp>
        <p:nvSpPr>
          <p:cNvPr id="14" name="Text Placeholder 2">
            <a:extLst>
              <a:ext uri="{FF2B5EF4-FFF2-40B4-BE49-F238E27FC236}">
                <a16:creationId xmlns:a16="http://schemas.microsoft.com/office/drawing/2014/main" id="{BF29616B-A8DB-42A6-A277-8CAE573E985F}"/>
              </a:ext>
            </a:extLst>
          </p:cNvPr>
          <p:cNvSpPr>
            <a:spLocks noGrp="1"/>
          </p:cNvSpPr>
          <p:nvPr>
            <p:ph type="body" sz="quarter" idx="22" hasCustomPrompt="1"/>
          </p:nvPr>
        </p:nvSpPr>
        <p:spPr>
          <a:xfrm>
            <a:off x="8147867" y="3543216"/>
            <a:ext cx="3600000" cy="2630592"/>
          </a:xfrm>
          <a:prstGeom prst="rect">
            <a:avLst/>
          </a:prstGeom>
        </p:spPr>
        <p:txBody>
          <a:bodyPr wrap="square">
            <a:noAutofit/>
          </a:bodyPr>
          <a:lstStyle>
            <a:lvl1pPr>
              <a:defRPr sz="1200">
                <a:latin typeface="+mn-lt"/>
                <a:cs typeface="Calibri Light" panose="020F0302020204030204" pitchFamily="34" charset="0"/>
              </a:defRPr>
            </a:lvl1pPr>
          </a:lstStyle>
          <a:p>
            <a:pPr lvl="0"/>
            <a:r>
              <a:rPr lang="en-US"/>
              <a:t>Lorem ipsum dolor sit amet, consectetur adipiscing elit. Leo luctus adipiscing feugiat viverra facilisi. Tristique aliquet tempor, tortor amet scelerisque fermentum. Venenatis, quam consequat netus magna eleifend eget. Eros orci commodo at pellentesque tellus malesuada. Leo dui sapien, imperdiet molestie tristique. Cras sit integer porttitor enim mauris morbi tincidunt sem volutpat. Magna in aliquam eget consectetur consequat. </a:t>
            </a:r>
          </a:p>
        </p:txBody>
      </p:sp>
      <p:sp>
        <p:nvSpPr>
          <p:cNvPr id="24" name="Picture Placeholder 23">
            <a:extLst>
              <a:ext uri="{FF2B5EF4-FFF2-40B4-BE49-F238E27FC236}">
                <a16:creationId xmlns:a16="http://schemas.microsoft.com/office/drawing/2014/main" id="{F84AF8F5-D562-4FBF-9069-09A640AACD09}"/>
              </a:ext>
            </a:extLst>
          </p:cNvPr>
          <p:cNvSpPr>
            <a:spLocks noGrp="1"/>
          </p:cNvSpPr>
          <p:nvPr>
            <p:ph type="pic" sz="quarter" idx="27"/>
          </p:nvPr>
        </p:nvSpPr>
        <p:spPr>
          <a:xfrm>
            <a:off x="463723" y="1389801"/>
            <a:ext cx="3600000" cy="1371600"/>
          </a:xfrm>
          <a:prstGeom prst="rect">
            <a:avLst/>
          </a:prstGeom>
          <a:solidFill>
            <a:schemeClr val="bg1">
              <a:lumMod val="95000"/>
            </a:schemeClr>
          </a:solidFill>
        </p:spPr>
        <p:txBody>
          <a:bodyPr>
            <a:noAutofit/>
          </a:bodyPr>
          <a:lstStyle/>
          <a:p>
            <a:r>
              <a:rPr lang="en-GB"/>
              <a:t>Click icon to add picture</a:t>
            </a:r>
            <a:endParaRPr lang="en-US"/>
          </a:p>
        </p:txBody>
      </p:sp>
      <p:sp>
        <p:nvSpPr>
          <p:cNvPr id="25" name="Picture Placeholder 23">
            <a:extLst>
              <a:ext uri="{FF2B5EF4-FFF2-40B4-BE49-F238E27FC236}">
                <a16:creationId xmlns:a16="http://schemas.microsoft.com/office/drawing/2014/main" id="{4F5537FA-B25A-4A75-AFE8-CB3D2D4EA781}"/>
              </a:ext>
            </a:extLst>
          </p:cNvPr>
          <p:cNvSpPr>
            <a:spLocks noGrp="1"/>
          </p:cNvSpPr>
          <p:nvPr>
            <p:ph type="pic" sz="quarter" idx="28"/>
          </p:nvPr>
        </p:nvSpPr>
        <p:spPr>
          <a:xfrm>
            <a:off x="4307338" y="1389801"/>
            <a:ext cx="3600000" cy="1371600"/>
          </a:xfrm>
          <a:prstGeom prst="rect">
            <a:avLst/>
          </a:prstGeom>
          <a:solidFill>
            <a:schemeClr val="bg1">
              <a:lumMod val="95000"/>
            </a:schemeClr>
          </a:solidFill>
        </p:spPr>
        <p:txBody>
          <a:bodyPr>
            <a:noAutofit/>
          </a:bodyPr>
          <a:lstStyle/>
          <a:p>
            <a:r>
              <a:rPr lang="en-GB"/>
              <a:t>Click icon to add picture</a:t>
            </a:r>
            <a:endParaRPr lang="en-US"/>
          </a:p>
        </p:txBody>
      </p:sp>
      <p:sp>
        <p:nvSpPr>
          <p:cNvPr id="26" name="Picture Placeholder 23">
            <a:extLst>
              <a:ext uri="{FF2B5EF4-FFF2-40B4-BE49-F238E27FC236}">
                <a16:creationId xmlns:a16="http://schemas.microsoft.com/office/drawing/2014/main" id="{62EC0755-06FE-418F-830B-3953EAC2B2B8}"/>
              </a:ext>
            </a:extLst>
          </p:cNvPr>
          <p:cNvSpPr>
            <a:spLocks noGrp="1"/>
          </p:cNvSpPr>
          <p:nvPr>
            <p:ph type="pic" sz="quarter" idx="29"/>
          </p:nvPr>
        </p:nvSpPr>
        <p:spPr>
          <a:xfrm>
            <a:off x="8140700" y="1389801"/>
            <a:ext cx="3600000" cy="1371600"/>
          </a:xfrm>
          <a:prstGeom prst="rect">
            <a:avLst/>
          </a:prstGeom>
          <a:solidFill>
            <a:schemeClr val="bg1">
              <a:lumMod val="95000"/>
            </a:schemeClr>
          </a:solidFill>
        </p:spPr>
        <p:txBody>
          <a:bodyPr>
            <a:noAutofit/>
          </a:bodyPr>
          <a:lstStyle/>
          <a:p>
            <a:r>
              <a:rPr lang="en-GB"/>
              <a:t>Click icon to add picture</a:t>
            </a:r>
            <a:endParaRPr lang="en-US"/>
          </a:p>
        </p:txBody>
      </p:sp>
      <p:sp>
        <p:nvSpPr>
          <p:cNvPr id="2" name="Title 1">
            <a:extLst>
              <a:ext uri="{FF2B5EF4-FFF2-40B4-BE49-F238E27FC236}">
                <a16:creationId xmlns:a16="http://schemas.microsoft.com/office/drawing/2014/main" id="{A1E02B5D-C175-DE3C-BEC7-EB4A41870F21}"/>
              </a:ext>
            </a:extLst>
          </p:cNvPr>
          <p:cNvSpPr>
            <a:spLocks noGrp="1"/>
          </p:cNvSpPr>
          <p:nvPr>
            <p:ph type="title"/>
          </p:nvPr>
        </p:nvSpPr>
        <p:spPr>
          <a:xfrm>
            <a:off x="457200" y="723900"/>
            <a:ext cx="11271069" cy="457200"/>
          </a:xfrm>
        </p:spPr>
        <p:txBody>
          <a:bodyPr/>
          <a:lstStyle>
            <a:lvl1pPr>
              <a:defRPr b="1">
                <a:solidFill>
                  <a:schemeClr val="tx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293C67F9-F2A6-3918-0A8D-555112C9F469}"/>
              </a:ext>
            </a:extLst>
          </p:cNvPr>
          <p:cNvSpPr>
            <a:spLocks noGrp="1"/>
          </p:cNvSpPr>
          <p:nvPr>
            <p:ph type="body" sz="quarter" idx="15" hasCustomPrompt="1"/>
          </p:nvPr>
        </p:nvSpPr>
        <p:spPr>
          <a:xfrm>
            <a:off x="457201" y="382446"/>
            <a:ext cx="2695074" cy="207101"/>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176408271"/>
      </p:ext>
    </p:extLst>
  </p:cSld>
  <p:clrMapOvr>
    <a:masterClrMapping/>
  </p:clrMapOvr>
  <p:transition/>
</p:sldLayout>
</file>

<file path=ppt/slideLayouts/slideLayout272.xml><?xml version="1.0" encoding="utf-8"?>
<p:sldLayout xmlns:a="http://schemas.openxmlformats.org/drawingml/2006/main" xmlns:r="http://schemas.openxmlformats.org/officeDocument/2006/relationships" xmlns:p="http://schemas.openxmlformats.org/presentationml/2006/main" preserve="1" userDrawn="1">
  <p:cSld name="Case Study-3 Pictures">
    <p:spTree>
      <p:nvGrpSpPr>
        <p:cNvPr id="1" name=""/>
        <p:cNvGrpSpPr/>
        <p:nvPr/>
      </p:nvGrpSpPr>
      <p:grpSpPr>
        <a:xfrm>
          <a:off x="0" y="0"/>
          <a:ext cx="0" cy="0"/>
          <a:chOff x="0" y="0"/>
          <a:chExt cx="0" cy="0"/>
        </a:xfrm>
      </p:grpSpPr>
      <p:sp>
        <p:nvSpPr>
          <p:cNvPr id="11" name="Title 1"/>
          <p:cNvSpPr>
            <a:spLocks noGrp="1"/>
          </p:cNvSpPr>
          <p:nvPr>
            <p:ph type="title"/>
          </p:nvPr>
        </p:nvSpPr>
        <p:spPr>
          <a:xfrm>
            <a:off x="457201" y="4124960"/>
            <a:ext cx="3312160" cy="246221"/>
          </a:xfrm>
        </p:spPr>
        <p:txBody>
          <a:bodyPr>
            <a:spAutoFit/>
          </a:bodyPr>
          <a:lstStyle>
            <a:lvl1pPr>
              <a:defRPr sz="1600" b="1">
                <a:solidFill>
                  <a:schemeClr val="tx1"/>
                </a:solidFill>
                <a:latin typeface="+mn-lt"/>
              </a:defRPr>
            </a:lvl1pPr>
          </a:lstStyle>
          <a:p>
            <a:r>
              <a:rPr lang="en-GB"/>
              <a:t>Click to edit Master title style</a:t>
            </a:r>
            <a:endParaRPr lang="en-US"/>
          </a:p>
        </p:txBody>
      </p:sp>
      <p:sp>
        <p:nvSpPr>
          <p:cNvPr id="10" name="Text Placeholder 2">
            <a:extLst>
              <a:ext uri="{FF2B5EF4-FFF2-40B4-BE49-F238E27FC236}">
                <a16:creationId xmlns:a16="http://schemas.microsoft.com/office/drawing/2014/main" id="{DCFE7496-2B11-468F-A424-81EF7552D417}"/>
              </a:ext>
            </a:extLst>
          </p:cNvPr>
          <p:cNvSpPr>
            <a:spLocks noGrp="1"/>
          </p:cNvSpPr>
          <p:nvPr>
            <p:ph type="body" sz="quarter" idx="17" hasCustomPrompt="1"/>
          </p:nvPr>
        </p:nvSpPr>
        <p:spPr>
          <a:xfrm>
            <a:off x="469773" y="4502295"/>
            <a:ext cx="3299588" cy="802399"/>
          </a:xfrm>
          <a:prstGeom prst="rect">
            <a:avLst/>
          </a:prstGeom>
        </p:spPr>
        <p:txBody>
          <a:bodyPr wrap="square">
            <a:spAutoFit/>
          </a:bodyPr>
          <a:lstStyle>
            <a:lvl1pPr>
              <a:defRPr sz="1200">
                <a:solidFill>
                  <a:schemeClr val="tx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a:t>
            </a:r>
          </a:p>
        </p:txBody>
      </p:sp>
      <p:sp>
        <p:nvSpPr>
          <p:cNvPr id="13" name="Picture Placeholder 12">
            <a:extLst>
              <a:ext uri="{FF2B5EF4-FFF2-40B4-BE49-F238E27FC236}">
                <a16:creationId xmlns:a16="http://schemas.microsoft.com/office/drawing/2014/main" id="{256621FE-2493-434D-BD83-B0B78B101F25}"/>
              </a:ext>
            </a:extLst>
          </p:cNvPr>
          <p:cNvSpPr>
            <a:spLocks noGrp="1"/>
          </p:cNvSpPr>
          <p:nvPr>
            <p:ph type="pic" sz="quarter" idx="18"/>
          </p:nvPr>
        </p:nvSpPr>
        <p:spPr>
          <a:xfrm>
            <a:off x="0" y="0"/>
            <a:ext cx="4076700" cy="3429000"/>
          </a:xfrm>
          <a:prstGeom prst="rect">
            <a:avLst/>
          </a:prstGeom>
          <a:solidFill>
            <a:schemeClr val="bg2"/>
          </a:solidFill>
        </p:spPr>
        <p:txBody>
          <a:bodyPr/>
          <a:lstStyle/>
          <a:p>
            <a:r>
              <a:rPr lang="en-GB"/>
              <a:t>Click icon to add picture</a:t>
            </a:r>
            <a:endParaRPr lang="en-US"/>
          </a:p>
        </p:txBody>
      </p:sp>
      <p:sp>
        <p:nvSpPr>
          <p:cNvPr id="14" name="Picture Placeholder 12">
            <a:extLst>
              <a:ext uri="{FF2B5EF4-FFF2-40B4-BE49-F238E27FC236}">
                <a16:creationId xmlns:a16="http://schemas.microsoft.com/office/drawing/2014/main" id="{2F7B19A9-71C0-403D-B507-22838A53F144}"/>
              </a:ext>
            </a:extLst>
          </p:cNvPr>
          <p:cNvSpPr>
            <a:spLocks noGrp="1"/>
          </p:cNvSpPr>
          <p:nvPr>
            <p:ph type="pic" sz="quarter" idx="19"/>
          </p:nvPr>
        </p:nvSpPr>
        <p:spPr>
          <a:xfrm>
            <a:off x="4076700" y="0"/>
            <a:ext cx="4064000" cy="3429000"/>
          </a:xfrm>
          <a:prstGeom prst="rect">
            <a:avLst/>
          </a:prstGeom>
          <a:solidFill>
            <a:schemeClr val="bg2"/>
          </a:solidFill>
        </p:spPr>
        <p:txBody>
          <a:bodyPr/>
          <a:lstStyle/>
          <a:p>
            <a:r>
              <a:rPr lang="en-GB"/>
              <a:t>Click icon to add picture</a:t>
            </a:r>
            <a:endParaRPr lang="en-US"/>
          </a:p>
        </p:txBody>
      </p:sp>
      <p:sp>
        <p:nvSpPr>
          <p:cNvPr id="15" name="Picture Placeholder 12">
            <a:extLst>
              <a:ext uri="{FF2B5EF4-FFF2-40B4-BE49-F238E27FC236}">
                <a16:creationId xmlns:a16="http://schemas.microsoft.com/office/drawing/2014/main" id="{584A1708-3D5F-4AC2-B35F-FB446EFEB7C2}"/>
              </a:ext>
            </a:extLst>
          </p:cNvPr>
          <p:cNvSpPr>
            <a:spLocks noGrp="1"/>
          </p:cNvSpPr>
          <p:nvPr>
            <p:ph type="pic" sz="quarter" idx="20"/>
          </p:nvPr>
        </p:nvSpPr>
        <p:spPr>
          <a:xfrm>
            <a:off x="8140700" y="0"/>
            <a:ext cx="4064000" cy="3429000"/>
          </a:xfrm>
          <a:prstGeom prst="rect">
            <a:avLst/>
          </a:prstGeom>
          <a:solidFill>
            <a:schemeClr val="bg2"/>
          </a:solidFill>
        </p:spPr>
        <p:txBody>
          <a:bodyPr/>
          <a:lstStyle/>
          <a:p>
            <a:r>
              <a:rPr lang="en-GB"/>
              <a:t>Click icon to add picture</a:t>
            </a:r>
            <a:endParaRPr lang="en-US"/>
          </a:p>
        </p:txBody>
      </p:sp>
      <p:sp>
        <p:nvSpPr>
          <p:cNvPr id="17" name="Text Placeholder 2">
            <a:extLst>
              <a:ext uri="{FF2B5EF4-FFF2-40B4-BE49-F238E27FC236}">
                <a16:creationId xmlns:a16="http://schemas.microsoft.com/office/drawing/2014/main" id="{97BF9D5A-73E5-43EB-95F4-FF5636951647}"/>
              </a:ext>
            </a:extLst>
          </p:cNvPr>
          <p:cNvSpPr>
            <a:spLocks noGrp="1"/>
          </p:cNvSpPr>
          <p:nvPr>
            <p:ph type="body" sz="quarter" idx="21" hasCustomPrompt="1"/>
          </p:nvPr>
        </p:nvSpPr>
        <p:spPr>
          <a:xfrm>
            <a:off x="4314697" y="4502295"/>
            <a:ext cx="3299588" cy="802399"/>
          </a:xfrm>
          <a:prstGeom prst="rect">
            <a:avLst/>
          </a:prstGeom>
        </p:spPr>
        <p:txBody>
          <a:bodyPr wrap="square">
            <a:spAutoFit/>
          </a:bodyPr>
          <a:lstStyle>
            <a:lvl1pPr>
              <a:defRPr sz="1200">
                <a:solidFill>
                  <a:schemeClr val="tx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a:t>
            </a:r>
          </a:p>
        </p:txBody>
      </p:sp>
      <p:sp>
        <p:nvSpPr>
          <p:cNvPr id="19" name="Text Placeholder 2">
            <a:extLst>
              <a:ext uri="{FF2B5EF4-FFF2-40B4-BE49-F238E27FC236}">
                <a16:creationId xmlns:a16="http://schemas.microsoft.com/office/drawing/2014/main" id="{6AC52B6B-2068-4BD5-8D7B-E2AA5CC142A6}"/>
              </a:ext>
            </a:extLst>
          </p:cNvPr>
          <p:cNvSpPr>
            <a:spLocks noGrp="1"/>
          </p:cNvSpPr>
          <p:nvPr>
            <p:ph type="body" sz="quarter" idx="22" hasCustomPrompt="1"/>
          </p:nvPr>
        </p:nvSpPr>
        <p:spPr>
          <a:xfrm>
            <a:off x="8406449" y="4502295"/>
            <a:ext cx="3299588" cy="802399"/>
          </a:xfrm>
          <a:prstGeom prst="rect">
            <a:avLst/>
          </a:prstGeom>
        </p:spPr>
        <p:txBody>
          <a:bodyPr wrap="square">
            <a:spAutoFit/>
          </a:bodyPr>
          <a:lstStyle>
            <a:lvl1pPr>
              <a:defRPr sz="1200">
                <a:solidFill>
                  <a:schemeClr val="tx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a:t>
            </a:r>
          </a:p>
        </p:txBody>
      </p:sp>
      <p:sp>
        <p:nvSpPr>
          <p:cNvPr id="4" name="Text Placeholder 3">
            <a:extLst>
              <a:ext uri="{FF2B5EF4-FFF2-40B4-BE49-F238E27FC236}">
                <a16:creationId xmlns:a16="http://schemas.microsoft.com/office/drawing/2014/main" id="{AC56DCAB-CD09-4E29-A907-70E7EBE0E688}"/>
              </a:ext>
            </a:extLst>
          </p:cNvPr>
          <p:cNvSpPr>
            <a:spLocks noGrp="1"/>
          </p:cNvSpPr>
          <p:nvPr>
            <p:ph type="body" sz="quarter" idx="23"/>
          </p:nvPr>
        </p:nvSpPr>
        <p:spPr>
          <a:xfrm>
            <a:off x="4302125" y="4124325"/>
            <a:ext cx="3311525" cy="246221"/>
          </a:xfrm>
          <a:prstGeom prst="rect">
            <a:avLst/>
          </a:prstGeom>
        </p:spPr>
        <p:txBody>
          <a:bodyPr vert="horz" lIns="0" tIns="0" rIns="0" bIns="0" rtlCol="0" anchor="t">
            <a:spAutoFit/>
          </a:bodyPr>
          <a:lstStyle>
            <a:lvl1pPr>
              <a:defRPr lang="en-US" sz="1600" b="1" smtClean="0"/>
            </a:lvl1pPr>
            <a:lvl2pPr>
              <a:defRPr lang="en-US" smtClean="0"/>
            </a:lvl2pPr>
            <a:lvl3pPr>
              <a:defRPr lang="en-US" smtClean="0"/>
            </a:lvl3pPr>
            <a:lvl4pPr>
              <a:defRPr lang="en-US" smtClean="0"/>
            </a:lvl4pPr>
            <a:lvl5pPr>
              <a:defRPr lang="en-US"/>
            </a:lvl5pPr>
          </a:lstStyle>
          <a:p>
            <a:pPr lvl="0">
              <a:lnSpc>
                <a:spcPct val="100000"/>
              </a:lnSpc>
              <a:spcBef>
                <a:spcPct val="0"/>
              </a:spcBef>
            </a:pPr>
            <a:r>
              <a:rPr lang="en-GB"/>
              <a:t>Click to edit Master text styles</a:t>
            </a:r>
          </a:p>
        </p:txBody>
      </p:sp>
      <p:sp>
        <p:nvSpPr>
          <p:cNvPr id="6" name="Text Placeholder 5">
            <a:extLst>
              <a:ext uri="{FF2B5EF4-FFF2-40B4-BE49-F238E27FC236}">
                <a16:creationId xmlns:a16="http://schemas.microsoft.com/office/drawing/2014/main" id="{AC9A5C7D-52BE-42FF-9382-B63BBD810FDD}"/>
              </a:ext>
            </a:extLst>
          </p:cNvPr>
          <p:cNvSpPr>
            <a:spLocks noGrp="1"/>
          </p:cNvSpPr>
          <p:nvPr>
            <p:ph type="body" sz="quarter" idx="24"/>
          </p:nvPr>
        </p:nvSpPr>
        <p:spPr>
          <a:xfrm>
            <a:off x="8406449" y="4114800"/>
            <a:ext cx="3312160" cy="246221"/>
          </a:xfrm>
          <a:prstGeom prst="rect">
            <a:avLst/>
          </a:prstGeom>
        </p:spPr>
        <p:txBody>
          <a:bodyPr vert="horz" lIns="0" tIns="0" rIns="0" bIns="0" rtlCol="0" anchor="t">
            <a:spAutoFit/>
          </a:bodyPr>
          <a:lstStyle>
            <a:lvl1pPr>
              <a:defRPr lang="en-US" sz="1600" b="1" smtClean="0"/>
            </a:lvl1pPr>
            <a:lvl2pPr>
              <a:defRPr lang="en-US" smtClean="0"/>
            </a:lvl2pPr>
            <a:lvl3pPr>
              <a:defRPr lang="en-US" smtClean="0"/>
            </a:lvl3pPr>
            <a:lvl4pPr>
              <a:defRPr lang="en-US" smtClean="0"/>
            </a:lvl4pPr>
            <a:lvl5pPr>
              <a:defRPr lang="en-US"/>
            </a:lvl5pPr>
          </a:lstStyle>
          <a:p>
            <a:pPr lvl="0">
              <a:lnSpc>
                <a:spcPct val="100000"/>
              </a:lnSpc>
              <a:spcBef>
                <a:spcPct val="0"/>
              </a:spcBef>
            </a:pPr>
            <a:r>
              <a:rPr lang="en-GB"/>
              <a:t>Click to edit Master text styles</a:t>
            </a:r>
          </a:p>
        </p:txBody>
      </p:sp>
    </p:spTree>
    <p:extLst>
      <p:ext uri="{BB962C8B-B14F-4D97-AF65-F5344CB8AC3E}">
        <p14:creationId xmlns:p14="http://schemas.microsoft.com/office/powerpoint/2010/main" val="780417994"/>
      </p:ext>
    </p:extLst>
  </p:cSld>
  <p:clrMapOvr>
    <a:masterClrMapping/>
  </p:clrMapOvr>
  <p:transition/>
</p:sldLayout>
</file>

<file path=ppt/slideLayouts/slideLayout273.xml><?xml version="1.0" encoding="utf-8"?>
<p:sldLayout xmlns:a="http://schemas.openxmlformats.org/drawingml/2006/main" xmlns:r="http://schemas.openxmlformats.org/officeDocument/2006/relationships" xmlns:p="http://schemas.openxmlformats.org/presentationml/2006/main" preserve="1" userDrawn="1">
  <p:cSld name="Case Study-4 Pictures-Leila">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256621FE-2493-434D-BD83-B0B78B101F25}"/>
              </a:ext>
            </a:extLst>
          </p:cNvPr>
          <p:cNvSpPr>
            <a:spLocks noGrp="1"/>
          </p:cNvSpPr>
          <p:nvPr>
            <p:ph type="pic" sz="quarter" idx="18"/>
          </p:nvPr>
        </p:nvSpPr>
        <p:spPr>
          <a:xfrm>
            <a:off x="-1" y="0"/>
            <a:ext cx="3060000" cy="3429000"/>
          </a:xfrm>
          <a:prstGeom prst="rect">
            <a:avLst/>
          </a:prstGeom>
          <a:solidFill>
            <a:schemeClr val="bg2"/>
          </a:solidFill>
        </p:spPr>
        <p:txBody>
          <a:bodyPr/>
          <a:lstStyle/>
          <a:p>
            <a:r>
              <a:rPr lang="en-GB"/>
              <a:t>Click icon to add picture</a:t>
            </a:r>
            <a:endParaRPr lang="en-US"/>
          </a:p>
        </p:txBody>
      </p:sp>
      <p:sp>
        <p:nvSpPr>
          <p:cNvPr id="14" name="Picture Placeholder 12">
            <a:extLst>
              <a:ext uri="{FF2B5EF4-FFF2-40B4-BE49-F238E27FC236}">
                <a16:creationId xmlns:a16="http://schemas.microsoft.com/office/drawing/2014/main" id="{2F7B19A9-71C0-403D-B507-22838A53F144}"/>
              </a:ext>
            </a:extLst>
          </p:cNvPr>
          <p:cNvSpPr>
            <a:spLocks noGrp="1"/>
          </p:cNvSpPr>
          <p:nvPr>
            <p:ph type="pic" sz="quarter" idx="19"/>
          </p:nvPr>
        </p:nvSpPr>
        <p:spPr>
          <a:xfrm>
            <a:off x="3043999" y="0"/>
            <a:ext cx="3060000" cy="3429000"/>
          </a:xfrm>
          <a:prstGeom prst="rect">
            <a:avLst/>
          </a:prstGeom>
          <a:solidFill>
            <a:schemeClr val="bg2"/>
          </a:solidFill>
        </p:spPr>
        <p:txBody>
          <a:bodyPr/>
          <a:lstStyle/>
          <a:p>
            <a:r>
              <a:rPr lang="en-GB"/>
              <a:t>Click icon to add picture</a:t>
            </a:r>
            <a:endParaRPr lang="en-US"/>
          </a:p>
        </p:txBody>
      </p:sp>
      <p:sp>
        <p:nvSpPr>
          <p:cNvPr id="15" name="Picture Placeholder 12">
            <a:extLst>
              <a:ext uri="{FF2B5EF4-FFF2-40B4-BE49-F238E27FC236}">
                <a16:creationId xmlns:a16="http://schemas.microsoft.com/office/drawing/2014/main" id="{584A1708-3D5F-4AC2-B35F-FB446EFEB7C2}"/>
              </a:ext>
            </a:extLst>
          </p:cNvPr>
          <p:cNvSpPr>
            <a:spLocks noGrp="1"/>
          </p:cNvSpPr>
          <p:nvPr>
            <p:ph type="pic" sz="quarter" idx="20"/>
          </p:nvPr>
        </p:nvSpPr>
        <p:spPr>
          <a:xfrm>
            <a:off x="6087999" y="0"/>
            <a:ext cx="3060000" cy="3429000"/>
          </a:xfrm>
          <a:prstGeom prst="rect">
            <a:avLst/>
          </a:prstGeom>
          <a:solidFill>
            <a:schemeClr val="bg2"/>
          </a:solidFill>
        </p:spPr>
        <p:txBody>
          <a:bodyPr/>
          <a:lstStyle/>
          <a:p>
            <a:r>
              <a:rPr lang="en-GB"/>
              <a:t>Click icon to add picture</a:t>
            </a:r>
            <a:endParaRPr lang="en-US"/>
          </a:p>
        </p:txBody>
      </p:sp>
      <p:sp>
        <p:nvSpPr>
          <p:cNvPr id="2" name="Picture Placeholder 12">
            <a:extLst>
              <a:ext uri="{FF2B5EF4-FFF2-40B4-BE49-F238E27FC236}">
                <a16:creationId xmlns:a16="http://schemas.microsoft.com/office/drawing/2014/main" id="{4C3044EB-579C-1960-F9EB-F116665A7292}"/>
              </a:ext>
            </a:extLst>
          </p:cNvPr>
          <p:cNvSpPr>
            <a:spLocks noGrp="1"/>
          </p:cNvSpPr>
          <p:nvPr>
            <p:ph type="pic" sz="quarter" idx="25"/>
          </p:nvPr>
        </p:nvSpPr>
        <p:spPr>
          <a:xfrm>
            <a:off x="9132000" y="0"/>
            <a:ext cx="3060000" cy="3429000"/>
          </a:xfrm>
          <a:prstGeom prst="rect">
            <a:avLst/>
          </a:prstGeom>
          <a:solidFill>
            <a:schemeClr val="bg2"/>
          </a:solidFill>
        </p:spPr>
        <p:txBody>
          <a:bodyPr/>
          <a:lstStyle/>
          <a:p>
            <a:r>
              <a:rPr lang="en-GB"/>
              <a:t>Click icon to add picture</a:t>
            </a:r>
            <a:endParaRPr lang="en-US"/>
          </a:p>
        </p:txBody>
      </p:sp>
      <p:sp>
        <p:nvSpPr>
          <p:cNvPr id="3" name="Text Placeholder 2">
            <a:extLst>
              <a:ext uri="{FF2B5EF4-FFF2-40B4-BE49-F238E27FC236}">
                <a16:creationId xmlns:a16="http://schemas.microsoft.com/office/drawing/2014/main" id="{C9D6271A-50EF-A83C-8073-0A6628457E18}"/>
              </a:ext>
            </a:extLst>
          </p:cNvPr>
          <p:cNvSpPr>
            <a:spLocks noGrp="1"/>
          </p:cNvSpPr>
          <p:nvPr>
            <p:ph type="body" sz="quarter" idx="16" hasCustomPrompt="1"/>
          </p:nvPr>
        </p:nvSpPr>
        <p:spPr>
          <a:xfrm>
            <a:off x="457200" y="3731479"/>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a:t>Lorem ipsum dolor sit amet, consectetur adipiscing elit. </a:t>
            </a:r>
          </a:p>
        </p:txBody>
      </p:sp>
      <p:sp>
        <p:nvSpPr>
          <p:cNvPr id="5" name="Text Placeholder 2">
            <a:extLst>
              <a:ext uri="{FF2B5EF4-FFF2-40B4-BE49-F238E27FC236}">
                <a16:creationId xmlns:a16="http://schemas.microsoft.com/office/drawing/2014/main" id="{33A26170-4FED-69CC-E7CF-6F163320DA0C}"/>
              </a:ext>
            </a:extLst>
          </p:cNvPr>
          <p:cNvSpPr>
            <a:spLocks noGrp="1"/>
          </p:cNvSpPr>
          <p:nvPr>
            <p:ph type="body" sz="quarter" idx="26" hasCustomPrompt="1"/>
          </p:nvPr>
        </p:nvSpPr>
        <p:spPr>
          <a:xfrm>
            <a:off x="457200" y="4353444"/>
            <a:ext cx="2407920" cy="1208664"/>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a:t>Lorem ipsum dolor sit amet, consectetur adipiscing elit. Leo luctus adipiscing feugiat viverra facilisi. Tristique aliquet tempor, tortor amet scelerisque fermentum. Venenatis, quam consequat netus magna</a:t>
            </a:r>
          </a:p>
        </p:txBody>
      </p:sp>
      <p:sp>
        <p:nvSpPr>
          <p:cNvPr id="7" name="Text Placeholder 2">
            <a:extLst>
              <a:ext uri="{FF2B5EF4-FFF2-40B4-BE49-F238E27FC236}">
                <a16:creationId xmlns:a16="http://schemas.microsoft.com/office/drawing/2014/main" id="{EFF5574A-DA2F-79E2-5257-E464C4DCBED9}"/>
              </a:ext>
            </a:extLst>
          </p:cNvPr>
          <p:cNvSpPr>
            <a:spLocks noGrp="1"/>
          </p:cNvSpPr>
          <p:nvPr>
            <p:ph type="body" sz="quarter" idx="27" hasCustomPrompt="1"/>
          </p:nvPr>
        </p:nvSpPr>
        <p:spPr>
          <a:xfrm>
            <a:off x="3370039" y="3731479"/>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a:t>Lorem ipsum dolor sit amet, consectetur adipiscing elit. </a:t>
            </a:r>
          </a:p>
        </p:txBody>
      </p:sp>
      <p:sp>
        <p:nvSpPr>
          <p:cNvPr id="8" name="Text Placeholder 2">
            <a:extLst>
              <a:ext uri="{FF2B5EF4-FFF2-40B4-BE49-F238E27FC236}">
                <a16:creationId xmlns:a16="http://schemas.microsoft.com/office/drawing/2014/main" id="{2E50C4C1-6951-43AE-9158-49572E0C92C6}"/>
              </a:ext>
            </a:extLst>
          </p:cNvPr>
          <p:cNvSpPr>
            <a:spLocks noGrp="1"/>
          </p:cNvSpPr>
          <p:nvPr>
            <p:ph type="body" sz="quarter" idx="28" hasCustomPrompt="1"/>
          </p:nvPr>
        </p:nvSpPr>
        <p:spPr>
          <a:xfrm>
            <a:off x="3370039" y="4353444"/>
            <a:ext cx="2407920" cy="1208664"/>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a:t>Lorem ipsum dolor sit amet, consectetur adipiscing elit. Leo luctus adipiscing feugiat viverra facilisi. Tristique aliquet tempor, tortor amet scelerisque fermentum. Venenatis, quam consequat netus magna</a:t>
            </a:r>
          </a:p>
        </p:txBody>
      </p:sp>
      <p:sp>
        <p:nvSpPr>
          <p:cNvPr id="9" name="Text Placeholder 2">
            <a:extLst>
              <a:ext uri="{FF2B5EF4-FFF2-40B4-BE49-F238E27FC236}">
                <a16:creationId xmlns:a16="http://schemas.microsoft.com/office/drawing/2014/main" id="{7000C3D5-7B7C-EDA2-9F53-869EC3327CCF}"/>
              </a:ext>
            </a:extLst>
          </p:cNvPr>
          <p:cNvSpPr>
            <a:spLocks noGrp="1"/>
          </p:cNvSpPr>
          <p:nvPr>
            <p:ph type="body" sz="quarter" idx="21" hasCustomPrompt="1"/>
          </p:nvPr>
        </p:nvSpPr>
        <p:spPr>
          <a:xfrm>
            <a:off x="6414039" y="3731479"/>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a:t>Lorem ipsum dolor sit amet, consectetur adipiscing elit. </a:t>
            </a:r>
          </a:p>
        </p:txBody>
      </p:sp>
      <p:sp>
        <p:nvSpPr>
          <p:cNvPr id="12" name="Text Placeholder 2">
            <a:extLst>
              <a:ext uri="{FF2B5EF4-FFF2-40B4-BE49-F238E27FC236}">
                <a16:creationId xmlns:a16="http://schemas.microsoft.com/office/drawing/2014/main" id="{E9AE19AD-1845-6345-DD33-3FC9CF1784E4}"/>
              </a:ext>
            </a:extLst>
          </p:cNvPr>
          <p:cNvSpPr>
            <a:spLocks noGrp="1"/>
          </p:cNvSpPr>
          <p:nvPr>
            <p:ph type="body" sz="quarter" idx="22" hasCustomPrompt="1"/>
          </p:nvPr>
        </p:nvSpPr>
        <p:spPr>
          <a:xfrm>
            <a:off x="6414039" y="4353444"/>
            <a:ext cx="2407920" cy="1208664"/>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a:t>Lorem ipsum dolor sit amet, consectetur adipiscing elit. Leo luctus adipiscing feugiat viverra facilisi. Tristique aliquet tempor, tortor amet scelerisque fermentum. Venenatis, quam consequat netus magna</a:t>
            </a:r>
          </a:p>
        </p:txBody>
      </p:sp>
      <p:sp>
        <p:nvSpPr>
          <p:cNvPr id="16" name="Text Placeholder 2">
            <a:extLst>
              <a:ext uri="{FF2B5EF4-FFF2-40B4-BE49-F238E27FC236}">
                <a16:creationId xmlns:a16="http://schemas.microsoft.com/office/drawing/2014/main" id="{EFF38F98-219B-60E4-DEE4-A49FED7181F5}"/>
              </a:ext>
            </a:extLst>
          </p:cNvPr>
          <p:cNvSpPr>
            <a:spLocks noGrp="1"/>
          </p:cNvSpPr>
          <p:nvPr>
            <p:ph type="body" sz="quarter" idx="23" hasCustomPrompt="1"/>
          </p:nvPr>
        </p:nvSpPr>
        <p:spPr>
          <a:xfrm>
            <a:off x="9326880" y="3731479"/>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a:t>Lorem ipsum dolor sit amet, consectetur adipiscing elit. </a:t>
            </a:r>
          </a:p>
        </p:txBody>
      </p:sp>
      <p:sp>
        <p:nvSpPr>
          <p:cNvPr id="18" name="Text Placeholder 2">
            <a:extLst>
              <a:ext uri="{FF2B5EF4-FFF2-40B4-BE49-F238E27FC236}">
                <a16:creationId xmlns:a16="http://schemas.microsoft.com/office/drawing/2014/main" id="{76073D28-63C4-4EAB-D10E-E4C9A179B803}"/>
              </a:ext>
            </a:extLst>
          </p:cNvPr>
          <p:cNvSpPr>
            <a:spLocks noGrp="1"/>
          </p:cNvSpPr>
          <p:nvPr>
            <p:ph type="body" sz="quarter" idx="24" hasCustomPrompt="1"/>
          </p:nvPr>
        </p:nvSpPr>
        <p:spPr>
          <a:xfrm>
            <a:off x="9326880" y="4353444"/>
            <a:ext cx="2407920" cy="1208664"/>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a:t>Lorem ipsum dolor sit amet, consectetur adipiscing elit. Leo luctus adipiscing feugiat viverra facilisi. Tristique aliquet tempor, tortor amet scelerisque fermentum. Venenatis, quam consequat netus magna</a:t>
            </a:r>
          </a:p>
        </p:txBody>
      </p:sp>
    </p:spTree>
    <p:extLst>
      <p:ext uri="{BB962C8B-B14F-4D97-AF65-F5344CB8AC3E}">
        <p14:creationId xmlns:p14="http://schemas.microsoft.com/office/powerpoint/2010/main" val="2986077741"/>
      </p:ext>
    </p:extLst>
  </p:cSld>
  <p:clrMapOvr>
    <a:masterClrMapping/>
  </p:clrMapOvr>
  <p:transition/>
</p:sldLayout>
</file>

<file path=ppt/slideLayouts/slideLayout274.xml><?xml version="1.0" encoding="utf-8"?>
<p:sldLayout xmlns:a="http://schemas.openxmlformats.org/drawingml/2006/main" xmlns:r="http://schemas.openxmlformats.org/officeDocument/2006/relationships" xmlns:p="http://schemas.openxmlformats.org/presentationml/2006/main" preserve="1" userDrawn="1">
  <p:cSld name="Case Study-4 Pictures">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256621FE-2493-434D-BD83-B0B78B101F25}"/>
              </a:ext>
            </a:extLst>
          </p:cNvPr>
          <p:cNvSpPr>
            <a:spLocks noGrp="1"/>
          </p:cNvSpPr>
          <p:nvPr>
            <p:ph type="pic" sz="quarter" idx="18"/>
          </p:nvPr>
        </p:nvSpPr>
        <p:spPr>
          <a:xfrm>
            <a:off x="-1" y="0"/>
            <a:ext cx="3045667" cy="6858000"/>
          </a:xfrm>
          <a:prstGeom prst="rect">
            <a:avLst/>
          </a:prstGeom>
          <a:solidFill>
            <a:schemeClr val="bg2"/>
          </a:solidFill>
        </p:spPr>
        <p:txBody>
          <a:bodyPr/>
          <a:lstStyle/>
          <a:p>
            <a:r>
              <a:rPr lang="en-GB"/>
              <a:t>Click icon to add picture</a:t>
            </a:r>
            <a:endParaRPr lang="en-US"/>
          </a:p>
        </p:txBody>
      </p:sp>
      <p:sp>
        <p:nvSpPr>
          <p:cNvPr id="16" name="Picture Placeholder 12">
            <a:extLst>
              <a:ext uri="{FF2B5EF4-FFF2-40B4-BE49-F238E27FC236}">
                <a16:creationId xmlns:a16="http://schemas.microsoft.com/office/drawing/2014/main" id="{95D56692-426B-4F40-8BC1-45B989D44140}"/>
              </a:ext>
            </a:extLst>
          </p:cNvPr>
          <p:cNvSpPr>
            <a:spLocks noGrp="1"/>
          </p:cNvSpPr>
          <p:nvPr>
            <p:ph type="pic" sz="quarter" idx="19"/>
          </p:nvPr>
        </p:nvSpPr>
        <p:spPr>
          <a:xfrm>
            <a:off x="3048777" y="0"/>
            <a:ext cx="3045667" cy="6858000"/>
          </a:xfrm>
          <a:prstGeom prst="rect">
            <a:avLst/>
          </a:prstGeom>
          <a:solidFill>
            <a:schemeClr val="bg2"/>
          </a:solidFill>
        </p:spPr>
        <p:txBody>
          <a:bodyPr/>
          <a:lstStyle/>
          <a:p>
            <a:r>
              <a:rPr lang="en-GB"/>
              <a:t>Click icon to add picture</a:t>
            </a:r>
            <a:endParaRPr lang="en-US"/>
          </a:p>
        </p:txBody>
      </p:sp>
      <p:sp>
        <p:nvSpPr>
          <p:cNvPr id="18" name="Picture Placeholder 12">
            <a:extLst>
              <a:ext uri="{FF2B5EF4-FFF2-40B4-BE49-F238E27FC236}">
                <a16:creationId xmlns:a16="http://schemas.microsoft.com/office/drawing/2014/main" id="{32D43E18-54F7-4125-A364-D733497B4F32}"/>
              </a:ext>
            </a:extLst>
          </p:cNvPr>
          <p:cNvSpPr>
            <a:spLocks noGrp="1"/>
          </p:cNvSpPr>
          <p:nvPr>
            <p:ph type="pic" sz="quarter" idx="20"/>
          </p:nvPr>
        </p:nvSpPr>
        <p:spPr>
          <a:xfrm>
            <a:off x="6097555" y="0"/>
            <a:ext cx="3045667" cy="6858000"/>
          </a:xfrm>
          <a:prstGeom prst="rect">
            <a:avLst/>
          </a:prstGeom>
          <a:solidFill>
            <a:schemeClr val="bg2"/>
          </a:solidFill>
        </p:spPr>
        <p:txBody>
          <a:bodyPr/>
          <a:lstStyle/>
          <a:p>
            <a:r>
              <a:rPr lang="en-GB"/>
              <a:t>Click icon to add picture</a:t>
            </a:r>
            <a:endParaRPr lang="en-US"/>
          </a:p>
        </p:txBody>
      </p:sp>
      <p:sp>
        <p:nvSpPr>
          <p:cNvPr id="20" name="Picture Placeholder 12">
            <a:extLst>
              <a:ext uri="{FF2B5EF4-FFF2-40B4-BE49-F238E27FC236}">
                <a16:creationId xmlns:a16="http://schemas.microsoft.com/office/drawing/2014/main" id="{0D751945-7936-4E08-A1DF-7F344072146F}"/>
              </a:ext>
            </a:extLst>
          </p:cNvPr>
          <p:cNvSpPr>
            <a:spLocks noGrp="1"/>
          </p:cNvSpPr>
          <p:nvPr>
            <p:ph type="pic" sz="quarter" idx="21"/>
          </p:nvPr>
        </p:nvSpPr>
        <p:spPr>
          <a:xfrm>
            <a:off x="9146333" y="0"/>
            <a:ext cx="3045667" cy="6858000"/>
          </a:xfrm>
          <a:prstGeom prst="rect">
            <a:avLst/>
          </a:prstGeom>
          <a:solidFill>
            <a:schemeClr val="bg2"/>
          </a:solidFill>
        </p:spPr>
        <p:txBody>
          <a:bodyPr/>
          <a:lstStyle/>
          <a:p>
            <a:r>
              <a:rPr lang="en-GB"/>
              <a:t>Click icon to add picture</a:t>
            </a:r>
            <a:endParaRPr lang="en-US"/>
          </a:p>
        </p:txBody>
      </p:sp>
      <p:pic>
        <p:nvPicPr>
          <p:cNvPr id="2" name="Graphic 1">
            <a:extLst>
              <a:ext uri="{FF2B5EF4-FFF2-40B4-BE49-F238E27FC236}">
                <a16:creationId xmlns:a16="http://schemas.microsoft.com/office/drawing/2014/main" id="{0F219C23-5248-6A23-1656-7F24D37DB200}"/>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4" name="TextBox 3">
            <a:extLst>
              <a:ext uri="{FF2B5EF4-FFF2-40B4-BE49-F238E27FC236}">
                <a16:creationId xmlns:a16="http://schemas.microsoft.com/office/drawing/2014/main" id="{9D0F7879-EF16-5C25-BC5F-DF85AD10BA3F}"/>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5" name="Text Placeholder 3">
            <a:extLst>
              <a:ext uri="{FF2B5EF4-FFF2-40B4-BE49-F238E27FC236}">
                <a16:creationId xmlns:a16="http://schemas.microsoft.com/office/drawing/2014/main" id="{47931746-EE72-E501-E583-1218E82991FF}"/>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a:p>
        </p:txBody>
      </p:sp>
    </p:spTree>
    <p:extLst>
      <p:ext uri="{BB962C8B-B14F-4D97-AF65-F5344CB8AC3E}">
        <p14:creationId xmlns:p14="http://schemas.microsoft.com/office/powerpoint/2010/main" val="480115392"/>
      </p:ext>
    </p:extLst>
  </p:cSld>
  <p:clrMapOvr>
    <a:masterClrMapping/>
  </p:clrMapOvr>
  <p:transition/>
</p:sldLayout>
</file>

<file path=ppt/slideLayouts/slideLayout275.xml><?xml version="1.0" encoding="utf-8"?>
<p:sldLayout xmlns:a="http://schemas.openxmlformats.org/drawingml/2006/main" xmlns:r="http://schemas.openxmlformats.org/officeDocument/2006/relationships" xmlns:p="http://schemas.openxmlformats.org/presentationml/2006/main" preserve="1" userDrawn="1">
  <p:cSld name="Full Picture">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3BE84340-BD33-8E44-99AA-69963886122B}"/>
              </a:ext>
            </a:extLst>
          </p:cNvPr>
          <p:cNvSpPr>
            <a:spLocks noGrp="1"/>
          </p:cNvSpPr>
          <p:nvPr>
            <p:ph type="pic" sz="quarter" idx="10"/>
          </p:nvPr>
        </p:nvSpPr>
        <p:spPr>
          <a:xfrm>
            <a:off x="0" y="0"/>
            <a:ext cx="12192000" cy="6858000"/>
          </a:xfrm>
          <a:prstGeom prst="rect">
            <a:avLst/>
          </a:prstGeom>
        </p:spPr>
        <p:txBody>
          <a:bodyPr/>
          <a:lstStyle/>
          <a:p>
            <a:r>
              <a:rPr lang="en-GB"/>
              <a:t>Click icon to add picture</a:t>
            </a:r>
            <a:endParaRPr lang="en-US"/>
          </a:p>
        </p:txBody>
      </p:sp>
    </p:spTree>
    <p:extLst>
      <p:ext uri="{BB962C8B-B14F-4D97-AF65-F5344CB8AC3E}">
        <p14:creationId xmlns:p14="http://schemas.microsoft.com/office/powerpoint/2010/main" val="3219030050"/>
      </p:ext>
    </p:extLst>
  </p:cSld>
  <p:clrMapOvr>
    <a:masterClrMapping/>
  </p:clrMapOvr>
  <p:transition/>
</p:sldLayout>
</file>

<file path=ppt/slideLayouts/slideLayout276.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132DEA7B-FE87-E4A3-0E28-5A6940077AAF}"/>
              </a:ext>
            </a:extLst>
          </p:cNvPr>
          <p:cNvSpPr/>
          <p:nvPr userDrawn="1"/>
        </p:nvSpPr>
        <p:spPr bwMode="auto">
          <a:xfrm>
            <a:off x="1020000" y="999000"/>
            <a:ext cx="10152000" cy="4860000"/>
          </a:xfrm>
          <a:prstGeom prst="rect">
            <a:avLst/>
          </a:prstGeom>
          <a:gradFill>
            <a:gsLst>
              <a:gs pos="66000">
                <a:schemeClr val="accent5"/>
              </a:gs>
              <a:gs pos="0">
                <a:schemeClr val="accent2"/>
              </a:gs>
              <a:gs pos="100000">
                <a:schemeClr val="accent4"/>
              </a:gs>
            </a:gsLst>
            <a:lin ang="1800000" scaled="0"/>
          </a:gradFill>
          <a:ln>
            <a:noFill/>
          </a:ln>
          <a:effectLst/>
        </p:spPr>
        <p:txBody>
          <a:bodyPr wrap="square" lIns="0" tIns="0" rIns="0" bIns="0" rtlCol="0" anchor="ctr"/>
          <a:lstStyle/>
          <a:p>
            <a:pPr lvl="0" algn="ctr"/>
            <a:endParaRPr lang="en-US" sz="2400">
              <a:solidFill>
                <a:schemeClr val="bg1"/>
              </a:solidFill>
              <a:latin typeface="Calibri Light" panose="020F0302020204030204" pitchFamily="34" charset="0"/>
              <a:ea typeface="Human Sans ExtraLight" charset="0"/>
              <a:cs typeface="Human Sans ExtraLight" charset="0"/>
            </a:endParaRPr>
          </a:p>
        </p:txBody>
      </p:sp>
      <p:sp>
        <p:nvSpPr>
          <p:cNvPr id="9" name="Title 8">
            <a:extLst>
              <a:ext uri="{FF2B5EF4-FFF2-40B4-BE49-F238E27FC236}">
                <a16:creationId xmlns:a16="http://schemas.microsoft.com/office/drawing/2014/main" id="{388A2ACC-EFED-3CEF-B58F-EA44CFA34596}"/>
              </a:ext>
            </a:extLst>
          </p:cNvPr>
          <p:cNvSpPr>
            <a:spLocks noGrp="1"/>
          </p:cNvSpPr>
          <p:nvPr>
            <p:ph type="title" hasCustomPrompt="1"/>
          </p:nvPr>
        </p:nvSpPr>
        <p:spPr>
          <a:xfrm>
            <a:off x="2149475" y="2464175"/>
            <a:ext cx="7899400" cy="615553"/>
          </a:xfrm>
          <a:prstGeom prst="rect">
            <a:avLst/>
          </a:prstGeom>
        </p:spPr>
        <p:txBody>
          <a:bodyPr vert="horz" wrap="square" lIns="0" tIns="0" rIns="0" bIns="0" rtlCol="0" anchor="t">
            <a:spAutoFit/>
          </a:bodyPr>
          <a:lstStyle>
            <a:lvl1pPr>
              <a:defRPr lang="en-US" sz="4000" b="0" i="0" spc="0">
                <a:solidFill>
                  <a:schemeClr val="bg1"/>
                </a:solidFill>
                <a:effectLst/>
                <a:latin typeface="Calibri Light" panose="020F0302020204030204" pitchFamily="34" charset="0"/>
                <a:cs typeface="Calibri Light" panose="020F0302020204030204" pitchFamily="34" charset="0"/>
              </a:defRPr>
            </a:lvl1pPr>
          </a:lstStyle>
          <a:p>
            <a:pPr lvl="0"/>
            <a:r>
              <a:rPr lang="en-US"/>
              <a:t>Insert your quote here</a:t>
            </a:r>
          </a:p>
        </p:txBody>
      </p:sp>
      <p:sp>
        <p:nvSpPr>
          <p:cNvPr id="2" name="Title 8">
            <a:extLst>
              <a:ext uri="{FF2B5EF4-FFF2-40B4-BE49-F238E27FC236}">
                <a16:creationId xmlns:a16="http://schemas.microsoft.com/office/drawing/2014/main" id="{A967559A-5EC8-8B92-65E3-76928C972876}"/>
              </a:ext>
            </a:extLst>
          </p:cNvPr>
          <p:cNvSpPr txBox="1"/>
          <p:nvPr userDrawn="1"/>
        </p:nvSpPr>
        <p:spPr>
          <a:xfrm>
            <a:off x="2062976" y="1531155"/>
            <a:ext cx="1248633" cy="1477328"/>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lang="en-US" sz="4000" b="0" i="0" kern="1200" spc="0">
                <a:gradFill>
                  <a:gsLst>
                    <a:gs pos="50000">
                      <a:schemeClr val="accent2"/>
                    </a:gs>
                    <a:gs pos="70000">
                      <a:schemeClr val="accent5"/>
                    </a:gs>
                    <a:gs pos="100000">
                      <a:schemeClr val="accent4"/>
                    </a:gs>
                  </a:gsLst>
                  <a:lin ang="1200000" scaled="0"/>
                </a:gradFill>
                <a:effectLst/>
                <a:latin typeface="Calibri Light" panose="020F0302020204030204" pitchFamily="34" charset="0"/>
                <a:ea typeface="Calibri" panose="020F0502020204030204" pitchFamily="34" charset="0"/>
                <a:cs typeface="Calibri Light" panose="020F0302020204030204" pitchFamily="34" charset="0"/>
              </a:defRPr>
            </a:lvl1pPr>
          </a:lstStyle>
          <a:p>
            <a:r>
              <a:rPr lang="en-GB" sz="9600">
                <a:solidFill>
                  <a:schemeClr val="bg1"/>
                </a:solidFill>
              </a:rPr>
              <a:t>“</a:t>
            </a:r>
          </a:p>
        </p:txBody>
      </p:sp>
    </p:spTree>
    <p:extLst>
      <p:ext uri="{BB962C8B-B14F-4D97-AF65-F5344CB8AC3E}">
        <p14:creationId xmlns:p14="http://schemas.microsoft.com/office/powerpoint/2010/main" val="3033242562"/>
      </p:ext>
    </p:extLst>
  </p:cSld>
  <p:clrMapOvr>
    <a:masterClrMapping/>
  </p:clrMapOvr>
  <p:transition/>
</p:sldLayout>
</file>

<file path=ppt/slideLayouts/slideLayout277.xml><?xml version="1.0" encoding="utf-8"?>
<p:sldLayout xmlns:a="http://schemas.openxmlformats.org/drawingml/2006/main" xmlns:r="http://schemas.openxmlformats.org/officeDocument/2006/relationships" xmlns:p="http://schemas.openxmlformats.org/presentationml/2006/main" preserve="1" userDrawn="1">
  <p:cSld name="Thank_you">
    <p:bg>
      <p:bgPr>
        <a:solidFill>
          <a:schemeClr val="tx1"/>
        </a:solidFill>
        <a:effectLst/>
      </p:bgPr>
    </p:bg>
    <p:spTree>
      <p:nvGrpSpPr>
        <p:cNvPr id="1" name=""/>
        <p:cNvGrpSpPr/>
        <p:nvPr/>
      </p:nvGrpSpPr>
      <p:grpSpPr>
        <a:xfrm>
          <a:off x="0" y="0"/>
          <a:ext cx="0" cy="0"/>
          <a:chOff x="0" y="0"/>
          <a:chExt cx="0" cy="0"/>
        </a:xfrm>
      </p:grpSpPr>
      <p:sp>
        <p:nvSpPr>
          <p:cNvPr id="6" name="Text Placeholder 2">
            <a:extLst>
              <a:ext uri="{FF2B5EF4-FFF2-40B4-BE49-F238E27FC236}">
                <a16:creationId xmlns:a16="http://schemas.microsoft.com/office/drawing/2014/main" id="{32B93596-9EFA-D1CF-1891-B79E8C134296}"/>
              </a:ext>
            </a:extLst>
          </p:cNvPr>
          <p:cNvSpPr>
            <a:spLocks noGrp="1"/>
          </p:cNvSpPr>
          <p:nvPr>
            <p:ph type="body" sz="quarter" idx="12"/>
          </p:nvPr>
        </p:nvSpPr>
        <p:spPr>
          <a:xfrm>
            <a:off x="6008594" y="1585875"/>
            <a:ext cx="3827462" cy="257250"/>
          </a:xfrm>
          <a:prstGeom prst="rect">
            <a:avLst/>
          </a:prstGeom>
        </p:spPr>
        <p:txBody>
          <a:bodyPr/>
          <a:lstStyle>
            <a:lvl1pPr>
              <a:defRPr sz="1600" b="0" i="0">
                <a:solidFill>
                  <a:schemeClr val="bg1"/>
                </a:solidFill>
                <a:latin typeface="Calibri" panose="020F0502020204030204" pitchFamily="34" charset="0"/>
                <a:cs typeface="Calibri" panose="020F0502020204030204" pitchFamily="34" charset="0"/>
              </a:defRPr>
            </a:lvl1pPr>
          </a:lstStyle>
          <a:p>
            <a:pPr lvl="0"/>
            <a:r>
              <a:rPr lang="en-GB"/>
              <a:t>Click to edit Master text styles</a:t>
            </a:r>
          </a:p>
        </p:txBody>
      </p:sp>
      <p:sp>
        <p:nvSpPr>
          <p:cNvPr id="7" name="Text Placeholder 3">
            <a:extLst>
              <a:ext uri="{FF2B5EF4-FFF2-40B4-BE49-F238E27FC236}">
                <a16:creationId xmlns:a16="http://schemas.microsoft.com/office/drawing/2014/main" id="{6FDC7A20-9DDC-243D-12E0-D419647A673B}"/>
              </a:ext>
            </a:extLst>
          </p:cNvPr>
          <p:cNvSpPr>
            <a:spLocks noGrp="1"/>
          </p:cNvSpPr>
          <p:nvPr>
            <p:ph type="body" sz="quarter" idx="13"/>
          </p:nvPr>
        </p:nvSpPr>
        <p:spPr>
          <a:xfrm>
            <a:off x="6008594" y="2359058"/>
            <a:ext cx="3827462" cy="289438"/>
          </a:xfrm>
          <a:prstGeom prst="rect">
            <a:avLst/>
          </a:prstGeom>
        </p:spPr>
        <p:txBody>
          <a:bodyPr/>
          <a:lstStyle>
            <a:lvl1pPr>
              <a:defRPr sz="1800" b="1" i="0">
                <a:solidFill>
                  <a:schemeClr val="accent2"/>
                </a:solidFill>
                <a:latin typeface="Calibri" panose="020F0502020204030204" pitchFamily="34" charset="0"/>
                <a:cs typeface="Calibri" panose="020F0502020204030204" pitchFamily="34" charset="0"/>
              </a:defRPr>
            </a:lvl1pPr>
          </a:lstStyle>
          <a:p>
            <a:pPr lvl="0"/>
            <a:r>
              <a:rPr lang="en-GB"/>
              <a:t>Click to edit Master text styles</a:t>
            </a:r>
          </a:p>
        </p:txBody>
      </p:sp>
      <p:sp>
        <p:nvSpPr>
          <p:cNvPr id="8" name="Text Placeholder 4">
            <a:extLst>
              <a:ext uri="{FF2B5EF4-FFF2-40B4-BE49-F238E27FC236}">
                <a16:creationId xmlns:a16="http://schemas.microsoft.com/office/drawing/2014/main" id="{DF0BB83A-8F61-9449-F88A-D14428FB92FB}"/>
              </a:ext>
            </a:extLst>
          </p:cNvPr>
          <p:cNvSpPr>
            <a:spLocks noGrp="1"/>
          </p:cNvSpPr>
          <p:nvPr>
            <p:ph type="body" sz="quarter" idx="14"/>
          </p:nvPr>
        </p:nvSpPr>
        <p:spPr>
          <a:xfrm>
            <a:off x="6008594" y="2744373"/>
            <a:ext cx="3827462" cy="225126"/>
          </a:xfrm>
          <a:prstGeom prst="rect">
            <a:avLst/>
          </a:prstGeom>
        </p:spPr>
        <p:txBody>
          <a:bodyPr/>
          <a:lstStyle>
            <a:lvl1pPr>
              <a:defRPr sz="1400" b="0" i="0">
                <a:solidFill>
                  <a:schemeClr val="accent2"/>
                </a:solidFill>
                <a:latin typeface="Calibri Light" panose="020F0302020204030204" pitchFamily="34" charset="0"/>
                <a:cs typeface="Calibri Light" panose="020F0302020204030204" pitchFamily="34" charset="0"/>
              </a:defRPr>
            </a:lvl1pPr>
          </a:lstStyle>
          <a:p>
            <a:pPr lvl="0"/>
            <a:r>
              <a:rPr lang="en-GB"/>
              <a:t>Click to edit Master text styles</a:t>
            </a:r>
          </a:p>
        </p:txBody>
      </p:sp>
      <p:sp>
        <p:nvSpPr>
          <p:cNvPr id="9" name="Text Placeholder 5">
            <a:extLst>
              <a:ext uri="{FF2B5EF4-FFF2-40B4-BE49-F238E27FC236}">
                <a16:creationId xmlns:a16="http://schemas.microsoft.com/office/drawing/2014/main" id="{928CEB9B-E281-2F84-4094-6D6C75AE1667}"/>
              </a:ext>
            </a:extLst>
          </p:cNvPr>
          <p:cNvSpPr>
            <a:spLocks noGrp="1"/>
          </p:cNvSpPr>
          <p:nvPr>
            <p:ph type="body" sz="quarter" idx="15"/>
          </p:nvPr>
        </p:nvSpPr>
        <p:spPr>
          <a:xfrm>
            <a:off x="6008594" y="3273458"/>
            <a:ext cx="3827462" cy="225126"/>
          </a:xfrm>
          <a:prstGeom prst="rect">
            <a:avLst/>
          </a:prstGeom>
        </p:spPr>
        <p:txBody>
          <a:bodyPr/>
          <a:lstStyle>
            <a:lvl1pPr>
              <a:defRPr sz="1400" b="0" i="0">
                <a:solidFill>
                  <a:schemeClr val="bg1"/>
                </a:solidFill>
                <a:latin typeface="Calibri Light" panose="020F0302020204030204" pitchFamily="34" charset="0"/>
                <a:cs typeface="Calibri Light" panose="020F0302020204030204" pitchFamily="34" charset="0"/>
              </a:defRPr>
            </a:lvl1pPr>
          </a:lstStyle>
          <a:p>
            <a:pPr lvl="0"/>
            <a:r>
              <a:rPr lang="en-GB"/>
              <a:t>Click to edit Master text styles</a:t>
            </a:r>
          </a:p>
        </p:txBody>
      </p:sp>
      <p:sp>
        <p:nvSpPr>
          <p:cNvPr id="10" name="Text Placeholder 6">
            <a:extLst>
              <a:ext uri="{FF2B5EF4-FFF2-40B4-BE49-F238E27FC236}">
                <a16:creationId xmlns:a16="http://schemas.microsoft.com/office/drawing/2014/main" id="{4B5D4FBD-9119-A47E-823E-8468ED6CF450}"/>
              </a:ext>
            </a:extLst>
          </p:cNvPr>
          <p:cNvSpPr>
            <a:spLocks noGrp="1"/>
          </p:cNvSpPr>
          <p:nvPr>
            <p:ph type="body" sz="quarter" idx="16"/>
          </p:nvPr>
        </p:nvSpPr>
        <p:spPr>
          <a:xfrm>
            <a:off x="6008594" y="3560388"/>
            <a:ext cx="3827462" cy="225126"/>
          </a:xfrm>
          <a:prstGeom prst="rect">
            <a:avLst/>
          </a:prstGeom>
        </p:spPr>
        <p:txBody>
          <a:bodyPr/>
          <a:lstStyle>
            <a:lvl1pPr>
              <a:defRPr sz="1400" b="0" i="0">
                <a:solidFill>
                  <a:schemeClr val="bg1"/>
                </a:solidFill>
                <a:latin typeface="Calibri Light" panose="020F0302020204030204" pitchFamily="34" charset="0"/>
                <a:cs typeface="Calibri Light" panose="020F0302020204030204" pitchFamily="34" charset="0"/>
              </a:defRPr>
            </a:lvl1pPr>
          </a:lstStyle>
          <a:p>
            <a:pPr lvl="0"/>
            <a:r>
              <a:rPr lang="en-GB"/>
              <a:t>Click to edit Master text styles</a:t>
            </a:r>
          </a:p>
        </p:txBody>
      </p:sp>
      <p:sp>
        <p:nvSpPr>
          <p:cNvPr id="11" name="Text Placeholder 7">
            <a:extLst>
              <a:ext uri="{FF2B5EF4-FFF2-40B4-BE49-F238E27FC236}">
                <a16:creationId xmlns:a16="http://schemas.microsoft.com/office/drawing/2014/main" id="{C67B81F6-EE7E-69A9-E411-F7C52303401A}"/>
              </a:ext>
            </a:extLst>
          </p:cNvPr>
          <p:cNvSpPr>
            <a:spLocks noGrp="1"/>
          </p:cNvSpPr>
          <p:nvPr>
            <p:ph type="body" sz="quarter" idx="17"/>
          </p:nvPr>
        </p:nvSpPr>
        <p:spPr>
          <a:xfrm>
            <a:off x="6008594" y="4117149"/>
            <a:ext cx="3827462" cy="1173078"/>
          </a:xfrm>
          <a:prstGeom prst="rect">
            <a:avLst/>
          </a:prstGeom>
        </p:spPr>
        <p:txBody>
          <a:bodyPr/>
          <a:lstStyle>
            <a:lvl1pPr>
              <a:defRPr sz="1400" b="0" i="0">
                <a:solidFill>
                  <a:schemeClr val="bg1"/>
                </a:solidFill>
                <a:latin typeface="Calibri Light" panose="020F0302020204030204" pitchFamily="34" charset="0"/>
                <a:cs typeface="Calibri Light" panose="020F0302020204030204" pitchFamily="34" charset="0"/>
              </a:defRPr>
            </a:lvl1pPr>
          </a:lstStyle>
          <a:p>
            <a:pPr lvl="0"/>
            <a:r>
              <a:rPr lang="en-GB"/>
              <a:t>Click to edit Master text styles</a:t>
            </a:r>
          </a:p>
          <a:p>
            <a:pPr lvl="1"/>
            <a:r>
              <a:rPr lang="en-GB"/>
              <a:t>Second level</a:t>
            </a:r>
          </a:p>
          <a:p>
            <a:pPr lvl="2"/>
            <a:r>
              <a:rPr lang="en-GB"/>
              <a:t>Third level</a:t>
            </a:r>
          </a:p>
          <a:p>
            <a:pPr lvl="3"/>
            <a:r>
              <a:rPr lang="en-GB"/>
              <a:t>Fourth level</a:t>
            </a:r>
          </a:p>
        </p:txBody>
      </p:sp>
      <p:sp>
        <p:nvSpPr>
          <p:cNvPr id="12" name="Title 2">
            <a:extLst>
              <a:ext uri="{FF2B5EF4-FFF2-40B4-BE49-F238E27FC236}">
                <a16:creationId xmlns:a16="http://schemas.microsoft.com/office/drawing/2014/main" id="{7D40B0A2-8366-4164-6D42-A15D2F6F574B}"/>
              </a:ext>
            </a:extLst>
          </p:cNvPr>
          <p:cNvSpPr>
            <a:spLocks noGrp="1"/>
          </p:cNvSpPr>
          <p:nvPr>
            <p:ph type="title" hasCustomPrompt="1"/>
          </p:nvPr>
        </p:nvSpPr>
        <p:spPr>
          <a:xfrm>
            <a:off x="457200" y="1353882"/>
            <a:ext cx="4220135" cy="1107996"/>
          </a:xfrm>
          <a:prstGeom prst="rect">
            <a:avLst/>
          </a:prstGeom>
        </p:spPr>
        <p:txBody>
          <a:bodyPr wrap="square">
            <a:spAutoFit/>
          </a:bodyPr>
          <a:lstStyle>
            <a:lvl1pPr>
              <a:defRPr sz="7200" b="0" i="0">
                <a:gradFill>
                  <a:gsLst>
                    <a:gs pos="50000">
                      <a:schemeClr val="accent2"/>
                    </a:gs>
                    <a:gs pos="70000">
                      <a:schemeClr val="accent5"/>
                    </a:gs>
                    <a:gs pos="100000">
                      <a:schemeClr val="accent4"/>
                    </a:gs>
                  </a:gsLst>
                  <a:lin ang="1200000" scaled="0"/>
                </a:gradFill>
                <a:latin typeface="Calibri" panose="020F0502020204030204" pitchFamily="34" charset="0"/>
                <a:cs typeface="Calibri" panose="020F0502020204030204" pitchFamily="34" charset="0"/>
              </a:defRPr>
            </a:lvl1pPr>
          </a:lstStyle>
          <a:p>
            <a:r>
              <a:rPr lang="en-US"/>
              <a:t>Thank you!</a:t>
            </a:r>
          </a:p>
        </p:txBody>
      </p:sp>
      <p:cxnSp>
        <p:nvCxnSpPr>
          <p:cNvPr id="16" name="Straight Connector 15">
            <a:extLst>
              <a:ext uri="{FF2B5EF4-FFF2-40B4-BE49-F238E27FC236}">
                <a16:creationId xmlns:a16="http://schemas.microsoft.com/office/drawing/2014/main" id="{32A2464A-FAB8-9787-5897-30B871357252}"/>
              </a:ext>
            </a:extLst>
          </p:cNvPr>
          <p:cNvCxnSpPr/>
          <p:nvPr userDrawn="1"/>
        </p:nvCxnSpPr>
        <p:spPr>
          <a:xfrm>
            <a:off x="6008594" y="1981200"/>
            <a:ext cx="6248400"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pic>
        <p:nvPicPr>
          <p:cNvPr id="2" name="Graphic 1">
            <a:extLst>
              <a:ext uri="{FF2B5EF4-FFF2-40B4-BE49-F238E27FC236}">
                <a16:creationId xmlns:a16="http://schemas.microsoft.com/office/drawing/2014/main" id="{84736574-B51A-9653-821A-E3F5C3FCDF51}"/>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6191EA3E-7B20-955D-0C59-DF85A9153658}"/>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4" name="Text Placeholder 3">
            <a:extLst>
              <a:ext uri="{FF2B5EF4-FFF2-40B4-BE49-F238E27FC236}">
                <a16:creationId xmlns:a16="http://schemas.microsoft.com/office/drawing/2014/main" id="{A9BB0EE7-0219-6A5E-BA7F-872F2C48D7E9}"/>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2480696283"/>
      </p:ext>
    </p:extLst>
  </p:cSld>
  <p:clrMapOvr>
    <a:masterClrMapping/>
  </p:clrMapOvr>
  <p:transition/>
</p:sldLayout>
</file>

<file path=ppt/slideLayouts/slideLayout278.xml><?xml version="1.0" encoding="utf-8"?>
<p:sldLayout xmlns:a="http://schemas.openxmlformats.org/drawingml/2006/main" xmlns:r="http://schemas.openxmlformats.org/officeDocument/2006/relationships" xmlns:p="http://schemas.openxmlformats.org/presentationml/2006/main" preserve="1" userDrawn="1">
  <p:cSld name="Thank_you-Light">
    <p:bg>
      <p:bgPr>
        <a:blipFill dpi="0" rotWithShape="1">
          <a:blip r:embed="rId2">
            <a:lum/>
          </a:blip>
          <a:stretch>
            <a:fillRect/>
          </a:stretch>
        </a:blipFill>
        <a:effectLst/>
      </p:bgPr>
    </p:bg>
    <p:spTree>
      <p:nvGrpSpPr>
        <p:cNvPr id="1" name=""/>
        <p:cNvGrpSpPr/>
        <p:nvPr/>
      </p:nvGrpSpPr>
      <p:grpSpPr>
        <a:xfrm>
          <a:off x="0" y="0"/>
          <a:ext cx="0" cy="0"/>
          <a:chOff x="0" y="0"/>
          <a:chExt cx="0" cy="0"/>
        </a:xfrm>
      </p:grpSpPr>
      <p:sp>
        <p:nvSpPr>
          <p:cNvPr id="6" name="Text Placeholder 2">
            <a:extLst>
              <a:ext uri="{FF2B5EF4-FFF2-40B4-BE49-F238E27FC236}">
                <a16:creationId xmlns:a16="http://schemas.microsoft.com/office/drawing/2014/main" id="{32B93596-9EFA-D1CF-1891-B79E8C134296}"/>
              </a:ext>
            </a:extLst>
          </p:cNvPr>
          <p:cNvSpPr>
            <a:spLocks noGrp="1"/>
          </p:cNvSpPr>
          <p:nvPr>
            <p:ph type="body" sz="quarter" idx="12"/>
          </p:nvPr>
        </p:nvSpPr>
        <p:spPr>
          <a:xfrm>
            <a:off x="6008594" y="1585875"/>
            <a:ext cx="3827462" cy="257250"/>
          </a:xfrm>
          <a:prstGeom prst="rect">
            <a:avLst/>
          </a:prstGeom>
        </p:spPr>
        <p:txBody>
          <a:bodyPr/>
          <a:lstStyle>
            <a:lvl1pPr>
              <a:defRPr sz="1600" b="0" i="0">
                <a:solidFill>
                  <a:schemeClr val="tx1"/>
                </a:solidFill>
                <a:latin typeface="Calibri" panose="020F0502020204030204" pitchFamily="34" charset="0"/>
                <a:cs typeface="Calibri" panose="020F0502020204030204" pitchFamily="34" charset="0"/>
              </a:defRPr>
            </a:lvl1pPr>
          </a:lstStyle>
          <a:p>
            <a:pPr lvl="0"/>
            <a:r>
              <a:rPr lang="en-GB"/>
              <a:t>Click to edit Master text styles</a:t>
            </a:r>
          </a:p>
        </p:txBody>
      </p:sp>
      <p:sp>
        <p:nvSpPr>
          <p:cNvPr id="7" name="Text Placeholder 3">
            <a:extLst>
              <a:ext uri="{FF2B5EF4-FFF2-40B4-BE49-F238E27FC236}">
                <a16:creationId xmlns:a16="http://schemas.microsoft.com/office/drawing/2014/main" id="{6FDC7A20-9DDC-243D-12E0-D419647A673B}"/>
              </a:ext>
            </a:extLst>
          </p:cNvPr>
          <p:cNvSpPr>
            <a:spLocks noGrp="1"/>
          </p:cNvSpPr>
          <p:nvPr>
            <p:ph type="body" sz="quarter" idx="13"/>
          </p:nvPr>
        </p:nvSpPr>
        <p:spPr>
          <a:xfrm>
            <a:off x="6008594" y="2359058"/>
            <a:ext cx="3827462" cy="289438"/>
          </a:xfrm>
          <a:prstGeom prst="rect">
            <a:avLst/>
          </a:prstGeom>
        </p:spPr>
        <p:txBody>
          <a:bodyPr/>
          <a:lstStyle>
            <a:lvl1pPr>
              <a:defRPr sz="1800" b="1" i="0">
                <a:solidFill>
                  <a:schemeClr val="accent2"/>
                </a:solidFill>
                <a:latin typeface="Calibri" panose="020F0502020204030204" pitchFamily="34" charset="0"/>
                <a:cs typeface="Calibri" panose="020F0502020204030204" pitchFamily="34" charset="0"/>
              </a:defRPr>
            </a:lvl1pPr>
          </a:lstStyle>
          <a:p>
            <a:pPr lvl="0"/>
            <a:r>
              <a:rPr lang="en-GB"/>
              <a:t>Click to edit Master text styles</a:t>
            </a:r>
          </a:p>
        </p:txBody>
      </p:sp>
      <p:sp>
        <p:nvSpPr>
          <p:cNvPr id="8" name="Text Placeholder 4">
            <a:extLst>
              <a:ext uri="{FF2B5EF4-FFF2-40B4-BE49-F238E27FC236}">
                <a16:creationId xmlns:a16="http://schemas.microsoft.com/office/drawing/2014/main" id="{DF0BB83A-8F61-9449-F88A-D14428FB92FB}"/>
              </a:ext>
            </a:extLst>
          </p:cNvPr>
          <p:cNvSpPr>
            <a:spLocks noGrp="1"/>
          </p:cNvSpPr>
          <p:nvPr>
            <p:ph type="body" sz="quarter" idx="14"/>
          </p:nvPr>
        </p:nvSpPr>
        <p:spPr>
          <a:xfrm>
            <a:off x="6008594" y="2744373"/>
            <a:ext cx="3827462" cy="225126"/>
          </a:xfrm>
          <a:prstGeom prst="rect">
            <a:avLst/>
          </a:prstGeom>
        </p:spPr>
        <p:txBody>
          <a:bodyPr/>
          <a:lstStyle>
            <a:lvl1pPr>
              <a:defRPr sz="1400" b="0" i="0">
                <a:solidFill>
                  <a:schemeClr val="accent2"/>
                </a:solidFill>
                <a:latin typeface="Calibri Light" panose="020F0302020204030204" pitchFamily="34" charset="0"/>
                <a:cs typeface="Calibri Light" panose="020F0302020204030204" pitchFamily="34" charset="0"/>
              </a:defRPr>
            </a:lvl1pPr>
          </a:lstStyle>
          <a:p>
            <a:pPr lvl="0"/>
            <a:r>
              <a:rPr lang="en-GB"/>
              <a:t>Click to edit Master text styles</a:t>
            </a:r>
          </a:p>
        </p:txBody>
      </p:sp>
      <p:sp>
        <p:nvSpPr>
          <p:cNvPr id="9" name="Text Placeholder 5">
            <a:extLst>
              <a:ext uri="{FF2B5EF4-FFF2-40B4-BE49-F238E27FC236}">
                <a16:creationId xmlns:a16="http://schemas.microsoft.com/office/drawing/2014/main" id="{928CEB9B-E281-2F84-4094-6D6C75AE1667}"/>
              </a:ext>
            </a:extLst>
          </p:cNvPr>
          <p:cNvSpPr>
            <a:spLocks noGrp="1"/>
          </p:cNvSpPr>
          <p:nvPr>
            <p:ph type="body" sz="quarter" idx="15"/>
          </p:nvPr>
        </p:nvSpPr>
        <p:spPr>
          <a:xfrm>
            <a:off x="6008594" y="3273458"/>
            <a:ext cx="3827462" cy="225126"/>
          </a:xfrm>
          <a:prstGeom prst="rect">
            <a:avLst/>
          </a:prstGeom>
        </p:spPr>
        <p:txBody>
          <a:bodyPr/>
          <a:lstStyle>
            <a:lvl1pPr>
              <a:defRPr sz="1400" b="0" i="0">
                <a:solidFill>
                  <a:schemeClr val="tx1"/>
                </a:solidFill>
                <a:latin typeface="Calibri Light" panose="020F0302020204030204" pitchFamily="34" charset="0"/>
                <a:cs typeface="Calibri Light" panose="020F0302020204030204" pitchFamily="34" charset="0"/>
              </a:defRPr>
            </a:lvl1pPr>
          </a:lstStyle>
          <a:p>
            <a:pPr lvl="0"/>
            <a:r>
              <a:rPr lang="en-GB"/>
              <a:t>Click to edit Master text styles</a:t>
            </a:r>
          </a:p>
        </p:txBody>
      </p:sp>
      <p:sp>
        <p:nvSpPr>
          <p:cNvPr id="10" name="Text Placeholder 6">
            <a:extLst>
              <a:ext uri="{FF2B5EF4-FFF2-40B4-BE49-F238E27FC236}">
                <a16:creationId xmlns:a16="http://schemas.microsoft.com/office/drawing/2014/main" id="{4B5D4FBD-9119-A47E-823E-8468ED6CF450}"/>
              </a:ext>
            </a:extLst>
          </p:cNvPr>
          <p:cNvSpPr>
            <a:spLocks noGrp="1"/>
          </p:cNvSpPr>
          <p:nvPr>
            <p:ph type="body" sz="quarter" idx="16"/>
          </p:nvPr>
        </p:nvSpPr>
        <p:spPr>
          <a:xfrm>
            <a:off x="6008594" y="3560388"/>
            <a:ext cx="3827462" cy="225126"/>
          </a:xfrm>
          <a:prstGeom prst="rect">
            <a:avLst/>
          </a:prstGeom>
        </p:spPr>
        <p:txBody>
          <a:bodyPr/>
          <a:lstStyle>
            <a:lvl1pPr>
              <a:defRPr sz="1400" b="0" i="0">
                <a:solidFill>
                  <a:schemeClr val="tx1"/>
                </a:solidFill>
                <a:latin typeface="Calibri Light" panose="020F0302020204030204" pitchFamily="34" charset="0"/>
                <a:cs typeface="Calibri Light" panose="020F0302020204030204" pitchFamily="34" charset="0"/>
              </a:defRPr>
            </a:lvl1pPr>
          </a:lstStyle>
          <a:p>
            <a:pPr lvl="0"/>
            <a:r>
              <a:rPr lang="en-GB"/>
              <a:t>Click to edit Master text styles</a:t>
            </a:r>
          </a:p>
        </p:txBody>
      </p:sp>
      <p:sp>
        <p:nvSpPr>
          <p:cNvPr id="11" name="Text Placeholder 7">
            <a:extLst>
              <a:ext uri="{FF2B5EF4-FFF2-40B4-BE49-F238E27FC236}">
                <a16:creationId xmlns:a16="http://schemas.microsoft.com/office/drawing/2014/main" id="{C67B81F6-EE7E-69A9-E411-F7C52303401A}"/>
              </a:ext>
            </a:extLst>
          </p:cNvPr>
          <p:cNvSpPr>
            <a:spLocks noGrp="1"/>
          </p:cNvSpPr>
          <p:nvPr>
            <p:ph type="body" sz="quarter" idx="17"/>
          </p:nvPr>
        </p:nvSpPr>
        <p:spPr>
          <a:xfrm>
            <a:off x="6008594" y="4117149"/>
            <a:ext cx="3827462" cy="1173078"/>
          </a:xfrm>
          <a:prstGeom prst="rect">
            <a:avLst/>
          </a:prstGeom>
        </p:spPr>
        <p:txBody>
          <a:bodyPr/>
          <a:lstStyle>
            <a:lvl1pPr>
              <a:defRPr sz="1400" b="0" i="0">
                <a:solidFill>
                  <a:schemeClr val="tx1"/>
                </a:solidFill>
                <a:latin typeface="Calibri Light" panose="020F0302020204030204" pitchFamily="34" charset="0"/>
                <a:cs typeface="Calibri Light" panose="020F0302020204030204" pitchFamily="34" charset="0"/>
              </a:defRPr>
            </a:lvl1pPr>
          </a:lstStyle>
          <a:p>
            <a:pPr lvl="0"/>
            <a:r>
              <a:rPr lang="en-GB"/>
              <a:t>Click to edit Master text styles</a:t>
            </a:r>
          </a:p>
          <a:p>
            <a:pPr lvl="1"/>
            <a:r>
              <a:rPr lang="en-GB"/>
              <a:t>Second level</a:t>
            </a:r>
          </a:p>
          <a:p>
            <a:pPr lvl="2"/>
            <a:r>
              <a:rPr lang="en-GB"/>
              <a:t>Third level</a:t>
            </a:r>
          </a:p>
          <a:p>
            <a:pPr lvl="3"/>
            <a:r>
              <a:rPr lang="en-GB"/>
              <a:t>Fourth level</a:t>
            </a:r>
          </a:p>
        </p:txBody>
      </p:sp>
      <p:sp>
        <p:nvSpPr>
          <p:cNvPr id="12" name="Title 2">
            <a:extLst>
              <a:ext uri="{FF2B5EF4-FFF2-40B4-BE49-F238E27FC236}">
                <a16:creationId xmlns:a16="http://schemas.microsoft.com/office/drawing/2014/main" id="{7D40B0A2-8366-4164-6D42-A15D2F6F574B}"/>
              </a:ext>
            </a:extLst>
          </p:cNvPr>
          <p:cNvSpPr>
            <a:spLocks noGrp="1"/>
          </p:cNvSpPr>
          <p:nvPr>
            <p:ph type="title" hasCustomPrompt="1"/>
          </p:nvPr>
        </p:nvSpPr>
        <p:spPr>
          <a:xfrm>
            <a:off x="457200" y="1353882"/>
            <a:ext cx="4220135" cy="1107996"/>
          </a:xfrm>
          <a:prstGeom prst="rect">
            <a:avLst/>
          </a:prstGeom>
        </p:spPr>
        <p:txBody>
          <a:bodyPr wrap="square">
            <a:spAutoFit/>
          </a:bodyPr>
          <a:lstStyle>
            <a:lvl1pPr>
              <a:defRPr sz="7200" b="0" i="0">
                <a:gradFill>
                  <a:gsLst>
                    <a:gs pos="50000">
                      <a:schemeClr val="accent2"/>
                    </a:gs>
                    <a:gs pos="70000">
                      <a:schemeClr val="accent5"/>
                    </a:gs>
                    <a:gs pos="100000">
                      <a:schemeClr val="accent4"/>
                    </a:gs>
                  </a:gsLst>
                  <a:lin ang="1200000" scaled="0"/>
                </a:gradFill>
                <a:latin typeface="Calibri" panose="020F0502020204030204" pitchFamily="34" charset="0"/>
                <a:cs typeface="Calibri" panose="020F0502020204030204" pitchFamily="34" charset="0"/>
              </a:defRPr>
            </a:lvl1pPr>
          </a:lstStyle>
          <a:p>
            <a:r>
              <a:rPr lang="en-US"/>
              <a:t>Thank you!</a:t>
            </a:r>
          </a:p>
        </p:txBody>
      </p:sp>
      <p:cxnSp>
        <p:nvCxnSpPr>
          <p:cNvPr id="16" name="Straight Connector 15">
            <a:extLst>
              <a:ext uri="{FF2B5EF4-FFF2-40B4-BE49-F238E27FC236}">
                <a16:creationId xmlns:a16="http://schemas.microsoft.com/office/drawing/2014/main" id="{32A2464A-FAB8-9787-5897-30B871357252}"/>
              </a:ext>
            </a:extLst>
          </p:cNvPr>
          <p:cNvCxnSpPr/>
          <p:nvPr userDrawn="1"/>
        </p:nvCxnSpPr>
        <p:spPr>
          <a:xfrm>
            <a:off x="6008594" y="1981200"/>
            <a:ext cx="6248400" cy="0"/>
          </a:xfrm>
          <a:prstGeom prst="line">
            <a:avLst/>
          </a:prstGeom>
          <a:ln w="6350">
            <a:solidFill>
              <a:schemeClr val="tx2">
                <a:alpha val="65123"/>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98544534"/>
      </p:ext>
    </p:extLst>
  </p:cSld>
  <p:clrMapOvr>
    <a:masterClrMapping/>
  </p:clrMapOvr>
  <p:transition/>
</p:sldLayout>
</file>

<file path=ppt/slideLayouts/slideLayout279.xml><?xml version="1.0" encoding="utf-8"?>
<p:sldLayout xmlns:a="http://schemas.openxmlformats.org/drawingml/2006/main" xmlns:r="http://schemas.openxmlformats.org/officeDocument/2006/relationships" xmlns:p="http://schemas.openxmlformats.org/presentationml/2006/main" preserve="1" userDrawn="1">
  <p:cSld name="Thank_you_photo">
    <p:bg>
      <p:bgPr>
        <a:solidFill>
          <a:schemeClr val="tx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79C487BF-0EFB-7D6C-3495-E817AE08A6AD}"/>
              </a:ext>
            </a:extLst>
          </p:cNvPr>
          <p:cNvSpPr>
            <a:spLocks noGrp="1"/>
          </p:cNvSpPr>
          <p:nvPr>
            <p:ph type="pic" sz="quarter" idx="24"/>
          </p:nvPr>
        </p:nvSpPr>
        <p:spPr>
          <a:xfrm>
            <a:off x="6096000" y="0"/>
            <a:ext cx="6096000" cy="6858000"/>
          </a:xfrm>
          <a:prstGeom prst="rect">
            <a:avLst/>
          </a:prstGeom>
        </p:spPr>
        <p:txBody>
          <a:bodyPr/>
          <a:lstStyle/>
          <a:p>
            <a:r>
              <a:rPr lang="en-GB"/>
              <a:t>Click icon to add picture</a:t>
            </a:r>
            <a:endParaRPr lang="en-US"/>
          </a:p>
        </p:txBody>
      </p:sp>
      <p:sp>
        <p:nvSpPr>
          <p:cNvPr id="2" name="Title 2">
            <a:extLst>
              <a:ext uri="{FF2B5EF4-FFF2-40B4-BE49-F238E27FC236}">
                <a16:creationId xmlns:a16="http://schemas.microsoft.com/office/drawing/2014/main" id="{C4526B2C-80FA-F150-338B-DB03C5073388}"/>
              </a:ext>
            </a:extLst>
          </p:cNvPr>
          <p:cNvSpPr>
            <a:spLocks noGrp="1"/>
          </p:cNvSpPr>
          <p:nvPr>
            <p:ph type="title" hasCustomPrompt="1"/>
          </p:nvPr>
        </p:nvSpPr>
        <p:spPr>
          <a:xfrm>
            <a:off x="474663" y="1035424"/>
            <a:ext cx="4648200" cy="1107996"/>
          </a:xfrm>
          <a:prstGeom prst="rect">
            <a:avLst/>
          </a:prstGeom>
        </p:spPr>
        <p:txBody>
          <a:bodyPr vert="horz" wrap="square" lIns="0" tIns="0" rIns="0" bIns="0" rtlCol="0" anchor="t">
            <a:spAutoFit/>
          </a:bodyPr>
          <a:lstStyle>
            <a:lvl1pPr>
              <a:defRPr lang="en-US" sz="7200" b="0">
                <a:gradFill>
                  <a:gsLst>
                    <a:gs pos="50000">
                      <a:schemeClr val="accent2"/>
                    </a:gs>
                    <a:gs pos="70000">
                      <a:schemeClr val="accent5"/>
                    </a:gs>
                    <a:gs pos="100000">
                      <a:schemeClr val="accent4"/>
                    </a:gs>
                  </a:gsLst>
                  <a:lin ang="1200000" scaled="0"/>
                </a:gradFill>
                <a:latin typeface="Calibri" panose="020F0502020204030204" pitchFamily="34" charset="0"/>
              </a:defRPr>
            </a:lvl1pPr>
          </a:lstStyle>
          <a:p>
            <a:pPr lvl="0"/>
            <a:r>
              <a:rPr lang="en-US"/>
              <a:t>Thank you!</a:t>
            </a:r>
          </a:p>
        </p:txBody>
      </p:sp>
      <p:sp>
        <p:nvSpPr>
          <p:cNvPr id="5" name="Text Placeholder 2">
            <a:extLst>
              <a:ext uri="{FF2B5EF4-FFF2-40B4-BE49-F238E27FC236}">
                <a16:creationId xmlns:a16="http://schemas.microsoft.com/office/drawing/2014/main" id="{7AF9CC8A-BAB0-4529-6083-A3D7F01CE458}"/>
              </a:ext>
            </a:extLst>
          </p:cNvPr>
          <p:cNvSpPr>
            <a:spLocks noGrp="1"/>
          </p:cNvSpPr>
          <p:nvPr>
            <p:ph type="body" sz="quarter" idx="12"/>
          </p:nvPr>
        </p:nvSpPr>
        <p:spPr>
          <a:xfrm>
            <a:off x="474663" y="2540616"/>
            <a:ext cx="3827462" cy="257250"/>
          </a:xfrm>
          <a:prstGeom prst="rect">
            <a:avLst/>
          </a:prstGeom>
        </p:spPr>
        <p:txBody>
          <a:bodyPr/>
          <a:lstStyle>
            <a:lvl1pPr>
              <a:defRPr sz="1600" b="0" i="0">
                <a:solidFill>
                  <a:schemeClr val="bg1"/>
                </a:solidFill>
                <a:latin typeface="Calibri" panose="020F0502020204030204" pitchFamily="34" charset="0"/>
                <a:cs typeface="Calibri" panose="020F0502020204030204" pitchFamily="34" charset="0"/>
              </a:defRPr>
            </a:lvl1pPr>
          </a:lstStyle>
          <a:p>
            <a:pPr lvl="0"/>
            <a:r>
              <a:rPr lang="en-GB"/>
              <a:t>Click to edit Master text styles</a:t>
            </a:r>
          </a:p>
        </p:txBody>
      </p:sp>
      <p:sp>
        <p:nvSpPr>
          <p:cNvPr id="6" name="Text Placeholder 3">
            <a:extLst>
              <a:ext uri="{FF2B5EF4-FFF2-40B4-BE49-F238E27FC236}">
                <a16:creationId xmlns:a16="http://schemas.microsoft.com/office/drawing/2014/main" id="{25054708-622B-37B7-6E33-486A71C9526E}"/>
              </a:ext>
            </a:extLst>
          </p:cNvPr>
          <p:cNvSpPr>
            <a:spLocks noGrp="1"/>
          </p:cNvSpPr>
          <p:nvPr>
            <p:ph type="body" sz="quarter" idx="13"/>
          </p:nvPr>
        </p:nvSpPr>
        <p:spPr>
          <a:xfrm>
            <a:off x="474663" y="3313799"/>
            <a:ext cx="3827462" cy="289438"/>
          </a:xfrm>
          <a:prstGeom prst="rect">
            <a:avLst/>
          </a:prstGeom>
        </p:spPr>
        <p:txBody>
          <a:bodyPr/>
          <a:lstStyle>
            <a:lvl1pPr>
              <a:defRPr sz="1800" b="1" i="0">
                <a:solidFill>
                  <a:schemeClr val="accent2"/>
                </a:solidFill>
                <a:latin typeface="Calibri" panose="020F0502020204030204" pitchFamily="34" charset="0"/>
                <a:cs typeface="Calibri" panose="020F0502020204030204" pitchFamily="34" charset="0"/>
              </a:defRPr>
            </a:lvl1pPr>
          </a:lstStyle>
          <a:p>
            <a:pPr lvl="0"/>
            <a:r>
              <a:rPr lang="en-GB"/>
              <a:t>Click to edit Master text styles</a:t>
            </a:r>
          </a:p>
        </p:txBody>
      </p:sp>
      <p:sp>
        <p:nvSpPr>
          <p:cNvPr id="7" name="Text Placeholder 4">
            <a:extLst>
              <a:ext uri="{FF2B5EF4-FFF2-40B4-BE49-F238E27FC236}">
                <a16:creationId xmlns:a16="http://schemas.microsoft.com/office/drawing/2014/main" id="{756D2A3F-CCA1-F399-D035-1BB32FED6345}"/>
              </a:ext>
            </a:extLst>
          </p:cNvPr>
          <p:cNvSpPr>
            <a:spLocks noGrp="1"/>
          </p:cNvSpPr>
          <p:nvPr>
            <p:ph type="body" sz="quarter" idx="14"/>
          </p:nvPr>
        </p:nvSpPr>
        <p:spPr>
          <a:xfrm>
            <a:off x="474663" y="3672220"/>
            <a:ext cx="3827462" cy="225126"/>
          </a:xfrm>
          <a:prstGeom prst="rect">
            <a:avLst/>
          </a:prstGeom>
        </p:spPr>
        <p:txBody>
          <a:bodyPr/>
          <a:lstStyle>
            <a:lvl1pPr>
              <a:defRPr sz="1400" b="0" i="0">
                <a:solidFill>
                  <a:schemeClr val="accent2"/>
                </a:solidFill>
                <a:latin typeface="Calibri Light" panose="020F0302020204030204" pitchFamily="34" charset="0"/>
                <a:cs typeface="Calibri Light" panose="020F0302020204030204" pitchFamily="34" charset="0"/>
              </a:defRPr>
            </a:lvl1pPr>
          </a:lstStyle>
          <a:p>
            <a:pPr lvl="0"/>
            <a:r>
              <a:rPr lang="en-GB"/>
              <a:t>Click to edit Master text styles</a:t>
            </a:r>
          </a:p>
        </p:txBody>
      </p:sp>
      <p:sp>
        <p:nvSpPr>
          <p:cNvPr id="8" name="Text Placeholder 5">
            <a:extLst>
              <a:ext uri="{FF2B5EF4-FFF2-40B4-BE49-F238E27FC236}">
                <a16:creationId xmlns:a16="http://schemas.microsoft.com/office/drawing/2014/main" id="{D50C7B71-5C80-8C3A-B66C-42F7296EB9CC}"/>
              </a:ext>
            </a:extLst>
          </p:cNvPr>
          <p:cNvSpPr>
            <a:spLocks noGrp="1"/>
          </p:cNvSpPr>
          <p:nvPr>
            <p:ph type="body" sz="quarter" idx="15"/>
          </p:nvPr>
        </p:nvSpPr>
        <p:spPr>
          <a:xfrm>
            <a:off x="474663" y="4201305"/>
            <a:ext cx="3827462" cy="225126"/>
          </a:xfrm>
          <a:prstGeom prst="rect">
            <a:avLst/>
          </a:prstGeom>
        </p:spPr>
        <p:txBody>
          <a:bodyPr/>
          <a:lstStyle>
            <a:lvl1pPr>
              <a:defRPr sz="1400" b="0" i="0">
                <a:solidFill>
                  <a:schemeClr val="bg1"/>
                </a:solidFill>
                <a:latin typeface="Calibri Light" panose="020F0302020204030204" pitchFamily="34" charset="0"/>
                <a:cs typeface="Calibri Light" panose="020F0302020204030204" pitchFamily="34" charset="0"/>
              </a:defRPr>
            </a:lvl1pPr>
          </a:lstStyle>
          <a:p>
            <a:pPr lvl="0"/>
            <a:r>
              <a:rPr lang="en-GB"/>
              <a:t>Click to edit Master text styles</a:t>
            </a:r>
          </a:p>
        </p:txBody>
      </p:sp>
      <p:sp>
        <p:nvSpPr>
          <p:cNvPr id="9" name="Text Placeholder 6">
            <a:extLst>
              <a:ext uri="{FF2B5EF4-FFF2-40B4-BE49-F238E27FC236}">
                <a16:creationId xmlns:a16="http://schemas.microsoft.com/office/drawing/2014/main" id="{0BFDDCB6-69BB-2359-40AB-46BA1DA744F3}"/>
              </a:ext>
            </a:extLst>
          </p:cNvPr>
          <p:cNvSpPr>
            <a:spLocks noGrp="1"/>
          </p:cNvSpPr>
          <p:nvPr>
            <p:ph type="body" sz="quarter" idx="16"/>
          </p:nvPr>
        </p:nvSpPr>
        <p:spPr>
          <a:xfrm>
            <a:off x="474663" y="4488235"/>
            <a:ext cx="3827462" cy="225126"/>
          </a:xfrm>
          <a:prstGeom prst="rect">
            <a:avLst/>
          </a:prstGeom>
        </p:spPr>
        <p:txBody>
          <a:bodyPr/>
          <a:lstStyle>
            <a:lvl1pPr>
              <a:defRPr sz="1400" b="0" i="0">
                <a:solidFill>
                  <a:schemeClr val="bg1"/>
                </a:solidFill>
                <a:latin typeface="Calibri Light" panose="020F0302020204030204" pitchFamily="34" charset="0"/>
                <a:cs typeface="Calibri Light" panose="020F0302020204030204" pitchFamily="34" charset="0"/>
              </a:defRPr>
            </a:lvl1pPr>
          </a:lstStyle>
          <a:p>
            <a:pPr lvl="0"/>
            <a:r>
              <a:rPr lang="en-GB"/>
              <a:t>Click to edit Master text styles</a:t>
            </a:r>
          </a:p>
        </p:txBody>
      </p:sp>
      <p:sp>
        <p:nvSpPr>
          <p:cNvPr id="10" name="Text Placeholder 7">
            <a:extLst>
              <a:ext uri="{FF2B5EF4-FFF2-40B4-BE49-F238E27FC236}">
                <a16:creationId xmlns:a16="http://schemas.microsoft.com/office/drawing/2014/main" id="{3D16F9E7-5E17-1B62-F499-C761278885E7}"/>
              </a:ext>
            </a:extLst>
          </p:cNvPr>
          <p:cNvSpPr>
            <a:spLocks noGrp="1"/>
          </p:cNvSpPr>
          <p:nvPr>
            <p:ph type="body" sz="quarter" idx="17"/>
          </p:nvPr>
        </p:nvSpPr>
        <p:spPr>
          <a:xfrm>
            <a:off x="474663" y="4897078"/>
            <a:ext cx="3827462" cy="1173078"/>
          </a:xfrm>
          <a:prstGeom prst="rect">
            <a:avLst/>
          </a:prstGeom>
        </p:spPr>
        <p:txBody>
          <a:bodyPr/>
          <a:lstStyle>
            <a:lvl1pPr>
              <a:defRPr sz="1400" b="0" i="0">
                <a:solidFill>
                  <a:schemeClr val="bg1"/>
                </a:solidFill>
                <a:latin typeface="Calibri Light" panose="020F0302020204030204" pitchFamily="34" charset="0"/>
                <a:cs typeface="Calibri Light" panose="020F0302020204030204" pitchFamily="34" charset="0"/>
              </a:defRPr>
            </a:lvl1pPr>
          </a:lstStyle>
          <a:p>
            <a:pPr lvl="0"/>
            <a:r>
              <a:rPr lang="en-GB"/>
              <a:t>Click to edit Master text styles</a:t>
            </a:r>
          </a:p>
          <a:p>
            <a:pPr lvl="1"/>
            <a:r>
              <a:rPr lang="en-GB"/>
              <a:t>Second level</a:t>
            </a:r>
          </a:p>
          <a:p>
            <a:pPr lvl="2"/>
            <a:r>
              <a:rPr lang="en-GB"/>
              <a:t>Third level</a:t>
            </a:r>
          </a:p>
          <a:p>
            <a:pPr lvl="3"/>
            <a:r>
              <a:rPr lang="en-GB"/>
              <a:t>Fourth level</a:t>
            </a:r>
          </a:p>
        </p:txBody>
      </p:sp>
      <p:cxnSp>
        <p:nvCxnSpPr>
          <p:cNvPr id="11" name="Straight Connector 10">
            <a:extLst>
              <a:ext uri="{FF2B5EF4-FFF2-40B4-BE49-F238E27FC236}">
                <a16:creationId xmlns:a16="http://schemas.microsoft.com/office/drawing/2014/main" id="{68FF80AE-E38B-EC18-E1B5-2B5AAE36C2F4}"/>
              </a:ext>
            </a:extLst>
          </p:cNvPr>
          <p:cNvCxnSpPr/>
          <p:nvPr userDrawn="1"/>
        </p:nvCxnSpPr>
        <p:spPr>
          <a:xfrm>
            <a:off x="474663" y="2935941"/>
            <a:ext cx="3534335"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pic>
        <p:nvPicPr>
          <p:cNvPr id="4" name="Graphic 3">
            <a:extLst>
              <a:ext uri="{FF2B5EF4-FFF2-40B4-BE49-F238E27FC236}">
                <a16:creationId xmlns:a16="http://schemas.microsoft.com/office/drawing/2014/main" id="{B5E39841-8080-2E83-D8BB-7AD807F024AD}"/>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12" name="TextBox 11">
            <a:extLst>
              <a:ext uri="{FF2B5EF4-FFF2-40B4-BE49-F238E27FC236}">
                <a16:creationId xmlns:a16="http://schemas.microsoft.com/office/drawing/2014/main" id="{598728A8-4504-9979-0928-94780E8A451A}"/>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13" name="Text Placeholder 3">
            <a:extLst>
              <a:ext uri="{FF2B5EF4-FFF2-40B4-BE49-F238E27FC236}">
                <a16:creationId xmlns:a16="http://schemas.microsoft.com/office/drawing/2014/main" id="{68625CBB-5BC8-9235-54D3-C8F265017D79}"/>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1211579025"/>
      </p:ext>
    </p:extLst>
  </p:cSld>
  <p:clrMapOvr>
    <a:masterClrMapping/>
  </p:clrMapOvr>
  <p:transition/>
</p:sldLayout>
</file>

<file path=ppt/slideLayouts/slideLayout280.xml><?xml version="1.0" encoding="utf-8"?>
<p:sldLayout xmlns:a="http://schemas.openxmlformats.org/drawingml/2006/main" xmlns:r="http://schemas.openxmlformats.org/officeDocument/2006/relationships" xmlns:p="http://schemas.openxmlformats.org/presentationml/2006/main" preserve="1" userDrawn="1">
  <p:cSld name="x_Photo_+_Caption_A">
    <p:bg>
      <p:bgPr>
        <a:solidFill>
          <a:schemeClr val="tx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C50EF9F7-1BDD-C412-DA7B-D3D0D1ABA091}"/>
              </a:ext>
            </a:extLst>
          </p:cNvPr>
          <p:cNvSpPr>
            <a:spLocks noGrp="1"/>
          </p:cNvSpPr>
          <p:nvPr>
            <p:ph type="pic" sz="quarter" idx="13"/>
          </p:nvPr>
        </p:nvSpPr>
        <p:spPr>
          <a:xfrm>
            <a:off x="647700" y="670773"/>
            <a:ext cx="10896600" cy="5539527"/>
          </a:xfrm>
          <a:prstGeom prst="rect">
            <a:avLst/>
          </a:prstGeom>
        </p:spPr>
        <p:txBody>
          <a:bodyPr/>
          <a:lstStyle/>
          <a:p>
            <a:r>
              <a:rPr lang="en-GB"/>
              <a:t>Click icon to add picture</a:t>
            </a:r>
            <a:endParaRPr lang="en-US"/>
          </a:p>
        </p:txBody>
      </p:sp>
      <p:sp>
        <p:nvSpPr>
          <p:cNvPr id="2" name="Rectangle 1">
            <a:extLst>
              <a:ext uri="{FF2B5EF4-FFF2-40B4-BE49-F238E27FC236}">
                <a16:creationId xmlns:a16="http://schemas.microsoft.com/office/drawing/2014/main" id="{F7C1B8CB-9FFB-8D0A-F788-18710501B096}"/>
              </a:ext>
            </a:extLst>
          </p:cNvPr>
          <p:cNvSpPr/>
          <p:nvPr userDrawn="1"/>
        </p:nvSpPr>
        <p:spPr bwMode="auto">
          <a:xfrm>
            <a:off x="0" y="2679405"/>
            <a:ext cx="4924396" cy="4178595"/>
          </a:xfrm>
          <a:prstGeom prst="rect">
            <a:avLst/>
          </a:prstGeom>
          <a:solidFill>
            <a:srgbClr val="161616"/>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8" name="Oval 7">
            <a:extLst>
              <a:ext uri="{FF2B5EF4-FFF2-40B4-BE49-F238E27FC236}">
                <a16:creationId xmlns:a16="http://schemas.microsoft.com/office/drawing/2014/main" id="{08E94620-1500-8D43-BD64-006D83AE4B8E}"/>
              </a:ext>
            </a:extLst>
          </p:cNvPr>
          <p:cNvSpPr/>
          <p:nvPr userDrawn="1"/>
        </p:nvSpPr>
        <p:spPr bwMode="auto">
          <a:xfrm>
            <a:off x="-2151983" y="5103629"/>
            <a:ext cx="3848986" cy="3848986"/>
          </a:xfrm>
          <a:prstGeom prst="ellipse">
            <a:avLst/>
          </a:prstGeom>
          <a:solidFill>
            <a:srgbClr val="8B97FF">
              <a:alpha val="65000"/>
            </a:srgbClr>
          </a:solidFill>
          <a:ln>
            <a:noFill/>
          </a:ln>
          <a:effectLst>
            <a:softEdge rad="805949"/>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Calibri" panose="020F0502020204030204" pitchFamily="34" charset="0"/>
            </a:endParaRPr>
          </a:p>
        </p:txBody>
      </p:sp>
      <p:sp>
        <p:nvSpPr>
          <p:cNvPr id="5" name="Text Placeholder 4">
            <a:extLst>
              <a:ext uri="{FF2B5EF4-FFF2-40B4-BE49-F238E27FC236}">
                <a16:creationId xmlns:a16="http://schemas.microsoft.com/office/drawing/2014/main" id="{A2159C2A-0FC8-422F-92E4-B92935AAE5A0}"/>
              </a:ext>
            </a:extLst>
          </p:cNvPr>
          <p:cNvSpPr>
            <a:spLocks noGrp="1"/>
          </p:cNvSpPr>
          <p:nvPr>
            <p:ph type="body" sz="quarter" idx="10" hasCustomPrompt="1"/>
          </p:nvPr>
        </p:nvSpPr>
        <p:spPr>
          <a:xfrm>
            <a:off x="647699" y="3809007"/>
            <a:ext cx="3722281" cy="584775"/>
          </a:xfrm>
          <a:prstGeom prst="rect">
            <a:avLst/>
          </a:prstGeom>
        </p:spPr>
        <p:txBody>
          <a:bodyPr wrap="square">
            <a:spAutoFit/>
          </a:bodyPr>
          <a:lstStyle>
            <a:lvl1pPr>
              <a:lnSpc>
                <a:spcPct val="100000"/>
              </a:lnSpc>
              <a:spcBef>
                <a:spcPct val="0"/>
              </a:spcBef>
              <a:defRPr sz="3800" b="0" i="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t>Thank you!</a:t>
            </a:r>
          </a:p>
        </p:txBody>
      </p:sp>
      <p:sp>
        <p:nvSpPr>
          <p:cNvPr id="13" name="Text Placeholder 4">
            <a:extLst>
              <a:ext uri="{FF2B5EF4-FFF2-40B4-BE49-F238E27FC236}">
                <a16:creationId xmlns:a16="http://schemas.microsoft.com/office/drawing/2014/main" id="{B8E369A2-FC86-4140-9080-E549260B9180}"/>
              </a:ext>
            </a:extLst>
          </p:cNvPr>
          <p:cNvSpPr>
            <a:spLocks noGrp="1"/>
          </p:cNvSpPr>
          <p:nvPr>
            <p:ph type="body" sz="quarter" idx="11" hasCustomPrompt="1"/>
          </p:nvPr>
        </p:nvSpPr>
        <p:spPr>
          <a:xfrm>
            <a:off x="647700" y="3428999"/>
            <a:ext cx="3732914" cy="184666"/>
          </a:xfrm>
          <a:prstGeom prst="rect">
            <a:avLst/>
          </a:prstGeom>
        </p:spPr>
        <p:txBody>
          <a:bodyPr wrap="square">
            <a:spAutoFit/>
          </a:bodyPr>
          <a:lstStyle>
            <a:lvl1pPr>
              <a:lnSpc>
                <a:spcPct val="100000"/>
              </a:lnSpc>
              <a:spcBef>
                <a:spcPct val="0"/>
              </a:spcBef>
              <a:defRPr sz="1200" b="1" spc="300">
                <a:solidFill>
                  <a:schemeClr val="bg1"/>
                </a:solidFill>
                <a:latin typeface="+mj-lt"/>
                <a:cs typeface="Calibri Light" panose="020F0302020204030204" pitchFamily="34" charset="0"/>
              </a:defRPr>
            </a:lvl1pPr>
            <a:lvl2pPr>
              <a:buNone/>
              <a:defRPr/>
            </a:lvl2pPr>
          </a:lstStyle>
          <a:p>
            <a:pPr lvl="0"/>
            <a:r>
              <a:rPr lang="en-US">
                <a:effectLst/>
              </a:rPr>
              <a:t>EPAM</a:t>
            </a:r>
            <a:endParaRPr lang="en-US"/>
          </a:p>
        </p:txBody>
      </p:sp>
      <p:sp>
        <p:nvSpPr>
          <p:cNvPr id="3" name="Text Placeholder 4">
            <a:extLst>
              <a:ext uri="{FF2B5EF4-FFF2-40B4-BE49-F238E27FC236}">
                <a16:creationId xmlns:a16="http://schemas.microsoft.com/office/drawing/2014/main" id="{184CEF6B-33E9-BCE0-3818-CFEBB6352D89}"/>
              </a:ext>
            </a:extLst>
          </p:cNvPr>
          <p:cNvSpPr>
            <a:spLocks noGrp="1"/>
          </p:cNvSpPr>
          <p:nvPr>
            <p:ph type="body" sz="quarter" idx="12" hasCustomPrompt="1"/>
          </p:nvPr>
        </p:nvSpPr>
        <p:spPr>
          <a:xfrm>
            <a:off x="647700" y="5438001"/>
            <a:ext cx="3690384" cy="276999"/>
          </a:xfrm>
          <a:prstGeom prst="rect">
            <a:avLst/>
          </a:prstGeom>
        </p:spPr>
        <p:txBody>
          <a:bodyPr wrap="square">
            <a:spAutoFit/>
          </a:bodyPr>
          <a:lstStyle>
            <a:lvl1pPr>
              <a:lnSpc>
                <a:spcPct val="100000"/>
              </a:lnSpc>
              <a:spcBef>
                <a:spcPct val="0"/>
              </a:spcBef>
              <a:defRPr sz="18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a:t>
            </a:r>
            <a:endParaRPr lang="en-US"/>
          </a:p>
        </p:txBody>
      </p:sp>
      <p:sp>
        <p:nvSpPr>
          <p:cNvPr id="4" name="TextBox 3">
            <a:extLst>
              <a:ext uri="{FF2B5EF4-FFF2-40B4-BE49-F238E27FC236}">
                <a16:creationId xmlns:a16="http://schemas.microsoft.com/office/drawing/2014/main" id="{332FADFE-CDC9-BCE0-575D-8C2B21EF5ECA}"/>
              </a:ext>
            </a:extLst>
          </p:cNvPr>
          <p:cNvSpPr txBox="1"/>
          <p:nvPr userDrawn="1"/>
        </p:nvSpPr>
        <p:spPr>
          <a:xfrm flipH="1">
            <a:off x="2271713" y="-857250"/>
            <a:ext cx="0" cy="0"/>
          </a:xfrm>
          <a:prstGeom prst="rect">
            <a:avLst/>
          </a:prstGeom>
          <a:noFill/>
        </p:spPr>
        <p:txBody>
          <a:bodyPr wrap="none" lIns="0" tIns="0" rIns="0" bIns="0" rtlCol="0">
            <a:noAutofit/>
          </a:bodyPr>
          <a:lstStyle/>
          <a:p>
            <a:pPr>
              <a:lnSpc>
                <a:spcPct val="110000"/>
              </a:lnSpc>
              <a:spcBef>
                <a:spcPts val="600"/>
              </a:spcBef>
            </a:pPr>
            <a:endParaRPr lang="en-US" sz="1200" err="1">
              <a:ea typeface="Human Sans" charset="0"/>
              <a:cs typeface="Human Sans" charset="0"/>
            </a:endParaRPr>
          </a:p>
        </p:txBody>
      </p:sp>
      <p:pic>
        <p:nvPicPr>
          <p:cNvPr id="6" name="Picture 5">
            <a:extLst>
              <a:ext uri="{FF2B5EF4-FFF2-40B4-BE49-F238E27FC236}">
                <a16:creationId xmlns:a16="http://schemas.microsoft.com/office/drawing/2014/main" id="{B7FE3F6A-717B-D671-C21C-B99B4FB2316A}"/>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647701" y="237004"/>
            <a:ext cx="495300" cy="182096"/>
          </a:xfrm>
          <a:prstGeom prst="rect">
            <a:avLst/>
          </a:prstGeom>
        </p:spPr>
      </p:pic>
      <p:sp>
        <p:nvSpPr>
          <p:cNvPr id="9" name="TextBox 8">
            <a:extLst>
              <a:ext uri="{FF2B5EF4-FFF2-40B4-BE49-F238E27FC236}">
                <a16:creationId xmlns:a16="http://schemas.microsoft.com/office/drawing/2014/main" id="{E5AA398A-2E47-0C00-F4A0-87498FC7BBC1}"/>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10" name="Text Placeholder 3">
            <a:extLst>
              <a:ext uri="{FF2B5EF4-FFF2-40B4-BE49-F238E27FC236}">
                <a16:creationId xmlns:a16="http://schemas.microsoft.com/office/drawing/2014/main" id="{E8E7F306-CD25-215E-BBB0-42720869F90C}"/>
              </a:ext>
            </a:extLst>
          </p:cNvPr>
          <p:cNvSpPr txBox="1"/>
          <p:nvPr userDrawn="1"/>
        </p:nvSpPr>
        <p:spPr>
          <a:xfrm>
            <a:off x="11340916"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tx1"/>
                </a:solidFill>
              </a:rPr>
              <a:pPr lvl="0"/>
              <a:t>‹#›</a:t>
            </a:fld>
            <a:endParaRPr lang="en-US" sz="1000">
              <a:solidFill>
                <a:schemeClr val="tx1"/>
              </a:solidFill>
            </a:endParaRPr>
          </a:p>
        </p:txBody>
      </p:sp>
    </p:spTree>
    <p:extLst>
      <p:ext uri="{BB962C8B-B14F-4D97-AF65-F5344CB8AC3E}">
        <p14:creationId xmlns:p14="http://schemas.microsoft.com/office/powerpoint/2010/main" val="4048103568"/>
      </p:ext>
    </p:extLst>
  </p:cSld>
  <p:clrMapOvr>
    <a:masterClrMapping/>
  </p:clrMapOvr>
  <p:transition/>
</p:sldLayout>
</file>

<file path=ppt/slideLayouts/slideLayout281.xml><?xml version="1.0" encoding="utf-8"?>
<p:sldLayout xmlns:a="http://schemas.openxmlformats.org/drawingml/2006/main" xmlns:r="http://schemas.openxmlformats.org/officeDocument/2006/relationships" xmlns:p="http://schemas.openxmlformats.org/presentationml/2006/main" userDrawn="1">
  <p:cSld name="2_Custom Layout">
    <p:bg>
      <p:bgPr>
        <a:blipFill dpi="0" rotWithShape="1">
          <a:blip r:embed="rId2" cstate="email">
            <a:alphaModFix amt="97000"/>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57E287B6-2821-6380-6538-D34B5499079B}"/>
              </a:ext>
            </a:extLst>
          </p:cNvPr>
          <p:cNvSpPr>
            <a:spLocks noGrp="1"/>
          </p:cNvSpPr>
          <p:nvPr>
            <p:ph type="title" hasCustomPrompt="1"/>
          </p:nvPr>
        </p:nvSpPr>
        <p:spPr>
          <a:xfrm>
            <a:off x="639074" y="731520"/>
            <a:ext cx="10917926" cy="457200"/>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t>Title Goes Here</a:t>
            </a:r>
          </a:p>
        </p:txBody>
      </p:sp>
      <p:sp>
        <p:nvSpPr>
          <p:cNvPr id="4" name="Text Placeholder 10">
            <a:extLst>
              <a:ext uri="{FF2B5EF4-FFF2-40B4-BE49-F238E27FC236}">
                <a16:creationId xmlns:a16="http://schemas.microsoft.com/office/drawing/2014/main" id="{01126A01-3EE7-5F33-DA74-B4FF2B18EB2F}"/>
              </a:ext>
            </a:extLst>
          </p:cNvPr>
          <p:cNvSpPr>
            <a:spLocks noGrp="1"/>
          </p:cNvSpPr>
          <p:nvPr>
            <p:ph type="body" sz="quarter" idx="15" hasCustomPrompt="1"/>
          </p:nvPr>
        </p:nvSpPr>
        <p:spPr>
          <a:xfrm>
            <a:off x="639074" y="419100"/>
            <a:ext cx="10917926" cy="223451"/>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4165034848"/>
      </p:ext>
    </p:extLst>
  </p:cSld>
  <p:clrMapOvr>
    <a:masterClrMapping/>
  </p:clrMapOvr>
</p:sldLayout>
</file>

<file path=ppt/slideLayouts/slideLayout282.xml><?xml version="1.0" encoding="utf-8"?>
<p:sldLayout xmlns:a="http://schemas.openxmlformats.org/drawingml/2006/main" xmlns:r="http://schemas.openxmlformats.org/officeDocument/2006/relationships" xmlns:p="http://schemas.openxmlformats.org/presentationml/2006/main" userDrawn="1">
  <p:cSld name="Title Only">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6667323A-6698-B4F8-D2C4-A0336BD7AE08}"/>
              </a:ext>
            </a:extLst>
          </p:cNvPr>
          <p:cNvSpPr>
            <a:spLocks noGrp="1"/>
          </p:cNvSpPr>
          <p:nvPr>
            <p:ph type="title" hasCustomPrompt="1"/>
          </p:nvPr>
        </p:nvSpPr>
        <p:spPr>
          <a:xfrm>
            <a:off x="627063" y="722843"/>
            <a:ext cx="1092993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5" name="Text Placeholder 10">
            <a:extLst>
              <a:ext uri="{FF2B5EF4-FFF2-40B4-BE49-F238E27FC236}">
                <a16:creationId xmlns:a16="http://schemas.microsoft.com/office/drawing/2014/main" id="{E4BE38F8-DEB6-5998-7EB6-840C179B2EC8}"/>
              </a:ext>
            </a:extLst>
          </p:cNvPr>
          <p:cNvSpPr>
            <a:spLocks noGrp="1"/>
          </p:cNvSpPr>
          <p:nvPr>
            <p:ph type="body" sz="quarter" idx="28"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2686994413"/>
      </p:ext>
    </p:extLst>
  </p:cSld>
  <p:clrMapOvr>
    <a:masterClrMapping/>
  </p:clrMapOvr>
</p:sldLayout>
</file>

<file path=ppt/slideLayouts/slideLayout283.xml><?xml version="1.0" encoding="utf-8"?>
<p:sldLayout xmlns:a="http://schemas.openxmlformats.org/drawingml/2006/main" xmlns:r="http://schemas.openxmlformats.org/officeDocument/2006/relationships" xmlns:p="http://schemas.openxmlformats.org/presentationml/2006/main" userDrawn="1">
  <p:cSld name="Narrow-Grey">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17DFB89-A9BD-47AC-B57A-7869039229B5}"/>
              </a:ext>
            </a:extLst>
          </p:cNvPr>
          <p:cNvSpPr/>
          <p:nvPr userDrawn="1"/>
        </p:nvSpPr>
        <p:spPr bwMode="auto">
          <a:xfrm>
            <a:off x="-34032" y="0"/>
            <a:ext cx="3142357"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2" name="Title 1">
            <a:extLst>
              <a:ext uri="{FF2B5EF4-FFF2-40B4-BE49-F238E27FC236}">
                <a16:creationId xmlns:a16="http://schemas.microsoft.com/office/drawing/2014/main" id="{2C54523F-EFD3-EDB0-4AF0-FB2421CCFFF3}"/>
              </a:ext>
            </a:extLst>
          </p:cNvPr>
          <p:cNvSpPr>
            <a:spLocks noGrp="1"/>
          </p:cNvSpPr>
          <p:nvPr>
            <p:ph type="title"/>
          </p:nvPr>
        </p:nvSpPr>
        <p:spPr>
          <a:xfrm>
            <a:off x="457200" y="723900"/>
            <a:ext cx="2586789" cy="457200"/>
          </a:xfrm>
        </p:spPr>
        <p:txBody>
          <a:bodyPr/>
          <a:lstStyle>
            <a:lvl1pPr>
              <a:defRPr b="1">
                <a:solidFill>
                  <a:schemeClr val="tx1"/>
                </a:solidFill>
                <a:latin typeface="+mn-lt"/>
              </a:defRPr>
            </a:lvl1pPr>
          </a:lstStyle>
          <a:p>
            <a:r>
              <a:rPr lang="en-US"/>
              <a:t>Click to edit Master title style</a:t>
            </a:r>
          </a:p>
        </p:txBody>
      </p:sp>
      <p:sp>
        <p:nvSpPr>
          <p:cNvPr id="3" name="Text Placeholder 10">
            <a:extLst>
              <a:ext uri="{FF2B5EF4-FFF2-40B4-BE49-F238E27FC236}">
                <a16:creationId xmlns:a16="http://schemas.microsoft.com/office/drawing/2014/main" id="{7DB8D92B-BDD7-86B1-A31A-C3740736BA65}"/>
              </a:ext>
            </a:extLst>
          </p:cNvPr>
          <p:cNvSpPr>
            <a:spLocks noGrp="1"/>
          </p:cNvSpPr>
          <p:nvPr>
            <p:ph type="body" sz="quarter" idx="15" hasCustomPrompt="1"/>
          </p:nvPr>
        </p:nvSpPr>
        <p:spPr>
          <a:xfrm>
            <a:off x="457200" y="382446"/>
            <a:ext cx="2586789" cy="255227"/>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pic>
        <p:nvPicPr>
          <p:cNvPr id="4" name="Graphic 3">
            <a:extLst>
              <a:ext uri="{FF2B5EF4-FFF2-40B4-BE49-F238E27FC236}">
                <a16:creationId xmlns:a16="http://schemas.microsoft.com/office/drawing/2014/main" id="{D5325495-8AB0-354C-B08E-DEBACB7A60FD}"/>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Tree>
    <p:extLst>
      <p:ext uri="{BB962C8B-B14F-4D97-AF65-F5344CB8AC3E}">
        <p14:creationId xmlns:p14="http://schemas.microsoft.com/office/powerpoint/2010/main" val="348850238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slideLayout" Target="../slideLayouts/slideLayout14.xml"/><Relationship Id="rId3" Type="http://schemas.openxmlformats.org/officeDocument/2006/relationships/slideLayout" Target="../slideLayouts/slideLayout15.xml"/><Relationship Id="rId4" Type="http://schemas.openxmlformats.org/officeDocument/2006/relationships/slideLayout" Target="../slideLayouts/slideLayout16.xml"/><Relationship Id="rId5" Type="http://schemas.openxmlformats.org/officeDocument/2006/relationships/slideLayout" Target="../slideLayouts/slideLayout17.xml"/><Relationship Id="rId6" Type="http://schemas.openxmlformats.org/officeDocument/2006/relationships/slideLayout" Target="../slideLayouts/slideLayout18.xml"/><Relationship Id="rId7" Type="http://schemas.openxmlformats.org/officeDocument/2006/relationships/slideLayout" Target="../slideLayouts/slideLayout19.xml"/><Relationship Id="rId8" Type="http://schemas.openxmlformats.org/officeDocument/2006/relationships/slideLayout" Target="../slideLayouts/slideLayout20.xml"/><Relationship Id="rId9" Type="http://schemas.openxmlformats.org/officeDocument/2006/relationships/slideLayout" Target="../slideLayouts/slideLayout21.xml"/><Relationship Id="rId10" Type="http://schemas.openxmlformats.org/officeDocument/2006/relationships/slideLayout" Target="../slideLayouts/slideLayout22.xml"/><Relationship Id="rId11" Type="http://schemas.openxmlformats.org/officeDocument/2006/relationships/slideLayout" Target="../slideLayouts/slideLayout23.xml"/><Relationship Id="rId12" Type="http://schemas.openxmlformats.org/officeDocument/2006/relationships/slideLayout" Target="../slideLayouts/slideLayout24.xml"/><Relationship Id="rId13" Type="http://schemas.openxmlformats.org/officeDocument/2006/relationships/slideLayout" Target="../slideLayouts/slideLayout25.xml"/><Relationship Id="rId14" Type="http://schemas.openxmlformats.org/officeDocument/2006/relationships/slideLayout" Target="../slideLayouts/slideLayout26.xml"/><Relationship Id="rId15" Type="http://schemas.openxmlformats.org/officeDocument/2006/relationships/slideLayout" Target="../slideLayouts/slideLayout27.xml"/><Relationship Id="rId16" Type="http://schemas.openxmlformats.org/officeDocument/2006/relationships/slideLayout" Target="../slideLayouts/slideLayout28.xml"/><Relationship Id="rId17" Type="http://schemas.openxmlformats.org/officeDocument/2006/relationships/slideLayout" Target="../slideLayouts/slideLayout29.xml"/><Relationship Id="rId18" Type="http://schemas.openxmlformats.org/officeDocument/2006/relationships/slideLayout" Target="../slideLayouts/slideLayout30.xml"/><Relationship Id="rId19" Type="http://schemas.openxmlformats.org/officeDocument/2006/relationships/slideLayout" Target="../slideLayouts/slideLayout31.xml"/><Relationship Id="rId20" Type="http://schemas.openxmlformats.org/officeDocument/2006/relationships/slideLayout" Target="../slideLayouts/slideLayout32.xml"/><Relationship Id="rId21" Type="http://schemas.openxmlformats.org/officeDocument/2006/relationships/slideLayout" Target="../slideLayouts/slideLayout33.xml"/><Relationship Id="rId22" Type="http://schemas.openxmlformats.org/officeDocument/2006/relationships/slideLayout" Target="../slideLayouts/slideLayout34.xml"/><Relationship Id="rId23" Type="http://schemas.openxmlformats.org/officeDocument/2006/relationships/slideLayout" Target="../slideLayouts/slideLayout35.xml"/><Relationship Id="rId24" Type="http://schemas.openxmlformats.org/officeDocument/2006/relationships/slideLayout" Target="../slideLayouts/slideLayout36.xml"/><Relationship Id="rId25" Type="http://schemas.openxmlformats.org/officeDocument/2006/relationships/slideLayout" Target="../slideLayouts/slideLayout37.xml"/><Relationship Id="rId26" Type="http://schemas.openxmlformats.org/officeDocument/2006/relationships/slideLayout" Target="../slideLayouts/slideLayout38.xml"/><Relationship Id="rId27" Type="http://schemas.openxmlformats.org/officeDocument/2006/relationships/slideLayout" Target="../slideLayouts/slideLayout39.xml"/><Relationship Id="rId28" Type="http://schemas.openxmlformats.org/officeDocument/2006/relationships/slideLayout" Target="../slideLayouts/slideLayout40.xml"/><Relationship Id="rId29" Type="http://schemas.openxmlformats.org/officeDocument/2006/relationships/slideLayout" Target="../slideLayouts/slideLayout41.xml"/><Relationship Id="rId30" Type="http://schemas.openxmlformats.org/officeDocument/2006/relationships/slideLayout" Target="../slideLayouts/slideLayout42.xml"/><Relationship Id="rId31" Type="http://schemas.openxmlformats.org/officeDocument/2006/relationships/slideLayout" Target="../slideLayouts/slideLayout43.xml"/><Relationship Id="rId32" Type="http://schemas.openxmlformats.org/officeDocument/2006/relationships/slideLayout" Target="../slideLayouts/slideLayout44.xml"/><Relationship Id="rId33" Type="http://schemas.openxmlformats.org/officeDocument/2006/relationships/slideLayout" Target="../slideLayouts/slideLayout45.xml"/><Relationship Id="rId34" Type="http://schemas.openxmlformats.org/officeDocument/2006/relationships/slideLayout" Target="../slideLayouts/slideLayout46.xml"/><Relationship Id="rId35" Type="http://schemas.openxmlformats.org/officeDocument/2006/relationships/slideLayout" Target="../slideLayouts/slideLayout47.xml"/><Relationship Id="rId36" Type="http://schemas.openxmlformats.org/officeDocument/2006/relationships/slideLayout" Target="../slideLayouts/slideLayout48.xml"/><Relationship Id="rId37" Type="http://schemas.openxmlformats.org/officeDocument/2006/relationships/slideLayout" Target="../slideLayouts/slideLayout49.xml"/><Relationship Id="rId38" Type="http://schemas.openxmlformats.org/officeDocument/2006/relationships/slideLayout" Target="../slideLayouts/slideLayout50.xml"/><Relationship Id="rId39" Type="http://schemas.openxmlformats.org/officeDocument/2006/relationships/slideLayout" Target="../slideLayouts/slideLayout51.xml"/><Relationship Id="rId40" Type="http://schemas.openxmlformats.org/officeDocument/2006/relationships/slideLayout" Target="../slideLayouts/slideLayout52.xml"/><Relationship Id="rId41" Type="http://schemas.openxmlformats.org/officeDocument/2006/relationships/slideLayout" Target="../slideLayouts/slideLayout53.xml"/><Relationship Id="rId42" Type="http://schemas.openxmlformats.org/officeDocument/2006/relationships/slideLayout" Target="../slideLayouts/slideLayout54.xml"/><Relationship Id="rId43" Type="http://schemas.openxmlformats.org/officeDocument/2006/relationships/slideLayout" Target="../slideLayouts/slideLayout55.xml"/><Relationship Id="rId44" Type="http://schemas.openxmlformats.org/officeDocument/2006/relationships/slideLayout" Target="../slideLayouts/slideLayout56.xml"/><Relationship Id="rId45" Type="http://schemas.openxmlformats.org/officeDocument/2006/relationships/slideLayout" Target="../slideLayouts/slideLayout57.xml"/><Relationship Id="rId46" Type="http://schemas.openxmlformats.org/officeDocument/2006/relationships/slideLayout" Target="../slideLayouts/slideLayout58.xml"/><Relationship Id="rId47" Type="http://schemas.openxmlformats.org/officeDocument/2006/relationships/slideLayout" Target="../slideLayouts/slideLayout59.xml"/><Relationship Id="rId48" Type="http://schemas.openxmlformats.org/officeDocument/2006/relationships/slideLayout" Target="../slideLayouts/slideLayout60.xml"/><Relationship Id="rId49" Type="http://schemas.openxmlformats.org/officeDocument/2006/relationships/slideLayout" Target="../slideLayouts/slideLayout61.xml"/><Relationship Id="rId50" Type="http://schemas.openxmlformats.org/officeDocument/2006/relationships/slideLayout" Target="../slideLayouts/slideLayout62.xml"/><Relationship Id="rId51" Type="http://schemas.openxmlformats.org/officeDocument/2006/relationships/slideLayout" Target="../slideLayouts/slideLayout63.xml"/><Relationship Id="rId52" Type="http://schemas.openxmlformats.org/officeDocument/2006/relationships/slideLayout" Target="../slideLayouts/slideLayout64.xml"/><Relationship Id="rId53" Type="http://schemas.openxmlformats.org/officeDocument/2006/relationships/slideLayout" Target="../slideLayouts/slideLayout65.xml"/><Relationship Id="rId54" Type="http://schemas.openxmlformats.org/officeDocument/2006/relationships/slideLayout" Target="../slideLayouts/slideLayout66.xml"/><Relationship Id="rId55" Type="http://schemas.openxmlformats.org/officeDocument/2006/relationships/slideLayout" Target="../slideLayouts/slideLayout67.xml"/><Relationship Id="rId56" Type="http://schemas.openxmlformats.org/officeDocument/2006/relationships/slideLayout" Target="../slideLayouts/slideLayout68.xml"/><Relationship Id="rId57" Type="http://schemas.openxmlformats.org/officeDocument/2006/relationships/slideLayout" Target="../slideLayouts/slideLayout69.xml"/><Relationship Id="rId58" Type="http://schemas.openxmlformats.org/officeDocument/2006/relationships/slideLayout" Target="../slideLayouts/slideLayout70.xml"/><Relationship Id="rId59" Type="http://schemas.openxmlformats.org/officeDocument/2006/relationships/slideLayout" Target="../slideLayouts/slideLayout71.xml"/><Relationship Id="rId60" Type="http://schemas.openxmlformats.org/officeDocument/2006/relationships/slideLayout" Target="../slideLayouts/slideLayout72.xml"/><Relationship Id="rId61" Type="http://schemas.openxmlformats.org/officeDocument/2006/relationships/slideLayout" Target="../slideLayouts/slideLayout73.xml"/><Relationship Id="rId62" Type="http://schemas.openxmlformats.org/officeDocument/2006/relationships/slideLayout" Target="../slideLayouts/slideLayout74.xml"/><Relationship Id="rId63" Type="http://schemas.openxmlformats.org/officeDocument/2006/relationships/slideLayout" Target="../slideLayouts/slideLayout75.xml"/><Relationship Id="rId64" Type="http://schemas.openxmlformats.org/officeDocument/2006/relationships/slideLayout" Target="../slideLayouts/slideLayout76.xml"/><Relationship Id="rId65" Type="http://schemas.openxmlformats.org/officeDocument/2006/relationships/slideLayout" Target="../slideLayouts/slideLayout77.xml"/><Relationship Id="rId66" Type="http://schemas.openxmlformats.org/officeDocument/2006/relationships/slideLayout" Target="../slideLayouts/slideLayout78.xml"/><Relationship Id="rId67" Type="http://schemas.openxmlformats.org/officeDocument/2006/relationships/slideLayout" Target="../slideLayouts/slideLayout79.xml"/><Relationship Id="rId68" Type="http://schemas.openxmlformats.org/officeDocument/2006/relationships/slideLayout" Target="../slideLayouts/slideLayout80.xml"/><Relationship Id="rId69" Type="http://schemas.openxmlformats.org/officeDocument/2006/relationships/slideLayout" Target="../slideLayouts/slideLayout81.xml"/><Relationship Id="rId70" Type="http://schemas.openxmlformats.org/officeDocument/2006/relationships/slideLayout" Target="../slideLayouts/slideLayout82.xml"/><Relationship Id="rId71" Type="http://schemas.openxmlformats.org/officeDocument/2006/relationships/slideLayout" Target="../slideLayouts/slideLayout83.xml"/><Relationship Id="rId72" Type="http://schemas.openxmlformats.org/officeDocument/2006/relationships/slideLayout" Target="../slideLayouts/slideLayout84.xml"/><Relationship Id="rId73" Type="http://schemas.openxmlformats.org/officeDocument/2006/relationships/slideLayout" Target="../slideLayouts/slideLayout85.xml"/><Relationship Id="rId74" Type="http://schemas.openxmlformats.org/officeDocument/2006/relationships/slideLayout" Target="../slideLayouts/slideLayout86.xml"/><Relationship Id="rId75" Type="http://schemas.openxmlformats.org/officeDocument/2006/relationships/theme" Target="../theme/theme2.xml"/><Relationship Id="rId76" Type="http://schemas.openxmlformats.org/officeDocument/2006/relationships/image" Target="../media/image2.emf"/></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7.xml"/><Relationship Id="rId2" Type="http://schemas.openxmlformats.org/officeDocument/2006/relationships/slideLayout" Target="../slideLayouts/slideLayout88.xml"/><Relationship Id="rId3" Type="http://schemas.openxmlformats.org/officeDocument/2006/relationships/slideLayout" Target="../slideLayouts/slideLayout89.xml"/><Relationship Id="rId4" Type="http://schemas.openxmlformats.org/officeDocument/2006/relationships/slideLayout" Target="../slideLayouts/slideLayout90.xml"/><Relationship Id="rId5" Type="http://schemas.openxmlformats.org/officeDocument/2006/relationships/slideLayout" Target="../slideLayouts/slideLayout91.xml"/><Relationship Id="rId6" Type="http://schemas.openxmlformats.org/officeDocument/2006/relationships/slideLayout" Target="../slideLayouts/slideLayout92.xml"/><Relationship Id="rId7" Type="http://schemas.openxmlformats.org/officeDocument/2006/relationships/slideLayout" Target="../slideLayouts/slideLayout93.xml"/><Relationship Id="rId8" Type="http://schemas.openxmlformats.org/officeDocument/2006/relationships/slideLayout" Target="../slideLayouts/slideLayout94.xml"/><Relationship Id="rId9" Type="http://schemas.openxmlformats.org/officeDocument/2006/relationships/slideLayout" Target="../slideLayouts/slideLayout95.xml"/><Relationship Id="rId10" Type="http://schemas.openxmlformats.org/officeDocument/2006/relationships/slideLayout" Target="../slideLayouts/slideLayout96.xml"/><Relationship Id="rId11" Type="http://schemas.openxmlformats.org/officeDocument/2006/relationships/slideLayout" Target="../slideLayouts/slideLayout97.xml"/><Relationship Id="rId12" Type="http://schemas.openxmlformats.org/officeDocument/2006/relationships/slideLayout" Target="../slideLayouts/slideLayout98.xml"/><Relationship Id="rId13" Type="http://schemas.openxmlformats.org/officeDocument/2006/relationships/slideLayout" Target="../slideLayouts/slideLayout99.xml"/><Relationship Id="rId14" Type="http://schemas.openxmlformats.org/officeDocument/2006/relationships/slideLayout" Target="../slideLayouts/slideLayout100.xml"/><Relationship Id="rId15" Type="http://schemas.openxmlformats.org/officeDocument/2006/relationships/slideLayout" Target="../slideLayouts/slideLayout101.xml"/><Relationship Id="rId16" Type="http://schemas.openxmlformats.org/officeDocument/2006/relationships/slideLayout" Target="../slideLayouts/slideLayout102.xml"/><Relationship Id="rId17" Type="http://schemas.openxmlformats.org/officeDocument/2006/relationships/slideLayout" Target="../slideLayouts/slideLayout103.xml"/><Relationship Id="rId18" Type="http://schemas.openxmlformats.org/officeDocument/2006/relationships/slideLayout" Target="../slideLayouts/slideLayout104.xml"/><Relationship Id="rId19" Type="http://schemas.openxmlformats.org/officeDocument/2006/relationships/slideLayout" Target="../slideLayouts/slideLayout105.xml"/><Relationship Id="rId20" Type="http://schemas.openxmlformats.org/officeDocument/2006/relationships/slideLayout" Target="../slideLayouts/slideLayout106.xml"/><Relationship Id="rId21" Type="http://schemas.openxmlformats.org/officeDocument/2006/relationships/slideLayout" Target="../slideLayouts/slideLayout107.xml"/><Relationship Id="rId22" Type="http://schemas.openxmlformats.org/officeDocument/2006/relationships/slideLayout" Target="../slideLayouts/slideLayout108.xml"/><Relationship Id="rId23" Type="http://schemas.openxmlformats.org/officeDocument/2006/relationships/slideLayout" Target="../slideLayouts/slideLayout109.xml"/><Relationship Id="rId24" Type="http://schemas.openxmlformats.org/officeDocument/2006/relationships/slideLayout" Target="../slideLayouts/slideLayout110.xml"/><Relationship Id="rId25" Type="http://schemas.openxmlformats.org/officeDocument/2006/relationships/slideLayout" Target="../slideLayouts/slideLayout111.xml"/><Relationship Id="rId26" Type="http://schemas.openxmlformats.org/officeDocument/2006/relationships/slideLayout" Target="../slideLayouts/slideLayout112.xml"/><Relationship Id="rId27" Type="http://schemas.openxmlformats.org/officeDocument/2006/relationships/slideLayout" Target="../slideLayouts/slideLayout113.xml"/><Relationship Id="rId28" Type="http://schemas.openxmlformats.org/officeDocument/2006/relationships/slideLayout" Target="../slideLayouts/slideLayout114.xml"/><Relationship Id="rId29" Type="http://schemas.openxmlformats.org/officeDocument/2006/relationships/slideLayout" Target="../slideLayouts/slideLayout115.xml"/><Relationship Id="rId30" Type="http://schemas.openxmlformats.org/officeDocument/2006/relationships/slideLayout" Target="../slideLayouts/slideLayout116.xml"/><Relationship Id="rId31" Type="http://schemas.openxmlformats.org/officeDocument/2006/relationships/slideLayout" Target="../slideLayouts/slideLayout117.xml"/><Relationship Id="rId32" Type="http://schemas.openxmlformats.org/officeDocument/2006/relationships/slideLayout" Target="../slideLayouts/slideLayout118.xml"/><Relationship Id="rId33" Type="http://schemas.openxmlformats.org/officeDocument/2006/relationships/slideLayout" Target="../slideLayouts/slideLayout119.xml"/><Relationship Id="rId34" Type="http://schemas.openxmlformats.org/officeDocument/2006/relationships/slideLayout" Target="../slideLayouts/slideLayout120.xml"/><Relationship Id="rId35" Type="http://schemas.openxmlformats.org/officeDocument/2006/relationships/slideLayout" Target="../slideLayouts/slideLayout121.xml"/><Relationship Id="rId36" Type="http://schemas.openxmlformats.org/officeDocument/2006/relationships/slideLayout" Target="../slideLayouts/slideLayout122.xml"/><Relationship Id="rId37" Type="http://schemas.openxmlformats.org/officeDocument/2006/relationships/slideLayout" Target="../slideLayouts/slideLayout123.xml"/><Relationship Id="rId38" Type="http://schemas.openxmlformats.org/officeDocument/2006/relationships/slideLayout" Target="../slideLayouts/slideLayout124.xml"/><Relationship Id="rId39" Type="http://schemas.openxmlformats.org/officeDocument/2006/relationships/slideLayout" Target="../slideLayouts/slideLayout125.xml"/><Relationship Id="rId40" Type="http://schemas.openxmlformats.org/officeDocument/2006/relationships/slideLayout" Target="../slideLayouts/slideLayout126.xml"/><Relationship Id="rId41" Type="http://schemas.openxmlformats.org/officeDocument/2006/relationships/slideLayout" Target="../slideLayouts/slideLayout127.xml"/><Relationship Id="rId42" Type="http://schemas.openxmlformats.org/officeDocument/2006/relationships/slideLayout" Target="../slideLayouts/slideLayout128.xml"/><Relationship Id="rId43" Type="http://schemas.openxmlformats.org/officeDocument/2006/relationships/slideLayout" Target="../slideLayouts/slideLayout129.xml"/><Relationship Id="rId44" Type="http://schemas.openxmlformats.org/officeDocument/2006/relationships/slideLayout" Target="../slideLayouts/slideLayout130.xml"/><Relationship Id="rId45" Type="http://schemas.openxmlformats.org/officeDocument/2006/relationships/slideLayout" Target="../slideLayouts/slideLayout131.xml"/><Relationship Id="rId46" Type="http://schemas.openxmlformats.org/officeDocument/2006/relationships/slideLayout" Target="../slideLayouts/slideLayout132.xml"/><Relationship Id="rId47" Type="http://schemas.openxmlformats.org/officeDocument/2006/relationships/slideLayout" Target="../slideLayouts/slideLayout133.xml"/><Relationship Id="rId48" Type="http://schemas.openxmlformats.org/officeDocument/2006/relationships/slideLayout" Target="../slideLayouts/slideLayout134.xml"/><Relationship Id="rId49" Type="http://schemas.openxmlformats.org/officeDocument/2006/relationships/slideLayout" Target="../slideLayouts/slideLayout135.xml"/><Relationship Id="rId50" Type="http://schemas.openxmlformats.org/officeDocument/2006/relationships/slideLayout" Target="../slideLayouts/slideLayout136.xml"/><Relationship Id="rId51" Type="http://schemas.openxmlformats.org/officeDocument/2006/relationships/slideLayout" Target="../slideLayouts/slideLayout137.xml"/><Relationship Id="rId52" Type="http://schemas.openxmlformats.org/officeDocument/2006/relationships/slideLayout" Target="../slideLayouts/slideLayout138.xml"/><Relationship Id="rId53" Type="http://schemas.openxmlformats.org/officeDocument/2006/relationships/slideLayout" Target="../slideLayouts/slideLayout139.xml"/><Relationship Id="rId54" Type="http://schemas.openxmlformats.org/officeDocument/2006/relationships/slideLayout" Target="../slideLayouts/slideLayout140.xml"/><Relationship Id="rId55" Type="http://schemas.openxmlformats.org/officeDocument/2006/relationships/slideLayout" Target="../slideLayouts/slideLayout141.xml"/><Relationship Id="rId56" Type="http://schemas.openxmlformats.org/officeDocument/2006/relationships/slideLayout" Target="../slideLayouts/slideLayout142.xml"/><Relationship Id="rId57" Type="http://schemas.openxmlformats.org/officeDocument/2006/relationships/slideLayout" Target="../slideLayouts/slideLayout143.xml"/><Relationship Id="rId58" Type="http://schemas.openxmlformats.org/officeDocument/2006/relationships/slideLayout" Target="../slideLayouts/slideLayout144.xml"/><Relationship Id="rId59" Type="http://schemas.openxmlformats.org/officeDocument/2006/relationships/slideLayout" Target="../slideLayouts/slideLayout145.xml"/><Relationship Id="rId60" Type="http://schemas.openxmlformats.org/officeDocument/2006/relationships/slideLayout" Target="../slideLayouts/slideLayout146.xml"/><Relationship Id="rId61" Type="http://schemas.openxmlformats.org/officeDocument/2006/relationships/slideLayout" Target="../slideLayouts/slideLayout147.xml"/><Relationship Id="rId62" Type="http://schemas.openxmlformats.org/officeDocument/2006/relationships/slideLayout" Target="../slideLayouts/slideLayout148.xml"/><Relationship Id="rId63" Type="http://schemas.openxmlformats.org/officeDocument/2006/relationships/slideLayout" Target="../slideLayouts/slideLayout149.xml"/><Relationship Id="rId64" Type="http://schemas.openxmlformats.org/officeDocument/2006/relationships/slideLayout" Target="../slideLayouts/slideLayout150.xml"/><Relationship Id="rId65" Type="http://schemas.openxmlformats.org/officeDocument/2006/relationships/slideLayout" Target="../slideLayouts/slideLayout151.xml"/><Relationship Id="rId66" Type="http://schemas.openxmlformats.org/officeDocument/2006/relationships/slideLayout" Target="../slideLayouts/slideLayout152.xml"/><Relationship Id="rId67" Type="http://schemas.openxmlformats.org/officeDocument/2006/relationships/slideLayout" Target="../slideLayouts/slideLayout153.xml"/><Relationship Id="rId68" Type="http://schemas.openxmlformats.org/officeDocument/2006/relationships/slideLayout" Target="../slideLayouts/slideLayout154.xml"/><Relationship Id="rId69" Type="http://schemas.openxmlformats.org/officeDocument/2006/relationships/slideLayout" Target="../slideLayouts/slideLayout155.xml"/><Relationship Id="rId70" Type="http://schemas.openxmlformats.org/officeDocument/2006/relationships/slideLayout" Target="../slideLayouts/slideLayout156.xml"/><Relationship Id="rId71" Type="http://schemas.openxmlformats.org/officeDocument/2006/relationships/slideLayout" Target="../slideLayouts/slideLayout157.xml"/><Relationship Id="rId72" Type="http://schemas.openxmlformats.org/officeDocument/2006/relationships/slideLayout" Target="../slideLayouts/slideLayout158.xml"/><Relationship Id="rId73" Type="http://schemas.openxmlformats.org/officeDocument/2006/relationships/theme" Target="../theme/theme3.xml"/><Relationship Id="rId74" Type="http://schemas.openxmlformats.org/officeDocument/2006/relationships/image" Target="../media/image15.emf"/></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59.xml"/><Relationship Id="rId2" Type="http://schemas.openxmlformats.org/officeDocument/2006/relationships/theme" Target="../theme/theme4.xml"/><Relationship Id="rId3" Type="http://schemas.openxmlformats.org/officeDocument/2006/relationships/image" Target="../media/image27.svg"/></Relationships>
</file>

<file path=ppt/slideMasters/_rels/slideMaster5.xml.rels><?xml version='1.0' encoding='UTF-8' standalone='yes'?>
<Relationships xmlns="http://schemas.openxmlformats.org/package/2006/relationships"><Relationship Id="rId1" Type="http://schemas.openxmlformats.org/officeDocument/2006/relationships/slideLayout" Target="../slideLayouts/slideLayout160.xml"/><Relationship Id="rId2" Type="http://schemas.openxmlformats.org/officeDocument/2006/relationships/slideLayout" Target="../slideLayouts/slideLayout161.xml"/><Relationship Id="rId3" Type="http://schemas.openxmlformats.org/officeDocument/2006/relationships/slideLayout" Target="../slideLayouts/slideLayout162.xml"/><Relationship Id="rId4" Type="http://schemas.openxmlformats.org/officeDocument/2006/relationships/slideLayout" Target="../slideLayouts/slideLayout163.xml"/><Relationship Id="rId5" Type="http://schemas.openxmlformats.org/officeDocument/2006/relationships/slideLayout" Target="../slideLayouts/slideLayout164.xml"/><Relationship Id="rId6" Type="http://schemas.openxmlformats.org/officeDocument/2006/relationships/slideLayout" Target="../slideLayouts/slideLayout165.xml"/><Relationship Id="rId7" Type="http://schemas.openxmlformats.org/officeDocument/2006/relationships/slideLayout" Target="../slideLayouts/slideLayout166.xml"/><Relationship Id="rId8" Type="http://schemas.openxmlformats.org/officeDocument/2006/relationships/slideLayout" Target="../slideLayouts/slideLayout167.xml"/><Relationship Id="rId9" Type="http://schemas.openxmlformats.org/officeDocument/2006/relationships/slideLayout" Target="../slideLayouts/slideLayout168.xml"/><Relationship Id="rId10" Type="http://schemas.openxmlformats.org/officeDocument/2006/relationships/slideLayout" Target="../slideLayouts/slideLayout169.xml"/><Relationship Id="rId11" Type="http://schemas.openxmlformats.org/officeDocument/2006/relationships/slideLayout" Target="../slideLayouts/slideLayout170.xml"/><Relationship Id="rId12" Type="http://schemas.openxmlformats.org/officeDocument/2006/relationships/slideLayout" Target="../slideLayouts/slideLayout171.xml"/><Relationship Id="rId13" Type="http://schemas.openxmlformats.org/officeDocument/2006/relationships/slideLayout" Target="../slideLayouts/slideLayout172.xml"/><Relationship Id="rId14" Type="http://schemas.openxmlformats.org/officeDocument/2006/relationships/slideLayout" Target="../slideLayouts/slideLayout173.xml"/><Relationship Id="rId15" Type="http://schemas.openxmlformats.org/officeDocument/2006/relationships/slideLayout" Target="../slideLayouts/slideLayout174.xml"/><Relationship Id="rId16" Type="http://schemas.openxmlformats.org/officeDocument/2006/relationships/slideLayout" Target="../slideLayouts/slideLayout175.xml"/><Relationship Id="rId17" Type="http://schemas.openxmlformats.org/officeDocument/2006/relationships/slideLayout" Target="../slideLayouts/slideLayout176.xml"/><Relationship Id="rId18" Type="http://schemas.openxmlformats.org/officeDocument/2006/relationships/slideLayout" Target="../slideLayouts/slideLayout177.xml"/><Relationship Id="rId19" Type="http://schemas.openxmlformats.org/officeDocument/2006/relationships/slideLayout" Target="../slideLayouts/slideLayout178.xml"/><Relationship Id="rId20" Type="http://schemas.openxmlformats.org/officeDocument/2006/relationships/slideLayout" Target="../slideLayouts/slideLayout179.xml"/><Relationship Id="rId21" Type="http://schemas.openxmlformats.org/officeDocument/2006/relationships/slideLayout" Target="../slideLayouts/slideLayout180.xml"/><Relationship Id="rId22" Type="http://schemas.openxmlformats.org/officeDocument/2006/relationships/slideLayout" Target="../slideLayouts/slideLayout181.xml"/><Relationship Id="rId23" Type="http://schemas.openxmlformats.org/officeDocument/2006/relationships/slideLayout" Target="../slideLayouts/slideLayout182.xml"/><Relationship Id="rId24" Type="http://schemas.openxmlformats.org/officeDocument/2006/relationships/slideLayout" Target="../slideLayouts/slideLayout183.xml"/><Relationship Id="rId25" Type="http://schemas.openxmlformats.org/officeDocument/2006/relationships/slideLayout" Target="../slideLayouts/slideLayout184.xml"/><Relationship Id="rId26" Type="http://schemas.openxmlformats.org/officeDocument/2006/relationships/slideLayout" Target="../slideLayouts/slideLayout185.xml"/><Relationship Id="rId27" Type="http://schemas.openxmlformats.org/officeDocument/2006/relationships/slideLayout" Target="../slideLayouts/slideLayout186.xml"/><Relationship Id="rId28" Type="http://schemas.openxmlformats.org/officeDocument/2006/relationships/slideLayout" Target="../slideLayouts/slideLayout187.xml"/><Relationship Id="rId29" Type="http://schemas.openxmlformats.org/officeDocument/2006/relationships/slideLayout" Target="../slideLayouts/slideLayout188.xml"/><Relationship Id="rId30" Type="http://schemas.openxmlformats.org/officeDocument/2006/relationships/slideLayout" Target="../slideLayouts/slideLayout189.xml"/><Relationship Id="rId31" Type="http://schemas.openxmlformats.org/officeDocument/2006/relationships/slideLayout" Target="../slideLayouts/slideLayout190.xml"/><Relationship Id="rId32" Type="http://schemas.openxmlformats.org/officeDocument/2006/relationships/slideLayout" Target="../slideLayouts/slideLayout191.xml"/><Relationship Id="rId33" Type="http://schemas.openxmlformats.org/officeDocument/2006/relationships/slideLayout" Target="../slideLayouts/slideLayout192.xml"/><Relationship Id="rId34" Type="http://schemas.openxmlformats.org/officeDocument/2006/relationships/slideLayout" Target="../slideLayouts/slideLayout193.xml"/><Relationship Id="rId35" Type="http://schemas.openxmlformats.org/officeDocument/2006/relationships/slideLayout" Target="../slideLayouts/slideLayout194.xml"/><Relationship Id="rId36" Type="http://schemas.openxmlformats.org/officeDocument/2006/relationships/slideLayout" Target="../slideLayouts/slideLayout195.xml"/><Relationship Id="rId37" Type="http://schemas.openxmlformats.org/officeDocument/2006/relationships/slideLayout" Target="../slideLayouts/slideLayout196.xml"/><Relationship Id="rId38" Type="http://schemas.openxmlformats.org/officeDocument/2006/relationships/slideLayout" Target="../slideLayouts/slideLayout197.xml"/><Relationship Id="rId39" Type="http://schemas.openxmlformats.org/officeDocument/2006/relationships/slideLayout" Target="../slideLayouts/slideLayout198.xml"/><Relationship Id="rId40" Type="http://schemas.openxmlformats.org/officeDocument/2006/relationships/slideLayout" Target="../slideLayouts/slideLayout199.xml"/><Relationship Id="rId41" Type="http://schemas.openxmlformats.org/officeDocument/2006/relationships/slideLayout" Target="../slideLayouts/slideLayout200.xml"/><Relationship Id="rId42" Type="http://schemas.openxmlformats.org/officeDocument/2006/relationships/slideLayout" Target="../slideLayouts/slideLayout201.xml"/><Relationship Id="rId43" Type="http://schemas.openxmlformats.org/officeDocument/2006/relationships/slideLayout" Target="../slideLayouts/slideLayout202.xml"/><Relationship Id="rId44" Type="http://schemas.openxmlformats.org/officeDocument/2006/relationships/slideLayout" Target="../slideLayouts/slideLayout203.xml"/><Relationship Id="rId45" Type="http://schemas.openxmlformats.org/officeDocument/2006/relationships/slideLayout" Target="../slideLayouts/slideLayout204.xml"/><Relationship Id="rId46" Type="http://schemas.openxmlformats.org/officeDocument/2006/relationships/slideLayout" Target="../slideLayouts/slideLayout205.xml"/><Relationship Id="rId47" Type="http://schemas.openxmlformats.org/officeDocument/2006/relationships/slideLayout" Target="../slideLayouts/slideLayout206.xml"/><Relationship Id="rId48" Type="http://schemas.openxmlformats.org/officeDocument/2006/relationships/slideLayout" Target="../slideLayouts/slideLayout207.xml"/><Relationship Id="rId49" Type="http://schemas.openxmlformats.org/officeDocument/2006/relationships/slideLayout" Target="../slideLayouts/slideLayout208.xml"/><Relationship Id="rId50" Type="http://schemas.openxmlformats.org/officeDocument/2006/relationships/slideLayout" Target="../slideLayouts/slideLayout209.xml"/><Relationship Id="rId51" Type="http://schemas.openxmlformats.org/officeDocument/2006/relationships/slideLayout" Target="../slideLayouts/slideLayout210.xml"/><Relationship Id="rId52" Type="http://schemas.openxmlformats.org/officeDocument/2006/relationships/slideLayout" Target="../slideLayouts/slideLayout211.xml"/><Relationship Id="rId53" Type="http://schemas.openxmlformats.org/officeDocument/2006/relationships/slideLayout" Target="../slideLayouts/slideLayout212.xml"/><Relationship Id="rId54" Type="http://schemas.openxmlformats.org/officeDocument/2006/relationships/slideLayout" Target="../slideLayouts/slideLayout213.xml"/><Relationship Id="rId55" Type="http://schemas.openxmlformats.org/officeDocument/2006/relationships/slideLayout" Target="../slideLayouts/slideLayout214.xml"/><Relationship Id="rId56" Type="http://schemas.openxmlformats.org/officeDocument/2006/relationships/slideLayout" Target="../slideLayouts/slideLayout215.xml"/><Relationship Id="rId57" Type="http://schemas.openxmlformats.org/officeDocument/2006/relationships/slideLayout" Target="../slideLayouts/slideLayout216.xml"/><Relationship Id="rId58" Type="http://schemas.openxmlformats.org/officeDocument/2006/relationships/theme" Target="../theme/theme5.xml"/><Relationship Id="rId59" Type="http://schemas.openxmlformats.org/officeDocument/2006/relationships/image" Target="../media/image29.svg"/></Relationships>
</file>

<file path=ppt/slideMasters/_rels/slideMaster6.xml.rels><?xml version='1.0' encoding='UTF-8' standalone='yes'?>
<Relationships xmlns="http://schemas.openxmlformats.org/package/2006/relationships"><Relationship Id="rId1" Type="http://schemas.openxmlformats.org/officeDocument/2006/relationships/slideLayout" Target="../slideLayouts/slideLayout217.xml"/><Relationship Id="rId2" Type="http://schemas.openxmlformats.org/officeDocument/2006/relationships/slideLayout" Target="../slideLayouts/slideLayout218.xml"/><Relationship Id="rId3" Type="http://schemas.openxmlformats.org/officeDocument/2006/relationships/slideLayout" Target="../slideLayouts/slideLayout219.xml"/><Relationship Id="rId4" Type="http://schemas.openxmlformats.org/officeDocument/2006/relationships/slideLayout" Target="../slideLayouts/slideLayout220.xml"/><Relationship Id="rId5" Type="http://schemas.openxmlformats.org/officeDocument/2006/relationships/slideLayout" Target="../slideLayouts/slideLayout221.xml"/><Relationship Id="rId6" Type="http://schemas.openxmlformats.org/officeDocument/2006/relationships/slideLayout" Target="../slideLayouts/slideLayout222.xml"/><Relationship Id="rId7" Type="http://schemas.openxmlformats.org/officeDocument/2006/relationships/slideLayout" Target="../slideLayouts/slideLayout223.xml"/><Relationship Id="rId8" Type="http://schemas.openxmlformats.org/officeDocument/2006/relationships/slideLayout" Target="../slideLayouts/slideLayout224.xml"/><Relationship Id="rId9" Type="http://schemas.openxmlformats.org/officeDocument/2006/relationships/slideLayout" Target="../slideLayouts/slideLayout225.xml"/><Relationship Id="rId10" Type="http://schemas.openxmlformats.org/officeDocument/2006/relationships/slideLayout" Target="../slideLayouts/slideLayout226.xml"/><Relationship Id="rId11" Type="http://schemas.openxmlformats.org/officeDocument/2006/relationships/slideLayout" Target="../slideLayouts/slideLayout227.xml"/><Relationship Id="rId12" Type="http://schemas.openxmlformats.org/officeDocument/2006/relationships/slideLayout" Target="../slideLayouts/slideLayout228.xml"/><Relationship Id="rId13" Type="http://schemas.openxmlformats.org/officeDocument/2006/relationships/slideLayout" Target="../slideLayouts/slideLayout229.xml"/><Relationship Id="rId14" Type="http://schemas.openxmlformats.org/officeDocument/2006/relationships/slideLayout" Target="../slideLayouts/slideLayout230.xml"/><Relationship Id="rId15" Type="http://schemas.openxmlformats.org/officeDocument/2006/relationships/slideLayout" Target="../slideLayouts/slideLayout231.xml"/><Relationship Id="rId16" Type="http://schemas.openxmlformats.org/officeDocument/2006/relationships/slideLayout" Target="../slideLayouts/slideLayout232.xml"/><Relationship Id="rId17" Type="http://schemas.openxmlformats.org/officeDocument/2006/relationships/slideLayout" Target="../slideLayouts/slideLayout233.xml"/><Relationship Id="rId18" Type="http://schemas.openxmlformats.org/officeDocument/2006/relationships/slideLayout" Target="../slideLayouts/slideLayout234.xml"/><Relationship Id="rId19" Type="http://schemas.openxmlformats.org/officeDocument/2006/relationships/slideLayout" Target="../slideLayouts/slideLayout235.xml"/><Relationship Id="rId20" Type="http://schemas.openxmlformats.org/officeDocument/2006/relationships/slideLayout" Target="../slideLayouts/slideLayout236.xml"/><Relationship Id="rId21" Type="http://schemas.openxmlformats.org/officeDocument/2006/relationships/slideLayout" Target="../slideLayouts/slideLayout237.xml"/><Relationship Id="rId22" Type="http://schemas.openxmlformats.org/officeDocument/2006/relationships/slideLayout" Target="../slideLayouts/slideLayout238.xml"/><Relationship Id="rId23" Type="http://schemas.openxmlformats.org/officeDocument/2006/relationships/slideLayout" Target="../slideLayouts/slideLayout239.xml"/><Relationship Id="rId24" Type="http://schemas.openxmlformats.org/officeDocument/2006/relationships/slideLayout" Target="../slideLayouts/slideLayout240.xml"/><Relationship Id="rId25" Type="http://schemas.openxmlformats.org/officeDocument/2006/relationships/slideLayout" Target="../slideLayouts/slideLayout241.xml"/><Relationship Id="rId26" Type="http://schemas.openxmlformats.org/officeDocument/2006/relationships/slideLayout" Target="../slideLayouts/slideLayout242.xml"/><Relationship Id="rId27" Type="http://schemas.openxmlformats.org/officeDocument/2006/relationships/slideLayout" Target="../slideLayouts/slideLayout243.xml"/><Relationship Id="rId28" Type="http://schemas.openxmlformats.org/officeDocument/2006/relationships/slideLayout" Target="../slideLayouts/slideLayout244.xml"/><Relationship Id="rId29" Type="http://schemas.openxmlformats.org/officeDocument/2006/relationships/slideLayout" Target="../slideLayouts/slideLayout245.xml"/><Relationship Id="rId30" Type="http://schemas.openxmlformats.org/officeDocument/2006/relationships/slideLayout" Target="../slideLayouts/slideLayout246.xml"/><Relationship Id="rId31" Type="http://schemas.openxmlformats.org/officeDocument/2006/relationships/slideLayout" Target="../slideLayouts/slideLayout247.xml"/><Relationship Id="rId32" Type="http://schemas.openxmlformats.org/officeDocument/2006/relationships/slideLayout" Target="../slideLayouts/slideLayout248.xml"/><Relationship Id="rId33" Type="http://schemas.openxmlformats.org/officeDocument/2006/relationships/slideLayout" Target="../slideLayouts/slideLayout249.xml"/><Relationship Id="rId34" Type="http://schemas.openxmlformats.org/officeDocument/2006/relationships/slideLayout" Target="../slideLayouts/slideLayout250.xml"/><Relationship Id="rId35" Type="http://schemas.openxmlformats.org/officeDocument/2006/relationships/slideLayout" Target="../slideLayouts/slideLayout251.xml"/><Relationship Id="rId36" Type="http://schemas.openxmlformats.org/officeDocument/2006/relationships/slideLayout" Target="../slideLayouts/slideLayout252.xml"/><Relationship Id="rId37" Type="http://schemas.openxmlformats.org/officeDocument/2006/relationships/slideLayout" Target="../slideLayouts/slideLayout253.xml"/><Relationship Id="rId38" Type="http://schemas.openxmlformats.org/officeDocument/2006/relationships/slideLayout" Target="../slideLayouts/slideLayout254.xml"/><Relationship Id="rId39" Type="http://schemas.openxmlformats.org/officeDocument/2006/relationships/slideLayout" Target="../slideLayouts/slideLayout255.xml"/><Relationship Id="rId40" Type="http://schemas.openxmlformats.org/officeDocument/2006/relationships/slideLayout" Target="../slideLayouts/slideLayout256.xml"/><Relationship Id="rId41" Type="http://schemas.openxmlformats.org/officeDocument/2006/relationships/slideLayout" Target="../slideLayouts/slideLayout257.xml"/><Relationship Id="rId42" Type="http://schemas.openxmlformats.org/officeDocument/2006/relationships/slideLayout" Target="../slideLayouts/slideLayout258.xml"/><Relationship Id="rId43" Type="http://schemas.openxmlformats.org/officeDocument/2006/relationships/slideLayout" Target="../slideLayouts/slideLayout259.xml"/><Relationship Id="rId44" Type="http://schemas.openxmlformats.org/officeDocument/2006/relationships/slideLayout" Target="../slideLayouts/slideLayout260.xml"/><Relationship Id="rId45" Type="http://schemas.openxmlformats.org/officeDocument/2006/relationships/slideLayout" Target="../slideLayouts/slideLayout261.xml"/><Relationship Id="rId46" Type="http://schemas.openxmlformats.org/officeDocument/2006/relationships/slideLayout" Target="../slideLayouts/slideLayout262.xml"/><Relationship Id="rId47" Type="http://schemas.openxmlformats.org/officeDocument/2006/relationships/slideLayout" Target="../slideLayouts/slideLayout263.xml"/><Relationship Id="rId48" Type="http://schemas.openxmlformats.org/officeDocument/2006/relationships/slideLayout" Target="../slideLayouts/slideLayout264.xml"/><Relationship Id="rId49" Type="http://schemas.openxmlformats.org/officeDocument/2006/relationships/slideLayout" Target="../slideLayouts/slideLayout265.xml"/><Relationship Id="rId50" Type="http://schemas.openxmlformats.org/officeDocument/2006/relationships/slideLayout" Target="../slideLayouts/slideLayout266.xml"/><Relationship Id="rId51" Type="http://schemas.openxmlformats.org/officeDocument/2006/relationships/slideLayout" Target="../slideLayouts/slideLayout267.xml"/><Relationship Id="rId52" Type="http://schemas.openxmlformats.org/officeDocument/2006/relationships/slideLayout" Target="../slideLayouts/slideLayout268.xml"/><Relationship Id="rId53" Type="http://schemas.openxmlformats.org/officeDocument/2006/relationships/slideLayout" Target="../slideLayouts/slideLayout269.xml"/><Relationship Id="rId54" Type="http://schemas.openxmlformats.org/officeDocument/2006/relationships/slideLayout" Target="../slideLayouts/slideLayout270.xml"/><Relationship Id="rId55" Type="http://schemas.openxmlformats.org/officeDocument/2006/relationships/slideLayout" Target="../slideLayouts/slideLayout271.xml"/><Relationship Id="rId56" Type="http://schemas.openxmlformats.org/officeDocument/2006/relationships/slideLayout" Target="../slideLayouts/slideLayout272.xml"/><Relationship Id="rId57" Type="http://schemas.openxmlformats.org/officeDocument/2006/relationships/slideLayout" Target="../slideLayouts/slideLayout273.xml"/><Relationship Id="rId58" Type="http://schemas.openxmlformats.org/officeDocument/2006/relationships/slideLayout" Target="../slideLayouts/slideLayout274.xml"/><Relationship Id="rId59" Type="http://schemas.openxmlformats.org/officeDocument/2006/relationships/slideLayout" Target="../slideLayouts/slideLayout275.xml"/><Relationship Id="rId60" Type="http://schemas.openxmlformats.org/officeDocument/2006/relationships/slideLayout" Target="../slideLayouts/slideLayout276.xml"/><Relationship Id="rId61" Type="http://schemas.openxmlformats.org/officeDocument/2006/relationships/slideLayout" Target="../slideLayouts/slideLayout277.xml"/><Relationship Id="rId62" Type="http://schemas.openxmlformats.org/officeDocument/2006/relationships/slideLayout" Target="../slideLayouts/slideLayout278.xml"/><Relationship Id="rId63" Type="http://schemas.openxmlformats.org/officeDocument/2006/relationships/slideLayout" Target="../slideLayouts/slideLayout279.xml"/><Relationship Id="rId64" Type="http://schemas.openxmlformats.org/officeDocument/2006/relationships/slideLayout" Target="../slideLayouts/slideLayout280.xml"/><Relationship Id="rId65" Type="http://schemas.openxmlformats.org/officeDocument/2006/relationships/slideLayout" Target="../slideLayouts/slideLayout281.xml"/><Relationship Id="rId66" Type="http://schemas.openxmlformats.org/officeDocument/2006/relationships/slideLayout" Target="../slideLayouts/slideLayout282.xml"/><Relationship Id="rId67" Type="http://schemas.openxmlformats.org/officeDocument/2006/relationships/slideLayout" Target="../slideLayouts/slideLayout283.xml"/><Relationship Id="rId68" Type="http://schemas.openxmlformats.org/officeDocument/2006/relationships/theme" Target="../theme/theme6.xml"/><Relationship Id="rId69" Type="http://schemas.openxmlformats.org/officeDocument/2006/relationships/image" Target="../media/image29.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de-CH"/>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6FEC2A0-B5D4-4D3B-AF65-8A98434EA04A}" type="datetimeFigureOut">
              <a:rPr lang="de-CH" smtClean="0"/>
              <a:t>19.05.26</a:t>
            </a:fld>
            <a:endParaRPr lang="de-CH"/>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de-CH"/>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43981CE-EA90-44DC-A09B-8F784406CB9D}" type="slidenum">
              <a:rPr lang="de-CH" smtClean="0"/>
              <a:t>‹#›</a:t>
            </a:fld>
            <a:endParaRPr lang="de-CH"/>
          </a:p>
        </p:txBody>
      </p:sp>
    </p:spTree>
    <p:extLst>
      <p:ext uri="{BB962C8B-B14F-4D97-AF65-F5344CB8AC3E}">
        <p14:creationId xmlns:p14="http://schemas.microsoft.com/office/powerpoint/2010/main" val="205384466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9"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rgbClr val="060606"/>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0713" y="717613"/>
            <a:ext cx="10965687" cy="338554"/>
          </a:xfrm>
          <a:prstGeom prst="rect">
            <a:avLst/>
          </a:prstGeom>
        </p:spPr>
        <p:txBody>
          <a:bodyPr lIns="0" tIns="0" rIns="0" bIns="0">
            <a:noAutofit/>
          </a:bodyPr>
          <a:lstStyle/>
          <a:p>
            <a:pPr marL="0" lvl="0" indent="0">
              <a:spcBef>
                <a:spcPts val="0"/>
              </a:spcBef>
              <a:spcAft>
                <a:spcPts val="0"/>
              </a:spcAft>
              <a:buFont typeface="Arial" panose="020B0604020202020204" pitchFamily="34" charset="0"/>
            </a:pPr>
            <a:r>
              <a:rPr lang="en-US"/>
              <a:t>Click to edit Master title style</a:t>
            </a:r>
          </a:p>
        </p:txBody>
      </p:sp>
      <p:pic>
        <p:nvPicPr>
          <p:cNvPr id="4" name="Picture 3">
            <a:extLst>
              <a:ext uri="{FF2B5EF4-FFF2-40B4-BE49-F238E27FC236}">
                <a16:creationId xmlns:a16="http://schemas.microsoft.com/office/drawing/2014/main" id="{07D14E4D-CAE3-3A0B-B3F8-465622E4D6E8}"/>
              </a:ext>
            </a:extLst>
          </p:cNvPr>
          <p:cNvPicPr>
            <a:picLocks noChangeAspect="1"/>
          </p:cNvPicPr>
          <p:nvPr userDrawn="1"/>
        </p:nvPicPr>
        <p:blipFill>
          <a:blip r:embed="rId76" cstate="screen">
            <a:extLst>
              <a:ext uri="{28A0092B-C50C-407E-A947-70E740481C1C}">
                <a14:useLocalDpi xmlns:a14="http://schemas.microsoft.com/office/drawing/2010/main"/>
              </a:ext>
            </a:extLst>
          </a:blip>
          <a:stretch>
            <a:fillRect/>
          </a:stretch>
        </p:blipFill>
        <p:spPr>
          <a:xfrm>
            <a:off x="647699" y="6416865"/>
            <a:ext cx="488145" cy="179465"/>
          </a:xfrm>
          <a:prstGeom prst="rect">
            <a:avLst/>
          </a:prstGeom>
        </p:spPr>
      </p:pic>
      <p:sp>
        <p:nvSpPr>
          <p:cNvPr id="5" name="TextBox 4">
            <a:extLst>
              <a:ext uri="{FF2B5EF4-FFF2-40B4-BE49-F238E27FC236}">
                <a16:creationId xmlns:a16="http://schemas.microsoft.com/office/drawing/2014/main" id="{086C1CD2-C3C3-99BC-1F71-5CF176EF164E}"/>
              </a:ext>
            </a:extLst>
          </p:cNvPr>
          <p:cNvSpPr txBox="1"/>
          <p:nvPr userDrawn="1"/>
        </p:nvSpPr>
        <p:spPr>
          <a:xfrm>
            <a:off x="-579120" y="4592320"/>
            <a:ext cx="0" cy="0"/>
          </a:xfrm>
          <a:prstGeom prst="rect">
            <a:avLst/>
          </a:prstGeom>
          <a:noFill/>
        </p:spPr>
        <p:txBody>
          <a:bodyPr wrap="none" lIns="0" tIns="0" rIns="0" bIns="0" rtlCol="0">
            <a:noAutofit/>
          </a:bodyPr>
          <a:lstStyle/>
          <a:p>
            <a:pPr>
              <a:lnSpc>
                <a:spcPct val="110000"/>
              </a:lnSpc>
              <a:spcBef>
                <a:spcPts val="600"/>
              </a:spcBef>
            </a:pPr>
            <a:endParaRPr lang="en-US" sz="1200" err="1">
              <a:ea typeface="Human Sans" charset="0"/>
              <a:cs typeface="Human Sans" charset="0"/>
            </a:endParaRPr>
          </a:p>
        </p:txBody>
      </p:sp>
      <p:sp>
        <p:nvSpPr>
          <p:cNvPr id="37" name="TextBox 36">
            <a:extLst>
              <a:ext uri="{FF2B5EF4-FFF2-40B4-BE49-F238E27FC236}">
                <a16:creationId xmlns:a16="http://schemas.microsoft.com/office/drawing/2014/main" id="{D5DDA9FD-D621-0134-9699-89AED709AC96}"/>
              </a:ext>
            </a:extLst>
          </p:cNvPr>
          <p:cNvSpPr txBox="1"/>
          <p:nvPr userDrawn="1"/>
        </p:nvSpPr>
        <p:spPr>
          <a:xfrm>
            <a:off x="4429760" y="-53848"/>
            <a:ext cx="0" cy="0"/>
          </a:xfrm>
          <a:prstGeom prst="rect">
            <a:avLst/>
          </a:prstGeom>
          <a:noFill/>
        </p:spPr>
        <p:txBody>
          <a:bodyPr wrap="none" lIns="0" tIns="0" rIns="0" bIns="0" rtlCol="0">
            <a:noAutofit/>
          </a:bodyPr>
          <a:lstStyle/>
          <a:p>
            <a:pPr>
              <a:lnSpc>
                <a:spcPct val="110000"/>
              </a:lnSpc>
              <a:spcBef>
                <a:spcPts val="600"/>
              </a:spcBef>
            </a:pPr>
            <a:endParaRPr lang="en-US" sz="1200" err="1">
              <a:ea typeface="Human Sans" charset="0"/>
              <a:cs typeface="Human Sans" charset="0"/>
            </a:endParaRPr>
          </a:p>
        </p:txBody>
      </p:sp>
      <p:sp>
        <p:nvSpPr>
          <p:cNvPr id="7" name="TextBox 6">
            <a:extLst>
              <a:ext uri="{FF2B5EF4-FFF2-40B4-BE49-F238E27FC236}">
                <a16:creationId xmlns:a16="http://schemas.microsoft.com/office/drawing/2014/main" id="{33D7453A-FF25-1748-B091-91F29105A245}"/>
              </a:ext>
            </a:extLst>
          </p:cNvPr>
          <p:cNvSpPr txBox="1"/>
          <p:nvPr userDrawn="1"/>
        </p:nvSpPr>
        <p:spPr>
          <a:xfrm>
            <a:off x="9517294"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8" name="Text Placeholder 3">
            <a:extLst>
              <a:ext uri="{FF2B5EF4-FFF2-40B4-BE49-F238E27FC236}">
                <a16:creationId xmlns:a16="http://schemas.microsoft.com/office/drawing/2014/main" id="{B3E5B4CB-0A41-3758-17D3-77CB4387DBAE}"/>
              </a:ext>
            </a:extLst>
          </p:cNvPr>
          <p:cNvSpPr txBox="1">
            <a:spLocks/>
          </p:cNvSpPr>
          <p:nvPr userDrawn="1"/>
        </p:nvSpPr>
        <p:spPr>
          <a:xfrm>
            <a:off x="11341864"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bg1"/>
                </a:solidFill>
              </a:rPr>
              <a:pPr lvl="0"/>
              <a:t>‹#›</a:t>
            </a:fld>
            <a:endParaRPr lang="en-US" sz="1000">
              <a:solidFill>
                <a:schemeClr val="bg1"/>
              </a:solidFill>
            </a:endParaRPr>
          </a:p>
        </p:txBody>
      </p:sp>
      <p:sp>
        <p:nvSpPr>
          <p:cNvPr id="6" name="Text Placeholder 5">
            <a:extLst>
              <a:ext uri="{FF2B5EF4-FFF2-40B4-BE49-F238E27FC236}">
                <a16:creationId xmlns:a16="http://schemas.microsoft.com/office/drawing/2014/main" id="{A94283C5-7CEB-C3A6-3D15-0C58149D104F}"/>
              </a:ext>
            </a:extLst>
          </p:cNvPr>
          <p:cNvSpPr>
            <a:spLocks noGrp="1"/>
          </p:cNvSpPr>
          <p:nvPr>
            <p:ph type="body" idx="1"/>
          </p:nvPr>
        </p:nvSpPr>
        <p:spPr>
          <a:xfrm>
            <a:off x="636410" y="1581502"/>
            <a:ext cx="10948386" cy="4628797"/>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102336422"/>
      </p:ext>
    </p:extLst>
  </p:cSld>
  <p:clrMap bg1="lt1" tx1="dk1" bg2="lt2" tx2="dk2" accent1="accent1" accent2="accent2" accent3="accent3" accent4="accent4" accent5="accent5" accent6="accent6" hlink="hlink" folHlink="folHlink"/>
  <p:sldLayoutIdLst>
    <p:sldLayoutId id="2147483671" r:id="rId1"/>
    <p:sldLayoutId id="2147483672" r:id="rId2"/>
    <p:sldLayoutId id="2147483673" r:id="rId3"/>
    <p:sldLayoutId id="2147483674" r:id="rId4"/>
    <p:sldLayoutId id="2147483675" r:id="rId5"/>
    <p:sldLayoutId id="2147483676" r:id="rId6"/>
    <p:sldLayoutId id="2147483677" r:id="rId7"/>
    <p:sldLayoutId id="2147483678" r:id="rId8"/>
    <p:sldLayoutId id="2147483679" r:id="rId9"/>
    <p:sldLayoutId id="2147483680" r:id="rId10"/>
    <p:sldLayoutId id="2147483681" r:id="rId11"/>
    <p:sldLayoutId id="2147483682" r:id="rId12"/>
    <p:sldLayoutId id="2147483683" r:id="rId13"/>
    <p:sldLayoutId id="2147483684" r:id="rId14"/>
    <p:sldLayoutId id="2147483685" r:id="rId15"/>
    <p:sldLayoutId id="2147483686" r:id="rId16"/>
    <p:sldLayoutId id="2147483687" r:id="rId17"/>
    <p:sldLayoutId id="2147483688" r:id="rId18"/>
    <p:sldLayoutId id="2147483689" r:id="rId19"/>
    <p:sldLayoutId id="2147483690" r:id="rId20"/>
    <p:sldLayoutId id="2147483691" r:id="rId21"/>
    <p:sldLayoutId id="2147483692" r:id="rId22"/>
    <p:sldLayoutId id="2147483693" r:id="rId23"/>
    <p:sldLayoutId id="2147483694" r:id="rId24"/>
    <p:sldLayoutId id="2147483695" r:id="rId25"/>
    <p:sldLayoutId id="2147483696" r:id="rId26"/>
    <p:sldLayoutId id="2147483697" r:id="rId27"/>
    <p:sldLayoutId id="2147483698" r:id="rId28"/>
    <p:sldLayoutId id="2147483699" r:id="rId29"/>
    <p:sldLayoutId id="2147483700" r:id="rId30"/>
    <p:sldLayoutId id="2147483701" r:id="rId31"/>
    <p:sldLayoutId id="2147483702" r:id="rId32"/>
    <p:sldLayoutId id="2147483703" r:id="rId33"/>
    <p:sldLayoutId id="2147483704" r:id="rId34"/>
    <p:sldLayoutId id="2147483705" r:id="rId35"/>
    <p:sldLayoutId id="2147483706" r:id="rId36"/>
    <p:sldLayoutId id="2147483707" r:id="rId37"/>
    <p:sldLayoutId id="2147483708" r:id="rId38"/>
    <p:sldLayoutId id="2147483709" r:id="rId39"/>
    <p:sldLayoutId id="2147483710" r:id="rId40"/>
    <p:sldLayoutId id="2147483711" r:id="rId41"/>
    <p:sldLayoutId id="2147483712" r:id="rId42"/>
    <p:sldLayoutId id="2147483713" r:id="rId43"/>
    <p:sldLayoutId id="2147483714" r:id="rId44"/>
    <p:sldLayoutId id="2147483715" r:id="rId45"/>
    <p:sldLayoutId id="2147483716" r:id="rId46"/>
    <p:sldLayoutId id="2147483717" r:id="rId47"/>
    <p:sldLayoutId id="2147483718" r:id="rId48"/>
    <p:sldLayoutId id="2147483719" r:id="rId49"/>
    <p:sldLayoutId id="2147483720" r:id="rId50"/>
    <p:sldLayoutId id="2147483721" r:id="rId51"/>
    <p:sldLayoutId id="2147483722" r:id="rId52"/>
    <p:sldLayoutId id="2147483723" r:id="rId53"/>
    <p:sldLayoutId id="2147483724" r:id="rId54"/>
    <p:sldLayoutId id="2147483725" r:id="rId55"/>
    <p:sldLayoutId id="2147483726" r:id="rId56"/>
    <p:sldLayoutId id="2147483727" r:id="rId57"/>
    <p:sldLayoutId id="2147483728" r:id="rId58"/>
    <p:sldLayoutId id="2147483729" r:id="rId59"/>
    <p:sldLayoutId id="2147483730" r:id="rId60"/>
    <p:sldLayoutId id="2147483731" r:id="rId61"/>
    <p:sldLayoutId id="2147483732" r:id="rId62"/>
    <p:sldLayoutId id="2147483733" r:id="rId63"/>
    <p:sldLayoutId id="2147483734" r:id="rId64"/>
    <p:sldLayoutId id="2147483735" r:id="rId65"/>
    <p:sldLayoutId id="2147483736" r:id="rId66"/>
    <p:sldLayoutId id="2147483737" r:id="rId67"/>
    <p:sldLayoutId id="2147483738" r:id="rId68"/>
    <p:sldLayoutId id="2147483739" r:id="rId69"/>
    <p:sldLayoutId id="2147483740" r:id="rId70"/>
    <p:sldLayoutId id="2147483741" r:id="rId71"/>
    <p:sldLayoutId id="2147483743" r:id="rId72"/>
    <p:sldLayoutId id="2147483744" r:id="rId73"/>
    <p:sldLayoutId id="2147483818" r:id="rId74"/>
  </p:sldLayoutIdLst>
  <p:hf hdr="0" dt="0"/>
  <p:txStyles>
    <p:titleStyle>
      <a:lvl1pPr algn="l" defTabSz="914400" rtl="0" eaLnBrk="1" latinLnBrk="0" hangingPunct="1">
        <a:lnSpc>
          <a:spcPct val="100000"/>
        </a:lnSpc>
        <a:spcBef>
          <a:spcPct val="0"/>
        </a:spcBef>
        <a:buNone/>
        <a:defRPr lang="en-US" sz="2200" b="1" i="0" kern="1200" spc="0" dirty="0">
          <a:solidFill>
            <a:schemeClr val="bg1"/>
          </a:solidFill>
          <a:effectLst/>
          <a:latin typeface="Calibri" panose="020F0502020204030204" pitchFamily="34" charset="0"/>
          <a:ea typeface="Calibri" panose="020F0502020204030204" pitchFamily="34" charset="0"/>
          <a:cs typeface="Calibri" panose="020F0502020204030204" pitchFamily="34" charset="0"/>
        </a:defRPr>
      </a:lvl1pPr>
    </p:titleStyle>
    <p:bodyStyle>
      <a:lvl1pPr marL="0" indent="0" algn="l" defTabSz="914400" rtl="0" eaLnBrk="1" latinLnBrk="0" hangingPunct="1">
        <a:lnSpc>
          <a:spcPct val="100000"/>
        </a:lnSpc>
        <a:spcBef>
          <a:spcPts val="600"/>
        </a:spcBef>
        <a:spcAft>
          <a:spcPts val="0"/>
        </a:spcAft>
        <a:buFont typeface="Arial" panose="020B0604020202020204" pitchFamily="34" charset="0"/>
        <a:buNone/>
        <a:defRPr lang="en-US" sz="1400" b="0" i="0" kern="1200" dirty="0">
          <a:solidFill>
            <a:schemeClr val="bg1"/>
          </a:solidFill>
          <a:latin typeface="Calibri"/>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spcAft>
          <a:spcPts val="0"/>
        </a:spcAft>
        <a:buClr>
          <a:schemeClr val="bg1"/>
        </a:buClr>
        <a:buFont typeface="Arial" panose="020B0604020202020204" pitchFamily="34" charset="0"/>
        <a:buChar char="•"/>
        <a:defRPr lang="en-US" sz="1400" b="0" i="0" kern="1200" dirty="0">
          <a:solidFill>
            <a:schemeClr val="bg1"/>
          </a:solidFill>
          <a:latin typeface="Calibri"/>
          <a:ea typeface="Calibri" panose="020F0502020204030204" pitchFamily="34" charset="0"/>
          <a:cs typeface="Calibri" panose="020F0502020204030204" pitchFamily="34" charset="0"/>
        </a:defRPr>
      </a:lvl2pPr>
      <a:lvl3pPr marL="365760" indent="-182880" algn="l" defTabSz="914400" rtl="0" eaLnBrk="1" latinLnBrk="0" hangingPunct="1">
        <a:lnSpc>
          <a:spcPct val="100000"/>
        </a:lnSpc>
        <a:spcBef>
          <a:spcPts val="600"/>
        </a:spcBef>
        <a:spcAft>
          <a:spcPts val="0"/>
        </a:spcAft>
        <a:buClr>
          <a:schemeClr val="bg1"/>
        </a:buClr>
        <a:buFont typeface="Courier New" panose="02070309020205020404" pitchFamily="49" charset="0"/>
        <a:buChar char="o"/>
        <a:defRPr lang="en-US" sz="1200" b="0" i="0" kern="1200" dirty="0">
          <a:solidFill>
            <a:schemeClr val="bg1"/>
          </a:solidFill>
          <a:latin typeface="Calibri"/>
          <a:ea typeface="Calibri" panose="020F0502020204030204" pitchFamily="34" charset="0"/>
          <a:cs typeface="Calibri" panose="020F0502020204030204" pitchFamily="34" charset="0"/>
        </a:defRPr>
      </a:lvl3pPr>
      <a:lvl4pPr marL="1600200" indent="-228600" algn="l" defTabSz="914400" rtl="0" eaLnBrk="1" latinLnBrk="0" hangingPunct="1">
        <a:lnSpc>
          <a:spcPct val="100000"/>
        </a:lnSpc>
        <a:spcBef>
          <a:spcPts val="600"/>
        </a:spcBef>
        <a:spcAft>
          <a:spcPts val="0"/>
        </a:spcAft>
        <a:buFont typeface="Arial" panose="020B0604020202020204" pitchFamily="34" charset="0"/>
        <a:buChar char="•"/>
        <a:defRPr lang="en-US" sz="1200" b="0" i="0" kern="1200" dirty="0">
          <a:solidFill>
            <a:schemeClr val="bg1"/>
          </a:solidFill>
          <a:latin typeface="+mn-lt"/>
          <a:ea typeface="Calibri" panose="020F0502020204030204" pitchFamily="34" charset="0"/>
          <a:cs typeface="Calibri" panose="020F0502020204030204" pitchFamily="34" charset="0"/>
        </a:defRPr>
      </a:lvl4pPr>
      <a:lvl5pPr marL="2057400" indent="-228600" algn="l" defTabSz="914400" rtl="0" eaLnBrk="1" latinLnBrk="0" hangingPunct="1">
        <a:lnSpc>
          <a:spcPct val="100000"/>
        </a:lnSpc>
        <a:spcBef>
          <a:spcPts val="600"/>
        </a:spcBef>
        <a:spcAft>
          <a:spcPts val="0"/>
        </a:spcAft>
        <a:buFont typeface="Arial" panose="020B0604020202020204" pitchFamily="34" charset="0"/>
        <a:buChar char="•"/>
        <a:defRPr lang="en-US" sz="1200" b="0" i="0" kern="1200" dirty="0">
          <a:solidFill>
            <a:schemeClr val="bg1"/>
          </a:solidFill>
          <a:latin typeface="+mn-lt"/>
          <a:ea typeface="Calibri" panose="020F0502020204030204" pitchFamily="34" charset="0"/>
          <a:cs typeface="Calibri" panose="020F050202020403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91">
          <p15:clr>
            <a:srgbClr val="F26B43"/>
          </p15:clr>
        </p15:guide>
        <p15:guide id="3" pos="7301">
          <p15:clr>
            <a:srgbClr val="F26B43"/>
          </p15:clr>
        </p15:guide>
        <p15:guide id="12" orient="horz" pos="3912">
          <p15:clr>
            <a:srgbClr val="F26B43"/>
          </p15:clr>
        </p15:guide>
        <p15:guide id="13" pos="826">
          <p15:clr>
            <a:srgbClr val="F26B43"/>
          </p15:clr>
        </p15:guide>
        <p15:guide id="14" pos="981">
          <p15:clr>
            <a:srgbClr val="F26B43"/>
          </p15:clr>
        </p15:guide>
        <p15:guide id="15" pos="1392">
          <p15:clr>
            <a:srgbClr val="F26B43"/>
          </p15:clr>
        </p15:guide>
        <p15:guide id="16" pos="1536">
          <p15:clr>
            <a:srgbClr val="F26B43"/>
          </p15:clr>
        </p15:guide>
        <p15:guide id="17" pos="2000">
          <p15:clr>
            <a:srgbClr val="F26B43"/>
          </p15:clr>
        </p15:guide>
        <p15:guide id="18" pos="2152">
          <p15:clr>
            <a:srgbClr val="F26B43"/>
          </p15:clr>
        </p15:guide>
        <p15:guide id="19" pos="2590">
          <p15:clr>
            <a:srgbClr val="F26B43"/>
          </p15:clr>
        </p15:guide>
        <p15:guide id="20" pos="2743">
          <p15:clr>
            <a:srgbClr val="F26B43"/>
          </p15:clr>
        </p15:guide>
        <p15:guide id="21" pos="3182">
          <p15:clr>
            <a:srgbClr val="F26B43"/>
          </p15:clr>
        </p15:guide>
        <p15:guide id="22" pos="3329">
          <p15:clr>
            <a:srgbClr val="F26B43"/>
          </p15:clr>
        </p15:guide>
        <p15:guide id="23" pos="3764">
          <p15:clr>
            <a:srgbClr val="F26B43"/>
          </p15:clr>
        </p15:guide>
        <p15:guide id="24" pos="3916">
          <p15:clr>
            <a:srgbClr val="F26B43"/>
          </p15:clr>
        </p15:guide>
        <p15:guide id="25" pos="4353">
          <p15:clr>
            <a:srgbClr val="F26B43"/>
          </p15:clr>
        </p15:guide>
        <p15:guide id="26" pos="4508">
          <p15:clr>
            <a:srgbClr val="F26B43"/>
          </p15:clr>
        </p15:guide>
        <p15:guide id="27" pos="4950">
          <p15:clr>
            <a:srgbClr val="F26B43"/>
          </p15:clr>
        </p15:guide>
        <p15:guide id="28" pos="5100">
          <p15:clr>
            <a:srgbClr val="F26B43"/>
          </p15:clr>
        </p15:guide>
        <p15:guide id="29" pos="5536">
          <p15:clr>
            <a:srgbClr val="F26B43"/>
          </p15:clr>
        </p15:guide>
        <p15:guide id="30" pos="5689">
          <p15:clr>
            <a:srgbClr val="F26B43"/>
          </p15:clr>
        </p15:guide>
        <p15:guide id="31" pos="6123">
          <p15:clr>
            <a:srgbClr val="F26B43"/>
          </p15:clr>
        </p15:guide>
        <p15:guide id="32" pos="6278">
          <p15:clr>
            <a:srgbClr val="F26B43"/>
          </p15:clr>
        </p15:guide>
        <p15:guide id="33" pos="6712">
          <p15:clr>
            <a:srgbClr val="F26B43"/>
          </p15:clr>
        </p15:guide>
        <p15:guide id="34" pos="6865">
          <p15:clr>
            <a:srgbClr val="F26B43"/>
          </p15:clr>
        </p15:guide>
        <p15:guide id="35" orient="horz" pos="984">
          <p15:clr>
            <a:srgbClr val="F26B43"/>
          </p15:clr>
        </p15:guide>
        <p15:guide id="36" orient="horz" pos="4128">
          <p15:clr>
            <a:srgbClr val="F26B43"/>
          </p15:clr>
        </p15:guide>
        <p15:guide id="37" orient="horz" pos="1080">
          <p15:clr>
            <a:srgbClr val="F26B43"/>
          </p15:clr>
        </p15:guide>
        <p15:guide id="38" orient="horz" pos="1248">
          <p15:clr>
            <a:srgbClr val="F26B43"/>
          </p15:clr>
        </p15:guide>
        <p15:guide id="39" orient="horz" pos="672">
          <p15:clr>
            <a:srgbClr val="F26B43"/>
          </p15:clr>
        </p15:guide>
        <p15:guide id="40" pos="384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7" name="TextBox 36">
            <a:extLst>
              <a:ext uri="{FF2B5EF4-FFF2-40B4-BE49-F238E27FC236}">
                <a16:creationId xmlns:a16="http://schemas.microsoft.com/office/drawing/2014/main" id="{D5DDA9FD-D621-0134-9699-89AED709AC96}"/>
              </a:ext>
            </a:extLst>
          </p:cNvPr>
          <p:cNvSpPr txBox="1"/>
          <p:nvPr userDrawn="1"/>
        </p:nvSpPr>
        <p:spPr>
          <a:xfrm>
            <a:off x="4429760" y="-53848"/>
            <a:ext cx="0" cy="0"/>
          </a:xfrm>
          <a:prstGeom prst="rect">
            <a:avLst/>
          </a:prstGeom>
          <a:noFill/>
        </p:spPr>
        <p:txBody>
          <a:bodyPr wrap="none" lIns="0" tIns="0" rIns="0" bIns="0" rtlCol="0">
            <a:noAutofit/>
          </a:bodyPr>
          <a:lstStyle/>
          <a:p>
            <a:pPr>
              <a:lnSpc>
                <a:spcPct val="110000"/>
              </a:lnSpc>
              <a:spcBef>
                <a:spcPts val="600"/>
              </a:spcBef>
            </a:pPr>
            <a:endParaRPr lang="en-US" sz="1200" err="1">
              <a:ea typeface="Human Sans" charset="0"/>
              <a:cs typeface="Human Sans" charset="0"/>
            </a:endParaRPr>
          </a:p>
        </p:txBody>
      </p:sp>
      <p:pic>
        <p:nvPicPr>
          <p:cNvPr id="7" name="Picture 6">
            <a:extLst>
              <a:ext uri="{FF2B5EF4-FFF2-40B4-BE49-F238E27FC236}">
                <a16:creationId xmlns:a16="http://schemas.microsoft.com/office/drawing/2014/main" id="{A92B80E9-585F-C9B1-8576-376264F29854}"/>
              </a:ext>
            </a:extLst>
          </p:cNvPr>
          <p:cNvPicPr>
            <a:picLocks noChangeAspect="1"/>
          </p:cNvPicPr>
          <p:nvPr userDrawn="1"/>
        </p:nvPicPr>
        <p:blipFill>
          <a:blip r:embed="rId74"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
        <p:nvSpPr>
          <p:cNvPr id="23" name="TextBox 22">
            <a:extLst>
              <a:ext uri="{FF2B5EF4-FFF2-40B4-BE49-F238E27FC236}">
                <a16:creationId xmlns:a16="http://schemas.microsoft.com/office/drawing/2014/main" id="{D0E024EE-FD6A-B6AB-A3B4-33DB1D9D4C9F}"/>
              </a:ext>
            </a:extLst>
          </p:cNvPr>
          <p:cNvSpPr txBox="1"/>
          <p:nvPr userDrawn="1"/>
        </p:nvSpPr>
        <p:spPr>
          <a:xfrm>
            <a:off x="9539519"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rgbClr val="010000"/>
                </a:solidFill>
              </a:rPr>
              <a:t>EPAM Proprietary &amp; Confidential.</a:t>
            </a:r>
          </a:p>
        </p:txBody>
      </p:sp>
      <p:sp>
        <p:nvSpPr>
          <p:cNvPr id="24" name="Text Placeholder 3">
            <a:extLst>
              <a:ext uri="{FF2B5EF4-FFF2-40B4-BE49-F238E27FC236}">
                <a16:creationId xmlns:a16="http://schemas.microsoft.com/office/drawing/2014/main" id="{B05241D2-DD60-6811-5E6D-C8C5BC3FBCBF}"/>
              </a:ext>
            </a:extLst>
          </p:cNvPr>
          <p:cNvSpPr txBox="1">
            <a:spLocks/>
          </p:cNvSpPr>
          <p:nvPr userDrawn="1"/>
        </p:nvSpPr>
        <p:spPr>
          <a:xfrm>
            <a:off x="11315641"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rgbClr val="010000"/>
                </a:solidFill>
              </a:rPr>
              <a:pPr lvl="0"/>
              <a:t>‹#›</a:t>
            </a:fld>
            <a:endParaRPr lang="en-US" sz="1000">
              <a:solidFill>
                <a:srgbClr val="010000"/>
              </a:solidFill>
            </a:endParaRPr>
          </a:p>
        </p:txBody>
      </p:sp>
      <p:sp>
        <p:nvSpPr>
          <p:cNvPr id="28" name="Title Placeholder 1">
            <a:extLst>
              <a:ext uri="{FF2B5EF4-FFF2-40B4-BE49-F238E27FC236}">
                <a16:creationId xmlns:a16="http://schemas.microsoft.com/office/drawing/2014/main" id="{1FAF5EB5-8EED-D1BB-C0DC-9C6119D2219E}"/>
              </a:ext>
            </a:extLst>
          </p:cNvPr>
          <p:cNvSpPr>
            <a:spLocks noGrp="1"/>
          </p:cNvSpPr>
          <p:nvPr>
            <p:ph type="title"/>
          </p:nvPr>
        </p:nvSpPr>
        <p:spPr>
          <a:xfrm>
            <a:off x="627063" y="880646"/>
            <a:ext cx="10929937" cy="338554"/>
          </a:xfrm>
          <a:prstGeom prst="rect">
            <a:avLst/>
          </a:prstGeom>
        </p:spPr>
        <p:txBody>
          <a:bodyPr lIns="0" tIns="0" rIns="0" bIns="0">
            <a:noAutofit/>
          </a:body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t>Click to edit Master title style</a:t>
            </a:r>
          </a:p>
        </p:txBody>
      </p:sp>
      <p:sp>
        <p:nvSpPr>
          <p:cNvPr id="3" name="Text Placeholder 2">
            <a:extLst>
              <a:ext uri="{FF2B5EF4-FFF2-40B4-BE49-F238E27FC236}">
                <a16:creationId xmlns:a16="http://schemas.microsoft.com/office/drawing/2014/main" id="{B53470F6-1A75-436F-5B3A-ECBBB52824AC}"/>
              </a:ext>
            </a:extLst>
          </p:cNvPr>
          <p:cNvSpPr>
            <a:spLocks noGrp="1"/>
          </p:cNvSpPr>
          <p:nvPr>
            <p:ph type="body" idx="1"/>
          </p:nvPr>
        </p:nvSpPr>
        <p:spPr>
          <a:xfrm>
            <a:off x="639419" y="1726856"/>
            <a:ext cx="10929937" cy="4483443"/>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64984764"/>
      </p:ext>
    </p:extLst>
  </p:cSld>
  <p:clrMap bg1="lt1" tx1="dk1" bg2="lt2" tx2="dk2" accent1="accent1" accent2="accent2" accent3="accent3" accent4="accent4" accent5="accent5" accent6="accent6" hlink="hlink" folHlink="folHlink"/>
  <p:sldLayoutIdLst>
    <p:sldLayoutId id="2147483746" r:id="rId1"/>
    <p:sldLayoutId id="2147483747" r:id="rId2"/>
    <p:sldLayoutId id="2147483748" r:id="rId3"/>
    <p:sldLayoutId id="2147483749" r:id="rId4"/>
    <p:sldLayoutId id="2147483750" r:id="rId5"/>
    <p:sldLayoutId id="2147483751" r:id="rId6"/>
    <p:sldLayoutId id="2147483752" r:id="rId7"/>
    <p:sldLayoutId id="2147483753" r:id="rId8"/>
    <p:sldLayoutId id="2147483754" r:id="rId9"/>
    <p:sldLayoutId id="2147483755" r:id="rId10"/>
    <p:sldLayoutId id="2147483756" r:id="rId11"/>
    <p:sldLayoutId id="2147483757" r:id="rId12"/>
    <p:sldLayoutId id="2147483758" r:id="rId13"/>
    <p:sldLayoutId id="2147483759" r:id="rId14"/>
    <p:sldLayoutId id="2147483760" r:id="rId15"/>
    <p:sldLayoutId id="2147483761" r:id="rId16"/>
    <p:sldLayoutId id="2147483762" r:id="rId17"/>
    <p:sldLayoutId id="2147483763" r:id="rId18"/>
    <p:sldLayoutId id="2147483764" r:id="rId19"/>
    <p:sldLayoutId id="2147483765" r:id="rId20"/>
    <p:sldLayoutId id="2147483766" r:id="rId21"/>
    <p:sldLayoutId id="2147483767" r:id="rId22"/>
    <p:sldLayoutId id="2147483768" r:id="rId23"/>
    <p:sldLayoutId id="2147483769" r:id="rId24"/>
    <p:sldLayoutId id="2147483770" r:id="rId25"/>
    <p:sldLayoutId id="2147483771" r:id="rId26"/>
    <p:sldLayoutId id="2147483772" r:id="rId27"/>
    <p:sldLayoutId id="2147483773" r:id="rId28"/>
    <p:sldLayoutId id="2147483774" r:id="rId29"/>
    <p:sldLayoutId id="2147483775" r:id="rId30"/>
    <p:sldLayoutId id="2147483776" r:id="rId31"/>
    <p:sldLayoutId id="2147483777" r:id="rId32"/>
    <p:sldLayoutId id="2147483778" r:id="rId33"/>
    <p:sldLayoutId id="2147483779" r:id="rId34"/>
    <p:sldLayoutId id="2147483780" r:id="rId35"/>
    <p:sldLayoutId id="2147483781" r:id="rId36"/>
    <p:sldLayoutId id="2147483782" r:id="rId37"/>
    <p:sldLayoutId id="2147483783" r:id="rId38"/>
    <p:sldLayoutId id="2147483784" r:id="rId39"/>
    <p:sldLayoutId id="2147483785" r:id="rId40"/>
    <p:sldLayoutId id="2147483786" r:id="rId41"/>
    <p:sldLayoutId id="2147483787" r:id="rId42"/>
    <p:sldLayoutId id="2147483788" r:id="rId43"/>
    <p:sldLayoutId id="2147483789" r:id="rId44"/>
    <p:sldLayoutId id="2147483790" r:id="rId45"/>
    <p:sldLayoutId id="2147483791" r:id="rId46"/>
    <p:sldLayoutId id="2147483792" r:id="rId47"/>
    <p:sldLayoutId id="2147483793" r:id="rId48"/>
    <p:sldLayoutId id="2147483794" r:id="rId49"/>
    <p:sldLayoutId id="2147483795" r:id="rId50"/>
    <p:sldLayoutId id="2147483796" r:id="rId51"/>
    <p:sldLayoutId id="2147483797" r:id="rId52"/>
    <p:sldLayoutId id="2147483798" r:id="rId53"/>
    <p:sldLayoutId id="2147483799" r:id="rId54"/>
    <p:sldLayoutId id="2147483800" r:id="rId55"/>
    <p:sldLayoutId id="2147483801" r:id="rId56"/>
    <p:sldLayoutId id="2147483802" r:id="rId57"/>
    <p:sldLayoutId id="2147483803" r:id="rId58"/>
    <p:sldLayoutId id="2147483804" r:id="rId59"/>
    <p:sldLayoutId id="2147483805" r:id="rId60"/>
    <p:sldLayoutId id="2147483806" r:id="rId61"/>
    <p:sldLayoutId id="2147483807" r:id="rId62"/>
    <p:sldLayoutId id="2147483808" r:id="rId63"/>
    <p:sldLayoutId id="2147483809" r:id="rId64"/>
    <p:sldLayoutId id="2147483810" r:id="rId65"/>
    <p:sldLayoutId id="2147483811" r:id="rId66"/>
    <p:sldLayoutId id="2147483812" r:id="rId67"/>
    <p:sldLayoutId id="2147483813" r:id="rId68"/>
    <p:sldLayoutId id="2147483814" r:id="rId69"/>
    <p:sldLayoutId id="2147483815" r:id="rId70"/>
    <p:sldLayoutId id="2147483816" r:id="rId71"/>
    <p:sldLayoutId id="2147483817" r:id="rId72"/>
  </p:sldLayoutIdLst>
  <p:hf hdr="0" dt="0"/>
  <p:txStyles>
    <p:titleStyle>
      <a:lvl1pPr algn="l" defTabSz="914400" rtl="0" eaLnBrk="1" latinLnBrk="0" hangingPunct="1">
        <a:lnSpc>
          <a:spcPct val="100000"/>
        </a:lnSpc>
        <a:spcBef>
          <a:spcPct val="0"/>
        </a:spcBef>
        <a:buNone/>
        <a:defRPr lang="en-US" sz="2200" b="1" i="0" kern="1200" spc="0" dirty="0">
          <a:solidFill>
            <a:schemeClr val="tx1"/>
          </a:solidFill>
          <a:effectLst/>
          <a:latin typeface="+mj-lt"/>
          <a:ea typeface="Calibri" panose="020F0502020204030204" pitchFamily="34" charset="0"/>
          <a:cs typeface="Calibri" panose="020F0502020204030204" pitchFamily="34" charset="0"/>
        </a:defRPr>
      </a:lvl1pPr>
    </p:titleStyle>
    <p:bodyStyle>
      <a:lvl1pPr marL="0" indent="0" algn="l" defTabSz="914400" rtl="0" eaLnBrk="1" latinLnBrk="0" hangingPunct="1">
        <a:lnSpc>
          <a:spcPct val="100000"/>
        </a:lnSpc>
        <a:spcBef>
          <a:spcPts val="600"/>
        </a:spcBef>
        <a:spcAft>
          <a:spcPts val="0"/>
        </a:spcAft>
        <a:buFont typeface="Arial" panose="020B0604020202020204" pitchFamily="34" charset="0"/>
        <a:buNone/>
        <a:defRPr lang="en-US" sz="1400" b="0" i="0" kern="1200" dirty="0">
          <a:solidFill>
            <a:schemeClr val="accent1"/>
          </a:solidFill>
          <a:latin typeface="+mn-lt"/>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spcAft>
          <a:spcPts val="0"/>
        </a:spcAft>
        <a:buClr>
          <a:schemeClr val="tx1"/>
        </a:buClr>
        <a:buFont typeface="Arial" panose="020B0604020202020204" pitchFamily="34" charset="0"/>
        <a:buChar char="•"/>
        <a:defRPr lang="en-US" sz="1400" b="0" i="0" kern="1200" dirty="0" smtClean="0">
          <a:solidFill>
            <a:schemeClr val="tx1"/>
          </a:solidFill>
          <a:latin typeface="+mn-lt"/>
          <a:ea typeface="Human Sans" charset="0"/>
          <a:cs typeface="Calibri" panose="020F0502020204030204" pitchFamily="34" charset="0"/>
        </a:defRPr>
      </a:lvl2pPr>
      <a:lvl3pPr marL="365760" indent="-182880" algn="l" defTabSz="914400" rtl="0" eaLnBrk="1" latinLnBrk="0" hangingPunct="1">
        <a:lnSpc>
          <a:spcPct val="100000"/>
        </a:lnSpc>
        <a:spcBef>
          <a:spcPts val="600"/>
        </a:spcBef>
        <a:spcAft>
          <a:spcPts val="0"/>
        </a:spcAft>
        <a:buFont typeface="Courier New" panose="02070309020205020404" pitchFamily="49" charset="0"/>
        <a:buChar char="o"/>
        <a:defRPr lang="en-US" sz="1200" b="0" i="0" kern="1200" dirty="0" smtClean="0">
          <a:solidFill>
            <a:schemeClr val="tx1"/>
          </a:solidFill>
          <a:latin typeface="+mn-lt"/>
          <a:ea typeface="Human Sans" charset="0"/>
          <a:cs typeface="Calibri" panose="020F0502020204030204" pitchFamily="34" charset="0"/>
        </a:defRPr>
      </a:lvl3pPr>
      <a:lvl4pPr marL="1600200" indent="-228600" algn="l" defTabSz="914400" rtl="0" eaLnBrk="1" latinLnBrk="0" hangingPunct="1">
        <a:lnSpc>
          <a:spcPct val="100000"/>
        </a:lnSpc>
        <a:spcBef>
          <a:spcPts val="600"/>
        </a:spcBef>
        <a:spcAft>
          <a:spcPts val="0"/>
        </a:spcAft>
        <a:buFont typeface="Arial" panose="020B0604020202020204" pitchFamily="34" charset="0"/>
        <a:buChar char="•"/>
        <a:defRPr sz="1800" b="0" i="0" kern="1200">
          <a:solidFill>
            <a:schemeClr val="tx1"/>
          </a:solidFill>
          <a:latin typeface="+mn-lt"/>
          <a:ea typeface="Calibri" panose="020F0502020204030204" pitchFamily="34" charset="0"/>
          <a:cs typeface="Calibri" panose="020F0502020204030204" pitchFamily="34" charset="0"/>
        </a:defRPr>
      </a:lvl4pPr>
      <a:lvl5pPr marL="2057400" indent="-228600" algn="l" defTabSz="914400" rtl="0" eaLnBrk="1" latinLnBrk="0" hangingPunct="1">
        <a:lnSpc>
          <a:spcPct val="100000"/>
        </a:lnSpc>
        <a:spcBef>
          <a:spcPts val="600"/>
        </a:spcBef>
        <a:spcAft>
          <a:spcPts val="0"/>
        </a:spcAft>
        <a:buFont typeface="Arial" panose="020B0604020202020204" pitchFamily="34" charset="0"/>
        <a:buChar char="•"/>
        <a:defRPr sz="1800" b="0" i="0" kern="1200">
          <a:solidFill>
            <a:schemeClr val="tx1"/>
          </a:solidFill>
          <a:latin typeface="+mn-lt"/>
          <a:ea typeface="Calibri" panose="020F0502020204030204" pitchFamily="34" charset="0"/>
          <a:cs typeface="Calibri" panose="020F050202020403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95">
          <p15:clr>
            <a:srgbClr val="F26B43"/>
          </p15:clr>
        </p15:guide>
        <p15:guide id="3" pos="7280">
          <p15:clr>
            <a:srgbClr val="F26B43"/>
          </p15:clr>
        </p15:guide>
        <p15:guide id="4" orient="horz" pos="3912">
          <p15:clr>
            <a:srgbClr val="F26B43"/>
          </p15:clr>
        </p15:guide>
        <p15:guide id="12" orient="horz" pos="768">
          <p15:clr>
            <a:srgbClr val="F26B43"/>
          </p15:clr>
        </p15:guide>
        <p15:guide id="13" pos="830">
          <p15:clr>
            <a:srgbClr val="F26B43"/>
          </p15:clr>
        </p15:guide>
        <p15:guide id="14" pos="984">
          <p15:clr>
            <a:srgbClr val="F26B43"/>
          </p15:clr>
        </p15:guide>
        <p15:guide id="15" pos="1416">
          <p15:clr>
            <a:srgbClr val="F26B43"/>
          </p15:clr>
        </p15:guide>
        <p15:guide id="16" pos="1568">
          <p15:clr>
            <a:srgbClr val="F26B43"/>
          </p15:clr>
        </p15:guide>
        <p15:guide id="17" pos="2004">
          <p15:clr>
            <a:srgbClr val="F26B43"/>
          </p15:clr>
        </p15:guide>
        <p15:guide id="18" pos="2156">
          <p15:clr>
            <a:srgbClr val="F26B43"/>
          </p15:clr>
        </p15:guide>
        <p15:guide id="19" pos="2589">
          <p15:clr>
            <a:srgbClr val="F26B43"/>
          </p15:clr>
        </p15:guide>
        <p15:guide id="20" pos="2742">
          <p15:clr>
            <a:srgbClr val="F26B43"/>
          </p15:clr>
        </p15:guide>
        <p15:guide id="21" pos="3168">
          <p15:clr>
            <a:srgbClr val="F26B43"/>
          </p15:clr>
        </p15:guide>
        <p15:guide id="22" pos="3326">
          <p15:clr>
            <a:srgbClr val="F26B43"/>
          </p15:clr>
        </p15:guide>
        <p15:guide id="23" pos="3762">
          <p15:clr>
            <a:srgbClr val="F26B43"/>
          </p15:clr>
        </p15:guide>
        <p15:guide id="24" pos="3912">
          <p15:clr>
            <a:srgbClr val="F26B43"/>
          </p15:clr>
        </p15:guide>
        <p15:guide id="25" pos="4346">
          <p15:clr>
            <a:srgbClr val="F26B43"/>
          </p15:clr>
        </p15:guide>
        <p15:guide id="26" pos="4500">
          <p15:clr>
            <a:srgbClr val="F26B43"/>
          </p15:clr>
        </p15:guide>
        <p15:guide id="27" pos="4934">
          <p15:clr>
            <a:srgbClr val="F26B43"/>
          </p15:clr>
        </p15:guide>
        <p15:guide id="28" pos="5086">
          <p15:clr>
            <a:srgbClr val="F26B43"/>
          </p15:clr>
        </p15:guide>
        <p15:guide id="29" pos="5520">
          <p15:clr>
            <a:srgbClr val="F26B43"/>
          </p15:clr>
        </p15:guide>
        <p15:guide id="30" pos="5674">
          <p15:clr>
            <a:srgbClr val="F26B43"/>
          </p15:clr>
        </p15:guide>
        <p15:guide id="31" pos="6108">
          <p15:clr>
            <a:srgbClr val="F26B43"/>
          </p15:clr>
        </p15:guide>
        <p15:guide id="32" pos="6262">
          <p15:clr>
            <a:srgbClr val="F26B43"/>
          </p15:clr>
        </p15:guide>
        <p15:guide id="33" pos="6692">
          <p15:clr>
            <a:srgbClr val="F26B43"/>
          </p15:clr>
        </p15:guide>
        <p15:guide id="34" pos="6846">
          <p15:clr>
            <a:srgbClr val="F26B43"/>
          </p15:clr>
        </p15:guide>
        <p15:guide id="35" orient="horz" pos="984">
          <p15:clr>
            <a:srgbClr val="F26B43"/>
          </p15:clr>
        </p15:guide>
        <p15:guide id="36" orient="horz" pos="4128">
          <p15:clr>
            <a:srgbClr val="F26B43"/>
          </p15:clr>
        </p15:guide>
        <p15:guide id="37" orient="horz" pos="1080">
          <p15:clr>
            <a:srgbClr val="F26B43"/>
          </p15:clr>
        </p15:guide>
        <p15:guide id="38" orient="horz" pos="1248">
          <p15:clr>
            <a:srgbClr val="F26B43"/>
          </p15:clr>
        </p15:guide>
        <p15:guide id="39" pos="3840">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723899"/>
            <a:ext cx="11277599" cy="457200"/>
          </a:xfrm>
          <a:prstGeom prst="rect">
            <a:avLst/>
          </a:prstGeom>
        </p:spPr>
        <p:txBody>
          <a:bodyPr vert="horz" lIns="0" tIns="0" rIns="0" bIns="0" rtlCol="0" anchor="t">
            <a:noAutofit/>
          </a:bodyPr>
          <a:lstStyle/>
          <a:p>
            <a:pPr lvl="0"/>
            <a:r>
              <a:rPr lang="en-US"/>
              <a:t>Click To Edit Master Title Style</a:t>
            </a:r>
          </a:p>
        </p:txBody>
      </p:sp>
      <p:pic>
        <p:nvPicPr>
          <p:cNvPr id="7" name="Graphic 6">
            <a:extLst>
              <a:ext uri="{FF2B5EF4-FFF2-40B4-BE49-F238E27FC236}">
                <a16:creationId xmlns:a16="http://schemas.microsoft.com/office/drawing/2014/main" id="{BB532318-7ECA-4FB6-ADB1-48895B543C86}"/>
              </a:ext>
            </a:extLst>
          </p:cNvPr>
          <p:cNvPicPr>
            <a:picLocks noChangeAspect="1"/>
          </p:cNvPicPr>
          <p:nvPr/>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9" name="Text Placeholder 2">
            <a:extLst>
              <a:ext uri="{FF2B5EF4-FFF2-40B4-BE49-F238E27FC236}">
                <a16:creationId xmlns:a16="http://schemas.microsoft.com/office/drawing/2014/main" id="{E8369E08-22C8-4CA0-8BC3-06B27EF317DD}"/>
              </a:ext>
            </a:extLst>
          </p:cNvPr>
          <p:cNvSpPr>
            <a:spLocks noGrp="1"/>
          </p:cNvSpPr>
          <p:nvPr>
            <p:ph type="body" idx="1"/>
          </p:nvPr>
        </p:nvSpPr>
        <p:spPr>
          <a:xfrm>
            <a:off x="457200" y="1676400"/>
            <a:ext cx="11277600" cy="4495800"/>
          </a:xfrm>
          <a:prstGeom prst="rect">
            <a:avLst/>
          </a:prstGeom>
        </p:spPr>
        <p:txBody>
          <a:bodyPr vert="horz" lIns="0" tIns="0" rIns="0" bIns="0" rtlCol="0">
            <a:noAutofit/>
          </a:bodyPr>
          <a:lstStyle/>
          <a:p>
            <a:pPr marL="0" marR="0" lvl="0" indent="0" algn="l" defTabSz="914400" rtl="0" eaLnBrk="1" fontAlgn="auto" latinLnBrk="0" hangingPunct="1">
              <a:lnSpc>
                <a:spcPct val="110000"/>
              </a:lnSpc>
              <a:spcBef>
                <a:spcPts val="600"/>
              </a:spcBef>
              <a:spcAft>
                <a:spcPts val="0"/>
              </a:spcAft>
              <a:buClrTx/>
              <a:buSzTx/>
              <a:buFont typeface="Arial" panose="020B0604020202020204" pitchFamily="34" charset="0"/>
              <a:buNone/>
              <a:tabLst/>
              <a:defRPr/>
            </a:pPr>
            <a:r>
              <a:rPr kumimoji="0" lang="en-US" sz="1400" b="0" i="0" u="none" strike="noStrike" kern="1200" cap="none" spc="0" normalizeH="0" baseline="0" noProof="0">
                <a:ln>
                  <a:noFill/>
                </a:ln>
                <a:solidFill>
                  <a:srgbClr val="222222"/>
                </a:solidFill>
                <a:effectLst/>
                <a:uLnTx/>
                <a:uFillTx/>
                <a:latin typeface="Calibri"/>
                <a:cs typeface="Calibri" panose="020F0502020204030204" pitchFamily="34" charset="0"/>
              </a:rPr>
              <a:t>Edit Master text styles</a:t>
            </a:r>
          </a:p>
          <a:p>
            <a:pPr marL="182880" marR="0" lvl="1" indent="-182880" algn="l" defTabSz="914400" rtl="0" eaLnBrk="1" fontAlgn="auto" latinLnBrk="0" hangingPunct="1">
              <a:lnSpc>
                <a:spcPct val="100000"/>
              </a:lnSpc>
              <a:spcBef>
                <a:spcPts val="600"/>
              </a:spcBef>
              <a:spcAft>
                <a:spcPts val="0"/>
              </a:spcAft>
              <a:buClr>
                <a:srgbClr val="76CDD8"/>
              </a:buClr>
              <a:buSzTx/>
              <a:buFont typeface="Arial" panose="020B0604020202020204" pitchFamily="34" charset="0"/>
              <a:buChar char="•"/>
              <a:tabLst/>
              <a:defRPr/>
            </a:pPr>
            <a:r>
              <a:rPr kumimoji="0" lang="en-US" sz="1400" b="0" i="0" u="none" strike="noStrike" kern="1200" cap="none" spc="0" normalizeH="0" baseline="0" noProof="0">
                <a:ln>
                  <a:noFill/>
                </a:ln>
                <a:solidFill>
                  <a:srgbClr val="222222"/>
                </a:solidFill>
                <a:effectLst/>
                <a:uLnTx/>
                <a:uFillTx/>
                <a:latin typeface="Calibri"/>
                <a:cs typeface="Calibri" panose="020F0502020204030204" pitchFamily="34" charset="0"/>
              </a:rPr>
              <a:t>Second level</a:t>
            </a:r>
          </a:p>
          <a:p>
            <a:pPr marL="365760" marR="0" lvl="2" indent="-182880" algn="l" defTabSz="914400" rtl="0" eaLnBrk="1" fontAlgn="auto" latinLnBrk="0" hangingPunct="1">
              <a:lnSpc>
                <a:spcPct val="100000"/>
              </a:lnSpc>
              <a:spcBef>
                <a:spcPts val="600"/>
              </a:spcBef>
              <a:spcAft>
                <a:spcPts val="0"/>
              </a:spcAft>
              <a:buClr>
                <a:srgbClr val="A0A0A0"/>
              </a:buClr>
              <a:buSzTx/>
              <a:buFont typeface="Calibri" panose="020F0502020204030204" pitchFamily="34" charset="0"/>
              <a:buChar char="→"/>
              <a:tabLst/>
              <a:defRPr/>
            </a:pPr>
            <a:r>
              <a:rPr kumimoji="0" lang="en-US" sz="1200" b="0" i="0" u="none" strike="noStrike" kern="1200" cap="none" spc="0" normalizeH="0" baseline="0" noProof="0">
                <a:ln>
                  <a:noFill/>
                </a:ln>
                <a:solidFill>
                  <a:srgbClr val="222222"/>
                </a:solidFill>
                <a:effectLst/>
                <a:uLnTx/>
                <a:uFillTx/>
                <a:latin typeface="Calibri"/>
                <a:cs typeface="Calibri" panose="020F0502020204030204" pitchFamily="34" charset="0"/>
              </a:rPr>
              <a:t>Third level</a:t>
            </a:r>
            <a:endParaRPr lang="en-US"/>
          </a:p>
        </p:txBody>
      </p:sp>
      <p:sp>
        <p:nvSpPr>
          <p:cNvPr id="11" name="TextBox 10">
            <a:extLst>
              <a:ext uri="{FF2B5EF4-FFF2-40B4-BE49-F238E27FC236}">
                <a16:creationId xmlns:a16="http://schemas.microsoft.com/office/drawing/2014/main" id="{3F641FF6-5DCC-D34B-9DD7-29931472CBC7}"/>
              </a:ext>
            </a:extLst>
          </p:cNvPr>
          <p:cNvSpPr txBox="1"/>
          <p:nvPr/>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12" name="Text Placeholder 3">
            <a:extLst>
              <a:ext uri="{FF2B5EF4-FFF2-40B4-BE49-F238E27FC236}">
                <a16:creationId xmlns:a16="http://schemas.microsoft.com/office/drawing/2014/main" id="{41DA6592-6579-C548-911C-85A5195E10BA}"/>
              </a:ext>
            </a:extLst>
          </p:cNvPr>
          <p:cNvSpPr txBox="1">
            <a:spLocks/>
          </p:cNvSpPr>
          <p:nvPr/>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a:pPr lvl="0"/>
              <a:t>‹#›</a:t>
            </a:fld>
            <a:endParaRPr lang="en-US" sz="1000"/>
          </a:p>
        </p:txBody>
      </p:sp>
    </p:spTree>
    <p:extLst>
      <p:ext uri="{BB962C8B-B14F-4D97-AF65-F5344CB8AC3E}">
        <p14:creationId xmlns:p14="http://schemas.microsoft.com/office/powerpoint/2010/main" val="4203257405"/>
      </p:ext>
    </p:extLst>
  </p:cSld>
  <p:clrMap bg1="lt1" tx1="dk1" bg2="lt2" tx2="dk2" accent1="accent1" accent2="accent2" accent3="accent3" accent4="accent4" accent5="accent5" accent6="accent6" hlink="hlink" folHlink="folHlink"/>
  <p:sldLayoutIdLst>
    <p:sldLayoutId id="2147483820" r:id="rId1"/>
  </p:sldLayoutIdLst>
  <p:hf hdr="0" dt="0"/>
  <p:txStyles>
    <p:titleStyle>
      <a:lvl1pPr algn="l" defTabSz="914400" rtl="0" eaLnBrk="1" latinLnBrk="0" hangingPunct="1">
        <a:lnSpc>
          <a:spcPct val="100000"/>
        </a:lnSpc>
        <a:spcBef>
          <a:spcPct val="0"/>
        </a:spcBef>
        <a:buNone/>
        <a:defRPr lang="en-US" sz="2200" b="1" i="0" kern="1200" dirty="0">
          <a:solidFill>
            <a:schemeClr val="tx1"/>
          </a:solidFill>
          <a:latin typeface="+mn-lt"/>
          <a:ea typeface="Calibri" panose="020F0502020204030204" pitchFamily="34" charset="0"/>
          <a:cs typeface="Calibri" panose="020F0502020204030204" pitchFamily="34" charset="0"/>
        </a:defRPr>
      </a:lvl1pPr>
    </p:titleStyle>
    <p:bodyStyle>
      <a:lvl1pPr marL="0" indent="0" algn="l" defTabSz="914400" rtl="0" eaLnBrk="1" latinLnBrk="0" hangingPunct="1">
        <a:lnSpc>
          <a:spcPct val="110000"/>
        </a:lnSpc>
        <a:spcBef>
          <a:spcPts val="600"/>
        </a:spcBef>
        <a:spcAft>
          <a:spcPts val="0"/>
        </a:spcAft>
        <a:buFont typeface="Arial" panose="020B0604020202020204" pitchFamily="34" charset="0"/>
        <a:buNone/>
        <a:defRPr sz="1200" b="0" i="0" kern="1200">
          <a:solidFill>
            <a:schemeClr val="tx1"/>
          </a:solidFill>
          <a:latin typeface="+mn-lt"/>
          <a:ea typeface="Calibri" panose="020F0502020204030204" pitchFamily="34" charset="0"/>
          <a:cs typeface="Calibri" panose="020F0502020204030204" pitchFamily="34" charset="0"/>
        </a:defRPr>
      </a:lvl1pPr>
      <a:lvl2pPr marL="685800" indent="-228600" algn="l" defTabSz="914400" rtl="0" eaLnBrk="1" latinLnBrk="0" hangingPunct="1">
        <a:lnSpc>
          <a:spcPct val="110000"/>
        </a:lnSpc>
        <a:spcBef>
          <a:spcPts val="600"/>
        </a:spcBef>
        <a:spcAft>
          <a:spcPts val="0"/>
        </a:spcAft>
        <a:buClr>
          <a:schemeClr val="tx1"/>
        </a:buClr>
        <a:buFont typeface="Arial" panose="020B0604020202020204" pitchFamily="34" charset="0"/>
        <a:buChar char="•"/>
        <a:defRPr sz="1200" b="0" i="0" kern="1200">
          <a:solidFill>
            <a:schemeClr val="tx1"/>
          </a:solidFill>
          <a:latin typeface="+mn-lt"/>
          <a:ea typeface="Calibri" panose="020F0502020204030204" pitchFamily="34" charset="0"/>
          <a:cs typeface="Calibri" panose="020F0502020204030204" pitchFamily="34" charset="0"/>
        </a:defRPr>
      </a:lvl2pPr>
      <a:lvl3pPr marL="1143000" indent="-228600" algn="l" defTabSz="914400" rtl="0" eaLnBrk="1" latinLnBrk="0" hangingPunct="1">
        <a:lnSpc>
          <a:spcPct val="110000"/>
        </a:lnSpc>
        <a:spcBef>
          <a:spcPts val="600"/>
        </a:spcBef>
        <a:spcAft>
          <a:spcPts val="0"/>
        </a:spcAft>
        <a:buFont typeface="Arial" panose="020B0604020202020204" pitchFamily="34" charset="0"/>
        <a:buChar char="•"/>
        <a:defRPr sz="1200" b="0" i="0" kern="1200">
          <a:solidFill>
            <a:schemeClr val="tx1"/>
          </a:solidFill>
          <a:latin typeface="+mn-lt"/>
          <a:ea typeface="Calibri" panose="020F0502020204030204" pitchFamily="34" charset="0"/>
          <a:cs typeface="Calibri" panose="020F0502020204030204" pitchFamily="34" charset="0"/>
        </a:defRPr>
      </a:lvl3pPr>
      <a:lvl4pPr marL="1600200" indent="-228600" algn="l" defTabSz="914400" rtl="0" eaLnBrk="1" latinLnBrk="0" hangingPunct="1">
        <a:lnSpc>
          <a:spcPct val="110000"/>
        </a:lnSpc>
        <a:spcBef>
          <a:spcPts val="600"/>
        </a:spcBef>
        <a:spcAft>
          <a:spcPts val="0"/>
        </a:spcAft>
        <a:buFont typeface="Arial" panose="020B0604020202020204" pitchFamily="34" charset="0"/>
        <a:buChar char="•"/>
        <a:defRPr sz="1200" b="0" i="0" kern="1200">
          <a:solidFill>
            <a:schemeClr val="tx1"/>
          </a:solidFill>
          <a:latin typeface="+mn-lt"/>
          <a:ea typeface="Calibri" panose="020F0502020204030204" pitchFamily="34" charset="0"/>
          <a:cs typeface="Calibri" panose="020F0502020204030204" pitchFamily="34" charset="0"/>
        </a:defRPr>
      </a:lvl4pPr>
      <a:lvl5pPr marL="2057400" indent="-228600" algn="l" defTabSz="914400" rtl="0" eaLnBrk="1" latinLnBrk="0" hangingPunct="1">
        <a:lnSpc>
          <a:spcPct val="110000"/>
        </a:lnSpc>
        <a:spcBef>
          <a:spcPts val="600"/>
        </a:spcBef>
        <a:spcAft>
          <a:spcPts val="0"/>
        </a:spcAft>
        <a:buFont typeface="Arial" panose="020B0604020202020204" pitchFamily="34" charset="0"/>
        <a:buChar char="•"/>
        <a:defRPr sz="1200" b="0" i="0" kern="1200">
          <a:solidFill>
            <a:schemeClr val="tx1"/>
          </a:solidFill>
          <a:latin typeface="+mn-lt"/>
          <a:ea typeface="Calibri" panose="020F0502020204030204" pitchFamily="34" charset="0"/>
          <a:cs typeface="Calibri" panose="020F050202020403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056">
          <p15:clr>
            <a:srgbClr val="F26B43"/>
          </p15:clr>
        </p15:guide>
        <p15:guide id="16" orient="horz" pos="239">
          <p15:clr>
            <a:srgbClr val="F26B43"/>
          </p15:clr>
        </p15:guide>
        <p15:guide id="17" orient="horz" pos="454">
          <p15:clr>
            <a:srgbClr val="F26B43"/>
          </p15:clr>
        </p15:guide>
        <p15:guide id="20" orient="horz" pos="744">
          <p15:clr>
            <a:srgbClr val="F26B43"/>
          </p15:clr>
        </p15:guide>
        <p15:guide id="41" orient="horz" pos="3888">
          <p15:clr>
            <a:srgbClr val="F26B43"/>
          </p15:clr>
        </p15:guide>
        <p15:guide id="43" orient="horz" pos="4176">
          <p15:clr>
            <a:srgbClr val="F26B43"/>
          </p15:clr>
        </p15:guide>
        <p15:guide id="56" orient="horz">
          <p15:clr>
            <a:srgbClr val="F26B43"/>
          </p15:clr>
        </p15:guide>
        <p15:guide id="58" orient="horz" pos="4032">
          <p15:clr>
            <a:srgbClr val="F26B43"/>
          </p15:clr>
        </p15:guide>
        <p15:guide id="59" pos="288">
          <p15:clr>
            <a:srgbClr val="F26B43"/>
          </p15:clr>
        </p15:guide>
        <p15:guide id="61" pos="7392">
          <p15:clr>
            <a:srgbClr val="F26B43"/>
          </p15:clr>
        </p15:guide>
        <p15:guide id="64" pos="1354">
          <p15:clr>
            <a:srgbClr val="F26B43"/>
          </p15:clr>
        </p15:guide>
        <p15:guide id="65" pos="1498">
          <p15:clr>
            <a:srgbClr val="F26B43"/>
          </p15:clr>
        </p15:guide>
        <p15:guide id="68" pos="2710">
          <p15:clr>
            <a:srgbClr val="F26B43"/>
          </p15:clr>
        </p15:guide>
        <p15:guide id="69" pos="2568">
          <p15:clr>
            <a:srgbClr val="F26B43"/>
          </p15:clr>
        </p15:guide>
        <p15:guide id="72" pos="3772">
          <p15:clr>
            <a:srgbClr val="F26B43"/>
          </p15:clr>
        </p15:guide>
        <p15:guide id="73" pos="3919">
          <p15:clr>
            <a:srgbClr val="F26B43"/>
          </p15:clr>
        </p15:guide>
        <p15:guide id="76" pos="5128">
          <p15:clr>
            <a:srgbClr val="F26B43"/>
          </p15:clr>
        </p15:guide>
        <p15:guide id="77" pos="4981">
          <p15:clr>
            <a:srgbClr val="F26B43"/>
          </p15:clr>
        </p15:guide>
        <p15:guide id="80" pos="6186">
          <p15:clr>
            <a:srgbClr val="F26B43"/>
          </p15:clr>
        </p15:guide>
        <p15:guide id="81" pos="6330">
          <p15:clr>
            <a:srgbClr val="F26B43"/>
          </p15:clr>
        </p15:guide>
      </p15:sldGuideLst>
    </p:ext>
  </p:extLst>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723899"/>
            <a:ext cx="11277599" cy="457200"/>
          </a:xfrm>
          <a:prstGeom prst="rect">
            <a:avLst/>
          </a:prstGeom>
        </p:spPr>
        <p:txBody>
          <a:bodyPr vert="horz" lIns="0" tIns="0" rIns="0" bIns="0" rtlCol="0" anchor="t">
            <a:noAutofit/>
          </a:bodyPr>
          <a:lstStyle/>
          <a:p>
            <a:pPr lvl="0"/>
            <a:r>
              <a:rPr lang="en-US"/>
              <a:t>Click To Edit Master Title Style</a:t>
            </a:r>
          </a:p>
        </p:txBody>
      </p:sp>
      <p:pic>
        <p:nvPicPr>
          <p:cNvPr id="7" name="Graphic 6">
            <a:extLst>
              <a:ext uri="{FF2B5EF4-FFF2-40B4-BE49-F238E27FC236}">
                <a16:creationId xmlns:a16="http://schemas.microsoft.com/office/drawing/2014/main" id="{BB532318-7ECA-4FB6-ADB1-48895B543C86}"/>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59"/>
              </a:ext>
            </a:extLst>
          </a:blip>
          <a:stretch>
            <a:fillRect/>
          </a:stretch>
        </p:blipFill>
        <p:spPr>
          <a:xfrm>
            <a:off x="457201" y="6438901"/>
            <a:ext cx="540540" cy="190499"/>
          </a:xfrm>
          <a:prstGeom prst="rect">
            <a:avLst/>
          </a:prstGeom>
        </p:spPr>
      </p:pic>
      <p:sp>
        <p:nvSpPr>
          <p:cNvPr id="11" name="TextBox 10">
            <a:extLst>
              <a:ext uri="{FF2B5EF4-FFF2-40B4-BE49-F238E27FC236}">
                <a16:creationId xmlns:a16="http://schemas.microsoft.com/office/drawing/2014/main" id="{3F641FF6-5DCC-D34B-9DD7-29931472CBC7}"/>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12" name="Text Placeholder 3">
            <a:extLst>
              <a:ext uri="{FF2B5EF4-FFF2-40B4-BE49-F238E27FC236}">
                <a16:creationId xmlns:a16="http://schemas.microsoft.com/office/drawing/2014/main" id="{41DA6592-6579-C548-911C-85A5195E10BA}"/>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
        <p:nvSpPr>
          <p:cNvPr id="3" name="Text Placeholder 2">
            <a:extLst>
              <a:ext uri="{FF2B5EF4-FFF2-40B4-BE49-F238E27FC236}">
                <a16:creationId xmlns:a16="http://schemas.microsoft.com/office/drawing/2014/main" id="{1B3A0289-E5C4-74D3-46E5-CB49BE90222C}"/>
              </a:ext>
            </a:extLst>
          </p:cNvPr>
          <p:cNvSpPr>
            <a:spLocks noGrp="1"/>
          </p:cNvSpPr>
          <p:nvPr>
            <p:ph type="body" idx="1"/>
          </p:nvPr>
        </p:nvSpPr>
        <p:spPr>
          <a:xfrm>
            <a:off x="467139" y="1680713"/>
            <a:ext cx="11267660" cy="4491487"/>
          </a:xfrm>
          <a:prstGeom prst="rect">
            <a:avLst/>
          </a:prstGeom>
        </p:spPr>
        <p:txBody>
          <a:bodyPr vert="horz" lIns="0" tIns="0" rIns="0" bIns="0" rtlCol="0">
            <a:normAutofit/>
          </a:bodyPr>
          <a:lstStyle/>
          <a:p>
            <a:pPr lvl="0"/>
            <a:r>
              <a:rPr lang="en-GB"/>
              <a:t>Click to edit Master text styles</a:t>
            </a:r>
          </a:p>
          <a:p>
            <a:pPr lvl="1"/>
            <a:r>
              <a:rPr lang="en-GB"/>
              <a:t>Second level</a:t>
            </a:r>
          </a:p>
          <a:p>
            <a:pPr lvl="2"/>
            <a:r>
              <a:rPr lang="en-GB"/>
              <a:t>Third level</a:t>
            </a:r>
          </a:p>
        </p:txBody>
      </p:sp>
    </p:spTree>
    <p:extLst>
      <p:ext uri="{BB962C8B-B14F-4D97-AF65-F5344CB8AC3E}">
        <p14:creationId xmlns:p14="http://schemas.microsoft.com/office/powerpoint/2010/main" val="4144819782"/>
      </p:ext>
    </p:extLst>
  </p:cSld>
  <p:clrMap bg1="lt1" tx1="dk1" bg2="lt2" tx2="dk2" accent1="accent1" accent2="accent2" accent3="accent3" accent4="accent4" accent5="accent5" accent6="accent6" hlink="hlink" folHlink="folHlink"/>
  <p:sldLayoutIdLst>
    <p:sldLayoutId id="2147483883" r:id="rId1"/>
    <p:sldLayoutId id="2147483884" r:id="rId2"/>
    <p:sldLayoutId id="2147483885" r:id="rId3"/>
    <p:sldLayoutId id="2147483886" r:id="rId4"/>
    <p:sldLayoutId id="2147483887" r:id="rId5"/>
    <p:sldLayoutId id="2147483888" r:id="rId6"/>
    <p:sldLayoutId id="2147483889" r:id="rId7"/>
    <p:sldLayoutId id="2147483890" r:id="rId8"/>
    <p:sldLayoutId id="2147483891" r:id="rId9"/>
    <p:sldLayoutId id="2147483892" r:id="rId10"/>
    <p:sldLayoutId id="2147483893" r:id="rId11"/>
    <p:sldLayoutId id="2147483894" r:id="rId12"/>
    <p:sldLayoutId id="2147483895" r:id="rId13"/>
    <p:sldLayoutId id="2147483896" r:id="rId14"/>
    <p:sldLayoutId id="2147483897" r:id="rId15"/>
    <p:sldLayoutId id="2147483898" r:id="rId16"/>
    <p:sldLayoutId id="2147483899" r:id="rId17"/>
    <p:sldLayoutId id="2147483900" r:id="rId18"/>
    <p:sldLayoutId id="2147483901" r:id="rId19"/>
    <p:sldLayoutId id="2147483902" r:id="rId20"/>
    <p:sldLayoutId id="2147483903" r:id="rId21"/>
    <p:sldLayoutId id="2147483904" r:id="rId22"/>
    <p:sldLayoutId id="2147483905" r:id="rId23"/>
    <p:sldLayoutId id="2147483906" r:id="rId24"/>
    <p:sldLayoutId id="2147483907" r:id="rId25"/>
    <p:sldLayoutId id="2147483908" r:id="rId26"/>
    <p:sldLayoutId id="2147483909" r:id="rId27"/>
    <p:sldLayoutId id="2147483910" r:id="rId28"/>
    <p:sldLayoutId id="2147483911" r:id="rId29"/>
    <p:sldLayoutId id="2147483912" r:id="rId30"/>
    <p:sldLayoutId id="2147483913" r:id="rId31"/>
    <p:sldLayoutId id="2147483914" r:id="rId32"/>
    <p:sldLayoutId id="2147483915" r:id="rId33"/>
    <p:sldLayoutId id="2147483916" r:id="rId34"/>
    <p:sldLayoutId id="2147483917" r:id="rId35"/>
    <p:sldLayoutId id="2147483918" r:id="rId36"/>
    <p:sldLayoutId id="2147483919" r:id="rId37"/>
    <p:sldLayoutId id="2147483920" r:id="rId38"/>
    <p:sldLayoutId id="2147483921" r:id="rId39"/>
    <p:sldLayoutId id="2147483922" r:id="rId40"/>
    <p:sldLayoutId id="2147483923" r:id="rId41"/>
    <p:sldLayoutId id="2147483924" r:id="rId42"/>
    <p:sldLayoutId id="2147483925" r:id="rId43"/>
    <p:sldLayoutId id="2147483926" r:id="rId44"/>
    <p:sldLayoutId id="2147483927" r:id="rId45"/>
    <p:sldLayoutId id="2147483928" r:id="rId46"/>
    <p:sldLayoutId id="2147483929" r:id="rId47"/>
    <p:sldLayoutId id="2147483930" r:id="rId48"/>
    <p:sldLayoutId id="2147483931" r:id="rId49"/>
    <p:sldLayoutId id="2147483932" r:id="rId50"/>
    <p:sldLayoutId id="2147483933" r:id="rId51"/>
    <p:sldLayoutId id="2147483934" r:id="rId52"/>
    <p:sldLayoutId id="2147483935" r:id="rId53"/>
    <p:sldLayoutId id="2147483936" r:id="rId54"/>
    <p:sldLayoutId id="2147483937" r:id="rId55"/>
    <p:sldLayoutId id="2147483938" r:id="rId56"/>
    <p:sldLayoutId id="2147483939" r:id="rId57"/>
  </p:sldLayoutIdLst>
  <p:hf hdr="0" dt="0"/>
  <p:txStyles>
    <p:titleStyle>
      <a:lvl1pPr algn="l" defTabSz="914400" rtl="0" eaLnBrk="1" latinLnBrk="0" hangingPunct="1">
        <a:lnSpc>
          <a:spcPct val="100000"/>
        </a:lnSpc>
        <a:spcBef>
          <a:spcPct val="0"/>
        </a:spcBef>
        <a:buNone/>
        <a:defRPr lang="en-US" sz="2200" b="1" i="0" kern="1200" dirty="0">
          <a:solidFill>
            <a:schemeClr val="tx1"/>
          </a:solidFill>
          <a:latin typeface="+mn-lt"/>
          <a:ea typeface="Calibri" panose="020F0502020204030204" pitchFamily="34" charset="0"/>
          <a:cs typeface="Calibri" panose="020F0502020204030204" pitchFamily="34" charset="0"/>
        </a:defRPr>
      </a:lvl1pPr>
    </p:titleStyle>
    <p:bodyStyle>
      <a:lvl1pPr marL="0" indent="0" algn="l" defTabSz="914400" rtl="0" eaLnBrk="1" latinLnBrk="0" hangingPunct="1">
        <a:lnSpc>
          <a:spcPct val="110000"/>
        </a:lnSpc>
        <a:spcBef>
          <a:spcPts val="600"/>
        </a:spcBef>
        <a:spcAft>
          <a:spcPts val="0"/>
        </a:spcAft>
        <a:buFont typeface="Arial" panose="020B0604020202020204" pitchFamily="34" charset="0"/>
        <a:buNone/>
        <a:defRPr sz="1600" b="0" i="0" kern="1200">
          <a:solidFill>
            <a:schemeClr val="tx1"/>
          </a:solidFill>
          <a:latin typeface="+mn-lt"/>
          <a:ea typeface="Calibri" panose="020F0502020204030204" pitchFamily="34" charset="0"/>
          <a:cs typeface="Calibri" panose="020F0502020204030204" pitchFamily="34" charset="0"/>
        </a:defRPr>
      </a:lvl1pPr>
      <a:lvl2pPr marL="253800" indent="-252000" algn="l" defTabSz="914400" rtl="0" eaLnBrk="1" latinLnBrk="0" hangingPunct="1">
        <a:lnSpc>
          <a:spcPct val="100000"/>
        </a:lnSpc>
        <a:spcBef>
          <a:spcPts val="600"/>
        </a:spcBef>
        <a:spcAft>
          <a:spcPts val="600"/>
        </a:spcAft>
        <a:buClr>
          <a:schemeClr val="tx1"/>
        </a:buClr>
        <a:buFont typeface="Arial" panose="020B0604020202020204" pitchFamily="34" charset="0"/>
        <a:buChar char="•"/>
        <a:defRPr sz="1600" b="0" i="0" kern="1200">
          <a:solidFill>
            <a:schemeClr val="tx1"/>
          </a:solidFill>
          <a:latin typeface="+mn-lt"/>
          <a:ea typeface="Calibri" panose="020F0502020204030204" pitchFamily="34" charset="0"/>
          <a:cs typeface="Calibri" panose="020F0502020204030204" pitchFamily="34" charset="0"/>
        </a:defRPr>
      </a:lvl2pPr>
      <a:lvl3pPr marL="504000" indent="-252000" algn="l" defTabSz="914400" rtl="0" eaLnBrk="1" latinLnBrk="0" hangingPunct="1">
        <a:lnSpc>
          <a:spcPct val="100000"/>
        </a:lnSpc>
        <a:spcBef>
          <a:spcPts val="600"/>
        </a:spcBef>
        <a:spcAft>
          <a:spcPts val="600"/>
        </a:spcAft>
        <a:buFont typeface="Courier New" panose="02070309020205020404" pitchFamily="49" charset="0"/>
        <a:buChar char="o"/>
        <a:defRPr sz="1400" b="0" i="0" kern="1200">
          <a:solidFill>
            <a:schemeClr val="tx1"/>
          </a:solidFill>
          <a:latin typeface="+mn-lt"/>
          <a:ea typeface="Calibri" panose="020F0502020204030204" pitchFamily="34" charset="0"/>
          <a:cs typeface="Calibri" panose="020F0502020204030204" pitchFamily="34" charset="0"/>
        </a:defRPr>
      </a:lvl3pPr>
      <a:lvl4pPr marL="1600200" indent="-228600" algn="l" defTabSz="914400" rtl="0" eaLnBrk="1" latinLnBrk="0" hangingPunct="1">
        <a:lnSpc>
          <a:spcPct val="110000"/>
        </a:lnSpc>
        <a:spcBef>
          <a:spcPts val="600"/>
        </a:spcBef>
        <a:spcAft>
          <a:spcPts val="0"/>
        </a:spcAft>
        <a:buFont typeface="Arial" panose="020B0604020202020204" pitchFamily="34" charset="0"/>
        <a:buChar char="•"/>
        <a:defRPr sz="1600" b="0" i="0" kern="1200">
          <a:solidFill>
            <a:schemeClr val="tx1"/>
          </a:solidFill>
          <a:latin typeface="+mn-lt"/>
          <a:ea typeface="Calibri" panose="020F0502020204030204" pitchFamily="34" charset="0"/>
          <a:cs typeface="Calibri" panose="020F0502020204030204" pitchFamily="34" charset="0"/>
        </a:defRPr>
      </a:lvl4pPr>
      <a:lvl5pPr marL="2057400" indent="-228600" algn="l" defTabSz="914400" rtl="0" eaLnBrk="1" latinLnBrk="0" hangingPunct="1">
        <a:lnSpc>
          <a:spcPct val="110000"/>
        </a:lnSpc>
        <a:spcBef>
          <a:spcPts val="600"/>
        </a:spcBef>
        <a:spcAft>
          <a:spcPts val="0"/>
        </a:spcAft>
        <a:buFont typeface="Arial" panose="020B0604020202020204" pitchFamily="34" charset="0"/>
        <a:buChar char="•"/>
        <a:defRPr sz="1600" b="0" i="0" kern="1200">
          <a:solidFill>
            <a:schemeClr val="tx1"/>
          </a:solidFill>
          <a:latin typeface="+mn-lt"/>
          <a:ea typeface="Calibri" panose="020F0502020204030204" pitchFamily="34" charset="0"/>
          <a:cs typeface="Calibri" panose="020F050202020403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056">
          <p15:clr>
            <a:srgbClr val="F26B43"/>
          </p15:clr>
        </p15:guide>
        <p15:guide id="16" orient="horz" pos="239">
          <p15:clr>
            <a:srgbClr val="F26B43"/>
          </p15:clr>
        </p15:guide>
        <p15:guide id="17" orient="horz" pos="454">
          <p15:clr>
            <a:srgbClr val="F26B43"/>
          </p15:clr>
        </p15:guide>
        <p15:guide id="20" orient="horz" pos="744">
          <p15:clr>
            <a:srgbClr val="F26B43"/>
          </p15:clr>
        </p15:guide>
        <p15:guide id="41" orient="horz" pos="3888">
          <p15:clr>
            <a:srgbClr val="F26B43"/>
          </p15:clr>
        </p15:guide>
        <p15:guide id="43" orient="horz" pos="4176">
          <p15:clr>
            <a:srgbClr val="F26B43"/>
          </p15:clr>
        </p15:guide>
        <p15:guide id="56" orient="horz">
          <p15:clr>
            <a:srgbClr val="F26B43"/>
          </p15:clr>
        </p15:guide>
        <p15:guide id="58" orient="horz" pos="4032">
          <p15:clr>
            <a:srgbClr val="F26B43"/>
          </p15:clr>
        </p15:guide>
        <p15:guide id="59" pos="288">
          <p15:clr>
            <a:srgbClr val="F26B43"/>
          </p15:clr>
        </p15:guide>
        <p15:guide id="61" pos="7392">
          <p15:clr>
            <a:srgbClr val="F26B43"/>
          </p15:clr>
        </p15:guide>
        <p15:guide id="64" pos="1354">
          <p15:clr>
            <a:srgbClr val="F26B43"/>
          </p15:clr>
        </p15:guide>
        <p15:guide id="65" pos="1498">
          <p15:clr>
            <a:srgbClr val="F26B43"/>
          </p15:clr>
        </p15:guide>
        <p15:guide id="68" pos="2710">
          <p15:clr>
            <a:srgbClr val="F26B43"/>
          </p15:clr>
        </p15:guide>
        <p15:guide id="69" pos="2568">
          <p15:clr>
            <a:srgbClr val="F26B43"/>
          </p15:clr>
        </p15:guide>
        <p15:guide id="72" pos="3772">
          <p15:clr>
            <a:srgbClr val="F26B43"/>
          </p15:clr>
        </p15:guide>
        <p15:guide id="73" pos="3919">
          <p15:clr>
            <a:srgbClr val="F26B43"/>
          </p15:clr>
        </p15:guide>
        <p15:guide id="76" pos="5128">
          <p15:clr>
            <a:srgbClr val="F26B43"/>
          </p15:clr>
        </p15:guide>
        <p15:guide id="77" pos="4981">
          <p15:clr>
            <a:srgbClr val="F26B43"/>
          </p15:clr>
        </p15:guide>
        <p15:guide id="80" pos="6186">
          <p15:clr>
            <a:srgbClr val="F26B43"/>
          </p15:clr>
        </p15:guide>
        <p15:guide id="81" pos="6330">
          <p15:clr>
            <a:srgbClr val="F26B43"/>
          </p15:clr>
        </p15:guide>
      </p15:sldGuideLst>
    </p:ext>
  </p:extLst>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723899"/>
            <a:ext cx="11277599" cy="457200"/>
          </a:xfrm>
          <a:prstGeom prst="rect">
            <a:avLst/>
          </a:prstGeom>
        </p:spPr>
        <p:txBody>
          <a:bodyPr vert="horz" lIns="0" tIns="0" rIns="0" bIns="0" rtlCol="0" anchor="t">
            <a:noAutofit/>
          </a:bodyPr>
          <a:lstStyle/>
          <a:p>
            <a:pPr lvl="0"/>
            <a:r>
              <a:rPr lang="en-GB"/>
              <a:t>Click to edit Master title style</a:t>
            </a:r>
            <a:endParaRPr lang="en-US"/>
          </a:p>
        </p:txBody>
      </p:sp>
      <p:pic>
        <p:nvPicPr>
          <p:cNvPr id="7" name="Graphic 6">
            <a:extLst>
              <a:ext uri="{FF2B5EF4-FFF2-40B4-BE49-F238E27FC236}">
                <a16:creationId xmlns:a16="http://schemas.microsoft.com/office/drawing/2014/main" id="{BB532318-7ECA-4FB6-ADB1-48895B543C86}"/>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69"/>
              </a:ext>
            </a:extLst>
          </a:blip>
          <a:stretch>
            <a:fillRect/>
          </a:stretch>
        </p:blipFill>
        <p:spPr>
          <a:xfrm>
            <a:off x="457201" y="6438901"/>
            <a:ext cx="540540" cy="190499"/>
          </a:xfrm>
          <a:prstGeom prst="rect">
            <a:avLst/>
          </a:prstGeom>
        </p:spPr>
      </p:pic>
      <p:sp>
        <p:nvSpPr>
          <p:cNvPr id="11" name="TextBox 10">
            <a:extLst>
              <a:ext uri="{FF2B5EF4-FFF2-40B4-BE49-F238E27FC236}">
                <a16:creationId xmlns:a16="http://schemas.microsoft.com/office/drawing/2014/main" id="{3F641FF6-5DCC-D34B-9DD7-29931472CBC7}"/>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12" name="Text Placeholder 3">
            <a:extLst>
              <a:ext uri="{FF2B5EF4-FFF2-40B4-BE49-F238E27FC236}">
                <a16:creationId xmlns:a16="http://schemas.microsoft.com/office/drawing/2014/main" id="{41DA6592-6579-C548-911C-85A5195E10BA}"/>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a:p>
        </p:txBody>
      </p:sp>
      <p:sp>
        <p:nvSpPr>
          <p:cNvPr id="3" name="Text Placeholder 2">
            <a:extLst>
              <a:ext uri="{FF2B5EF4-FFF2-40B4-BE49-F238E27FC236}">
                <a16:creationId xmlns:a16="http://schemas.microsoft.com/office/drawing/2014/main" id="{1B3A0289-E5C4-74D3-46E5-CB49BE90222C}"/>
              </a:ext>
            </a:extLst>
          </p:cNvPr>
          <p:cNvSpPr>
            <a:spLocks noGrp="1"/>
          </p:cNvSpPr>
          <p:nvPr>
            <p:ph type="body" idx="1"/>
          </p:nvPr>
        </p:nvSpPr>
        <p:spPr>
          <a:xfrm>
            <a:off x="467139" y="1680713"/>
            <a:ext cx="11267660" cy="4491487"/>
          </a:xfrm>
          <a:prstGeom prst="rect">
            <a:avLst/>
          </a:prstGeom>
        </p:spPr>
        <p:txBody>
          <a:bodyPr vert="horz" lIns="0" tIns="0" rIns="0" bIns="0" rtlCol="0">
            <a:normAutofit/>
          </a:bodyPr>
          <a:lstStyle/>
          <a:p>
            <a:pPr lvl="0"/>
            <a:r>
              <a:rPr lang="en-GB"/>
              <a:t>Click to edit Master text styles</a:t>
            </a:r>
          </a:p>
          <a:p>
            <a:pPr lvl="1"/>
            <a:r>
              <a:rPr lang="en-GB"/>
              <a:t>Second level</a:t>
            </a:r>
          </a:p>
          <a:p>
            <a:pPr lvl="2"/>
            <a:r>
              <a:rPr lang="en-GB"/>
              <a:t>Third level</a:t>
            </a:r>
          </a:p>
        </p:txBody>
      </p:sp>
      <p:cxnSp>
        <p:nvCxnSpPr>
          <p:cNvPr id="5" name="Straight Connector 4">
            <a:extLst>
              <a:ext uri="{FF2B5EF4-FFF2-40B4-BE49-F238E27FC236}">
                <a16:creationId xmlns:a16="http://schemas.microsoft.com/office/drawing/2014/main" id="{1C54E357-47A9-B003-7E36-215C0CF70453}"/>
              </a:ext>
            </a:extLst>
          </p:cNvPr>
          <p:cNvCxnSpPr/>
          <p:nvPr userDrawn="1"/>
        </p:nvCxnSpPr>
        <p:spPr>
          <a:xfrm>
            <a:off x="1169798" y="6434742"/>
            <a:ext cx="0" cy="1908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99795773"/>
      </p:ext>
    </p:extLst>
  </p:cSld>
  <p:clrMap bg1="lt1" tx1="dk1" bg2="lt2" tx2="dk2" accent1="accent1" accent2="accent2" accent3="accent3" accent4="accent4" accent5="accent5" accent6="accent6" hlink="hlink" folHlink="folHlink"/>
  <p:sldLayoutIdLst>
    <p:sldLayoutId id="2147483941" r:id="rId1"/>
    <p:sldLayoutId id="2147483942" r:id="rId2"/>
    <p:sldLayoutId id="2147483943" r:id="rId3"/>
    <p:sldLayoutId id="2147483944" r:id="rId4"/>
    <p:sldLayoutId id="2147483945" r:id="rId5"/>
    <p:sldLayoutId id="2147483946" r:id="rId6"/>
    <p:sldLayoutId id="2147483947" r:id="rId7"/>
    <p:sldLayoutId id="2147483948" r:id="rId8"/>
    <p:sldLayoutId id="2147483949" r:id="rId9"/>
    <p:sldLayoutId id="2147483950" r:id="rId10"/>
    <p:sldLayoutId id="2147483951" r:id="rId11"/>
    <p:sldLayoutId id="2147483952" r:id="rId12"/>
    <p:sldLayoutId id="2147483953" r:id="rId13"/>
    <p:sldLayoutId id="2147483954" r:id="rId14"/>
    <p:sldLayoutId id="2147483955" r:id="rId15"/>
    <p:sldLayoutId id="2147483956" r:id="rId16"/>
    <p:sldLayoutId id="2147483957" r:id="rId17"/>
    <p:sldLayoutId id="2147483958" r:id="rId18"/>
    <p:sldLayoutId id="2147483959" r:id="rId19"/>
    <p:sldLayoutId id="2147483960" r:id="rId20"/>
    <p:sldLayoutId id="2147483961" r:id="rId21"/>
    <p:sldLayoutId id="2147483962" r:id="rId22"/>
    <p:sldLayoutId id="2147483963" r:id="rId23"/>
    <p:sldLayoutId id="2147483964" r:id="rId24"/>
    <p:sldLayoutId id="2147483965" r:id="rId25"/>
    <p:sldLayoutId id="2147483966" r:id="rId26"/>
    <p:sldLayoutId id="2147483967" r:id="rId27"/>
    <p:sldLayoutId id="2147483968" r:id="rId28"/>
    <p:sldLayoutId id="2147483969" r:id="rId29"/>
    <p:sldLayoutId id="2147483970" r:id="rId30"/>
    <p:sldLayoutId id="2147483971" r:id="rId31"/>
    <p:sldLayoutId id="2147483972" r:id="rId32"/>
    <p:sldLayoutId id="2147483973" r:id="rId33"/>
    <p:sldLayoutId id="2147483974" r:id="rId34"/>
    <p:sldLayoutId id="2147483975" r:id="rId35"/>
    <p:sldLayoutId id="2147483976" r:id="rId36"/>
    <p:sldLayoutId id="2147483977" r:id="rId37"/>
    <p:sldLayoutId id="2147483978" r:id="rId38"/>
    <p:sldLayoutId id="2147483979" r:id="rId39"/>
    <p:sldLayoutId id="2147483980" r:id="rId40"/>
    <p:sldLayoutId id="2147483981" r:id="rId41"/>
    <p:sldLayoutId id="2147483982" r:id="rId42"/>
    <p:sldLayoutId id="2147483983" r:id="rId43"/>
    <p:sldLayoutId id="2147483984" r:id="rId44"/>
    <p:sldLayoutId id="2147483985" r:id="rId45"/>
    <p:sldLayoutId id="2147483986" r:id="rId46"/>
    <p:sldLayoutId id="2147483987" r:id="rId47"/>
    <p:sldLayoutId id="2147483988" r:id="rId48"/>
    <p:sldLayoutId id="2147483989" r:id="rId49"/>
    <p:sldLayoutId id="2147483990" r:id="rId50"/>
    <p:sldLayoutId id="2147483991" r:id="rId51"/>
    <p:sldLayoutId id="2147483992" r:id="rId52"/>
    <p:sldLayoutId id="2147483993" r:id="rId53"/>
    <p:sldLayoutId id="2147483994" r:id="rId54"/>
    <p:sldLayoutId id="2147483995" r:id="rId55"/>
    <p:sldLayoutId id="2147483996" r:id="rId56"/>
    <p:sldLayoutId id="2147483997" r:id="rId57"/>
    <p:sldLayoutId id="2147483998" r:id="rId58"/>
    <p:sldLayoutId id="2147483999" r:id="rId59"/>
    <p:sldLayoutId id="2147484000" r:id="rId60"/>
    <p:sldLayoutId id="2147484001" r:id="rId61"/>
    <p:sldLayoutId id="2147484002" r:id="rId62"/>
    <p:sldLayoutId id="2147484003" r:id="rId63"/>
    <p:sldLayoutId id="2147484004" r:id="rId64"/>
    <p:sldLayoutId id="2147484005" r:id="rId65"/>
    <p:sldLayoutId id="2147484006" r:id="rId66"/>
    <p:sldLayoutId id="2147484007" r:id="rId67"/>
  </p:sldLayoutIdLst>
  <p:transition/>
  <p:hf hdr="0" dt="0"/>
  <p:txStyles>
    <p:titleStyle>
      <a:lvl1pPr algn="l" defTabSz="914400" rtl="0" eaLnBrk="1" latinLnBrk="0" hangingPunct="1">
        <a:lnSpc>
          <a:spcPct val="100000"/>
        </a:lnSpc>
        <a:spcBef>
          <a:spcPct val="0"/>
        </a:spcBef>
        <a:buNone/>
        <a:defRPr lang="en-US" sz="2200" b="1" i="0" kern="1200">
          <a:solidFill>
            <a:schemeClr val="tx1"/>
          </a:solidFill>
          <a:latin typeface="+mn-lt"/>
          <a:ea typeface="Calibri" panose="020F0502020204030204" pitchFamily="34" charset="0"/>
          <a:cs typeface="Calibri" panose="020F0502020204030204" pitchFamily="34" charset="0"/>
        </a:defRPr>
      </a:lvl1pPr>
    </p:titleStyle>
    <p:bodyStyle>
      <a:lvl1pPr marL="0" indent="0" algn="l" defTabSz="914400" rtl="0" eaLnBrk="1" latinLnBrk="0" hangingPunct="1">
        <a:lnSpc>
          <a:spcPct val="110000"/>
        </a:lnSpc>
        <a:spcBef>
          <a:spcPts val="600"/>
        </a:spcBef>
        <a:spcAft>
          <a:spcPct val="0"/>
        </a:spcAft>
        <a:buFont typeface="Arial" panose="020B0604020202020204" pitchFamily="34" charset="0"/>
        <a:buNone/>
        <a:defRPr sz="1600" b="0" i="0" kern="1200">
          <a:solidFill>
            <a:schemeClr val="tx1"/>
          </a:solidFill>
          <a:latin typeface="+mn-lt"/>
          <a:ea typeface="Calibri" panose="020F0502020204030204" pitchFamily="34" charset="0"/>
          <a:cs typeface="Calibri" panose="020F0502020204030204" pitchFamily="34" charset="0"/>
        </a:defRPr>
      </a:lvl1pPr>
      <a:lvl2pPr marL="253800" indent="-252000" algn="l" defTabSz="914400" rtl="0" eaLnBrk="1" latinLnBrk="0" hangingPunct="1">
        <a:lnSpc>
          <a:spcPct val="100000"/>
        </a:lnSpc>
        <a:spcBef>
          <a:spcPts val="600"/>
        </a:spcBef>
        <a:spcAft>
          <a:spcPts val="600"/>
        </a:spcAft>
        <a:buClr>
          <a:schemeClr val="tx1"/>
        </a:buClr>
        <a:buFont typeface="Arial" panose="020B0604020202020204" pitchFamily="34" charset="0"/>
        <a:buChar char="•"/>
        <a:defRPr sz="1600" b="0" i="0" kern="1200">
          <a:solidFill>
            <a:schemeClr val="tx1"/>
          </a:solidFill>
          <a:latin typeface="+mn-lt"/>
          <a:ea typeface="Calibri" panose="020F0502020204030204" pitchFamily="34" charset="0"/>
          <a:cs typeface="Calibri" panose="020F0502020204030204" pitchFamily="34" charset="0"/>
        </a:defRPr>
      </a:lvl2pPr>
      <a:lvl3pPr marL="504000" indent="-252000" algn="l" defTabSz="914400" rtl="0" eaLnBrk="1" latinLnBrk="0" hangingPunct="1">
        <a:lnSpc>
          <a:spcPct val="100000"/>
        </a:lnSpc>
        <a:spcBef>
          <a:spcPts val="600"/>
        </a:spcBef>
        <a:spcAft>
          <a:spcPts val="600"/>
        </a:spcAft>
        <a:buFont typeface="Courier New" panose="02070309020205020404" pitchFamily="49" charset="0"/>
        <a:buChar char="o"/>
        <a:defRPr sz="1400" b="0" i="0" kern="1200">
          <a:solidFill>
            <a:schemeClr val="tx1"/>
          </a:solidFill>
          <a:latin typeface="+mn-lt"/>
          <a:ea typeface="Calibri" panose="020F0502020204030204" pitchFamily="34" charset="0"/>
          <a:cs typeface="Calibri" panose="020F0502020204030204" pitchFamily="34" charset="0"/>
        </a:defRPr>
      </a:lvl3pPr>
      <a:lvl4pPr marL="1600200" indent="-228600" algn="l" defTabSz="914400" rtl="0" eaLnBrk="1" latinLnBrk="0" hangingPunct="1">
        <a:lnSpc>
          <a:spcPct val="110000"/>
        </a:lnSpc>
        <a:spcBef>
          <a:spcPts val="600"/>
        </a:spcBef>
        <a:spcAft>
          <a:spcPct val="0"/>
        </a:spcAft>
        <a:buFont typeface="Arial" panose="020B0604020202020204" pitchFamily="34" charset="0"/>
        <a:buChar char="•"/>
        <a:defRPr sz="1600" b="0" i="0" kern="1200">
          <a:solidFill>
            <a:schemeClr val="tx1"/>
          </a:solidFill>
          <a:latin typeface="+mn-lt"/>
          <a:ea typeface="Calibri" panose="020F0502020204030204" pitchFamily="34" charset="0"/>
          <a:cs typeface="Calibri" panose="020F0502020204030204" pitchFamily="34" charset="0"/>
        </a:defRPr>
      </a:lvl4pPr>
      <a:lvl5pPr marL="2057400" indent="-228600" algn="l" defTabSz="914400" rtl="0" eaLnBrk="1" latinLnBrk="0" hangingPunct="1">
        <a:lnSpc>
          <a:spcPct val="110000"/>
        </a:lnSpc>
        <a:spcBef>
          <a:spcPts val="600"/>
        </a:spcBef>
        <a:spcAft>
          <a:spcPct val="0"/>
        </a:spcAft>
        <a:buFont typeface="Arial" panose="020B0604020202020204" pitchFamily="34" charset="0"/>
        <a:buChar char="•"/>
        <a:defRPr sz="1600" b="0" i="0" kern="1200">
          <a:solidFill>
            <a:schemeClr val="tx1"/>
          </a:solidFill>
          <a:latin typeface="+mn-lt"/>
          <a:ea typeface="Calibri" panose="020F0502020204030204" pitchFamily="34" charset="0"/>
          <a:cs typeface="Calibri" panose="020F050202020403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056">
          <p15:clr>
            <a:srgbClr val="F26B43"/>
          </p15:clr>
        </p15:guide>
        <p15:guide id="16" orient="horz" pos="239">
          <p15:clr>
            <a:srgbClr val="F26B43"/>
          </p15:clr>
        </p15:guide>
        <p15:guide id="17" orient="horz" pos="454">
          <p15:clr>
            <a:srgbClr val="F26B43"/>
          </p15:clr>
        </p15:guide>
        <p15:guide id="20" orient="horz" pos="744">
          <p15:clr>
            <a:srgbClr val="F26B43"/>
          </p15:clr>
        </p15:guide>
        <p15:guide id="41" orient="horz" pos="3888">
          <p15:clr>
            <a:srgbClr val="F26B43"/>
          </p15:clr>
        </p15:guide>
        <p15:guide id="43" orient="horz" pos="4176">
          <p15:clr>
            <a:srgbClr val="F26B43"/>
          </p15:clr>
        </p15:guide>
        <p15:guide id="56" orient="horz">
          <p15:clr>
            <a:srgbClr val="F26B43"/>
          </p15:clr>
        </p15:guide>
        <p15:guide id="58" orient="horz" pos="4032">
          <p15:clr>
            <a:srgbClr val="F26B43"/>
          </p15:clr>
        </p15:guide>
        <p15:guide id="59" pos="288">
          <p15:clr>
            <a:srgbClr val="F26B43"/>
          </p15:clr>
        </p15:guide>
        <p15:guide id="61" pos="7392">
          <p15:clr>
            <a:srgbClr val="F26B43"/>
          </p15:clr>
        </p15:guide>
        <p15:guide id="64" pos="1354">
          <p15:clr>
            <a:srgbClr val="F26B43"/>
          </p15:clr>
        </p15:guide>
        <p15:guide id="65" pos="1498">
          <p15:clr>
            <a:srgbClr val="F26B43"/>
          </p15:clr>
        </p15:guide>
        <p15:guide id="68" pos="2710">
          <p15:clr>
            <a:srgbClr val="F26B43"/>
          </p15:clr>
        </p15:guide>
        <p15:guide id="69" pos="2568">
          <p15:clr>
            <a:srgbClr val="F26B43"/>
          </p15:clr>
        </p15:guide>
        <p15:guide id="72" pos="3772">
          <p15:clr>
            <a:srgbClr val="F26B43"/>
          </p15:clr>
        </p15:guide>
        <p15:guide id="73" pos="3919">
          <p15:clr>
            <a:srgbClr val="F26B43"/>
          </p15:clr>
        </p15:guide>
        <p15:guide id="76" pos="5128">
          <p15:clr>
            <a:srgbClr val="F26B43"/>
          </p15:clr>
        </p15:guide>
        <p15:guide id="77" pos="4981">
          <p15:clr>
            <a:srgbClr val="F26B43"/>
          </p15:clr>
        </p15:guide>
        <p15:guide id="80" pos="6186">
          <p15:clr>
            <a:srgbClr val="F26B43"/>
          </p15:clr>
        </p15:guide>
        <p15:guide id="81" pos="633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47.png"/><Relationship Id="rId4" Type="http://schemas.microsoft.com/office/2007/relationships/hdphoto" Target="../media/hdphoto1.wdp"/><Relationship Id="rId5" Type="http://schemas.openxmlformats.org/officeDocument/2006/relationships/image" Target="../media/image2.em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16.xml"/><Relationship Id="rId2" Type="http://schemas.openxmlformats.org/officeDocument/2006/relationships/notesSlide" Target="../notesSlides/notesSlide4.xml"/><Relationship Id="rId3" Type="http://schemas.openxmlformats.org/officeDocument/2006/relationships/image" Target="../media/image48.sv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83.xml"/><Relationship Id="rId2" Type="http://schemas.openxmlformats.org/officeDocument/2006/relationships/notesSlide" Target="../notesSlides/notesSlide5.xml"/><Relationship Id="rId3" Type="http://schemas.openxmlformats.org/officeDocument/2006/relationships/image" Target="../media/image48.sv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83.xml"/><Relationship Id="rId2" Type="http://schemas.openxmlformats.org/officeDocument/2006/relationships/notesSlide" Target="../notesSlides/notesSlide6.xml"/><Relationship Id="rId3" Type="http://schemas.openxmlformats.org/officeDocument/2006/relationships/image" Target="../media/image48.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83.xml"/><Relationship Id="rId2" Type="http://schemas.openxmlformats.org/officeDocument/2006/relationships/notesSlide" Target="../notesSlides/notesSlide7.xml"/><Relationship Id="rId3" Type="http://schemas.openxmlformats.org/officeDocument/2006/relationships/image" Target="../media/image48.sv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83.xml"/><Relationship Id="rId2" Type="http://schemas.openxmlformats.org/officeDocument/2006/relationships/notesSlide" Target="../notesSlides/notesSlide8.xml"/><Relationship Id="rId3" Type="http://schemas.openxmlformats.org/officeDocument/2006/relationships/image" Target="../media/image48.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 Id="rId3" Type="http://schemas.openxmlformats.org/officeDocument/2006/relationships/image" Target="../media/image4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3.xml"/><Relationship Id="rId2" Type="http://schemas.openxmlformats.org/officeDocument/2006/relationships/notesSlide" Target="../notesSlides/notesSlide11.xml"/><Relationship Id="rId3" Type="http://schemas.openxmlformats.org/officeDocument/2006/relationships/image" Target="../media/image5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2.xml"/><Relationship Id="rId2" Type="http://schemas.openxmlformats.org/officeDocument/2006/relationships/notesSlide" Target="../notesSlides/notesSlide15.xml"/><Relationship Id="rId3" Type="http://schemas.openxmlformats.org/officeDocument/2006/relationships/image" Target="../media/image54.jpeg"/><Relationship Id="rId4" Type="http://schemas.openxmlformats.org/officeDocument/2006/relationships/image" Target="../media/image4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2.xml"/><Relationship Id="rId3" Type="http://schemas.openxmlformats.org/officeDocument/2006/relationships/image" Target="../media/image5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3.xml"/><Relationship Id="rId3" Type="http://schemas.openxmlformats.org/officeDocument/2006/relationships/image" Target="../media/image5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3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4.xml"/><Relationship Id="rId3" Type="http://schemas.openxmlformats.org/officeDocument/2006/relationships/image" Target="../media/image49.png"/><Relationship Id="rId4" Type="http://schemas.openxmlformats.org/officeDocument/2006/relationships/image" Target="../media/image53.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Home">
            <a:extLst>
              <a:ext uri="{FF2B5EF4-FFF2-40B4-BE49-F238E27FC236}">
                <a16:creationId xmlns:a16="http://schemas.microsoft.com/office/drawing/2014/main" id="{8BC19A9A-ADEF-FA5A-41B0-C158BAAC6A94}"/>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saturation sat="103000"/>
                    </a14:imgEffect>
                  </a14:imgLayer>
                </a14:imgProps>
              </a:ext>
              <a:ext uri="{28A0092B-C50C-407E-A947-70E740481C1C}">
                <a14:useLocalDpi xmlns:a14="http://schemas.microsoft.com/office/drawing/2010/main" val="0"/>
              </a:ext>
            </a:extLst>
          </a:blip>
          <a:stretch>
            <a:fillRect/>
          </a:stretch>
        </p:blipFill>
        <p:spPr bwMode="auto">
          <a:xfrm>
            <a:off x="-3156" y="6999"/>
            <a:ext cx="12236788" cy="6883728"/>
          </a:xfrm>
          <a:prstGeom prst="rect">
            <a:avLst/>
          </a:prstGeom>
          <a:solidFill>
            <a:srgbClr val="FFFFFF"/>
          </a:solidFill>
        </p:spPr>
      </p:pic>
      <p:sp>
        <p:nvSpPr>
          <p:cNvPr id="4" name="TextBox 3">
            <a:extLst>
              <a:ext uri="{FF2B5EF4-FFF2-40B4-BE49-F238E27FC236}">
                <a16:creationId xmlns:a16="http://schemas.microsoft.com/office/drawing/2014/main" id="{EB8CB420-00AE-C238-7526-7F5B31CBD664}"/>
              </a:ext>
            </a:extLst>
          </p:cNvPr>
          <p:cNvSpPr txBox="1"/>
          <p:nvPr/>
        </p:nvSpPr>
        <p:spPr>
          <a:xfrm>
            <a:off x="647699" y="3809007"/>
            <a:ext cx="3722281" cy="1169551"/>
          </a:xfrm>
          <a:prstGeom prst="rect">
            <a:avLst/>
          </a:prstGeom>
        </p:spPr>
        <p:txBody>
          <a:bodyPr vert="horz" wrap="square" lIns="0" tIns="0" rIns="0" bIns="0" rtlCol="0">
            <a:normAutofit/>
          </a:bodyPr>
          <a:lstStyle/>
          <a:p>
            <a:pPr>
              <a:lnSpc>
                <a:spcPct val="90000"/>
              </a:lnSpc>
              <a:spcAft>
                <a:spcPts val="600"/>
              </a:spcAft>
            </a:pPr>
            <a:endParaRPr lang="en-US" sz="1000" b="0" i="0" kern="1200">
              <a:solidFill>
                <a:schemeClr val="bg1"/>
              </a:solidFill>
              <a:latin typeface="Calibri Light" panose="020F0302020204030204" pitchFamily="34" charset="0"/>
              <a:ea typeface="Calibri" panose="020F0502020204030204" pitchFamily="34" charset="0"/>
              <a:cs typeface="Calibri Light" panose="020F0302020204030204" pitchFamily="34" charset="0"/>
            </a:endParaRPr>
          </a:p>
        </p:txBody>
      </p:sp>
      <p:sp>
        <p:nvSpPr>
          <p:cNvPr id="2" name="Rectangle 1">
            <a:extLst>
              <a:ext uri="{FF2B5EF4-FFF2-40B4-BE49-F238E27FC236}">
                <a16:creationId xmlns:a16="http://schemas.microsoft.com/office/drawing/2014/main" id="{D7FA8BB1-0DA1-1880-2910-6CC574E10790}"/>
              </a:ext>
            </a:extLst>
          </p:cNvPr>
          <p:cNvSpPr/>
          <p:nvPr/>
        </p:nvSpPr>
        <p:spPr>
          <a:xfrm>
            <a:off x="-5605" y="-2831"/>
            <a:ext cx="12229531" cy="6890688"/>
          </a:xfrm>
          <a:prstGeom prst="rect">
            <a:avLst/>
          </a:prstGeom>
          <a:solidFill>
            <a:srgbClr val="162A3D">
              <a:alpha val="64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A1C9038D-004C-9EF6-1BD8-4C110AEE3955}"/>
              </a:ext>
            </a:extLst>
          </p:cNvPr>
          <p:cNvSpPr txBox="1">
            <a:spLocks/>
          </p:cNvSpPr>
          <p:nvPr/>
        </p:nvSpPr>
        <p:spPr>
          <a:xfrm>
            <a:off x="349112" y="1403582"/>
            <a:ext cx="9674563" cy="1846612"/>
          </a:xfrm>
          <a:prstGeom prst="rect">
            <a:avLst/>
          </a:prstGeom>
        </p:spPr>
        <p:txBody>
          <a:bodyPr vert="horz" lIns="91440" tIns="45720" rIns="91440" bIns="45720" anchor="t">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6800" dirty="0">
                <a:gradFill>
                  <a:gsLst>
                    <a:gs pos="0">
                      <a:srgbClr val="00FFF0"/>
                    </a:gs>
                    <a:gs pos="72000">
                      <a:srgbClr val="00F6FF"/>
                    </a:gs>
                    <a:gs pos="100000">
                      <a:srgbClr val="B896FF"/>
                    </a:gs>
                  </a:gsLst>
                  <a:lin ang="1200000" scaled="0"/>
                </a:gradFill>
                <a:latin typeface="Calibri"/>
                <a:ea typeface="Calibri"/>
                <a:cs typeface="Calibri"/>
              </a:rPr>
              <a:t>Code Review — ZDMS_UPLOAD_FILES</a:t>
            </a:r>
          </a:p>
        </p:txBody>
      </p:sp>
      <p:pic>
        <p:nvPicPr>
          <p:cNvPr id="11" name="Picture 10">
            <a:extLst>
              <a:ext uri="{FF2B5EF4-FFF2-40B4-BE49-F238E27FC236}">
                <a16:creationId xmlns:a16="http://schemas.microsoft.com/office/drawing/2014/main" id="{341AEE80-7363-D4EE-14E0-0AC29CE48C77}"/>
              </a:ext>
            </a:extLst>
          </p:cNvPr>
          <p:cNvPicPr>
            <a:picLocks noChangeAspect="1"/>
          </p:cNvPicPr>
          <p:nvPr/>
        </p:nvPicPr>
        <p:blipFill>
          <a:blip r:embed="rId5" cstate="screen">
            <a:extLst>
              <a:ext uri="{28A0092B-C50C-407E-A947-70E740481C1C}">
                <a14:useLocalDpi xmlns:a14="http://schemas.microsoft.com/office/drawing/2010/main"/>
              </a:ext>
            </a:extLst>
          </a:blip>
          <a:stretch>
            <a:fillRect/>
          </a:stretch>
        </p:blipFill>
        <p:spPr>
          <a:xfrm>
            <a:off x="11358409" y="6463700"/>
            <a:ext cx="658001" cy="241912"/>
          </a:xfrm>
          <a:prstGeom prst="rect">
            <a:avLst/>
          </a:prstGeom>
        </p:spPr>
      </p:pic>
      <p:sp>
        <p:nvSpPr>
          <p:cNvPr id="13" name="Text Placeholder 12">
            <a:extLst>
              <a:ext uri="{FF2B5EF4-FFF2-40B4-BE49-F238E27FC236}">
                <a16:creationId xmlns:a16="http://schemas.microsoft.com/office/drawing/2014/main" id="{B49ACE86-8869-17E1-2522-3180377E1794}"/>
              </a:ext>
            </a:extLst>
          </p:cNvPr>
          <p:cNvSpPr txBox="1">
            <a:spLocks/>
          </p:cNvSpPr>
          <p:nvPr/>
        </p:nvSpPr>
        <p:spPr>
          <a:xfrm>
            <a:off x="436078" y="4774983"/>
            <a:ext cx="1939735" cy="400110"/>
          </a:xfrm>
          <a:prstGeom prst="rect">
            <a:avLst/>
          </a:prstGeom>
        </p:spPr>
        <p:txBody>
          <a:bodyPr vert="horz" wrap="square" lIns="0" tIns="0" rIns="0" bIns="0" rtlCol="0" anchor="t">
            <a:spAutoFit/>
          </a:bodyPr>
          <a:lstStyle>
            <a:lvl1pPr marL="0" indent="0" algn="l" defTabSz="914400" rtl="0" eaLnBrk="1" latinLnBrk="0" hangingPunct="1">
              <a:lnSpc>
                <a:spcPct val="100000"/>
              </a:lnSpc>
              <a:spcBef>
                <a:spcPts val="0"/>
              </a:spcBef>
              <a:spcAft>
                <a:spcPts val="0"/>
              </a:spcAft>
              <a:buFont typeface="Arial" panose="020B0604020202020204" pitchFamily="34" charset="0"/>
              <a:buNone/>
              <a:defRPr lang="en-US" sz="1300" b="1" i="0" kern="1200" spc="400" baseline="0">
                <a:solidFill>
                  <a:srgbClr val="00F6FF"/>
                </a:solidFill>
                <a:latin typeface="Calibri" panose="020F0502020204030204" pitchFamily="34" charset="0"/>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spcAft>
                <a:spcPts val="0"/>
              </a:spcAft>
              <a:buClr>
                <a:schemeClr val="bg1"/>
              </a:buClr>
              <a:buFont typeface="Arial" panose="020B0604020202020204" pitchFamily="34" charset="0"/>
              <a:buNone/>
              <a:defRPr lang="en-US" sz="1400" b="0" i="0" kern="1200">
                <a:solidFill>
                  <a:schemeClr val="bg1"/>
                </a:solidFill>
                <a:latin typeface="Calibri"/>
                <a:ea typeface="Calibri" panose="020F0502020204030204" pitchFamily="34" charset="0"/>
                <a:cs typeface="Calibri" panose="020F0502020204030204" pitchFamily="34" charset="0"/>
              </a:defRPr>
            </a:lvl2pPr>
            <a:lvl3pPr marL="365760" indent="-182880" algn="l" defTabSz="914400" rtl="0" eaLnBrk="1" latinLnBrk="0" hangingPunct="1">
              <a:lnSpc>
                <a:spcPct val="100000"/>
              </a:lnSpc>
              <a:spcBef>
                <a:spcPts val="600"/>
              </a:spcBef>
              <a:spcAft>
                <a:spcPts val="0"/>
              </a:spcAft>
              <a:buClr>
                <a:schemeClr val="bg1"/>
              </a:buClr>
              <a:buFont typeface="Courier New" panose="02070309020205020404" pitchFamily="49" charset="0"/>
              <a:buChar char="o"/>
              <a:defRPr lang="en-US" sz="1200" b="0" i="0" kern="1200" dirty="0">
                <a:solidFill>
                  <a:schemeClr val="bg1"/>
                </a:solidFill>
                <a:latin typeface="Calibri"/>
                <a:ea typeface="Calibri" panose="020F0502020204030204" pitchFamily="34" charset="0"/>
                <a:cs typeface="Calibri" panose="020F0502020204030204" pitchFamily="34" charset="0"/>
              </a:defRPr>
            </a:lvl3pPr>
            <a:lvl4pPr marL="1600200" indent="-228600" algn="l" defTabSz="914400" rtl="0" eaLnBrk="1" latinLnBrk="0" hangingPunct="1">
              <a:lnSpc>
                <a:spcPct val="100000"/>
              </a:lnSpc>
              <a:spcBef>
                <a:spcPts val="600"/>
              </a:spcBef>
              <a:spcAft>
                <a:spcPts val="0"/>
              </a:spcAft>
              <a:buFont typeface="Arial" panose="020B0604020202020204" pitchFamily="34" charset="0"/>
              <a:buChar char="•"/>
              <a:defRPr lang="en-US" sz="1200" b="0" i="0" kern="1200" dirty="0">
                <a:solidFill>
                  <a:schemeClr val="bg1"/>
                </a:solidFill>
                <a:latin typeface="+mn-lt"/>
                <a:ea typeface="Calibri" panose="020F0502020204030204" pitchFamily="34" charset="0"/>
                <a:cs typeface="Calibri" panose="020F0502020204030204" pitchFamily="34" charset="0"/>
              </a:defRPr>
            </a:lvl4pPr>
            <a:lvl5pPr marL="2057400" indent="-228600" algn="l" defTabSz="914400" rtl="0" eaLnBrk="1" latinLnBrk="0" hangingPunct="1">
              <a:lnSpc>
                <a:spcPct val="100000"/>
              </a:lnSpc>
              <a:spcBef>
                <a:spcPts val="600"/>
              </a:spcBef>
              <a:spcAft>
                <a:spcPts val="0"/>
              </a:spcAft>
              <a:buFont typeface="Arial" panose="020B0604020202020204" pitchFamily="34" charset="0"/>
              <a:buChar char="•"/>
              <a:defRPr lang="en-US" sz="1200" b="0" i="0" kern="1200" dirty="0">
                <a:solidFill>
                  <a:schemeClr val="bg1"/>
                </a:solidFill>
                <a:latin typeface="+mn-lt"/>
                <a:ea typeface="Calibri" panose="020F0502020204030204" pitchFamily="34" charset="0"/>
                <a:cs typeface="Calibri" panose="020F050202020403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sz="1300" b="1" i="0" u="none" strike="noStrike" kern="1200" cap="none" spc="400" normalizeH="0" baseline="0" noProof="0" dirty="0">
                <a:ln>
                  <a:noFill/>
                </a:ln>
                <a:solidFill>
                  <a:srgbClr val="00F6FF"/>
                </a:solidFill>
                <a:effectLst/>
                <a:uLnTx/>
                <a:uFillTx/>
                <a:latin typeface="Calibri"/>
                <a:ea typeface="Calibri"/>
                <a:cs typeface="Calibri"/>
              </a:rPr>
              <a:t>EPAM</a:t>
            </a:r>
          </a:p>
          <a:p>
            <a:pPr>
              <a:defRPr/>
            </a:pPr>
            <a:r>
              <a:rPr lang="en-US" dirty="0">
                <a:latin typeface="Calibri"/>
                <a:ea typeface="Calibri"/>
                <a:cs typeface="Calibri"/>
              </a:rPr>
              <a:t>April 2026</a:t>
            </a:r>
            <a:endParaRPr lang="en-US" dirty="0"/>
          </a:p>
        </p:txBody>
      </p:sp>
      <p:sp>
        <p:nvSpPr>
          <p:cNvPr id="1027" name="TextBox 1026"/>
          <p:cNvSpPr txBox="1"/>
          <p:nvPr/>
        </p:nvSpPr>
        <p:spPr>
          <a:xfrm>
            <a:off x="640080" y="3749039"/>
            <a:ext cx="8686800" cy="457200"/>
          </a:xfrm>
          <a:prstGeom prst="rect">
            <a:avLst/>
          </a:prstGeom>
          <a:noFill/>
        </p:spPr>
        <p:txBody>
          <a:bodyPr wrap="square">
            <a:spAutoFit/>
          </a:bodyPr>
          <a:lstStyle/>
          <a:p>
            <a:r>
              <a:rPr sz="1600">
                <a:solidFill>
                  <a:srgbClr val="C0EAE8"/>
                </a:solidFill>
                <a:latin typeface="Calibri"/>
              </a:rPr>
              <a:t>Package Z001 · destination DS4_CLH · 4 parallel category checks · 30 findings</a:t>
            </a:r>
          </a:p>
        </p:txBody>
      </p:sp>
    </p:spTree>
    <p:extLst>
      <p:ext uri="{BB962C8B-B14F-4D97-AF65-F5344CB8AC3E}">
        <p14:creationId xmlns:p14="http://schemas.microsoft.com/office/powerpoint/2010/main" val="322838433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1E0C41-1181-D328-016D-55B2CFF120F7}"/>
              </a:ext>
            </a:extLst>
          </p:cNvPr>
          <p:cNvSpPr>
            <a:spLocks noGrp="1"/>
          </p:cNvSpPr>
          <p:nvPr>
            <p:ph type="title"/>
          </p:nvPr>
        </p:nvSpPr>
        <p:spPr>
          <a:xfrm>
            <a:off x="649852" y="1737211"/>
            <a:ext cx="8722423" cy="1846659"/>
          </a:xfrm>
        </p:spPr>
        <p:txBody>
          <a:bodyPr wrap="square" lIns="0" tIns="0" rIns="0" bIns="0" anchor="t">
            <a:spAutoFit/>
          </a:bodyPr>
          <a:lstStyle/>
          <a:p>
            <a:r>
              <a:rPr lang="pl-PL" dirty="0">
                <a:latin typeface="Calibri Light"/>
                <a:ea typeface="Calibri"/>
                <a:cs typeface="Calibri Light"/>
              </a:rPr>
              <a:t>Cloud LLM </a:t>
            </a:r>
            <a:r>
              <a:rPr lang="pl-PL">
                <a:latin typeface="Calibri Light"/>
                <a:ea typeface="Calibri"/>
                <a:cs typeface="Calibri Light"/>
              </a:rPr>
              <a:t>Hub </a:t>
            </a:r>
            <a:br>
              <a:rPr lang="pl-PL">
                <a:latin typeface="Calibri Light"/>
                <a:ea typeface="Calibri"/>
                <a:cs typeface="Calibri Light"/>
              </a:rPr>
            </a:br>
            <a:r>
              <a:rPr lang="pl-PL">
                <a:latin typeface="Calibri Light"/>
                <a:ea typeface="Calibri"/>
                <a:cs typeface="Calibri Light"/>
              </a:rPr>
              <a:t>Use</a:t>
            </a:r>
            <a:r>
              <a:rPr lang="pl-PL" dirty="0">
                <a:latin typeface="Calibri Light"/>
                <a:ea typeface="Calibri"/>
                <a:cs typeface="Calibri Light"/>
              </a:rPr>
              <a:t> Cases</a:t>
            </a:r>
          </a:p>
        </p:txBody>
      </p:sp>
      <p:sp>
        <p:nvSpPr>
          <p:cNvPr id="5" name="Text Placeholder 4">
            <a:extLst>
              <a:ext uri="{FF2B5EF4-FFF2-40B4-BE49-F238E27FC236}">
                <a16:creationId xmlns:a16="http://schemas.microsoft.com/office/drawing/2014/main" id="{9A3869EB-1D9A-931F-FE33-AE0DAA8CE781}"/>
              </a:ext>
            </a:extLst>
          </p:cNvPr>
          <p:cNvSpPr>
            <a:spLocks noGrp="1"/>
          </p:cNvSpPr>
          <p:nvPr>
            <p:ph type="body" sz="quarter" idx="10"/>
          </p:nvPr>
        </p:nvSpPr>
        <p:spPr>
          <a:xfrm>
            <a:off x="647700" y="1315415"/>
            <a:ext cx="1561346" cy="307777"/>
          </a:xfrm>
        </p:spPr>
        <p:txBody>
          <a:bodyPr/>
          <a:lstStyle/>
          <a:p>
            <a:r>
              <a:rPr lang="en-US">
                <a:solidFill>
                  <a:srgbClr val="00FFF0"/>
                </a:solidFill>
                <a:ea typeface="Calibri"/>
                <a:cs typeface="Calibri"/>
              </a:rPr>
              <a:t>Section 01</a:t>
            </a:r>
            <a:endParaRPr lang="en-US">
              <a:solidFill>
                <a:srgbClr val="00FFF0"/>
              </a:solidFill>
            </a:endParaRPr>
          </a:p>
        </p:txBody>
      </p:sp>
    </p:spTree>
    <p:extLst>
      <p:ext uri="{BB962C8B-B14F-4D97-AF65-F5344CB8AC3E}">
        <p14:creationId xmlns:p14="http://schemas.microsoft.com/office/powerpoint/2010/main" val="239293501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5A74B6-3AA7-D624-DF7B-2ED8F07ED833}"/>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B7855F61-61EC-8471-F2A3-5F7E7BC02591}"/>
              </a:ext>
            </a:extLst>
          </p:cNvPr>
          <p:cNvSpPr>
            <a:spLocks noGrp="1"/>
          </p:cNvSpPr>
          <p:nvPr>
            <p:ph type="title"/>
          </p:nvPr>
        </p:nvSpPr>
        <p:spPr>
          <a:xfrm>
            <a:off x="457200" y="723900"/>
            <a:ext cx="2586789" cy="307777"/>
          </a:xfrm>
        </p:spPr>
        <p:txBody>
          <a:bodyPr vert="horz" wrap="square" lIns="0" tIns="0" rIns="0" bIns="0" rtlCol="0" anchor="t">
            <a:spAutoFit/>
          </a:bodyPr>
          <a:lstStyle/>
          <a:p>
            <a:r>
              <a:rPr lang="en-GB" sz="2000">
                <a:ea typeface="Calibri"/>
                <a:cs typeface="Calibri"/>
              </a:rPr>
              <a:t>Verdict</a:t>
            </a:r>
            <a:endParaRPr lang="en-US" sz="2000">
              <a:solidFill>
                <a:srgbClr val="FF4E33"/>
              </a:solidFill>
            </a:endParaRPr>
          </a:p>
        </p:txBody>
      </p:sp>
      <p:sp>
        <p:nvSpPr>
          <p:cNvPr id="49" name="Text Placeholder 48">
            <a:extLst>
              <a:ext uri="{FF2B5EF4-FFF2-40B4-BE49-F238E27FC236}">
                <a16:creationId xmlns:a16="http://schemas.microsoft.com/office/drawing/2014/main" id="{9E94733F-C407-4D25-3890-DDAC7C428A8C}"/>
              </a:ext>
            </a:extLst>
          </p:cNvPr>
          <p:cNvSpPr>
            <a:spLocks noGrp="1"/>
          </p:cNvSpPr>
          <p:nvPr>
            <p:ph type="body" sz="quarter" idx="15"/>
          </p:nvPr>
        </p:nvSpPr>
        <p:spPr/>
        <p:txBody>
          <a:bodyPr/>
          <a:lstStyle/>
          <a:p>
            <a:r>
              <a:rPr lang="en-US" b="0"/>
              <a:t>ZDMS_UPLOAD_FILES</a:t>
            </a:r>
            <a:endParaRPr lang="en-US"/>
          </a:p>
        </p:txBody>
      </p:sp>
      <p:sp>
        <p:nvSpPr>
          <p:cNvPr id="5" name="TextBox 4">
            <a:extLst>
              <a:ext uri="{FF2B5EF4-FFF2-40B4-BE49-F238E27FC236}">
                <a16:creationId xmlns:a16="http://schemas.microsoft.com/office/drawing/2014/main" id="{3F3D8C96-5624-6127-B967-E7D3C81CDBCB}"/>
              </a:ext>
            </a:extLst>
          </p:cNvPr>
          <p:cNvSpPr txBox="1"/>
          <p:nvPr/>
        </p:nvSpPr>
        <p:spPr>
          <a:xfrm>
            <a:off x="449197" y="2559887"/>
            <a:ext cx="2454778" cy="2462213"/>
          </a:xfrm>
          <a:prstGeom prst="rect">
            <a:avLst/>
          </a:prstGeom>
          <a:noFill/>
        </p:spPr>
        <p:txBody>
          <a:bodyPr wrap="square" lIns="0" tIns="45720" rIns="91440" bIns="45720" anchor="t">
            <a:spAutoFit/>
          </a:bodyPr>
          <a:lstStyle/>
          <a:p>
            <a:pPr>
              <a:defRPr sz="1600" b="1">
                <a:solidFill>
                  <a:srgbClr val="161616"/>
                </a:solidFill>
                <a:latin typeface="Calibri"/>
              </a:defRPr>
            </a:pPr>
            <a:r>
              <a:t>OBJECT UNDER REVIEW</a:t>
            </a:r>
          </a:p>
          <a:p>
            <a:pPr>
              <a:defRPr sz="1200" b="1">
                <a:solidFill>
                  <a:srgbClr val="161616"/>
                </a:solidFill>
                <a:latin typeface="Calibri"/>
              </a:defRPr>
            </a:pPr>
            <a:r>
              <a:t>Object:</a:t>
            </a:r>
            <a:r>
              <a:rPr sz="1200" b="0">
                <a:solidFill>
                  <a:srgbClr val="333333"/>
                </a:solidFill>
                <a:latin typeface="Calibri"/>
              </a:rPr>
              <a:t> ZDMS_UPLOAD_FILES</a:t>
            </a:r>
          </a:p>
          <a:p>
            <a:pPr>
              <a:defRPr sz="1200" b="1">
                <a:solidFill>
                  <a:srgbClr val="161616"/>
                </a:solidFill>
                <a:latin typeface="Calibri"/>
              </a:defRPr>
            </a:pPr>
            <a:r>
              <a:t>Type:</a:t>
            </a:r>
            <a:r>
              <a:rPr sz="1200" b="0">
                <a:solidFill>
                  <a:srgbClr val="333333"/>
                </a:solidFill>
                <a:latin typeface="Calibri"/>
              </a:rPr>
              <a:t> PROG</a:t>
            </a:r>
          </a:p>
          <a:p>
            <a:pPr>
              <a:defRPr sz="1200" b="1">
                <a:solidFill>
                  <a:srgbClr val="161616"/>
                </a:solidFill>
                <a:latin typeface="Calibri"/>
              </a:defRPr>
            </a:pPr>
            <a:r>
              <a:t>Package:</a:t>
            </a:r>
            <a:r>
              <a:rPr sz="1200" b="0">
                <a:solidFill>
                  <a:srgbClr val="333333"/>
                </a:solidFill>
                <a:latin typeface="Calibri"/>
              </a:rPr>
              <a:t> Z001</a:t>
            </a:r>
          </a:p>
          <a:p>
            <a:pPr>
              <a:defRPr sz="1200" b="1">
                <a:solidFill>
                  <a:srgbClr val="161616"/>
                </a:solidFill>
                <a:latin typeface="Calibri"/>
              </a:defRPr>
            </a:pPr>
            <a:r>
              <a:t>Destination:</a:t>
            </a:r>
            <a:r>
              <a:rPr sz="1200" b="0">
                <a:solidFill>
                  <a:srgbClr val="333333"/>
                </a:solidFill>
                <a:latin typeface="Calibri"/>
              </a:rPr>
              <a:t> DS4_CLH</a:t>
            </a:r>
          </a:p>
          <a:p>
            <a:pPr>
              <a:defRPr sz="1200" b="1">
                <a:solidFill>
                  <a:srgbClr val="161616"/>
                </a:solidFill>
                <a:latin typeface="Calibri"/>
              </a:defRPr>
            </a:pPr>
            <a:r>
              <a:t>Includes:</a:t>
            </a:r>
            <a:r>
              <a:rPr sz="1200" b="0">
                <a:solidFill>
                  <a:srgbClr val="333333"/>
                </a:solidFill>
                <a:latin typeface="Calibri"/>
              </a:rPr>
              <a:t> …_F01</a:t>
            </a:r>
          </a:p>
        </p:txBody>
      </p:sp>
      <p:sp>
        <p:nvSpPr>
          <p:cNvPr id="4" name="Oval 3">
            <a:extLst>
              <a:ext uri="{FF2B5EF4-FFF2-40B4-BE49-F238E27FC236}">
                <a16:creationId xmlns:a16="http://schemas.microsoft.com/office/drawing/2014/main" id="{383BCBEB-21E8-70C8-7E5B-837EB6504CDE}"/>
              </a:ext>
            </a:extLst>
          </p:cNvPr>
          <p:cNvSpPr/>
          <p:nvPr/>
        </p:nvSpPr>
        <p:spPr bwMode="auto">
          <a:xfrm>
            <a:off x="457201" y="1672709"/>
            <a:ext cx="693868" cy="693868"/>
          </a:xfrm>
          <a:prstGeom prst="ellipse">
            <a:avLst/>
          </a:prstGeom>
          <a:noFill/>
          <a:ln w="12700">
            <a:solidFill>
              <a:schemeClr val="accent5"/>
            </a:solidFill>
          </a:ln>
          <a:effectLst/>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3055DA"/>
              </a:solidFill>
              <a:effectLst/>
              <a:uLnTx/>
              <a:uFillTx/>
              <a:latin typeface="Calibri Light" panose="020F0302020204030204" pitchFamily="34" charset="0"/>
              <a:ea typeface="Human Sans ExtraLight" charset="0"/>
              <a:cs typeface="Human Sans ExtraLight" charset="0"/>
            </a:endParaRPr>
          </a:p>
        </p:txBody>
      </p:sp>
      <p:pic>
        <p:nvPicPr>
          <p:cNvPr id="3" name="Graphic 2">
            <a:extLst>
              <a:ext uri="{FF2B5EF4-FFF2-40B4-BE49-F238E27FC236}">
                <a16:creationId xmlns:a16="http://schemas.microsoft.com/office/drawing/2014/main" id="{01D3CD05-FD08-9CA7-4974-6F8312712659}"/>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557682" y="1771634"/>
            <a:ext cx="507443" cy="507443"/>
          </a:xfrm>
          <a:prstGeom prst="rect">
            <a:avLst/>
          </a:prstGeom>
        </p:spPr>
      </p:pic>
      <p:sp>
        <p:nvSpPr>
          <p:cNvPr id="50" name="Rectangle 49"/>
          <p:cNvSpPr/>
          <p:nvPr/>
        </p:nvSpPr>
        <p:spPr>
          <a:xfrm>
            <a:off x="3474720" y="731520"/>
            <a:ext cx="2697480" cy="1463040"/>
          </a:xfrm>
          <a:prstGeom prst="rect">
            <a:avLst/>
          </a:prstGeom>
          <a:solidFill>
            <a:srgbClr val="16161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4400">
                <a:solidFill>
                  <a:srgbClr val="FFFFFF"/>
                </a:solidFill>
                <a:latin typeface="Calibri Light"/>
              </a:defRPr>
            </a:pPr>
            <a:r>
              <a:t>30</a:t>
            </a:r>
          </a:p>
          <a:p>
            <a:pPr algn="ctr">
              <a:defRPr sz="1200">
                <a:solidFill>
                  <a:srgbClr val="FFFFFF"/>
                </a:solidFill>
                <a:latin typeface="Calibri"/>
              </a:defRPr>
            </a:pPr>
            <a:r>
              <a:t>total findings</a:t>
            </a:r>
          </a:p>
        </p:txBody>
      </p:sp>
      <p:sp>
        <p:nvSpPr>
          <p:cNvPr id="51" name="Rectangle 50"/>
          <p:cNvSpPr/>
          <p:nvPr/>
        </p:nvSpPr>
        <p:spPr>
          <a:xfrm>
            <a:off x="6309360" y="731520"/>
            <a:ext cx="2697480" cy="146304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4400">
                <a:solidFill>
                  <a:srgbClr val="FFFFFF"/>
                </a:solidFill>
                <a:latin typeface="Calibri Light"/>
              </a:defRPr>
            </a:pPr>
            <a:r>
              <a:t>10</a:t>
            </a:r>
          </a:p>
          <a:p>
            <a:pPr algn="ctr">
              <a:defRPr sz="1200">
                <a:solidFill>
                  <a:srgbClr val="FFFFFF"/>
                </a:solidFill>
                <a:latin typeface="Calibri"/>
              </a:defRPr>
            </a:pPr>
            <a:r>
              <a:t>HIGH severity</a:t>
            </a:r>
          </a:p>
        </p:txBody>
      </p:sp>
      <p:sp>
        <p:nvSpPr>
          <p:cNvPr id="52" name="Rectangle 51"/>
          <p:cNvSpPr/>
          <p:nvPr/>
        </p:nvSpPr>
        <p:spPr>
          <a:xfrm>
            <a:off x="9144000" y="731520"/>
            <a:ext cx="2697480" cy="1463040"/>
          </a:xfrm>
          <a:prstGeom prst="rect">
            <a:avLst/>
          </a:prstGeom>
          <a:solidFill>
            <a:srgbClr val="C8363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4400">
                <a:solidFill>
                  <a:srgbClr val="FFFFFF"/>
                </a:solidFill>
                <a:latin typeface="Calibri Light"/>
              </a:defRPr>
            </a:pPr>
            <a:r>
              <a:t>6</a:t>
            </a:r>
          </a:p>
          <a:p>
            <a:pPr algn="ctr">
              <a:defRPr sz="1200">
                <a:solidFill>
                  <a:srgbClr val="FFFFFF"/>
                </a:solidFill>
                <a:latin typeface="Calibri"/>
              </a:defRPr>
            </a:pPr>
            <a:r>
              <a:t>CleanCore blockers</a:t>
            </a:r>
          </a:p>
        </p:txBody>
      </p:sp>
      <p:graphicFrame>
        <p:nvGraphicFramePr>
          <p:cNvPr id="53" name="Table 52"/>
          <p:cNvGraphicFramePr>
            <a:graphicFrameLocks noGrp="1"/>
          </p:cNvGraphicFramePr>
          <p:nvPr/>
        </p:nvGraphicFramePr>
        <p:xfrm>
          <a:off x="3474720" y="2468880"/>
          <a:ext cx="7498080" cy="2377440"/>
        </p:xfrm>
        <a:graphic>
          <a:graphicData uri="http://schemas.openxmlformats.org/drawingml/2006/table">
            <a:tbl>
              <a:tblPr firstRow="1" bandRow="1">
                <a:tableStyleId>{5C22544A-7EE6-4342-B048-85BDC9FD1C3A}</a:tableStyleId>
              </a:tblPr>
              <a:tblGrid>
                <a:gridCol w="2194560"/>
                <a:gridCol w="914400"/>
                <a:gridCol w="914400"/>
                <a:gridCol w="914400"/>
                <a:gridCol w="914400"/>
                <a:gridCol w="1645920"/>
              </a:tblGrid>
              <a:tr h="396240">
                <a:tc>
                  <a:txBody>
                    <a:bodyPr/>
                    <a:lstStyle/>
                    <a:p>
                      <a:pPr>
                        <a:defRPr sz="1100" b="1">
                          <a:solidFill>
                            <a:srgbClr val="FFFFFF"/>
                          </a:solidFill>
                          <a:latin typeface="Calibri"/>
                        </a:defRPr>
                      </a:pPr>
                      <a:r>
                        <a:t>Category</a:t>
                      </a:r>
                    </a:p>
                  </a:txBody>
                  <a:tcPr>
                    <a:solidFill>
                      <a:srgbClr val="161616"/>
                    </a:solidFill>
                  </a:tcPr>
                </a:tc>
                <a:tc>
                  <a:txBody>
                    <a:bodyPr/>
                    <a:lstStyle/>
                    <a:p>
                      <a:pPr>
                        <a:defRPr sz="1100" b="1">
                          <a:solidFill>
                            <a:srgbClr val="FFFFFF"/>
                          </a:solidFill>
                          <a:latin typeface="Calibri"/>
                        </a:defRPr>
                      </a:pPr>
                      <a:r>
                        <a:t>CRITICAL</a:t>
                      </a:r>
                    </a:p>
                  </a:txBody>
                  <a:tcPr>
                    <a:solidFill>
                      <a:srgbClr val="161616"/>
                    </a:solidFill>
                  </a:tcPr>
                </a:tc>
                <a:tc>
                  <a:txBody>
                    <a:bodyPr/>
                    <a:lstStyle/>
                    <a:p>
                      <a:pPr>
                        <a:defRPr sz="1100" b="1">
                          <a:solidFill>
                            <a:srgbClr val="FFFFFF"/>
                          </a:solidFill>
                          <a:latin typeface="Calibri"/>
                        </a:defRPr>
                      </a:pPr>
                      <a:r>
                        <a:t>HIGH</a:t>
                      </a:r>
                    </a:p>
                  </a:txBody>
                  <a:tcPr>
                    <a:solidFill>
                      <a:srgbClr val="161616"/>
                    </a:solidFill>
                  </a:tcPr>
                </a:tc>
                <a:tc>
                  <a:txBody>
                    <a:bodyPr/>
                    <a:lstStyle/>
                    <a:p>
                      <a:pPr>
                        <a:defRPr sz="1100" b="1">
                          <a:solidFill>
                            <a:srgbClr val="FFFFFF"/>
                          </a:solidFill>
                          <a:latin typeface="Calibri"/>
                        </a:defRPr>
                      </a:pPr>
                      <a:r>
                        <a:t>MEDIUM</a:t>
                      </a:r>
                    </a:p>
                  </a:txBody>
                  <a:tcPr>
                    <a:solidFill>
                      <a:srgbClr val="161616"/>
                    </a:solidFill>
                  </a:tcPr>
                </a:tc>
                <a:tc>
                  <a:txBody>
                    <a:bodyPr/>
                    <a:lstStyle/>
                    <a:p>
                      <a:pPr>
                        <a:defRPr sz="1100" b="1">
                          <a:solidFill>
                            <a:srgbClr val="FFFFFF"/>
                          </a:solidFill>
                          <a:latin typeface="Calibri"/>
                        </a:defRPr>
                      </a:pPr>
                      <a:r>
                        <a:t>LOW</a:t>
                      </a:r>
                    </a:p>
                  </a:txBody>
                  <a:tcPr>
                    <a:solidFill>
                      <a:srgbClr val="161616"/>
                    </a:solidFill>
                  </a:tcPr>
                </a:tc>
                <a:tc>
                  <a:txBody>
                    <a:bodyPr/>
                    <a:lstStyle/>
                    <a:p>
                      <a:pPr>
                        <a:defRPr sz="1100" b="1">
                          <a:solidFill>
                            <a:srgbClr val="FFFFFF"/>
                          </a:solidFill>
                          <a:latin typeface="Calibri"/>
                        </a:defRPr>
                      </a:pPr>
                      <a:r>
                        <a:t>Total</a:t>
                      </a:r>
                    </a:p>
                  </a:txBody>
                  <a:tcPr>
                    <a:solidFill>
                      <a:srgbClr val="161616"/>
                    </a:solidFill>
                  </a:tcPr>
                </a:tc>
              </a:tr>
              <a:tr h="396240">
                <a:tc>
                  <a:txBody>
                    <a:bodyPr/>
                    <a:lstStyle/>
                    <a:p>
                      <a:pPr>
                        <a:defRPr sz="1100">
                          <a:solidFill>
                            <a:srgbClr val="333333"/>
                          </a:solidFill>
                          <a:latin typeface="Calibri"/>
                        </a:defRPr>
                      </a:pPr>
                      <a:r>
                        <a:t>Security</a:t>
                      </a:r>
                    </a:p>
                  </a:txBody>
                  <a:tcPr>
                    <a:solidFill>
                      <a:srgbClr val="FFFFFF"/>
                    </a:solidFill>
                  </a:tcPr>
                </a:tc>
                <a:tc>
                  <a:txBody>
                    <a:bodyPr/>
                    <a:lstStyle/>
                    <a:p>
                      <a:pPr>
                        <a:defRPr sz="1100">
                          <a:solidFill>
                            <a:srgbClr val="333333"/>
                          </a:solidFill>
                          <a:latin typeface="Calibri"/>
                        </a:defRPr>
                      </a:pPr>
                      <a:r>
                        <a:t>0</a:t>
                      </a:r>
                    </a:p>
                  </a:txBody>
                  <a:tcPr>
                    <a:solidFill>
                      <a:srgbClr val="FFFFFF"/>
                    </a:solidFill>
                  </a:tcPr>
                </a:tc>
                <a:tc>
                  <a:txBody>
                    <a:bodyPr/>
                    <a:lstStyle/>
                    <a:p>
                      <a:pPr>
                        <a:defRPr sz="1100">
                          <a:solidFill>
                            <a:srgbClr val="333333"/>
                          </a:solidFill>
                          <a:latin typeface="Calibri"/>
                        </a:defRPr>
                      </a:pPr>
                      <a:r>
                        <a:t>2</a:t>
                      </a:r>
                    </a:p>
                  </a:txBody>
                  <a:tcPr>
                    <a:solidFill>
                      <a:srgbClr val="FFFFFF"/>
                    </a:solidFill>
                  </a:tcPr>
                </a:tc>
                <a:tc>
                  <a:txBody>
                    <a:bodyPr/>
                    <a:lstStyle/>
                    <a:p>
                      <a:pPr>
                        <a:defRPr sz="1100">
                          <a:solidFill>
                            <a:srgbClr val="333333"/>
                          </a:solidFill>
                          <a:latin typeface="Calibri"/>
                        </a:defRPr>
                      </a:pPr>
                      <a:r>
                        <a:t>1</a:t>
                      </a:r>
                    </a:p>
                  </a:txBody>
                  <a:tcPr>
                    <a:solidFill>
                      <a:srgbClr val="FFFFFF"/>
                    </a:solidFill>
                  </a:tcPr>
                </a:tc>
                <a:tc>
                  <a:txBody>
                    <a:bodyPr/>
                    <a:lstStyle/>
                    <a:p>
                      <a:pPr>
                        <a:defRPr sz="1100">
                          <a:solidFill>
                            <a:srgbClr val="333333"/>
                          </a:solidFill>
                          <a:latin typeface="Calibri"/>
                        </a:defRPr>
                      </a:pPr>
                      <a:r>
                        <a:t>1</a:t>
                      </a:r>
                    </a:p>
                  </a:txBody>
                  <a:tcPr>
                    <a:solidFill>
                      <a:srgbClr val="FFFFFF"/>
                    </a:solidFill>
                  </a:tcPr>
                </a:tc>
                <a:tc>
                  <a:txBody>
                    <a:bodyPr/>
                    <a:lstStyle/>
                    <a:p>
                      <a:pPr>
                        <a:defRPr sz="1100">
                          <a:solidFill>
                            <a:srgbClr val="333333"/>
                          </a:solidFill>
                          <a:latin typeface="Calibri"/>
                        </a:defRPr>
                      </a:pPr>
                      <a:r>
                        <a:t>4</a:t>
                      </a:r>
                    </a:p>
                  </a:txBody>
                  <a:tcPr>
                    <a:solidFill>
                      <a:srgbClr val="FFFFFF"/>
                    </a:solidFill>
                  </a:tcPr>
                </a:tc>
              </a:tr>
              <a:tr h="396240">
                <a:tc>
                  <a:txBody>
                    <a:bodyPr/>
                    <a:lstStyle/>
                    <a:p>
                      <a:pPr>
                        <a:defRPr sz="1100">
                          <a:solidFill>
                            <a:srgbClr val="333333"/>
                          </a:solidFill>
                          <a:latin typeface="Calibri"/>
                        </a:defRPr>
                      </a:pPr>
                      <a:r>
                        <a:t>Performance</a:t>
                      </a:r>
                    </a:p>
                  </a:txBody>
                  <a:tcPr>
                    <a:solidFill>
                      <a:srgbClr val="F5F5F5"/>
                    </a:solidFill>
                  </a:tcPr>
                </a:tc>
                <a:tc>
                  <a:txBody>
                    <a:bodyPr/>
                    <a:lstStyle/>
                    <a:p>
                      <a:pPr>
                        <a:defRPr sz="1100">
                          <a:solidFill>
                            <a:srgbClr val="333333"/>
                          </a:solidFill>
                          <a:latin typeface="Calibri"/>
                        </a:defRPr>
                      </a:pPr>
                      <a:r>
                        <a:t>0</a:t>
                      </a:r>
                    </a:p>
                  </a:txBody>
                  <a:tcPr>
                    <a:solidFill>
                      <a:srgbClr val="F5F5F5"/>
                    </a:solidFill>
                  </a:tcPr>
                </a:tc>
                <a:tc>
                  <a:txBody>
                    <a:bodyPr/>
                    <a:lstStyle/>
                    <a:p>
                      <a:pPr>
                        <a:defRPr sz="1100">
                          <a:solidFill>
                            <a:srgbClr val="333333"/>
                          </a:solidFill>
                          <a:latin typeface="Calibri"/>
                        </a:defRPr>
                      </a:pPr>
                      <a:r>
                        <a:t>2</a:t>
                      </a:r>
                    </a:p>
                  </a:txBody>
                  <a:tcPr>
                    <a:solidFill>
                      <a:srgbClr val="F5F5F5"/>
                    </a:solidFill>
                  </a:tcPr>
                </a:tc>
                <a:tc>
                  <a:txBody>
                    <a:bodyPr/>
                    <a:lstStyle/>
                    <a:p>
                      <a:pPr>
                        <a:defRPr sz="1100">
                          <a:solidFill>
                            <a:srgbClr val="333333"/>
                          </a:solidFill>
                          <a:latin typeface="Calibri"/>
                        </a:defRPr>
                      </a:pPr>
                      <a:r>
                        <a:t>2</a:t>
                      </a:r>
                    </a:p>
                  </a:txBody>
                  <a:tcPr>
                    <a:solidFill>
                      <a:srgbClr val="F5F5F5"/>
                    </a:solidFill>
                  </a:tcPr>
                </a:tc>
                <a:tc>
                  <a:txBody>
                    <a:bodyPr/>
                    <a:lstStyle/>
                    <a:p>
                      <a:pPr>
                        <a:defRPr sz="1100">
                          <a:solidFill>
                            <a:srgbClr val="333333"/>
                          </a:solidFill>
                          <a:latin typeface="Calibri"/>
                        </a:defRPr>
                      </a:pPr>
                      <a:r>
                        <a:t>0</a:t>
                      </a:r>
                    </a:p>
                  </a:txBody>
                  <a:tcPr>
                    <a:solidFill>
                      <a:srgbClr val="F5F5F5"/>
                    </a:solidFill>
                  </a:tcPr>
                </a:tc>
                <a:tc>
                  <a:txBody>
                    <a:bodyPr/>
                    <a:lstStyle/>
                    <a:p>
                      <a:pPr>
                        <a:defRPr sz="1100">
                          <a:solidFill>
                            <a:srgbClr val="333333"/>
                          </a:solidFill>
                          <a:latin typeface="Calibri"/>
                        </a:defRPr>
                      </a:pPr>
                      <a:r>
                        <a:t>4</a:t>
                      </a:r>
                    </a:p>
                  </a:txBody>
                  <a:tcPr>
                    <a:solidFill>
                      <a:srgbClr val="F5F5F5"/>
                    </a:solidFill>
                  </a:tcPr>
                </a:tc>
              </a:tr>
              <a:tr h="396240">
                <a:tc>
                  <a:txBody>
                    <a:bodyPr/>
                    <a:lstStyle/>
                    <a:p>
                      <a:pPr>
                        <a:defRPr sz="1100">
                          <a:solidFill>
                            <a:srgbClr val="333333"/>
                          </a:solidFill>
                          <a:latin typeface="Calibri"/>
                        </a:defRPr>
                      </a:pPr>
                      <a:r>
                        <a:t>CleanCore</a:t>
                      </a:r>
                    </a:p>
                  </a:txBody>
                  <a:tcPr>
                    <a:solidFill>
                      <a:srgbClr val="FFFFFF"/>
                    </a:solidFill>
                  </a:tcPr>
                </a:tc>
                <a:tc>
                  <a:txBody>
                    <a:bodyPr/>
                    <a:lstStyle/>
                    <a:p>
                      <a:pPr>
                        <a:defRPr sz="1100">
                          <a:solidFill>
                            <a:srgbClr val="333333"/>
                          </a:solidFill>
                          <a:latin typeface="Calibri"/>
                        </a:defRPr>
                      </a:pPr>
                      <a:r>
                        <a:t>0</a:t>
                      </a:r>
                    </a:p>
                  </a:txBody>
                  <a:tcPr>
                    <a:solidFill>
                      <a:srgbClr val="FFFFFF"/>
                    </a:solidFill>
                  </a:tcPr>
                </a:tc>
                <a:tc>
                  <a:txBody>
                    <a:bodyPr/>
                    <a:lstStyle/>
                    <a:p>
                      <a:pPr>
                        <a:defRPr sz="1100">
                          <a:solidFill>
                            <a:srgbClr val="333333"/>
                          </a:solidFill>
                          <a:latin typeface="Calibri"/>
                        </a:defRPr>
                      </a:pPr>
                      <a:r>
                        <a:t>6</a:t>
                      </a:r>
                    </a:p>
                  </a:txBody>
                  <a:tcPr>
                    <a:solidFill>
                      <a:srgbClr val="FFFFFF"/>
                    </a:solidFill>
                  </a:tcPr>
                </a:tc>
                <a:tc>
                  <a:txBody>
                    <a:bodyPr/>
                    <a:lstStyle/>
                    <a:p>
                      <a:pPr>
                        <a:defRPr sz="1100">
                          <a:solidFill>
                            <a:srgbClr val="333333"/>
                          </a:solidFill>
                          <a:latin typeface="Calibri"/>
                        </a:defRPr>
                      </a:pPr>
                      <a:r>
                        <a:t>0</a:t>
                      </a:r>
                    </a:p>
                  </a:txBody>
                  <a:tcPr>
                    <a:solidFill>
                      <a:srgbClr val="FFFFFF"/>
                    </a:solidFill>
                  </a:tcPr>
                </a:tc>
                <a:tc>
                  <a:txBody>
                    <a:bodyPr/>
                    <a:lstStyle/>
                    <a:p>
                      <a:pPr>
                        <a:defRPr sz="1100">
                          <a:solidFill>
                            <a:srgbClr val="333333"/>
                          </a:solidFill>
                          <a:latin typeface="Calibri"/>
                        </a:defRPr>
                      </a:pPr>
                      <a:r>
                        <a:t>0</a:t>
                      </a:r>
                    </a:p>
                  </a:txBody>
                  <a:tcPr>
                    <a:solidFill>
                      <a:srgbClr val="FFFFFF"/>
                    </a:solidFill>
                  </a:tcPr>
                </a:tc>
                <a:tc>
                  <a:txBody>
                    <a:bodyPr/>
                    <a:lstStyle/>
                    <a:p>
                      <a:pPr>
                        <a:defRPr sz="1100">
                          <a:solidFill>
                            <a:srgbClr val="333333"/>
                          </a:solidFill>
                          <a:latin typeface="Calibri"/>
                        </a:defRPr>
                      </a:pPr>
                      <a:r>
                        <a:t>6</a:t>
                      </a:r>
                    </a:p>
                  </a:txBody>
                  <a:tcPr>
                    <a:solidFill>
                      <a:srgbClr val="FFFFFF"/>
                    </a:solidFill>
                  </a:tcPr>
                </a:tc>
              </a:tr>
              <a:tr h="396240">
                <a:tc>
                  <a:txBody>
                    <a:bodyPr/>
                    <a:lstStyle/>
                    <a:p>
                      <a:pPr>
                        <a:defRPr sz="1100">
                          <a:solidFill>
                            <a:srgbClr val="333333"/>
                          </a:solidFill>
                          <a:latin typeface="Calibri"/>
                        </a:defRPr>
                      </a:pPr>
                      <a:r>
                        <a:t>Maintainability</a:t>
                      </a:r>
                    </a:p>
                  </a:txBody>
                  <a:tcPr>
                    <a:solidFill>
                      <a:srgbClr val="F5F5F5"/>
                    </a:solidFill>
                  </a:tcPr>
                </a:tc>
                <a:tc>
                  <a:txBody>
                    <a:bodyPr/>
                    <a:lstStyle/>
                    <a:p>
                      <a:pPr>
                        <a:defRPr sz="1100">
                          <a:solidFill>
                            <a:srgbClr val="333333"/>
                          </a:solidFill>
                          <a:latin typeface="Calibri"/>
                        </a:defRPr>
                      </a:pPr>
                      <a:r>
                        <a:t>0</a:t>
                      </a:r>
                    </a:p>
                  </a:txBody>
                  <a:tcPr>
                    <a:solidFill>
                      <a:srgbClr val="F5F5F5"/>
                    </a:solidFill>
                  </a:tcPr>
                </a:tc>
                <a:tc>
                  <a:txBody>
                    <a:bodyPr/>
                    <a:lstStyle/>
                    <a:p>
                      <a:pPr>
                        <a:defRPr sz="1100">
                          <a:solidFill>
                            <a:srgbClr val="333333"/>
                          </a:solidFill>
                          <a:latin typeface="Calibri"/>
                        </a:defRPr>
                      </a:pPr>
                      <a:r>
                        <a:t>0</a:t>
                      </a:r>
                    </a:p>
                  </a:txBody>
                  <a:tcPr>
                    <a:solidFill>
                      <a:srgbClr val="F5F5F5"/>
                    </a:solidFill>
                  </a:tcPr>
                </a:tc>
                <a:tc>
                  <a:txBody>
                    <a:bodyPr/>
                    <a:lstStyle/>
                    <a:p>
                      <a:pPr>
                        <a:defRPr sz="1100">
                          <a:solidFill>
                            <a:srgbClr val="333333"/>
                          </a:solidFill>
                          <a:latin typeface="Calibri"/>
                        </a:defRPr>
                      </a:pPr>
                      <a:r>
                        <a:t>0</a:t>
                      </a:r>
                    </a:p>
                  </a:txBody>
                  <a:tcPr>
                    <a:solidFill>
                      <a:srgbClr val="F5F5F5"/>
                    </a:solidFill>
                  </a:tcPr>
                </a:tc>
                <a:tc>
                  <a:txBody>
                    <a:bodyPr/>
                    <a:lstStyle/>
                    <a:p>
                      <a:pPr>
                        <a:defRPr sz="1100">
                          <a:solidFill>
                            <a:srgbClr val="333333"/>
                          </a:solidFill>
                          <a:latin typeface="Calibri"/>
                        </a:defRPr>
                      </a:pPr>
                      <a:r>
                        <a:t>16</a:t>
                      </a:r>
                    </a:p>
                  </a:txBody>
                  <a:tcPr>
                    <a:solidFill>
                      <a:srgbClr val="F5F5F5"/>
                    </a:solidFill>
                  </a:tcPr>
                </a:tc>
                <a:tc>
                  <a:txBody>
                    <a:bodyPr/>
                    <a:lstStyle/>
                    <a:p>
                      <a:pPr>
                        <a:defRPr sz="1100">
                          <a:solidFill>
                            <a:srgbClr val="333333"/>
                          </a:solidFill>
                          <a:latin typeface="Calibri"/>
                        </a:defRPr>
                      </a:pPr>
                      <a:r>
                        <a:t>16</a:t>
                      </a:r>
                    </a:p>
                  </a:txBody>
                  <a:tcPr>
                    <a:solidFill>
                      <a:srgbClr val="F5F5F5"/>
                    </a:solidFill>
                  </a:tcPr>
                </a:tc>
              </a:tr>
              <a:tr h="396240">
                <a:tc>
                  <a:txBody>
                    <a:bodyPr/>
                    <a:lstStyle/>
                    <a:p>
                      <a:pPr>
                        <a:defRPr sz="1100" b="1">
                          <a:solidFill>
                            <a:srgbClr val="333333"/>
                          </a:solidFill>
                          <a:latin typeface="Calibri"/>
                        </a:defRPr>
                      </a:pPr>
                      <a:r>
                        <a:t>TOTAL</a:t>
                      </a:r>
                    </a:p>
                  </a:txBody>
                  <a:tcPr>
                    <a:solidFill>
                      <a:srgbClr val="FFFFFF"/>
                    </a:solidFill>
                  </a:tcPr>
                </a:tc>
                <a:tc>
                  <a:txBody>
                    <a:bodyPr/>
                    <a:lstStyle/>
                    <a:p>
                      <a:pPr>
                        <a:defRPr sz="1100" b="1">
                          <a:solidFill>
                            <a:srgbClr val="333333"/>
                          </a:solidFill>
                          <a:latin typeface="Calibri"/>
                        </a:defRPr>
                      </a:pPr>
                      <a:r>
                        <a:t>0</a:t>
                      </a:r>
                    </a:p>
                  </a:txBody>
                  <a:tcPr>
                    <a:solidFill>
                      <a:srgbClr val="FFFFFF"/>
                    </a:solidFill>
                  </a:tcPr>
                </a:tc>
                <a:tc>
                  <a:txBody>
                    <a:bodyPr/>
                    <a:lstStyle/>
                    <a:p>
                      <a:pPr>
                        <a:defRPr sz="1100" b="1">
                          <a:solidFill>
                            <a:srgbClr val="333333"/>
                          </a:solidFill>
                          <a:latin typeface="Calibri"/>
                        </a:defRPr>
                      </a:pPr>
                      <a:r>
                        <a:t>10</a:t>
                      </a:r>
                    </a:p>
                  </a:txBody>
                  <a:tcPr>
                    <a:solidFill>
                      <a:srgbClr val="FFFFFF"/>
                    </a:solidFill>
                  </a:tcPr>
                </a:tc>
                <a:tc>
                  <a:txBody>
                    <a:bodyPr/>
                    <a:lstStyle/>
                    <a:p>
                      <a:pPr>
                        <a:defRPr sz="1100" b="1">
                          <a:solidFill>
                            <a:srgbClr val="333333"/>
                          </a:solidFill>
                          <a:latin typeface="Calibri"/>
                        </a:defRPr>
                      </a:pPr>
                      <a:r>
                        <a:t>3</a:t>
                      </a:r>
                    </a:p>
                  </a:txBody>
                  <a:tcPr>
                    <a:solidFill>
                      <a:srgbClr val="FFFFFF"/>
                    </a:solidFill>
                  </a:tcPr>
                </a:tc>
                <a:tc>
                  <a:txBody>
                    <a:bodyPr/>
                    <a:lstStyle/>
                    <a:p>
                      <a:pPr>
                        <a:defRPr sz="1100" b="1">
                          <a:solidFill>
                            <a:srgbClr val="333333"/>
                          </a:solidFill>
                          <a:latin typeface="Calibri"/>
                        </a:defRPr>
                      </a:pPr>
                      <a:r>
                        <a:t>17</a:t>
                      </a:r>
                    </a:p>
                  </a:txBody>
                  <a:tcPr>
                    <a:solidFill>
                      <a:srgbClr val="FFFFFF"/>
                    </a:solidFill>
                  </a:tcPr>
                </a:tc>
                <a:tc>
                  <a:txBody>
                    <a:bodyPr/>
                    <a:lstStyle/>
                    <a:p>
                      <a:pPr>
                        <a:defRPr sz="1100" b="1">
                          <a:solidFill>
                            <a:srgbClr val="333333"/>
                          </a:solidFill>
                          <a:latin typeface="Calibri"/>
                        </a:defRPr>
                      </a:pPr>
                      <a:r>
                        <a:t>30</a:t>
                      </a:r>
                    </a:p>
                  </a:txBody>
                  <a:tcPr>
                    <a:solidFill>
                      <a:srgbClr val="FFFFFF"/>
                    </a:solidFill>
                  </a:tcPr>
                </a:tc>
              </a:tr>
            </a:tbl>
          </a:graphicData>
        </a:graphic>
      </p:graphicFrame>
      <p:sp>
        <p:nvSpPr>
          <p:cNvPr id="54" name="TextBox 53"/>
          <p:cNvSpPr txBox="1"/>
          <p:nvPr/>
        </p:nvSpPr>
        <p:spPr>
          <a:xfrm>
            <a:off x="3474720" y="5029200"/>
            <a:ext cx="8412480" cy="274320"/>
          </a:xfrm>
          <a:prstGeom prst="rect">
            <a:avLst/>
          </a:prstGeom>
          <a:noFill/>
        </p:spPr>
        <p:txBody>
          <a:bodyPr wrap="square">
            <a:spAutoFit/>
          </a:bodyPr>
          <a:lstStyle/>
          <a:p>
            <a:pPr>
              <a:defRPr sz="1400" b="1">
                <a:solidFill>
                  <a:srgbClr val="00B4C8"/>
                </a:solidFill>
                <a:latin typeface="Calibri"/>
              </a:defRPr>
            </a:pPr>
            <a:r>
              <a:t>Take-aways</a:t>
            </a:r>
          </a:p>
        </p:txBody>
      </p:sp>
      <p:sp>
        <p:nvSpPr>
          <p:cNvPr id="55" name="TextBox 54"/>
          <p:cNvSpPr txBox="1"/>
          <p:nvPr/>
        </p:nvSpPr>
        <p:spPr>
          <a:xfrm>
            <a:off x="3474720" y="5349240"/>
            <a:ext cx="8412480" cy="1280160"/>
          </a:xfrm>
          <a:prstGeom prst="rect">
            <a:avLst/>
          </a:prstGeom>
          <a:noFill/>
        </p:spPr>
        <p:txBody>
          <a:bodyPr wrap="square">
            <a:spAutoFit/>
          </a:bodyPr>
          <a:lstStyle/>
          <a:p>
            <a:pPr>
              <a:defRPr sz="1100" b="0">
                <a:solidFill>
                  <a:srgbClr val="333333"/>
                </a:solidFill>
                <a:latin typeface="Calibri"/>
              </a:defRPr>
            </a:pPr>
            <a:r>
              <a:t>• 0 CRITICAL — no immediate blockers on existing functionality.</a:t>
            </a:r>
          </a:p>
          <a:p>
            <a:pPr>
              <a:defRPr sz="1100" b="0">
                <a:solidFill>
                  <a:srgbClr val="333333"/>
                </a:solidFill>
                <a:latin typeface="Calibri"/>
              </a:defRPr>
            </a:pPr>
            <a:r>
              <a:t>• 10 HIGH — 6 CleanCore (blocks S/4HANA Cloud), 2 security, 2 performance.</a:t>
            </a:r>
          </a:p>
          <a:p>
            <a:pPr>
              <a:defRPr sz="1100" b="0">
                <a:solidFill>
                  <a:srgbClr val="333333"/>
                </a:solidFill>
                <a:latin typeface="Calibri"/>
              </a:defRPr>
            </a:pPr>
            <a:r>
              <a:t>• 16 LOW Maintainability — style debt; defer to next refactor.</a:t>
            </a:r>
          </a:p>
          <a:p>
            <a:pPr>
              <a:defRPr sz="1100" b="0">
                <a:solidFill>
                  <a:srgbClr val="333333"/>
                </a:solidFill>
                <a:latin typeface="Calibri"/>
              </a:defRPr>
            </a:pPr>
            <a:r>
              <a:t>• All 30 findings listed by category on the following slides.</a:t>
            </a:r>
          </a:p>
        </p:txBody>
      </p:sp>
    </p:spTree>
    <p:extLst>
      <p:ext uri="{BB962C8B-B14F-4D97-AF65-F5344CB8AC3E}">
        <p14:creationId xmlns:p14="http://schemas.microsoft.com/office/powerpoint/2010/main" val="776662744"/>
      </p:ext>
    </p:extLst>
  </p:cSld>
  <p:clrMapOvr>
    <a:masterClrMapping/>
  </p:clrMapOvr>
  <p:transition spd="slow"/>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372D67-9A80-C9FF-B2A0-9F2F91E2B4A9}"/>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E377C913-64ED-EA69-93B6-9B33D0A1493A}"/>
              </a:ext>
            </a:extLst>
          </p:cNvPr>
          <p:cNvSpPr>
            <a:spLocks noGrp="1"/>
          </p:cNvSpPr>
          <p:nvPr>
            <p:ph type="title"/>
          </p:nvPr>
        </p:nvSpPr>
        <p:spPr>
          <a:xfrm>
            <a:off x="457200" y="723900"/>
            <a:ext cx="2586789" cy="615553"/>
          </a:xfrm>
        </p:spPr>
        <p:txBody>
          <a:bodyPr vert="horz" wrap="square" lIns="0" tIns="0" rIns="0" bIns="0" rtlCol="0" anchor="t">
            <a:spAutoFit/>
          </a:bodyPr>
          <a:lstStyle/>
          <a:p>
            <a:r>
              <a:rPr lang="en-GB" sz="2000" dirty="0">
                <a:solidFill>
                  <a:srgbClr val="000000"/>
                </a:solidFill>
                <a:cs typeface="Arial"/>
              </a:rPr>
              <a:t>CleanCore</a:t>
            </a:r>
            <a:endParaRPr lang="en-US" sz="2000" dirty="0">
              <a:solidFill>
                <a:srgbClr val="FF4E33"/>
              </a:solidFill>
            </a:endParaRPr>
          </a:p>
        </p:txBody>
      </p:sp>
      <p:sp>
        <p:nvSpPr>
          <p:cNvPr id="49" name="Text Placeholder 48">
            <a:extLst>
              <a:ext uri="{FF2B5EF4-FFF2-40B4-BE49-F238E27FC236}">
                <a16:creationId xmlns:a16="http://schemas.microsoft.com/office/drawing/2014/main" id="{93302BA2-B02F-9DDF-FE8E-13D31E4D3AE4}"/>
              </a:ext>
            </a:extLst>
          </p:cNvPr>
          <p:cNvSpPr>
            <a:spLocks noGrp="1"/>
          </p:cNvSpPr>
          <p:nvPr>
            <p:ph type="body" sz="quarter" idx="15"/>
          </p:nvPr>
        </p:nvSpPr>
        <p:spPr/>
        <p:txBody>
          <a:bodyPr/>
          <a:lstStyle/>
          <a:p>
            <a:r>
              <a:rPr lang="en-US" b="0"/>
              <a:t>ZDMS_UPLOAD_FILES</a:t>
            </a:r>
            <a:endParaRPr lang="en-US"/>
          </a:p>
        </p:txBody>
      </p:sp>
      <p:sp>
        <p:nvSpPr>
          <p:cNvPr id="5" name="TextBox 4">
            <a:extLst>
              <a:ext uri="{FF2B5EF4-FFF2-40B4-BE49-F238E27FC236}">
                <a16:creationId xmlns:a16="http://schemas.microsoft.com/office/drawing/2014/main" id="{69F25E0D-7B4A-3526-7DB6-C34E167B7E4C}"/>
              </a:ext>
            </a:extLst>
          </p:cNvPr>
          <p:cNvSpPr txBox="1"/>
          <p:nvPr/>
        </p:nvSpPr>
        <p:spPr>
          <a:xfrm>
            <a:off x="449197" y="2559887"/>
            <a:ext cx="2454778" cy="2462213"/>
          </a:xfrm>
          <a:prstGeom prst="rect">
            <a:avLst/>
          </a:prstGeom>
          <a:noFill/>
        </p:spPr>
        <p:txBody>
          <a:bodyPr wrap="square" lIns="0" tIns="45720" rIns="91440" bIns="45720" anchor="t">
            <a:spAutoFit/>
          </a:bodyPr>
          <a:lstStyle/>
          <a:p>
            <a:pPr>
              <a:defRPr sz="1600" b="1">
                <a:solidFill>
                  <a:srgbClr val="161616"/>
                </a:solidFill>
                <a:latin typeface="Calibri"/>
              </a:defRPr>
            </a:pPr>
            <a:r>
              <a:t>FINDING COUNTS</a:t>
            </a:r>
          </a:p>
          <a:p>
            <a:pPr>
              <a:defRPr sz="1200" b="1">
                <a:solidFill>
                  <a:srgbClr val="161616"/>
                </a:solidFill>
                <a:latin typeface="Calibri"/>
              </a:defRPr>
            </a:pPr>
            <a:r>
              <a:t>Total:</a:t>
            </a:r>
            <a:r>
              <a:rPr sz="1200" b="0">
                <a:solidFill>
                  <a:srgbClr val="333333"/>
                </a:solidFill>
                <a:latin typeface="Calibri"/>
              </a:rPr>
              <a:t> 6</a:t>
            </a:r>
          </a:p>
          <a:p>
            <a:pPr>
              <a:defRPr sz="1200" b="1">
                <a:solidFill>
                  <a:srgbClr val="161616"/>
                </a:solidFill>
                <a:latin typeface="Calibri"/>
              </a:defRPr>
            </a:pPr>
            <a:r>
              <a:t>HIGH:</a:t>
            </a:r>
            <a:r>
              <a:rPr sz="1200" b="0">
                <a:solidFill>
                  <a:srgbClr val="333333"/>
                </a:solidFill>
                <a:latin typeface="Calibri"/>
              </a:rPr>
              <a:t> 6</a:t>
            </a:r>
          </a:p>
          <a:p>
            <a:pPr>
              <a:defRPr sz="1200" b="1">
                <a:solidFill>
                  <a:srgbClr val="161616"/>
                </a:solidFill>
                <a:latin typeface="Calibri"/>
              </a:defRPr>
            </a:pPr>
            <a:r>
              <a:t>MEDIUM:</a:t>
            </a:r>
            <a:r>
              <a:rPr sz="1200" b="0">
                <a:solidFill>
                  <a:srgbClr val="333333"/>
                </a:solidFill>
                <a:latin typeface="Calibri"/>
              </a:rPr>
              <a:t> 0</a:t>
            </a:r>
          </a:p>
          <a:p>
            <a:pPr>
              <a:defRPr sz="1200" b="1">
                <a:solidFill>
                  <a:srgbClr val="161616"/>
                </a:solidFill>
                <a:latin typeface="Calibri"/>
              </a:defRPr>
            </a:pPr>
            <a:r>
              <a:t>LOW:</a:t>
            </a:r>
            <a:r>
              <a:rPr sz="1200" b="0">
                <a:solidFill>
                  <a:srgbClr val="333333"/>
                </a:solidFill>
                <a:latin typeface="Calibri"/>
              </a:rPr>
              <a:t> 0</a:t>
            </a:r>
          </a:p>
          <a:p>
            <a:pPr>
              <a:defRPr sz="1100">
                <a:solidFill>
                  <a:srgbClr val="333333"/>
                </a:solidFill>
                <a:latin typeface="Calibri"/>
              </a:defRPr>
            </a:pPr>
          </a:p>
          <a:p>
            <a:pPr>
              <a:defRPr sz="1100">
                <a:solidFill>
                  <a:srgbClr val="333333"/>
                </a:solidFill>
                <a:latin typeface="Calibri"/>
              </a:defRPr>
            </a:pPr>
            <a:r>
              <a:t>All HIGH severity.</a:t>
            </a:r>
          </a:p>
          <a:p>
            <a:pPr>
              <a:defRPr sz="1100">
                <a:solidFill>
                  <a:srgbClr val="333333"/>
                </a:solidFill>
                <a:latin typeface="Calibri"/>
              </a:defRPr>
            </a:pPr>
            <a:r>
              <a:t>Blocks S/4HANA Cloud.</a:t>
            </a:r>
          </a:p>
        </p:txBody>
      </p:sp>
      <p:sp>
        <p:nvSpPr>
          <p:cNvPr id="4" name="Oval 3">
            <a:extLst>
              <a:ext uri="{FF2B5EF4-FFF2-40B4-BE49-F238E27FC236}">
                <a16:creationId xmlns:a16="http://schemas.microsoft.com/office/drawing/2014/main" id="{F135ABB5-CD63-ABB3-1D02-938A5A2537ED}"/>
              </a:ext>
            </a:extLst>
          </p:cNvPr>
          <p:cNvSpPr/>
          <p:nvPr/>
        </p:nvSpPr>
        <p:spPr bwMode="auto">
          <a:xfrm>
            <a:off x="457201" y="1672709"/>
            <a:ext cx="693868" cy="693868"/>
          </a:xfrm>
          <a:prstGeom prst="ellipse">
            <a:avLst/>
          </a:prstGeom>
          <a:noFill/>
          <a:ln w="12700">
            <a:solidFill>
              <a:schemeClr val="accent5"/>
            </a:solidFill>
          </a:ln>
          <a:effectLst/>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3055DA"/>
              </a:solidFill>
              <a:effectLst/>
              <a:uLnTx/>
              <a:uFillTx/>
              <a:latin typeface="Calibri Light" panose="020F0302020204030204" pitchFamily="34" charset="0"/>
              <a:ea typeface="Human Sans ExtraLight" charset="0"/>
              <a:cs typeface="Human Sans ExtraLight" charset="0"/>
            </a:endParaRPr>
          </a:p>
        </p:txBody>
      </p:sp>
      <p:pic>
        <p:nvPicPr>
          <p:cNvPr id="3" name="Graphic 2">
            <a:extLst>
              <a:ext uri="{FF2B5EF4-FFF2-40B4-BE49-F238E27FC236}">
                <a16:creationId xmlns:a16="http://schemas.microsoft.com/office/drawing/2014/main" id="{C65903DB-1ABA-0A54-B56F-D5E7A05E9EEF}"/>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557682" y="1771634"/>
            <a:ext cx="507443" cy="507443"/>
          </a:xfrm>
          <a:prstGeom prst="rect">
            <a:avLst/>
          </a:prstGeom>
        </p:spPr>
      </p:pic>
      <p:graphicFrame>
        <p:nvGraphicFramePr>
          <p:cNvPr id="50" name="Table 49"/>
          <p:cNvGraphicFramePr>
            <a:graphicFrameLocks noGrp="1"/>
          </p:cNvGraphicFramePr>
          <p:nvPr/>
        </p:nvGraphicFramePr>
        <p:xfrm>
          <a:off x="3474720" y="731520"/>
          <a:ext cx="8412480" cy="3200400"/>
        </p:xfrm>
        <a:graphic>
          <a:graphicData uri="http://schemas.openxmlformats.org/drawingml/2006/table">
            <a:tbl>
              <a:tblPr firstRow="1" bandRow="1">
                <a:tableStyleId>{5C22544A-7EE6-4342-B048-85BDC9FD1C3A}</a:tableStyleId>
              </a:tblPr>
              <a:tblGrid>
                <a:gridCol w="365760"/>
                <a:gridCol w="640080"/>
                <a:gridCol w="5029200"/>
                <a:gridCol w="2377440"/>
              </a:tblGrid>
              <a:tr h="365760">
                <a:tc>
                  <a:txBody>
                    <a:bodyPr/>
                    <a:lstStyle/>
                    <a:p>
                      <a:pPr>
                        <a:defRPr sz="1100" b="1">
                          <a:solidFill>
                            <a:srgbClr val="FFFFFF"/>
                          </a:solidFill>
                          <a:latin typeface="Calibri"/>
                        </a:defRPr>
                      </a:pPr>
                      <a:r>
                        <a:t>#</a:t>
                      </a:r>
                    </a:p>
                  </a:txBody>
                  <a:tcPr>
                    <a:solidFill>
                      <a:srgbClr val="161616"/>
                    </a:solidFill>
                  </a:tcPr>
                </a:tc>
                <a:tc>
                  <a:txBody>
                    <a:bodyPr/>
                    <a:lstStyle/>
                    <a:p>
                      <a:pPr>
                        <a:defRPr sz="1100" b="1">
                          <a:solidFill>
                            <a:srgbClr val="FFFFFF"/>
                          </a:solidFill>
                          <a:latin typeface="Calibri"/>
                        </a:defRPr>
                      </a:pPr>
                      <a:r>
                        <a:t>Sev</a:t>
                      </a:r>
                    </a:p>
                  </a:txBody>
                  <a:tcPr>
                    <a:solidFill>
                      <a:srgbClr val="161616"/>
                    </a:solidFill>
                  </a:tcPr>
                </a:tc>
                <a:tc>
                  <a:txBody>
                    <a:bodyPr/>
                    <a:lstStyle/>
                    <a:p>
                      <a:pPr>
                        <a:defRPr sz="1100" b="1">
                          <a:solidFill>
                            <a:srgbClr val="FFFFFF"/>
                          </a:solidFill>
                          <a:latin typeface="Calibri"/>
                        </a:defRPr>
                      </a:pPr>
                      <a:r>
                        <a:t>Finding title</a:t>
                      </a:r>
                    </a:p>
                  </a:txBody>
                  <a:tcPr>
                    <a:solidFill>
                      <a:srgbClr val="161616"/>
                    </a:solidFill>
                  </a:tcPr>
                </a:tc>
                <a:tc>
                  <a:txBody>
                    <a:bodyPr/>
                    <a:lstStyle/>
                    <a:p>
                      <a:pPr>
                        <a:defRPr sz="1100" b="1">
                          <a:solidFill>
                            <a:srgbClr val="FFFFFF"/>
                          </a:solidFill>
                          <a:latin typeface="Calibri"/>
                        </a:defRPr>
                      </a:pPr>
                      <a:r>
                        <a:t>Location</a:t>
                      </a:r>
                    </a:p>
                  </a:txBody>
                  <a:tcPr>
                    <a:solidFill>
                      <a:srgbClr val="161616"/>
                    </a:solidFill>
                  </a:tcPr>
                </a:tc>
              </a:tr>
              <a:tr h="472440">
                <a:tc>
                  <a:txBody>
                    <a:bodyPr/>
                    <a:lstStyle/>
                    <a:p>
                      <a:pPr>
                        <a:defRPr sz="1000">
                          <a:solidFill>
                            <a:srgbClr val="333333"/>
                          </a:solidFill>
                          <a:latin typeface="Calibri"/>
                        </a:defRPr>
                      </a:pPr>
                      <a:r>
                        <a:t>1</a:t>
                      </a:r>
                    </a:p>
                  </a:txBody>
                  <a:tcPr>
                    <a:solidFill>
                      <a:srgbClr val="FFFFFF"/>
                    </a:solidFill>
                  </a:tcPr>
                </a:tc>
                <a:tc>
                  <a:txBody>
                    <a:bodyPr/>
                    <a:lstStyle/>
                    <a:p>
                      <a:pPr>
                        <a:defRPr sz="1000" b="1">
                          <a:solidFill>
                            <a:srgbClr val="E67E22"/>
                          </a:solidFill>
                          <a:latin typeface="Calibri"/>
                        </a:defRPr>
                      </a:pPr>
                      <a:r>
                        <a:t>HIGH</a:t>
                      </a:r>
                    </a:p>
                  </a:txBody>
                  <a:tcPr>
                    <a:solidFill>
                      <a:srgbClr val="FFFFFF"/>
                    </a:solidFill>
                  </a:tcPr>
                </a:tc>
                <a:tc>
                  <a:txBody>
                    <a:bodyPr/>
                    <a:lstStyle/>
                    <a:p>
                      <a:pPr>
                        <a:defRPr sz="1000">
                          <a:solidFill>
                            <a:srgbClr val="333333"/>
                          </a:solidFill>
                          <a:latin typeface="Calibri"/>
                        </a:defRPr>
                      </a:pPr>
                      <a:r>
                        <a:t>OS command execution via `SXPG_COMMAND_EXECUTE` (shell access)</a:t>
                      </a:r>
                    </a:p>
                  </a:txBody>
                  <a:tcPr>
                    <a:solidFill>
                      <a:srgbClr val="FFFFFF"/>
                    </a:solidFill>
                  </a:tcPr>
                </a:tc>
                <a:tc>
                  <a:txBody>
                    <a:bodyPr/>
                    <a:lstStyle/>
                    <a:p>
                      <a:pPr>
                        <a:defRPr sz="1000">
                          <a:solidFill>
                            <a:srgbClr val="333333"/>
                          </a:solidFill>
                          <a:latin typeface="Consolas"/>
                        </a:defRPr>
                      </a:pPr>
                      <a:r>
                        <a:t>ZDMS_UPLOAD_FILES_F01:~325</a:t>
                      </a:r>
                    </a:p>
                  </a:txBody>
                  <a:tcPr>
                    <a:solidFill>
                      <a:srgbClr val="FFFFFF"/>
                    </a:solidFill>
                  </a:tcPr>
                </a:tc>
              </a:tr>
              <a:tr h="472440">
                <a:tc>
                  <a:txBody>
                    <a:bodyPr/>
                    <a:lstStyle/>
                    <a:p>
                      <a:pPr>
                        <a:defRPr sz="1000">
                          <a:solidFill>
                            <a:srgbClr val="333333"/>
                          </a:solidFill>
                          <a:latin typeface="Calibri"/>
                        </a:defRPr>
                      </a:pPr>
                      <a:r>
                        <a:t>2</a:t>
                      </a:r>
                    </a:p>
                  </a:txBody>
                  <a:tcPr>
                    <a:solidFill>
                      <a:srgbClr val="F5F5F5"/>
                    </a:solidFill>
                  </a:tcPr>
                </a:tc>
                <a:tc>
                  <a:txBody>
                    <a:bodyPr/>
                    <a:lstStyle/>
                    <a:p>
                      <a:pPr>
                        <a:defRPr sz="1000" b="1">
                          <a:solidFill>
                            <a:srgbClr val="E67E22"/>
                          </a:solidFill>
                          <a:latin typeface="Calibri"/>
                        </a:defRPr>
                      </a:pPr>
                      <a:r>
                        <a:t>HIGH</a:t>
                      </a:r>
                    </a:p>
                  </a:txBody>
                  <a:tcPr>
                    <a:solidFill>
                      <a:srgbClr val="F5F5F5"/>
                    </a:solidFill>
                  </a:tcPr>
                </a:tc>
                <a:tc>
                  <a:txBody>
                    <a:bodyPr/>
                    <a:lstStyle/>
                    <a:p>
                      <a:pPr>
                        <a:defRPr sz="1000">
                          <a:solidFill>
                            <a:srgbClr val="333333"/>
                          </a:solidFill>
                          <a:latin typeface="Calibri"/>
                        </a:defRPr>
                      </a:pPr>
                      <a:r>
                        <a:t>OS command execution via `SXPG_COMMAND_EXECUTE` (shell access)</a:t>
                      </a:r>
                    </a:p>
                  </a:txBody>
                  <a:tcPr>
                    <a:solidFill>
                      <a:srgbClr val="F5F5F5"/>
                    </a:solidFill>
                  </a:tcPr>
                </a:tc>
                <a:tc>
                  <a:txBody>
                    <a:bodyPr/>
                    <a:lstStyle/>
                    <a:p>
                      <a:pPr>
                        <a:defRPr sz="1000">
                          <a:solidFill>
                            <a:srgbClr val="333333"/>
                          </a:solidFill>
                          <a:latin typeface="Consolas"/>
                        </a:defRPr>
                      </a:pPr>
                      <a:r>
                        <a:t>ZDMS_UPLOAD_FILES_F01:~388</a:t>
                      </a:r>
                    </a:p>
                  </a:txBody>
                  <a:tcPr>
                    <a:solidFill>
                      <a:srgbClr val="F5F5F5"/>
                    </a:solidFill>
                  </a:tcPr>
                </a:tc>
              </a:tr>
              <a:tr h="472440">
                <a:tc>
                  <a:txBody>
                    <a:bodyPr/>
                    <a:lstStyle/>
                    <a:p>
                      <a:pPr>
                        <a:defRPr sz="1000">
                          <a:solidFill>
                            <a:srgbClr val="333333"/>
                          </a:solidFill>
                          <a:latin typeface="Calibri"/>
                        </a:defRPr>
                      </a:pPr>
                      <a:r>
                        <a:t>3</a:t>
                      </a:r>
                    </a:p>
                  </a:txBody>
                  <a:tcPr>
                    <a:solidFill>
                      <a:srgbClr val="FFFFFF"/>
                    </a:solidFill>
                  </a:tcPr>
                </a:tc>
                <a:tc>
                  <a:txBody>
                    <a:bodyPr/>
                    <a:lstStyle/>
                    <a:p>
                      <a:pPr>
                        <a:defRPr sz="1000" b="1">
                          <a:solidFill>
                            <a:srgbClr val="E67E22"/>
                          </a:solidFill>
                          <a:latin typeface="Calibri"/>
                        </a:defRPr>
                      </a:pPr>
                      <a:r>
                        <a:t>HIGH</a:t>
                      </a:r>
                    </a:p>
                  </a:txBody>
                  <a:tcPr>
                    <a:solidFill>
                      <a:srgbClr val="FFFFFF"/>
                    </a:solidFill>
                  </a:tcPr>
                </a:tc>
                <a:tc>
                  <a:txBody>
                    <a:bodyPr/>
                    <a:lstStyle/>
                    <a:p>
                      <a:pPr>
                        <a:defRPr sz="1000">
                          <a:solidFill>
                            <a:srgbClr val="333333"/>
                          </a:solidFill>
                          <a:latin typeface="Calibri"/>
                        </a:defRPr>
                      </a:pPr>
                      <a:r>
                        <a:t>File operations on application server via `OPEN DATASET` / `READ DATASET` / `TRANSFER` / `DELETE DATASET` (AL11-style)</a:t>
                      </a:r>
                    </a:p>
                  </a:txBody>
                  <a:tcPr>
                    <a:solidFill>
                      <a:srgbClr val="FFFFFF"/>
                    </a:solidFill>
                  </a:tcPr>
                </a:tc>
                <a:tc>
                  <a:txBody>
                    <a:bodyPr/>
                    <a:lstStyle/>
                    <a:p>
                      <a:pPr>
                        <a:defRPr sz="1000">
                          <a:solidFill>
                            <a:srgbClr val="333333"/>
                          </a:solidFill>
                          <a:latin typeface="Consolas"/>
                        </a:defRPr>
                      </a:pPr>
                      <a:r>
                        <a:t>ZDMS_UPLOAD_FILES_F01:~468</a:t>
                      </a:r>
                    </a:p>
                  </a:txBody>
                  <a:tcPr>
                    <a:solidFill>
                      <a:srgbClr val="FFFFFF"/>
                    </a:solidFill>
                  </a:tcPr>
                </a:tc>
              </a:tr>
              <a:tr h="472440">
                <a:tc>
                  <a:txBody>
                    <a:bodyPr/>
                    <a:lstStyle/>
                    <a:p>
                      <a:pPr>
                        <a:defRPr sz="1000">
                          <a:solidFill>
                            <a:srgbClr val="333333"/>
                          </a:solidFill>
                          <a:latin typeface="Calibri"/>
                        </a:defRPr>
                      </a:pPr>
                      <a:r>
                        <a:t>4</a:t>
                      </a:r>
                    </a:p>
                  </a:txBody>
                  <a:tcPr>
                    <a:solidFill>
                      <a:srgbClr val="F5F5F5"/>
                    </a:solidFill>
                  </a:tcPr>
                </a:tc>
                <a:tc>
                  <a:txBody>
                    <a:bodyPr/>
                    <a:lstStyle/>
                    <a:p>
                      <a:pPr>
                        <a:defRPr sz="1000" b="1">
                          <a:solidFill>
                            <a:srgbClr val="E67E22"/>
                          </a:solidFill>
                          <a:latin typeface="Calibri"/>
                        </a:defRPr>
                      </a:pPr>
                      <a:r>
                        <a:t>HIGH</a:t>
                      </a:r>
                    </a:p>
                  </a:txBody>
                  <a:tcPr>
                    <a:solidFill>
                      <a:srgbClr val="F5F5F5"/>
                    </a:solidFill>
                  </a:tcPr>
                </a:tc>
                <a:tc>
                  <a:txBody>
                    <a:bodyPr/>
                    <a:lstStyle/>
                    <a:p>
                      <a:pPr>
                        <a:defRPr sz="1000">
                          <a:solidFill>
                            <a:srgbClr val="333333"/>
                          </a:solidFill>
                          <a:latin typeface="Calibri"/>
                        </a:defRPr>
                      </a:pPr>
                      <a:r>
                        <a:t>File deletion on application server via `DELETE DATASET` (AL11-style)</a:t>
                      </a:r>
                    </a:p>
                  </a:txBody>
                  <a:tcPr>
                    <a:solidFill>
                      <a:srgbClr val="F5F5F5"/>
                    </a:solidFill>
                  </a:tcPr>
                </a:tc>
                <a:tc>
                  <a:txBody>
                    <a:bodyPr/>
                    <a:lstStyle/>
                    <a:p>
                      <a:pPr>
                        <a:defRPr sz="1000">
                          <a:solidFill>
                            <a:srgbClr val="333333"/>
                          </a:solidFill>
                          <a:latin typeface="Consolas"/>
                        </a:defRPr>
                      </a:pPr>
                      <a:r>
                        <a:t>ZDMS_UPLOAD_FILES_F01:~494</a:t>
                      </a:r>
                    </a:p>
                  </a:txBody>
                  <a:tcPr>
                    <a:solidFill>
                      <a:srgbClr val="F5F5F5"/>
                    </a:solidFill>
                  </a:tcPr>
                </a:tc>
              </a:tr>
              <a:tr h="472440">
                <a:tc>
                  <a:txBody>
                    <a:bodyPr/>
                    <a:lstStyle/>
                    <a:p>
                      <a:pPr>
                        <a:defRPr sz="1000">
                          <a:solidFill>
                            <a:srgbClr val="333333"/>
                          </a:solidFill>
                          <a:latin typeface="Calibri"/>
                        </a:defRPr>
                      </a:pPr>
                      <a:r>
                        <a:t>5</a:t>
                      </a:r>
                    </a:p>
                  </a:txBody>
                  <a:tcPr>
                    <a:solidFill>
                      <a:srgbClr val="FFFFFF"/>
                    </a:solidFill>
                  </a:tcPr>
                </a:tc>
                <a:tc>
                  <a:txBody>
                    <a:bodyPr/>
                    <a:lstStyle/>
                    <a:p>
                      <a:pPr>
                        <a:defRPr sz="1000" b="1">
                          <a:solidFill>
                            <a:srgbClr val="E67E22"/>
                          </a:solidFill>
                          <a:latin typeface="Calibri"/>
                        </a:defRPr>
                      </a:pPr>
                      <a:r>
                        <a:t>HIGH</a:t>
                      </a:r>
                    </a:p>
                  </a:txBody>
                  <a:tcPr>
                    <a:solidFill>
                      <a:srgbClr val="FFFFFF"/>
                    </a:solidFill>
                  </a:tcPr>
                </a:tc>
                <a:tc>
                  <a:txBody>
                    <a:bodyPr/>
                    <a:lstStyle/>
                    <a:p>
                      <a:pPr>
                        <a:defRPr sz="1000">
                          <a:solidFill>
                            <a:srgbClr val="333333"/>
                          </a:solidFill>
                          <a:latin typeface="Calibri"/>
                        </a:defRPr>
                      </a:pPr>
                      <a:r>
                        <a:t>File deletion on application server via `DELETE DATASET` (AL11-style)</a:t>
                      </a:r>
                    </a:p>
                  </a:txBody>
                  <a:tcPr>
                    <a:solidFill>
                      <a:srgbClr val="FFFFFF"/>
                    </a:solidFill>
                  </a:tcPr>
                </a:tc>
                <a:tc>
                  <a:txBody>
                    <a:bodyPr/>
                    <a:lstStyle/>
                    <a:p>
                      <a:pPr>
                        <a:defRPr sz="1000">
                          <a:solidFill>
                            <a:srgbClr val="333333"/>
                          </a:solidFill>
                          <a:latin typeface="Consolas"/>
                        </a:defRPr>
                      </a:pPr>
                      <a:r>
                        <a:t>ZDMS_UPLOAD_FILES_F01:~656</a:t>
                      </a:r>
                    </a:p>
                  </a:txBody>
                  <a:tcPr>
                    <a:solidFill>
                      <a:srgbClr val="FFFFFF"/>
                    </a:solidFill>
                  </a:tcPr>
                </a:tc>
              </a:tr>
              <a:tr h="472440">
                <a:tc>
                  <a:txBody>
                    <a:bodyPr/>
                    <a:lstStyle/>
                    <a:p>
                      <a:pPr>
                        <a:defRPr sz="1000">
                          <a:solidFill>
                            <a:srgbClr val="333333"/>
                          </a:solidFill>
                          <a:latin typeface="Calibri"/>
                        </a:defRPr>
                      </a:pPr>
                      <a:r>
                        <a:t>6</a:t>
                      </a:r>
                    </a:p>
                  </a:txBody>
                  <a:tcPr>
                    <a:solidFill>
                      <a:srgbClr val="F5F5F5"/>
                    </a:solidFill>
                  </a:tcPr>
                </a:tc>
                <a:tc>
                  <a:txBody>
                    <a:bodyPr/>
                    <a:lstStyle/>
                    <a:p>
                      <a:pPr>
                        <a:defRPr sz="1000" b="1">
                          <a:solidFill>
                            <a:srgbClr val="E67E22"/>
                          </a:solidFill>
                          <a:latin typeface="Calibri"/>
                        </a:defRPr>
                      </a:pPr>
                      <a:r>
                        <a:t>HIGH</a:t>
                      </a:r>
                    </a:p>
                  </a:txBody>
                  <a:tcPr>
                    <a:solidFill>
                      <a:srgbClr val="F5F5F5"/>
                    </a:solidFill>
                  </a:tcPr>
                </a:tc>
                <a:tc>
                  <a:txBody>
                    <a:bodyPr/>
                    <a:lstStyle/>
                    <a:p>
                      <a:pPr>
                        <a:defRPr sz="1000">
                          <a:solidFill>
                            <a:srgbClr val="333333"/>
                          </a:solidFill>
                          <a:latin typeface="Calibri"/>
                        </a:defRPr>
                      </a:pPr>
                      <a:r>
                        <a:t>Direct read of standard table `TVARVC` (released API alternative expected)</a:t>
                      </a:r>
                    </a:p>
                  </a:txBody>
                  <a:tcPr>
                    <a:solidFill>
                      <a:srgbClr val="F5F5F5"/>
                    </a:solidFill>
                  </a:tcPr>
                </a:tc>
                <a:tc>
                  <a:txBody>
                    <a:bodyPr/>
                    <a:lstStyle/>
                    <a:p>
                      <a:pPr>
                        <a:defRPr sz="1000">
                          <a:solidFill>
                            <a:srgbClr val="333333"/>
                          </a:solidFill>
                          <a:latin typeface="Consolas"/>
                        </a:defRPr>
                      </a:pPr>
                      <a:r>
                        <a:t>ZDMS_UPLOAD_FILES_F01:~164</a:t>
                      </a:r>
                    </a:p>
                  </a:txBody>
                  <a:tcPr>
                    <a:solidFill>
                      <a:srgbClr val="F5F5F5"/>
                    </a:solidFill>
                  </a:tcPr>
                </a:tc>
              </a:tr>
            </a:tbl>
          </a:graphicData>
        </a:graphic>
      </p:graphicFrame>
      <p:sp>
        <p:nvSpPr>
          <p:cNvPr id="51" name="TextBox 50"/>
          <p:cNvSpPr txBox="1"/>
          <p:nvPr/>
        </p:nvSpPr>
        <p:spPr>
          <a:xfrm>
            <a:off x="3474720" y="4206240"/>
            <a:ext cx="8412480" cy="274320"/>
          </a:xfrm>
          <a:prstGeom prst="rect">
            <a:avLst/>
          </a:prstGeom>
          <a:noFill/>
        </p:spPr>
        <p:txBody>
          <a:bodyPr wrap="square">
            <a:spAutoFit/>
          </a:bodyPr>
          <a:lstStyle/>
          <a:p>
            <a:pPr>
              <a:defRPr sz="1100" b="1">
                <a:solidFill>
                  <a:srgbClr val="C83636"/>
                </a:solidFill>
                <a:latin typeface="Calibri"/>
              </a:defRPr>
            </a:pPr>
            <a:r>
              <a:t>Representative · #1 · OS command execution via `SXPG_COMMAND_EXECUTE` (shell access)</a:t>
            </a:r>
          </a:p>
        </p:txBody>
      </p:sp>
      <p:sp>
        <p:nvSpPr>
          <p:cNvPr id="52" name="TextBox 51"/>
          <p:cNvSpPr txBox="1"/>
          <p:nvPr/>
        </p:nvSpPr>
        <p:spPr>
          <a:xfrm>
            <a:off x="3474720" y="4572000"/>
            <a:ext cx="8412480" cy="1097280"/>
          </a:xfrm>
          <a:prstGeom prst="rect">
            <a:avLst/>
          </a:prstGeom>
          <a:solidFill>
            <a:srgbClr val="F5F5F5"/>
          </a:solidFill>
        </p:spPr>
        <p:txBody>
          <a:bodyPr wrap="square">
            <a:spAutoFit/>
          </a:bodyPr>
          <a:lstStyle/>
          <a:p>
            <a:pPr>
              <a:defRPr sz="1000" b="0">
                <a:solidFill>
                  <a:srgbClr val="333333"/>
                </a:solidFill>
                <a:latin typeface="Consolas"/>
              </a:defRPr>
            </a:pPr>
            <a:r>
              <a:t>CALL FUNCTION 'SXPG_COMMAND_EXECUTE'</a:t>
            </a:r>
          </a:p>
          <a:p>
            <a:pPr>
              <a:defRPr sz="1000" b="0">
                <a:solidFill>
                  <a:srgbClr val="333333"/>
                </a:solidFill>
                <a:latin typeface="Consolas"/>
              </a:defRPr>
            </a:pPr>
            <a:r>
              <a:t>  EXPORTING</a:t>
            </a:r>
          </a:p>
          <a:p>
            <a:pPr>
              <a:defRPr sz="1000" b="0">
                <a:solidFill>
                  <a:srgbClr val="333333"/>
                </a:solidFill>
                <a:latin typeface="Consolas"/>
              </a:defRPr>
            </a:pPr>
            <a:r>
              <a:t>    commandname                   = lv_comm</a:t>
            </a:r>
          </a:p>
          <a:p>
            <a:pPr>
              <a:defRPr sz="1000" b="0">
                <a:solidFill>
                  <a:srgbClr val="333333"/>
                </a:solidFill>
                <a:latin typeface="Consolas"/>
              </a:defRPr>
            </a:pPr>
            <a:r>
              <a:t>    additional_parameters         = gv_param</a:t>
            </a:r>
          </a:p>
        </p:txBody>
      </p:sp>
      <p:sp>
        <p:nvSpPr>
          <p:cNvPr id="53" name="TextBox 52"/>
          <p:cNvSpPr txBox="1"/>
          <p:nvPr/>
        </p:nvSpPr>
        <p:spPr>
          <a:xfrm>
            <a:off x="3474720" y="5897879"/>
            <a:ext cx="8412480" cy="274320"/>
          </a:xfrm>
          <a:prstGeom prst="rect">
            <a:avLst/>
          </a:prstGeom>
          <a:noFill/>
        </p:spPr>
        <p:txBody>
          <a:bodyPr wrap="square">
            <a:spAutoFit/>
          </a:bodyPr>
          <a:lstStyle/>
          <a:p>
            <a:pPr>
              <a:defRPr sz="1100" b="1">
                <a:solidFill>
                  <a:srgbClr val="00B4C8"/>
                </a:solidFill>
                <a:latin typeface="Calibri"/>
              </a:defRPr>
            </a:pPr>
            <a:r>
              <a:t>Recommendation pattern</a:t>
            </a:r>
          </a:p>
        </p:txBody>
      </p:sp>
      <p:sp>
        <p:nvSpPr>
          <p:cNvPr id="54" name="TextBox 53"/>
          <p:cNvSpPr txBox="1"/>
          <p:nvPr/>
        </p:nvSpPr>
        <p:spPr>
          <a:xfrm>
            <a:off x="3474720" y="6263640"/>
            <a:ext cx="8412480" cy="822960"/>
          </a:xfrm>
          <a:prstGeom prst="rect">
            <a:avLst/>
          </a:prstGeom>
          <a:noFill/>
        </p:spPr>
        <p:txBody>
          <a:bodyPr wrap="square">
            <a:spAutoFit/>
          </a:bodyPr>
          <a:lstStyle/>
          <a:p>
            <a:pPr>
              <a:defRPr sz="1000" b="0">
                <a:solidFill>
                  <a:srgbClr val="333333"/>
                </a:solidFill>
                <a:latin typeface="Calibri"/>
              </a:defRPr>
            </a:pPr>
            <a:r>
              <a:t>Replace SXPG_COMMAND_EXECUTE + AL11 file I/O with released integration: native ABAP SFTP class, BTP Integration Suite SFTP adapter, or attachment/document APIs. Avoid direct reads of standard SAP tables when a released CDS/API exists.</a:t>
            </a:r>
          </a:p>
        </p:txBody>
      </p:sp>
    </p:spTree>
    <p:extLst>
      <p:ext uri="{BB962C8B-B14F-4D97-AF65-F5344CB8AC3E}">
        <p14:creationId xmlns:p14="http://schemas.microsoft.com/office/powerpoint/2010/main" val="2620996960"/>
      </p:ext>
    </p:extLst>
  </p:cSld>
  <p:clrMapOvr>
    <a:masterClrMapping/>
  </p:clrMapOvr>
  <p:transition spd="slow"/>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372D67-9A80-C9FF-B2A0-9F2F91E2B4A9}"/>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E377C913-64ED-EA69-93B6-9B33D0A1493A}"/>
              </a:ext>
            </a:extLst>
          </p:cNvPr>
          <p:cNvSpPr>
            <a:spLocks noGrp="1"/>
          </p:cNvSpPr>
          <p:nvPr>
            <p:ph type="title"/>
          </p:nvPr>
        </p:nvSpPr>
        <p:spPr>
          <a:xfrm>
            <a:off x="457200" y="723900"/>
            <a:ext cx="2586789" cy="615553"/>
          </a:xfrm>
        </p:spPr>
        <p:txBody>
          <a:bodyPr vert="horz" wrap="square" lIns="0" tIns="0" rIns="0" bIns="0" rtlCol="0" anchor="t">
            <a:spAutoFit/>
          </a:bodyPr>
          <a:lstStyle/>
          <a:p>
            <a:r>
              <a:rPr lang="en-GB" sz="2000" dirty="0">
                <a:solidFill>
                  <a:srgbClr val="000000"/>
                </a:solidFill>
                <a:cs typeface="Arial"/>
              </a:rPr>
              <a:t>Security</a:t>
            </a:r>
            <a:endParaRPr lang="en-US" sz="2000" dirty="0">
              <a:solidFill>
                <a:srgbClr val="FF4E33"/>
              </a:solidFill>
            </a:endParaRPr>
          </a:p>
        </p:txBody>
      </p:sp>
      <p:sp>
        <p:nvSpPr>
          <p:cNvPr id="49" name="Text Placeholder 48">
            <a:extLst>
              <a:ext uri="{FF2B5EF4-FFF2-40B4-BE49-F238E27FC236}">
                <a16:creationId xmlns:a16="http://schemas.microsoft.com/office/drawing/2014/main" id="{93302BA2-B02F-9DDF-FE8E-13D31E4D3AE4}"/>
              </a:ext>
            </a:extLst>
          </p:cNvPr>
          <p:cNvSpPr>
            <a:spLocks noGrp="1"/>
          </p:cNvSpPr>
          <p:nvPr>
            <p:ph type="body" sz="quarter" idx="15"/>
          </p:nvPr>
        </p:nvSpPr>
        <p:spPr/>
        <p:txBody>
          <a:bodyPr/>
          <a:lstStyle/>
          <a:p>
            <a:r>
              <a:rPr lang="en-US" b="0"/>
              <a:t>ZDMS_UPLOAD_FILES</a:t>
            </a:r>
            <a:endParaRPr lang="en-US"/>
          </a:p>
        </p:txBody>
      </p:sp>
      <p:sp>
        <p:nvSpPr>
          <p:cNvPr id="5" name="TextBox 4">
            <a:extLst>
              <a:ext uri="{FF2B5EF4-FFF2-40B4-BE49-F238E27FC236}">
                <a16:creationId xmlns:a16="http://schemas.microsoft.com/office/drawing/2014/main" id="{69F25E0D-7B4A-3526-7DB6-C34E167B7E4C}"/>
              </a:ext>
            </a:extLst>
          </p:cNvPr>
          <p:cNvSpPr txBox="1"/>
          <p:nvPr/>
        </p:nvSpPr>
        <p:spPr>
          <a:xfrm>
            <a:off x="449197" y="2559887"/>
            <a:ext cx="2454778" cy="2462213"/>
          </a:xfrm>
          <a:prstGeom prst="rect">
            <a:avLst/>
          </a:prstGeom>
          <a:noFill/>
        </p:spPr>
        <p:txBody>
          <a:bodyPr wrap="square" lIns="0" tIns="45720" rIns="91440" bIns="45720" anchor="t">
            <a:spAutoFit/>
          </a:bodyPr>
          <a:lstStyle/>
          <a:p>
            <a:pPr>
              <a:defRPr sz="1600" b="1">
                <a:solidFill>
                  <a:srgbClr val="161616"/>
                </a:solidFill>
                <a:latin typeface="Calibri"/>
              </a:defRPr>
            </a:pPr>
            <a:r>
              <a:t>FINDING COUNTS</a:t>
            </a:r>
          </a:p>
          <a:p>
            <a:pPr>
              <a:defRPr sz="1200" b="1">
                <a:solidFill>
                  <a:srgbClr val="161616"/>
                </a:solidFill>
                <a:latin typeface="Calibri"/>
              </a:defRPr>
            </a:pPr>
            <a:r>
              <a:t>Total:</a:t>
            </a:r>
            <a:r>
              <a:rPr sz="1200" b="0">
                <a:solidFill>
                  <a:srgbClr val="333333"/>
                </a:solidFill>
                <a:latin typeface="Calibri"/>
              </a:rPr>
              <a:t> 4</a:t>
            </a:r>
          </a:p>
          <a:p>
            <a:pPr>
              <a:defRPr sz="1200" b="1">
                <a:solidFill>
                  <a:srgbClr val="161616"/>
                </a:solidFill>
                <a:latin typeface="Calibri"/>
              </a:defRPr>
            </a:pPr>
            <a:r>
              <a:t>HIGH:</a:t>
            </a:r>
            <a:r>
              <a:rPr sz="1200" b="0">
                <a:solidFill>
                  <a:srgbClr val="333333"/>
                </a:solidFill>
                <a:latin typeface="Calibri"/>
              </a:rPr>
              <a:t> 2</a:t>
            </a:r>
          </a:p>
          <a:p>
            <a:pPr>
              <a:defRPr sz="1200" b="1">
                <a:solidFill>
                  <a:srgbClr val="161616"/>
                </a:solidFill>
                <a:latin typeface="Calibri"/>
              </a:defRPr>
            </a:pPr>
            <a:r>
              <a:t>MEDIUM:</a:t>
            </a:r>
            <a:r>
              <a:rPr sz="1200" b="0">
                <a:solidFill>
                  <a:srgbClr val="333333"/>
                </a:solidFill>
                <a:latin typeface="Calibri"/>
              </a:rPr>
              <a:t> 1</a:t>
            </a:r>
          </a:p>
          <a:p>
            <a:pPr>
              <a:defRPr sz="1200" b="1">
                <a:solidFill>
                  <a:srgbClr val="161616"/>
                </a:solidFill>
                <a:latin typeface="Calibri"/>
              </a:defRPr>
            </a:pPr>
            <a:r>
              <a:t>LOW:</a:t>
            </a:r>
            <a:r>
              <a:rPr sz="1200" b="0">
                <a:solidFill>
                  <a:srgbClr val="333333"/>
                </a:solidFill>
                <a:latin typeface="Calibri"/>
              </a:rPr>
              <a:t> 1</a:t>
            </a:r>
          </a:p>
          <a:p>
            <a:pPr>
              <a:defRPr sz="1100">
                <a:solidFill>
                  <a:srgbClr val="333333"/>
                </a:solidFill>
                <a:latin typeface="Calibri"/>
              </a:defRPr>
            </a:pPr>
          </a:p>
          <a:p>
            <a:pPr>
              <a:defRPr sz="1100">
                <a:solidFill>
                  <a:srgbClr val="333333"/>
                </a:solidFill>
                <a:latin typeface="Calibri"/>
              </a:defRPr>
            </a:pPr>
            <a:r>
              <a:t>Missing AUTHORITY-CHECKs.</a:t>
            </a:r>
          </a:p>
          <a:p>
            <a:pPr>
              <a:defRPr sz="1100">
                <a:solidFill>
                  <a:srgbClr val="333333"/>
                </a:solidFill>
                <a:latin typeface="Calibri"/>
              </a:defRPr>
            </a:pPr>
            <a:r>
              <a:t>Shell-injection risk.</a:t>
            </a:r>
          </a:p>
        </p:txBody>
      </p:sp>
      <p:sp>
        <p:nvSpPr>
          <p:cNvPr id="4" name="Oval 3">
            <a:extLst>
              <a:ext uri="{FF2B5EF4-FFF2-40B4-BE49-F238E27FC236}">
                <a16:creationId xmlns:a16="http://schemas.microsoft.com/office/drawing/2014/main" id="{F135ABB5-CD63-ABB3-1D02-938A5A2537ED}"/>
              </a:ext>
            </a:extLst>
          </p:cNvPr>
          <p:cNvSpPr/>
          <p:nvPr/>
        </p:nvSpPr>
        <p:spPr bwMode="auto">
          <a:xfrm>
            <a:off x="457201" y="1672709"/>
            <a:ext cx="693868" cy="693868"/>
          </a:xfrm>
          <a:prstGeom prst="ellipse">
            <a:avLst/>
          </a:prstGeom>
          <a:noFill/>
          <a:ln w="12700">
            <a:solidFill>
              <a:schemeClr val="accent5"/>
            </a:solidFill>
          </a:ln>
          <a:effectLst/>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3055DA"/>
              </a:solidFill>
              <a:effectLst/>
              <a:uLnTx/>
              <a:uFillTx/>
              <a:latin typeface="Calibri Light" panose="020F0302020204030204" pitchFamily="34" charset="0"/>
              <a:ea typeface="Human Sans ExtraLight" charset="0"/>
              <a:cs typeface="Human Sans ExtraLight" charset="0"/>
            </a:endParaRPr>
          </a:p>
        </p:txBody>
      </p:sp>
      <p:pic>
        <p:nvPicPr>
          <p:cNvPr id="3" name="Graphic 2">
            <a:extLst>
              <a:ext uri="{FF2B5EF4-FFF2-40B4-BE49-F238E27FC236}">
                <a16:creationId xmlns:a16="http://schemas.microsoft.com/office/drawing/2014/main" id="{C65903DB-1ABA-0A54-B56F-D5E7A05E9EEF}"/>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557682" y="1771634"/>
            <a:ext cx="507443" cy="507443"/>
          </a:xfrm>
          <a:prstGeom prst="rect">
            <a:avLst/>
          </a:prstGeom>
        </p:spPr>
      </p:pic>
      <p:graphicFrame>
        <p:nvGraphicFramePr>
          <p:cNvPr id="50" name="Table 49"/>
          <p:cNvGraphicFramePr>
            <a:graphicFrameLocks noGrp="1"/>
          </p:cNvGraphicFramePr>
          <p:nvPr/>
        </p:nvGraphicFramePr>
        <p:xfrm>
          <a:off x="3474720" y="731520"/>
          <a:ext cx="8412480" cy="2286000"/>
        </p:xfrm>
        <a:graphic>
          <a:graphicData uri="http://schemas.openxmlformats.org/drawingml/2006/table">
            <a:tbl>
              <a:tblPr firstRow="1" bandRow="1">
                <a:tableStyleId>{5C22544A-7EE6-4342-B048-85BDC9FD1C3A}</a:tableStyleId>
              </a:tblPr>
              <a:tblGrid>
                <a:gridCol w="365760"/>
                <a:gridCol w="640080"/>
                <a:gridCol w="5029200"/>
                <a:gridCol w="2377440"/>
              </a:tblGrid>
              <a:tr h="365760">
                <a:tc>
                  <a:txBody>
                    <a:bodyPr/>
                    <a:lstStyle/>
                    <a:p>
                      <a:pPr>
                        <a:defRPr sz="1100" b="1">
                          <a:solidFill>
                            <a:srgbClr val="FFFFFF"/>
                          </a:solidFill>
                          <a:latin typeface="Calibri"/>
                        </a:defRPr>
                      </a:pPr>
                      <a:r>
                        <a:t>#</a:t>
                      </a:r>
                    </a:p>
                  </a:txBody>
                  <a:tcPr>
                    <a:solidFill>
                      <a:srgbClr val="161616"/>
                    </a:solidFill>
                  </a:tcPr>
                </a:tc>
                <a:tc>
                  <a:txBody>
                    <a:bodyPr/>
                    <a:lstStyle/>
                    <a:p>
                      <a:pPr>
                        <a:defRPr sz="1100" b="1">
                          <a:solidFill>
                            <a:srgbClr val="FFFFFF"/>
                          </a:solidFill>
                          <a:latin typeface="Calibri"/>
                        </a:defRPr>
                      </a:pPr>
                      <a:r>
                        <a:t>Sev</a:t>
                      </a:r>
                    </a:p>
                  </a:txBody>
                  <a:tcPr>
                    <a:solidFill>
                      <a:srgbClr val="161616"/>
                    </a:solidFill>
                  </a:tcPr>
                </a:tc>
                <a:tc>
                  <a:txBody>
                    <a:bodyPr/>
                    <a:lstStyle/>
                    <a:p>
                      <a:pPr>
                        <a:defRPr sz="1100" b="1">
                          <a:solidFill>
                            <a:srgbClr val="FFFFFF"/>
                          </a:solidFill>
                          <a:latin typeface="Calibri"/>
                        </a:defRPr>
                      </a:pPr>
                      <a:r>
                        <a:t>Finding title</a:t>
                      </a:r>
                    </a:p>
                  </a:txBody>
                  <a:tcPr>
                    <a:solidFill>
                      <a:srgbClr val="161616"/>
                    </a:solidFill>
                  </a:tcPr>
                </a:tc>
                <a:tc>
                  <a:txBody>
                    <a:bodyPr/>
                    <a:lstStyle/>
                    <a:p>
                      <a:pPr>
                        <a:defRPr sz="1100" b="1">
                          <a:solidFill>
                            <a:srgbClr val="FFFFFF"/>
                          </a:solidFill>
                          <a:latin typeface="Calibri"/>
                        </a:defRPr>
                      </a:pPr>
                      <a:r>
                        <a:t>Location</a:t>
                      </a:r>
                    </a:p>
                  </a:txBody>
                  <a:tcPr>
                    <a:solidFill>
                      <a:srgbClr val="161616"/>
                    </a:solidFill>
                  </a:tcPr>
                </a:tc>
              </a:tr>
              <a:tr h="480060">
                <a:tc>
                  <a:txBody>
                    <a:bodyPr/>
                    <a:lstStyle/>
                    <a:p>
                      <a:pPr>
                        <a:defRPr sz="1000">
                          <a:solidFill>
                            <a:srgbClr val="333333"/>
                          </a:solidFill>
                          <a:latin typeface="Calibri"/>
                        </a:defRPr>
                      </a:pPr>
                      <a:r>
                        <a:t>1</a:t>
                      </a:r>
                    </a:p>
                  </a:txBody>
                  <a:tcPr>
                    <a:solidFill>
                      <a:srgbClr val="FFFFFF"/>
                    </a:solidFill>
                  </a:tcPr>
                </a:tc>
                <a:tc>
                  <a:txBody>
                    <a:bodyPr/>
                    <a:lstStyle/>
                    <a:p>
                      <a:pPr>
                        <a:defRPr sz="1000" b="1">
                          <a:solidFill>
                            <a:srgbClr val="E67E22"/>
                          </a:solidFill>
                          <a:latin typeface="Calibri"/>
                        </a:defRPr>
                      </a:pPr>
                      <a:r>
                        <a:t>HIGH</a:t>
                      </a:r>
                    </a:p>
                  </a:txBody>
                  <a:tcPr>
                    <a:solidFill>
                      <a:srgbClr val="FFFFFF"/>
                    </a:solidFill>
                  </a:tcPr>
                </a:tc>
                <a:tc>
                  <a:txBody>
                    <a:bodyPr/>
                    <a:lstStyle/>
                    <a:p>
                      <a:pPr>
                        <a:defRPr sz="1000">
                          <a:solidFill>
                            <a:srgbClr val="333333"/>
                          </a:solidFill>
                          <a:latin typeface="Calibri"/>
                        </a:defRPr>
                      </a:pPr>
                      <a:r>
                        <a:t>Missing explicit authorization check before OS command execution (SFTP GET)</a:t>
                      </a:r>
                    </a:p>
                  </a:txBody>
                  <a:tcPr>
                    <a:solidFill>
                      <a:srgbClr val="FFFFFF"/>
                    </a:solidFill>
                  </a:tcPr>
                </a:tc>
                <a:tc>
                  <a:txBody>
                    <a:bodyPr/>
                    <a:lstStyle/>
                    <a:p>
                      <a:pPr>
                        <a:defRPr sz="1000">
                          <a:solidFill>
                            <a:srgbClr val="333333"/>
                          </a:solidFill>
                          <a:latin typeface="Consolas"/>
                        </a:defRPr>
                      </a:pPr>
                      <a:r>
                        <a:t>ZDMS_UPLOAD_FILES_F01:~250</a:t>
                      </a:r>
                    </a:p>
                  </a:txBody>
                  <a:tcPr>
                    <a:solidFill>
                      <a:srgbClr val="FFFFFF"/>
                    </a:solidFill>
                  </a:tcPr>
                </a:tc>
              </a:tr>
              <a:tr h="480060">
                <a:tc>
                  <a:txBody>
                    <a:bodyPr/>
                    <a:lstStyle/>
                    <a:p>
                      <a:pPr>
                        <a:defRPr sz="1000">
                          <a:solidFill>
                            <a:srgbClr val="333333"/>
                          </a:solidFill>
                          <a:latin typeface="Calibri"/>
                        </a:defRPr>
                      </a:pPr>
                      <a:r>
                        <a:t>2</a:t>
                      </a:r>
                    </a:p>
                  </a:txBody>
                  <a:tcPr>
                    <a:solidFill>
                      <a:srgbClr val="F5F5F5"/>
                    </a:solidFill>
                  </a:tcPr>
                </a:tc>
                <a:tc>
                  <a:txBody>
                    <a:bodyPr/>
                    <a:lstStyle/>
                    <a:p>
                      <a:pPr>
                        <a:defRPr sz="1000" b="1">
                          <a:solidFill>
                            <a:srgbClr val="E67E22"/>
                          </a:solidFill>
                          <a:latin typeface="Calibri"/>
                        </a:defRPr>
                      </a:pPr>
                      <a:r>
                        <a:t>HIGH</a:t>
                      </a:r>
                    </a:p>
                  </a:txBody>
                  <a:tcPr>
                    <a:solidFill>
                      <a:srgbClr val="F5F5F5"/>
                    </a:solidFill>
                  </a:tcPr>
                </a:tc>
                <a:tc>
                  <a:txBody>
                    <a:bodyPr/>
                    <a:lstStyle/>
                    <a:p>
                      <a:pPr>
                        <a:defRPr sz="1000">
                          <a:solidFill>
                            <a:srgbClr val="333333"/>
                          </a:solidFill>
                          <a:latin typeface="Calibri"/>
                        </a:defRPr>
                      </a:pPr>
                      <a:r>
                        <a:t>Missing explicit authorization check before OS command execution (SFTP PUT)</a:t>
                      </a:r>
                    </a:p>
                  </a:txBody>
                  <a:tcPr>
                    <a:solidFill>
                      <a:srgbClr val="F5F5F5"/>
                    </a:solidFill>
                  </a:tcPr>
                </a:tc>
                <a:tc>
                  <a:txBody>
                    <a:bodyPr/>
                    <a:lstStyle/>
                    <a:p>
                      <a:pPr>
                        <a:defRPr sz="1000">
                          <a:solidFill>
                            <a:srgbClr val="333333"/>
                          </a:solidFill>
                          <a:latin typeface="Consolas"/>
                        </a:defRPr>
                      </a:pPr>
                      <a:r>
                        <a:t>ZDMS_UPLOAD_FILES_F01:~320</a:t>
                      </a:r>
                    </a:p>
                  </a:txBody>
                  <a:tcPr>
                    <a:solidFill>
                      <a:srgbClr val="F5F5F5"/>
                    </a:solidFill>
                  </a:tcPr>
                </a:tc>
              </a:tr>
              <a:tr h="480060">
                <a:tc>
                  <a:txBody>
                    <a:bodyPr/>
                    <a:lstStyle/>
                    <a:p>
                      <a:pPr>
                        <a:defRPr sz="1000">
                          <a:solidFill>
                            <a:srgbClr val="333333"/>
                          </a:solidFill>
                          <a:latin typeface="Calibri"/>
                        </a:defRPr>
                      </a:pPr>
                      <a:r>
                        <a:t>3</a:t>
                      </a:r>
                    </a:p>
                  </a:txBody>
                  <a:tcPr>
                    <a:solidFill>
                      <a:srgbClr val="FFFFFF"/>
                    </a:solidFill>
                  </a:tcPr>
                </a:tc>
                <a:tc>
                  <a:txBody>
                    <a:bodyPr/>
                    <a:lstStyle/>
                    <a:p>
                      <a:pPr>
                        <a:defRPr sz="1000" b="1">
                          <a:solidFill>
                            <a:srgbClr val="CC9900"/>
                          </a:solidFill>
                          <a:latin typeface="Calibri"/>
                        </a:defRPr>
                      </a:pPr>
                      <a:r>
                        <a:t>MEDIUM</a:t>
                      </a:r>
                    </a:p>
                  </a:txBody>
                  <a:tcPr>
                    <a:solidFill>
                      <a:srgbClr val="FFFFFF"/>
                    </a:solidFill>
                  </a:tcPr>
                </a:tc>
                <a:tc>
                  <a:txBody>
                    <a:bodyPr/>
                    <a:lstStyle/>
                    <a:p>
                      <a:pPr>
                        <a:defRPr sz="1000">
                          <a:solidFill>
                            <a:srgbClr val="333333"/>
                          </a:solidFill>
                          <a:latin typeface="Calibri"/>
                        </a:defRPr>
                      </a:pPr>
                      <a:r>
                        <a:t>Shell-injection risk: building `additional_parameters` via concatenation of configurable values</a:t>
                      </a:r>
                    </a:p>
                  </a:txBody>
                  <a:tcPr>
                    <a:solidFill>
                      <a:srgbClr val="FFFFFF"/>
                    </a:solidFill>
                  </a:tcPr>
                </a:tc>
                <a:tc>
                  <a:txBody>
                    <a:bodyPr/>
                    <a:lstStyle/>
                    <a:p>
                      <a:pPr>
                        <a:defRPr sz="1000">
                          <a:solidFill>
                            <a:srgbClr val="333333"/>
                          </a:solidFill>
                          <a:latin typeface="Consolas"/>
                        </a:defRPr>
                      </a:pPr>
                      <a:r>
                        <a:t>ZDMS_UPLOAD_FILES_F01:~420</a:t>
                      </a:r>
                    </a:p>
                  </a:txBody>
                  <a:tcPr>
                    <a:solidFill>
                      <a:srgbClr val="FFFFFF"/>
                    </a:solidFill>
                  </a:tcPr>
                </a:tc>
              </a:tr>
              <a:tr h="480060">
                <a:tc>
                  <a:txBody>
                    <a:bodyPr/>
                    <a:lstStyle/>
                    <a:p>
                      <a:pPr>
                        <a:defRPr sz="1000">
                          <a:solidFill>
                            <a:srgbClr val="333333"/>
                          </a:solidFill>
                          <a:latin typeface="Calibri"/>
                        </a:defRPr>
                      </a:pPr>
                      <a:r>
                        <a:t>4</a:t>
                      </a:r>
                    </a:p>
                  </a:txBody>
                  <a:tcPr>
                    <a:solidFill>
                      <a:srgbClr val="F5F5F5"/>
                    </a:solidFill>
                  </a:tcPr>
                </a:tc>
                <a:tc>
                  <a:txBody>
                    <a:bodyPr/>
                    <a:lstStyle/>
                    <a:p>
                      <a:pPr>
                        <a:defRPr sz="1000" b="1">
                          <a:solidFill>
                            <a:srgbClr val="707070"/>
                          </a:solidFill>
                          <a:latin typeface="Calibri"/>
                        </a:defRPr>
                      </a:pPr>
                      <a:r>
                        <a:t>LOW</a:t>
                      </a:r>
                    </a:p>
                  </a:txBody>
                  <a:tcPr>
                    <a:solidFill>
                      <a:srgbClr val="F5F5F5"/>
                    </a:solidFill>
                  </a:tcPr>
                </a:tc>
                <a:tc>
                  <a:txBody>
                    <a:bodyPr/>
                    <a:lstStyle/>
                    <a:p>
                      <a:pPr>
                        <a:defRPr sz="1000">
                          <a:solidFill>
                            <a:srgbClr val="333333"/>
                          </a:solidFill>
                          <a:latin typeface="Calibri"/>
                        </a:defRPr>
                      </a:pPr>
                      <a:r>
                        <a:t>Sensitive operational details may be exposed via plain report output</a:t>
                      </a:r>
                    </a:p>
                  </a:txBody>
                  <a:tcPr>
                    <a:solidFill>
                      <a:srgbClr val="F5F5F5"/>
                    </a:solidFill>
                  </a:tcPr>
                </a:tc>
                <a:tc>
                  <a:txBody>
                    <a:bodyPr/>
                    <a:lstStyle/>
                    <a:p>
                      <a:pPr>
                        <a:defRPr sz="1000">
                          <a:solidFill>
                            <a:srgbClr val="333333"/>
                          </a:solidFill>
                          <a:latin typeface="Consolas"/>
                        </a:defRPr>
                      </a:pPr>
                      <a:r>
                        <a:t>ZDMS_UPLOAD_FILES_F01:~385</a:t>
                      </a:r>
                    </a:p>
                  </a:txBody>
                  <a:tcPr>
                    <a:solidFill>
                      <a:srgbClr val="F5F5F5"/>
                    </a:solidFill>
                  </a:tcPr>
                </a:tc>
              </a:tr>
            </a:tbl>
          </a:graphicData>
        </a:graphic>
      </p:graphicFrame>
      <p:sp>
        <p:nvSpPr>
          <p:cNvPr id="51" name="TextBox 50"/>
          <p:cNvSpPr txBox="1"/>
          <p:nvPr/>
        </p:nvSpPr>
        <p:spPr>
          <a:xfrm>
            <a:off x="3474720" y="3291839"/>
            <a:ext cx="8412480" cy="274320"/>
          </a:xfrm>
          <a:prstGeom prst="rect">
            <a:avLst/>
          </a:prstGeom>
          <a:noFill/>
        </p:spPr>
        <p:txBody>
          <a:bodyPr wrap="square">
            <a:spAutoFit/>
          </a:bodyPr>
          <a:lstStyle/>
          <a:p>
            <a:pPr>
              <a:defRPr sz="1100" b="1">
                <a:solidFill>
                  <a:srgbClr val="E67E22"/>
                </a:solidFill>
                <a:latin typeface="Calibri"/>
              </a:defRPr>
            </a:pPr>
            <a:r>
              <a:t>Representative · #1 · Missing explicit authorization check before OS command execution (SFTP GET)</a:t>
            </a:r>
          </a:p>
        </p:txBody>
      </p:sp>
      <p:sp>
        <p:nvSpPr>
          <p:cNvPr id="52" name="TextBox 51"/>
          <p:cNvSpPr txBox="1"/>
          <p:nvPr/>
        </p:nvSpPr>
        <p:spPr>
          <a:xfrm>
            <a:off x="3474720" y="3657599"/>
            <a:ext cx="8412480" cy="1097280"/>
          </a:xfrm>
          <a:prstGeom prst="rect">
            <a:avLst/>
          </a:prstGeom>
          <a:solidFill>
            <a:srgbClr val="F5F5F5"/>
          </a:solidFill>
        </p:spPr>
        <p:txBody>
          <a:bodyPr wrap="square">
            <a:spAutoFit/>
          </a:bodyPr>
          <a:lstStyle/>
          <a:p>
            <a:pPr>
              <a:defRPr sz="1000" b="0">
                <a:solidFill>
                  <a:srgbClr val="333333"/>
                </a:solidFill>
                <a:latin typeface="Consolas"/>
              </a:defRPr>
            </a:pPr>
            <a:r>
              <a:t>CALL FUNCTION 'SXPG_COMMAND_EXECUTE'</a:t>
            </a:r>
          </a:p>
          <a:p>
            <a:pPr>
              <a:defRPr sz="1000" b="0">
                <a:solidFill>
                  <a:srgbClr val="333333"/>
                </a:solidFill>
                <a:latin typeface="Consolas"/>
              </a:defRPr>
            </a:pPr>
            <a:r>
              <a:t>  EXPORTING</a:t>
            </a:r>
          </a:p>
          <a:p>
            <a:pPr>
              <a:defRPr sz="1000" b="0">
                <a:solidFill>
                  <a:srgbClr val="333333"/>
                </a:solidFill>
                <a:latin typeface="Consolas"/>
              </a:defRPr>
            </a:pPr>
            <a:r>
              <a:t>    commandname           = lv_comm</a:t>
            </a:r>
          </a:p>
          <a:p>
            <a:pPr>
              <a:defRPr sz="1000" b="0">
                <a:solidFill>
                  <a:srgbClr val="333333"/>
                </a:solidFill>
                <a:latin typeface="Consolas"/>
              </a:defRPr>
            </a:pPr>
            <a:r>
              <a:t>    additional_parameters = gv_param</a:t>
            </a:r>
          </a:p>
        </p:txBody>
      </p:sp>
      <p:sp>
        <p:nvSpPr>
          <p:cNvPr id="53" name="TextBox 52"/>
          <p:cNvSpPr txBox="1"/>
          <p:nvPr/>
        </p:nvSpPr>
        <p:spPr>
          <a:xfrm>
            <a:off x="3474720" y="4983479"/>
            <a:ext cx="8412480" cy="274320"/>
          </a:xfrm>
          <a:prstGeom prst="rect">
            <a:avLst/>
          </a:prstGeom>
          <a:noFill/>
        </p:spPr>
        <p:txBody>
          <a:bodyPr wrap="square">
            <a:spAutoFit/>
          </a:bodyPr>
          <a:lstStyle/>
          <a:p>
            <a:pPr>
              <a:defRPr sz="1100" b="1">
                <a:solidFill>
                  <a:srgbClr val="00B4C8"/>
                </a:solidFill>
                <a:latin typeface="Calibri"/>
              </a:defRPr>
            </a:pPr>
            <a:r>
              <a:t>Recommendation pattern</a:t>
            </a:r>
          </a:p>
        </p:txBody>
      </p:sp>
      <p:sp>
        <p:nvSpPr>
          <p:cNvPr id="54" name="TextBox 53"/>
          <p:cNvSpPr txBox="1"/>
          <p:nvPr/>
        </p:nvSpPr>
        <p:spPr>
          <a:xfrm>
            <a:off x="3474720" y="5349240"/>
            <a:ext cx="8412480" cy="822960"/>
          </a:xfrm>
          <a:prstGeom prst="rect">
            <a:avLst/>
          </a:prstGeom>
          <a:noFill/>
        </p:spPr>
        <p:txBody>
          <a:bodyPr wrap="square">
            <a:spAutoFit/>
          </a:bodyPr>
          <a:lstStyle/>
          <a:p>
            <a:pPr>
              <a:defRPr sz="1000" b="0">
                <a:solidFill>
                  <a:srgbClr val="333333"/>
                </a:solidFill>
                <a:latin typeface="Calibri"/>
              </a:defRPr>
            </a:pPr>
            <a:r>
              <a:t>Add explicit AUTHORITY-CHECK (S_LOG_COM / S_RZL_ADM) before every SXPG_COMMAND_EXECUTE. Validate/escape additional_parameters values before concatenation. Restrict allowed commands in SM69.</a:t>
            </a:r>
          </a:p>
        </p:txBody>
      </p:sp>
    </p:spTree>
    <p:extLst>
      <p:ext uri="{BB962C8B-B14F-4D97-AF65-F5344CB8AC3E}">
        <p14:creationId xmlns:p14="http://schemas.microsoft.com/office/powerpoint/2010/main" val="2620996960"/>
      </p:ext>
    </p:extLst>
  </p:cSld>
  <p:clrMapOvr>
    <a:masterClrMapping/>
  </p:clrMapOvr>
  <p:transition spd="slow"/>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372D67-9A80-C9FF-B2A0-9F2F91E2B4A9}"/>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E377C913-64ED-EA69-93B6-9B33D0A1493A}"/>
              </a:ext>
            </a:extLst>
          </p:cNvPr>
          <p:cNvSpPr>
            <a:spLocks noGrp="1"/>
          </p:cNvSpPr>
          <p:nvPr>
            <p:ph type="title"/>
          </p:nvPr>
        </p:nvSpPr>
        <p:spPr>
          <a:xfrm>
            <a:off x="457200" y="723900"/>
            <a:ext cx="2586789" cy="615553"/>
          </a:xfrm>
        </p:spPr>
        <p:txBody>
          <a:bodyPr vert="horz" wrap="square" lIns="0" tIns="0" rIns="0" bIns="0" rtlCol="0" anchor="t">
            <a:spAutoFit/>
          </a:bodyPr>
          <a:lstStyle/>
          <a:p>
            <a:r>
              <a:rPr lang="en-GB" sz="2000" dirty="0">
                <a:solidFill>
                  <a:srgbClr val="000000"/>
                </a:solidFill>
                <a:cs typeface="Arial"/>
              </a:rPr>
              <a:t>Performance</a:t>
            </a:r>
            <a:endParaRPr lang="en-US" sz="2000" dirty="0">
              <a:solidFill>
                <a:srgbClr val="FF4E33"/>
              </a:solidFill>
            </a:endParaRPr>
          </a:p>
        </p:txBody>
      </p:sp>
      <p:sp>
        <p:nvSpPr>
          <p:cNvPr id="49" name="Text Placeholder 48">
            <a:extLst>
              <a:ext uri="{FF2B5EF4-FFF2-40B4-BE49-F238E27FC236}">
                <a16:creationId xmlns:a16="http://schemas.microsoft.com/office/drawing/2014/main" id="{93302BA2-B02F-9DDF-FE8E-13D31E4D3AE4}"/>
              </a:ext>
            </a:extLst>
          </p:cNvPr>
          <p:cNvSpPr>
            <a:spLocks noGrp="1"/>
          </p:cNvSpPr>
          <p:nvPr>
            <p:ph type="body" sz="quarter" idx="15"/>
          </p:nvPr>
        </p:nvSpPr>
        <p:spPr/>
        <p:txBody>
          <a:bodyPr/>
          <a:lstStyle/>
          <a:p>
            <a:r>
              <a:rPr lang="en-US" b="0"/>
              <a:t>ZDMS_UPLOAD_FILES</a:t>
            </a:r>
            <a:endParaRPr lang="en-US"/>
          </a:p>
        </p:txBody>
      </p:sp>
      <p:sp>
        <p:nvSpPr>
          <p:cNvPr id="5" name="TextBox 4">
            <a:extLst>
              <a:ext uri="{FF2B5EF4-FFF2-40B4-BE49-F238E27FC236}">
                <a16:creationId xmlns:a16="http://schemas.microsoft.com/office/drawing/2014/main" id="{69F25E0D-7B4A-3526-7DB6-C34E167B7E4C}"/>
              </a:ext>
            </a:extLst>
          </p:cNvPr>
          <p:cNvSpPr txBox="1"/>
          <p:nvPr/>
        </p:nvSpPr>
        <p:spPr>
          <a:xfrm>
            <a:off x="449197" y="2559887"/>
            <a:ext cx="2454778" cy="2462213"/>
          </a:xfrm>
          <a:prstGeom prst="rect">
            <a:avLst/>
          </a:prstGeom>
          <a:noFill/>
        </p:spPr>
        <p:txBody>
          <a:bodyPr wrap="square" lIns="0" tIns="45720" rIns="91440" bIns="45720" anchor="t">
            <a:spAutoFit/>
          </a:bodyPr>
          <a:lstStyle/>
          <a:p>
            <a:pPr>
              <a:defRPr sz="1600" b="1">
                <a:solidFill>
                  <a:srgbClr val="161616"/>
                </a:solidFill>
                <a:latin typeface="Calibri"/>
              </a:defRPr>
            </a:pPr>
            <a:r>
              <a:t>FINDING COUNTS</a:t>
            </a:r>
          </a:p>
          <a:p>
            <a:pPr>
              <a:defRPr sz="1200" b="1">
                <a:solidFill>
                  <a:srgbClr val="161616"/>
                </a:solidFill>
                <a:latin typeface="Calibri"/>
              </a:defRPr>
            </a:pPr>
            <a:r>
              <a:t>Total:</a:t>
            </a:r>
            <a:r>
              <a:rPr sz="1200" b="0">
                <a:solidFill>
                  <a:srgbClr val="333333"/>
                </a:solidFill>
                <a:latin typeface="Calibri"/>
              </a:rPr>
              <a:t> 4</a:t>
            </a:r>
          </a:p>
          <a:p>
            <a:pPr>
              <a:defRPr sz="1200" b="1">
                <a:solidFill>
                  <a:srgbClr val="161616"/>
                </a:solidFill>
                <a:latin typeface="Calibri"/>
              </a:defRPr>
            </a:pPr>
            <a:r>
              <a:t>HIGH:</a:t>
            </a:r>
            <a:r>
              <a:rPr sz="1200" b="0">
                <a:solidFill>
                  <a:srgbClr val="333333"/>
                </a:solidFill>
                <a:latin typeface="Calibri"/>
              </a:rPr>
              <a:t> 2</a:t>
            </a:r>
          </a:p>
          <a:p>
            <a:pPr>
              <a:defRPr sz="1200" b="1">
                <a:solidFill>
                  <a:srgbClr val="161616"/>
                </a:solidFill>
                <a:latin typeface="Calibri"/>
              </a:defRPr>
            </a:pPr>
            <a:r>
              <a:t>MEDIUM:</a:t>
            </a:r>
            <a:r>
              <a:rPr sz="1200" b="0">
                <a:solidFill>
                  <a:srgbClr val="333333"/>
                </a:solidFill>
                <a:latin typeface="Calibri"/>
              </a:rPr>
              <a:t> 2</a:t>
            </a:r>
          </a:p>
          <a:p>
            <a:pPr>
              <a:defRPr sz="1200" b="1">
                <a:solidFill>
                  <a:srgbClr val="161616"/>
                </a:solidFill>
                <a:latin typeface="Calibri"/>
              </a:defRPr>
            </a:pPr>
            <a:r>
              <a:t>LOW:</a:t>
            </a:r>
            <a:r>
              <a:rPr sz="1200" b="0">
                <a:solidFill>
                  <a:srgbClr val="333333"/>
                </a:solidFill>
                <a:latin typeface="Calibri"/>
              </a:rPr>
              <a:t> 0</a:t>
            </a:r>
          </a:p>
          <a:p>
            <a:pPr>
              <a:defRPr sz="1100">
                <a:solidFill>
                  <a:srgbClr val="333333"/>
                </a:solidFill>
                <a:latin typeface="Calibri"/>
              </a:defRPr>
            </a:pPr>
          </a:p>
          <a:p>
            <a:pPr>
              <a:defRPr sz="1100">
                <a:solidFill>
                  <a:srgbClr val="333333"/>
                </a:solidFill>
                <a:latin typeface="Calibri"/>
              </a:defRPr>
            </a:pPr>
            <a:r>
              <a:t>Repeated FM in LOOP.</a:t>
            </a:r>
          </a:p>
          <a:p>
            <a:pPr>
              <a:defRPr sz="1100">
                <a:solidFill>
                  <a:srgbClr val="333333"/>
                </a:solidFill>
                <a:latin typeface="Calibri"/>
              </a:defRPr>
            </a:pPr>
            <a:r>
              <a:t>SELECT * on wide tables.</a:t>
            </a:r>
          </a:p>
        </p:txBody>
      </p:sp>
      <p:sp>
        <p:nvSpPr>
          <p:cNvPr id="4" name="Oval 3">
            <a:extLst>
              <a:ext uri="{FF2B5EF4-FFF2-40B4-BE49-F238E27FC236}">
                <a16:creationId xmlns:a16="http://schemas.microsoft.com/office/drawing/2014/main" id="{F135ABB5-CD63-ABB3-1D02-938A5A2537ED}"/>
              </a:ext>
            </a:extLst>
          </p:cNvPr>
          <p:cNvSpPr/>
          <p:nvPr/>
        </p:nvSpPr>
        <p:spPr bwMode="auto">
          <a:xfrm>
            <a:off x="457201" y="1672709"/>
            <a:ext cx="693868" cy="693868"/>
          </a:xfrm>
          <a:prstGeom prst="ellipse">
            <a:avLst/>
          </a:prstGeom>
          <a:noFill/>
          <a:ln w="12700">
            <a:solidFill>
              <a:schemeClr val="accent5"/>
            </a:solidFill>
          </a:ln>
          <a:effectLst/>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3055DA"/>
              </a:solidFill>
              <a:effectLst/>
              <a:uLnTx/>
              <a:uFillTx/>
              <a:latin typeface="Calibri Light" panose="020F0302020204030204" pitchFamily="34" charset="0"/>
              <a:ea typeface="Human Sans ExtraLight" charset="0"/>
              <a:cs typeface="Human Sans ExtraLight" charset="0"/>
            </a:endParaRPr>
          </a:p>
        </p:txBody>
      </p:sp>
      <p:pic>
        <p:nvPicPr>
          <p:cNvPr id="3" name="Graphic 2">
            <a:extLst>
              <a:ext uri="{FF2B5EF4-FFF2-40B4-BE49-F238E27FC236}">
                <a16:creationId xmlns:a16="http://schemas.microsoft.com/office/drawing/2014/main" id="{C65903DB-1ABA-0A54-B56F-D5E7A05E9EEF}"/>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557682" y="1771634"/>
            <a:ext cx="507443" cy="507443"/>
          </a:xfrm>
          <a:prstGeom prst="rect">
            <a:avLst/>
          </a:prstGeom>
        </p:spPr>
      </p:pic>
      <p:graphicFrame>
        <p:nvGraphicFramePr>
          <p:cNvPr id="50" name="Table 49"/>
          <p:cNvGraphicFramePr>
            <a:graphicFrameLocks noGrp="1"/>
          </p:cNvGraphicFramePr>
          <p:nvPr/>
        </p:nvGraphicFramePr>
        <p:xfrm>
          <a:off x="3474720" y="731520"/>
          <a:ext cx="8412480" cy="2286000"/>
        </p:xfrm>
        <a:graphic>
          <a:graphicData uri="http://schemas.openxmlformats.org/drawingml/2006/table">
            <a:tbl>
              <a:tblPr firstRow="1" bandRow="1">
                <a:tableStyleId>{5C22544A-7EE6-4342-B048-85BDC9FD1C3A}</a:tableStyleId>
              </a:tblPr>
              <a:tblGrid>
                <a:gridCol w="365760"/>
                <a:gridCol w="640080"/>
                <a:gridCol w="5029200"/>
                <a:gridCol w="2377440"/>
              </a:tblGrid>
              <a:tr h="365760">
                <a:tc>
                  <a:txBody>
                    <a:bodyPr/>
                    <a:lstStyle/>
                    <a:p>
                      <a:pPr>
                        <a:defRPr sz="1100" b="1">
                          <a:solidFill>
                            <a:srgbClr val="FFFFFF"/>
                          </a:solidFill>
                          <a:latin typeface="Calibri"/>
                        </a:defRPr>
                      </a:pPr>
                      <a:r>
                        <a:t>#</a:t>
                      </a:r>
                    </a:p>
                  </a:txBody>
                  <a:tcPr>
                    <a:solidFill>
                      <a:srgbClr val="161616"/>
                    </a:solidFill>
                  </a:tcPr>
                </a:tc>
                <a:tc>
                  <a:txBody>
                    <a:bodyPr/>
                    <a:lstStyle/>
                    <a:p>
                      <a:pPr>
                        <a:defRPr sz="1100" b="1">
                          <a:solidFill>
                            <a:srgbClr val="FFFFFF"/>
                          </a:solidFill>
                          <a:latin typeface="Calibri"/>
                        </a:defRPr>
                      </a:pPr>
                      <a:r>
                        <a:t>Sev</a:t>
                      </a:r>
                    </a:p>
                  </a:txBody>
                  <a:tcPr>
                    <a:solidFill>
                      <a:srgbClr val="161616"/>
                    </a:solidFill>
                  </a:tcPr>
                </a:tc>
                <a:tc>
                  <a:txBody>
                    <a:bodyPr/>
                    <a:lstStyle/>
                    <a:p>
                      <a:pPr>
                        <a:defRPr sz="1100" b="1">
                          <a:solidFill>
                            <a:srgbClr val="FFFFFF"/>
                          </a:solidFill>
                          <a:latin typeface="Calibri"/>
                        </a:defRPr>
                      </a:pPr>
                      <a:r>
                        <a:t>Finding title</a:t>
                      </a:r>
                    </a:p>
                  </a:txBody>
                  <a:tcPr>
                    <a:solidFill>
                      <a:srgbClr val="161616"/>
                    </a:solidFill>
                  </a:tcPr>
                </a:tc>
                <a:tc>
                  <a:txBody>
                    <a:bodyPr/>
                    <a:lstStyle/>
                    <a:p>
                      <a:pPr>
                        <a:defRPr sz="1100" b="1">
                          <a:solidFill>
                            <a:srgbClr val="FFFFFF"/>
                          </a:solidFill>
                          <a:latin typeface="Calibri"/>
                        </a:defRPr>
                      </a:pPr>
                      <a:r>
                        <a:t>Location</a:t>
                      </a:r>
                    </a:p>
                  </a:txBody>
                  <a:tcPr>
                    <a:solidFill>
                      <a:srgbClr val="161616"/>
                    </a:solidFill>
                  </a:tcPr>
                </a:tc>
              </a:tr>
              <a:tr h="480060">
                <a:tc>
                  <a:txBody>
                    <a:bodyPr/>
                    <a:lstStyle/>
                    <a:p>
                      <a:pPr>
                        <a:defRPr sz="1000">
                          <a:solidFill>
                            <a:srgbClr val="333333"/>
                          </a:solidFill>
                          <a:latin typeface="Calibri"/>
                        </a:defRPr>
                      </a:pPr>
                      <a:r>
                        <a:t>1</a:t>
                      </a:r>
                    </a:p>
                  </a:txBody>
                  <a:tcPr>
                    <a:solidFill>
                      <a:srgbClr val="FFFFFF"/>
                    </a:solidFill>
                  </a:tcPr>
                </a:tc>
                <a:tc>
                  <a:txBody>
                    <a:bodyPr/>
                    <a:lstStyle/>
                    <a:p>
                      <a:pPr>
                        <a:defRPr sz="1000" b="1">
                          <a:solidFill>
                            <a:srgbClr val="CC9900"/>
                          </a:solidFill>
                          <a:latin typeface="Calibri"/>
                        </a:defRPr>
                      </a:pPr>
                      <a:r>
                        <a:t>MEDIUM</a:t>
                      </a:r>
                    </a:p>
                  </a:txBody>
                  <a:tcPr>
                    <a:solidFill>
                      <a:srgbClr val="FFFFFF"/>
                    </a:solidFill>
                  </a:tcPr>
                </a:tc>
                <a:tc>
                  <a:txBody>
                    <a:bodyPr/>
                    <a:lstStyle/>
                    <a:p>
                      <a:pPr>
                        <a:defRPr sz="1000">
                          <a:solidFill>
                            <a:srgbClr val="333333"/>
                          </a:solidFill>
                          <a:latin typeface="Calibri"/>
                        </a:defRPr>
                      </a:pPr>
                      <a:r>
                        <a:t>`SELECT *` from TVARVC (unnecessary wide fetch)</a:t>
                      </a:r>
                    </a:p>
                  </a:txBody>
                  <a:tcPr>
                    <a:solidFill>
                      <a:srgbClr val="FFFFFF"/>
                    </a:solidFill>
                  </a:tcPr>
                </a:tc>
                <a:tc>
                  <a:txBody>
                    <a:bodyPr/>
                    <a:lstStyle/>
                    <a:p>
                      <a:pPr>
                        <a:defRPr sz="1000">
                          <a:solidFill>
                            <a:srgbClr val="333333"/>
                          </a:solidFill>
                          <a:latin typeface="Consolas"/>
                        </a:defRPr>
                      </a:pPr>
                      <a:r>
                        <a:t>ZDMS_UPLOAD_FILES_F01:~120</a:t>
                      </a:r>
                    </a:p>
                  </a:txBody>
                  <a:tcPr>
                    <a:solidFill>
                      <a:srgbClr val="FFFFFF"/>
                    </a:solidFill>
                  </a:tcPr>
                </a:tc>
              </a:tr>
              <a:tr h="480060">
                <a:tc>
                  <a:txBody>
                    <a:bodyPr/>
                    <a:lstStyle/>
                    <a:p>
                      <a:pPr>
                        <a:defRPr sz="1000">
                          <a:solidFill>
                            <a:srgbClr val="333333"/>
                          </a:solidFill>
                          <a:latin typeface="Calibri"/>
                        </a:defRPr>
                      </a:pPr>
                      <a:r>
                        <a:t>2</a:t>
                      </a:r>
                    </a:p>
                  </a:txBody>
                  <a:tcPr>
                    <a:solidFill>
                      <a:srgbClr val="F5F5F5"/>
                    </a:solidFill>
                  </a:tcPr>
                </a:tc>
                <a:tc>
                  <a:txBody>
                    <a:bodyPr/>
                    <a:lstStyle/>
                    <a:p>
                      <a:pPr>
                        <a:defRPr sz="1000" b="1">
                          <a:solidFill>
                            <a:srgbClr val="CC9900"/>
                          </a:solidFill>
                          <a:latin typeface="Calibri"/>
                        </a:defRPr>
                      </a:pPr>
                      <a:r>
                        <a:t>MEDIUM</a:t>
                      </a:r>
                    </a:p>
                  </a:txBody>
                  <a:tcPr>
                    <a:solidFill>
                      <a:srgbClr val="F5F5F5"/>
                    </a:solidFill>
                  </a:tcPr>
                </a:tc>
                <a:tc>
                  <a:txBody>
                    <a:bodyPr/>
                    <a:lstStyle/>
                    <a:p>
                      <a:pPr>
                        <a:defRPr sz="1000">
                          <a:solidFill>
                            <a:srgbClr val="333333"/>
                          </a:solidFill>
                          <a:latin typeface="Calibri"/>
                        </a:defRPr>
                      </a:pPr>
                      <a:r>
                        <a:t>`SELECT *` from DMS_DOC_FILES (potentially wide table)</a:t>
                      </a:r>
                    </a:p>
                  </a:txBody>
                  <a:tcPr>
                    <a:solidFill>
                      <a:srgbClr val="F5F5F5"/>
                    </a:solidFill>
                  </a:tcPr>
                </a:tc>
                <a:tc>
                  <a:txBody>
                    <a:bodyPr/>
                    <a:lstStyle/>
                    <a:p>
                      <a:pPr>
                        <a:defRPr sz="1000">
                          <a:solidFill>
                            <a:srgbClr val="333333"/>
                          </a:solidFill>
                          <a:latin typeface="Consolas"/>
                        </a:defRPr>
                      </a:pPr>
                      <a:r>
                        <a:t>ZDMS_UPLOAD_FILES_F01:~150</a:t>
                      </a:r>
                    </a:p>
                  </a:txBody>
                  <a:tcPr>
                    <a:solidFill>
                      <a:srgbClr val="F5F5F5"/>
                    </a:solidFill>
                  </a:tcPr>
                </a:tc>
              </a:tr>
              <a:tr h="480060">
                <a:tc>
                  <a:txBody>
                    <a:bodyPr/>
                    <a:lstStyle/>
                    <a:p>
                      <a:pPr>
                        <a:defRPr sz="1000">
                          <a:solidFill>
                            <a:srgbClr val="333333"/>
                          </a:solidFill>
                          <a:latin typeface="Calibri"/>
                        </a:defRPr>
                      </a:pPr>
                      <a:r>
                        <a:t>3</a:t>
                      </a:r>
                    </a:p>
                  </a:txBody>
                  <a:tcPr>
                    <a:solidFill>
                      <a:srgbClr val="FFFFFF"/>
                    </a:solidFill>
                  </a:tcPr>
                </a:tc>
                <a:tc>
                  <a:txBody>
                    <a:bodyPr/>
                    <a:lstStyle/>
                    <a:p>
                      <a:pPr>
                        <a:defRPr sz="1000" b="1">
                          <a:solidFill>
                            <a:srgbClr val="E67E22"/>
                          </a:solidFill>
                          <a:latin typeface="Calibri"/>
                        </a:defRPr>
                      </a:pPr>
                      <a:r>
                        <a:t>HIGH</a:t>
                      </a:r>
                    </a:p>
                  </a:txBody>
                  <a:tcPr>
                    <a:solidFill>
                      <a:srgbClr val="FFFFFF"/>
                    </a:solidFill>
                  </a:tcPr>
                </a:tc>
                <a:tc>
                  <a:txBody>
                    <a:bodyPr/>
                    <a:lstStyle/>
                    <a:p>
                      <a:pPr>
                        <a:defRPr sz="1000">
                          <a:solidFill>
                            <a:srgbClr val="333333"/>
                          </a:solidFill>
                          <a:latin typeface="Calibri"/>
                        </a:defRPr>
                      </a:pPr>
                      <a:r>
                        <a:t>Repeated function/module calls inside loop (FORMAT_MESSAGE)</a:t>
                      </a:r>
                    </a:p>
                  </a:txBody>
                  <a:tcPr>
                    <a:solidFill>
                      <a:srgbClr val="FFFFFF"/>
                    </a:solidFill>
                  </a:tcPr>
                </a:tc>
                <a:tc>
                  <a:txBody>
                    <a:bodyPr/>
                    <a:lstStyle/>
                    <a:p>
                      <a:pPr>
                        <a:defRPr sz="1000">
                          <a:solidFill>
                            <a:srgbClr val="333333"/>
                          </a:solidFill>
                          <a:latin typeface="Consolas"/>
                        </a:defRPr>
                      </a:pPr>
                      <a:r>
                        <a:t>ZDMS_UPLOAD_FILES_F01:~235</a:t>
                      </a:r>
                    </a:p>
                  </a:txBody>
                  <a:tcPr>
                    <a:solidFill>
                      <a:srgbClr val="FFFFFF"/>
                    </a:solidFill>
                  </a:tcPr>
                </a:tc>
              </a:tr>
              <a:tr h="480060">
                <a:tc>
                  <a:txBody>
                    <a:bodyPr/>
                    <a:lstStyle/>
                    <a:p>
                      <a:pPr>
                        <a:defRPr sz="1000">
                          <a:solidFill>
                            <a:srgbClr val="333333"/>
                          </a:solidFill>
                          <a:latin typeface="Calibri"/>
                        </a:defRPr>
                      </a:pPr>
                      <a:r>
                        <a:t>4</a:t>
                      </a:r>
                    </a:p>
                  </a:txBody>
                  <a:tcPr>
                    <a:solidFill>
                      <a:srgbClr val="F5F5F5"/>
                    </a:solidFill>
                  </a:tcPr>
                </a:tc>
                <a:tc>
                  <a:txBody>
                    <a:bodyPr/>
                    <a:lstStyle/>
                    <a:p>
                      <a:pPr>
                        <a:defRPr sz="1000" b="1">
                          <a:solidFill>
                            <a:srgbClr val="E67E22"/>
                          </a:solidFill>
                          <a:latin typeface="Calibri"/>
                        </a:defRPr>
                      </a:pPr>
                      <a:r>
                        <a:t>HIGH</a:t>
                      </a:r>
                    </a:p>
                  </a:txBody>
                  <a:tcPr>
                    <a:solidFill>
                      <a:srgbClr val="F5F5F5"/>
                    </a:solidFill>
                  </a:tcPr>
                </a:tc>
                <a:tc>
                  <a:txBody>
                    <a:bodyPr/>
                    <a:lstStyle/>
                    <a:p>
                      <a:pPr>
                        <a:defRPr sz="1000">
                          <a:solidFill>
                            <a:srgbClr val="333333"/>
                          </a:solidFill>
                          <a:latin typeface="Calibri"/>
                        </a:defRPr>
                      </a:pPr>
                      <a:r>
                        <a:t>Repeated function/module calls inside loop (ZDMS_UPLOAD_DOCUMENTS)</a:t>
                      </a:r>
                    </a:p>
                  </a:txBody>
                  <a:tcPr>
                    <a:solidFill>
                      <a:srgbClr val="F5F5F5"/>
                    </a:solidFill>
                  </a:tcPr>
                </a:tc>
                <a:tc>
                  <a:txBody>
                    <a:bodyPr/>
                    <a:lstStyle/>
                    <a:p>
                      <a:pPr>
                        <a:defRPr sz="1000">
                          <a:solidFill>
                            <a:srgbClr val="333333"/>
                          </a:solidFill>
                          <a:latin typeface="Consolas"/>
                        </a:defRPr>
                      </a:pPr>
                      <a:r>
                        <a:t>ZDMS_UPLOAD_FILES_F01:~205</a:t>
                      </a:r>
                    </a:p>
                  </a:txBody>
                  <a:tcPr>
                    <a:solidFill>
                      <a:srgbClr val="F5F5F5"/>
                    </a:solidFill>
                  </a:tcPr>
                </a:tc>
              </a:tr>
            </a:tbl>
          </a:graphicData>
        </a:graphic>
      </p:graphicFrame>
      <p:sp>
        <p:nvSpPr>
          <p:cNvPr id="51" name="TextBox 50"/>
          <p:cNvSpPr txBox="1"/>
          <p:nvPr/>
        </p:nvSpPr>
        <p:spPr>
          <a:xfrm>
            <a:off x="3474720" y="3291839"/>
            <a:ext cx="8412480" cy="274320"/>
          </a:xfrm>
          <a:prstGeom prst="rect">
            <a:avLst/>
          </a:prstGeom>
          <a:noFill/>
        </p:spPr>
        <p:txBody>
          <a:bodyPr wrap="square">
            <a:spAutoFit/>
          </a:bodyPr>
          <a:lstStyle/>
          <a:p>
            <a:pPr>
              <a:defRPr sz="1100" b="1">
                <a:solidFill>
                  <a:srgbClr val="E67E22"/>
                </a:solidFill>
                <a:latin typeface="Calibri"/>
              </a:defRPr>
            </a:pPr>
            <a:r>
              <a:t>Representative · #3 · Repeated function/module calls inside loop (FORMAT_MESSAGE)</a:t>
            </a:r>
          </a:p>
        </p:txBody>
      </p:sp>
      <p:sp>
        <p:nvSpPr>
          <p:cNvPr id="52" name="TextBox 51"/>
          <p:cNvSpPr txBox="1"/>
          <p:nvPr/>
        </p:nvSpPr>
        <p:spPr>
          <a:xfrm>
            <a:off x="3474720" y="3657599"/>
            <a:ext cx="8412480" cy="1097280"/>
          </a:xfrm>
          <a:prstGeom prst="rect">
            <a:avLst/>
          </a:prstGeom>
          <a:solidFill>
            <a:srgbClr val="F5F5F5"/>
          </a:solidFill>
        </p:spPr>
        <p:txBody>
          <a:bodyPr wrap="square">
            <a:spAutoFit/>
          </a:bodyPr>
          <a:lstStyle/>
          <a:p>
            <a:pPr>
              <a:defRPr sz="1000" b="0">
                <a:solidFill>
                  <a:srgbClr val="333333"/>
                </a:solidFill>
                <a:latin typeface="Consolas"/>
              </a:defRPr>
            </a:pPr>
            <a:r>
              <a:t>LOOP AT pt_data ASSIGNING FIELD-SYMBOL(&lt;fs_data&gt;).</a:t>
            </a:r>
          </a:p>
          <a:p>
            <a:pPr>
              <a:defRPr sz="1000" b="0">
                <a:solidFill>
                  <a:srgbClr val="333333"/>
                </a:solidFill>
                <a:latin typeface="Consolas"/>
              </a:defRPr>
            </a:pPr>
            <a:r>
              <a:t>  ...</a:t>
            </a:r>
          </a:p>
          <a:p>
            <a:pPr>
              <a:defRPr sz="1000" b="0">
                <a:solidFill>
                  <a:srgbClr val="333333"/>
                </a:solidFill>
                <a:latin typeface="Consolas"/>
              </a:defRPr>
            </a:pPr>
            <a:r>
              <a:t>  CALL FUNCTION 'FORMAT_MESSAGE'</a:t>
            </a:r>
          </a:p>
          <a:p>
            <a:pPr>
              <a:defRPr sz="1000" b="0">
                <a:solidFill>
                  <a:srgbClr val="333333"/>
                </a:solidFill>
                <a:latin typeface="Consolas"/>
              </a:defRPr>
            </a:pPr>
            <a:r>
              <a:t>    EXPORTING</a:t>
            </a:r>
          </a:p>
        </p:txBody>
      </p:sp>
      <p:sp>
        <p:nvSpPr>
          <p:cNvPr id="53" name="TextBox 52"/>
          <p:cNvSpPr txBox="1"/>
          <p:nvPr/>
        </p:nvSpPr>
        <p:spPr>
          <a:xfrm>
            <a:off x="3474720" y="4983479"/>
            <a:ext cx="8412480" cy="274320"/>
          </a:xfrm>
          <a:prstGeom prst="rect">
            <a:avLst/>
          </a:prstGeom>
          <a:noFill/>
        </p:spPr>
        <p:txBody>
          <a:bodyPr wrap="square">
            <a:spAutoFit/>
          </a:bodyPr>
          <a:lstStyle/>
          <a:p>
            <a:pPr>
              <a:defRPr sz="1100" b="1">
                <a:solidFill>
                  <a:srgbClr val="00B4C8"/>
                </a:solidFill>
                <a:latin typeface="Calibri"/>
              </a:defRPr>
            </a:pPr>
            <a:r>
              <a:t>Recommendation pattern</a:t>
            </a:r>
          </a:p>
        </p:txBody>
      </p:sp>
      <p:sp>
        <p:nvSpPr>
          <p:cNvPr id="54" name="TextBox 53"/>
          <p:cNvSpPr txBox="1"/>
          <p:nvPr/>
        </p:nvSpPr>
        <p:spPr>
          <a:xfrm>
            <a:off x="3474720" y="5349240"/>
            <a:ext cx="8412480" cy="822960"/>
          </a:xfrm>
          <a:prstGeom prst="rect">
            <a:avLst/>
          </a:prstGeom>
          <a:noFill/>
        </p:spPr>
        <p:txBody>
          <a:bodyPr wrap="square">
            <a:spAutoFit/>
          </a:bodyPr>
          <a:lstStyle/>
          <a:p>
            <a:pPr>
              <a:defRPr sz="1000" b="0">
                <a:solidFill>
                  <a:srgbClr val="333333"/>
                </a:solidFill>
                <a:latin typeface="Calibri"/>
              </a:defRPr>
            </a:pPr>
            <a:r>
              <a:t>Hoist repeated function-module calls out of LOOPs; cache results in HASHED tables. Replace SELECT * with explicit field lists; add WHERE on indexed keys. Use BINARY SEARCH or sorted itab for inner lookups.</a:t>
            </a:r>
          </a:p>
        </p:txBody>
      </p:sp>
    </p:spTree>
    <p:extLst>
      <p:ext uri="{BB962C8B-B14F-4D97-AF65-F5344CB8AC3E}">
        <p14:creationId xmlns:p14="http://schemas.microsoft.com/office/powerpoint/2010/main" val="2620996960"/>
      </p:ext>
    </p:extLst>
  </p:cSld>
  <p:clrMapOvr>
    <a:masterClrMapping/>
  </p:clrMapOvr>
  <p:transition spd="slow"/>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372D67-9A80-C9FF-B2A0-9F2F91E2B4A9}"/>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E377C913-64ED-EA69-93B6-9B33D0A1493A}"/>
              </a:ext>
            </a:extLst>
          </p:cNvPr>
          <p:cNvSpPr>
            <a:spLocks noGrp="1"/>
          </p:cNvSpPr>
          <p:nvPr>
            <p:ph type="title"/>
          </p:nvPr>
        </p:nvSpPr>
        <p:spPr>
          <a:xfrm>
            <a:off x="457200" y="723900"/>
            <a:ext cx="2586789" cy="615553"/>
          </a:xfrm>
        </p:spPr>
        <p:txBody>
          <a:bodyPr vert="horz" wrap="square" lIns="0" tIns="0" rIns="0" bIns="0" rtlCol="0" anchor="t">
            <a:spAutoFit/>
          </a:bodyPr>
          <a:lstStyle/>
          <a:p>
            <a:r>
              <a:rPr lang="en-GB" sz="2000" dirty="0">
                <a:solidFill>
                  <a:srgbClr val="000000"/>
                </a:solidFill>
                <a:cs typeface="Arial"/>
              </a:rPr>
              <a:t>Maintainability</a:t>
            </a:r>
            <a:endParaRPr lang="en-US" sz="2000" dirty="0">
              <a:solidFill>
                <a:srgbClr val="FF4E33"/>
              </a:solidFill>
            </a:endParaRPr>
          </a:p>
        </p:txBody>
      </p:sp>
      <p:sp>
        <p:nvSpPr>
          <p:cNvPr id="49" name="Text Placeholder 48">
            <a:extLst>
              <a:ext uri="{FF2B5EF4-FFF2-40B4-BE49-F238E27FC236}">
                <a16:creationId xmlns:a16="http://schemas.microsoft.com/office/drawing/2014/main" id="{93302BA2-B02F-9DDF-FE8E-13D31E4D3AE4}"/>
              </a:ext>
            </a:extLst>
          </p:cNvPr>
          <p:cNvSpPr>
            <a:spLocks noGrp="1"/>
          </p:cNvSpPr>
          <p:nvPr>
            <p:ph type="body" sz="quarter" idx="15"/>
          </p:nvPr>
        </p:nvSpPr>
        <p:spPr/>
        <p:txBody>
          <a:bodyPr/>
          <a:lstStyle/>
          <a:p>
            <a:r>
              <a:rPr lang="en-US" b="0"/>
              <a:t>ZDMS_UPLOAD_FILES</a:t>
            </a:r>
            <a:endParaRPr lang="en-US"/>
          </a:p>
        </p:txBody>
      </p:sp>
      <p:sp>
        <p:nvSpPr>
          <p:cNvPr id="5" name="TextBox 4">
            <a:extLst>
              <a:ext uri="{FF2B5EF4-FFF2-40B4-BE49-F238E27FC236}">
                <a16:creationId xmlns:a16="http://schemas.microsoft.com/office/drawing/2014/main" id="{69F25E0D-7B4A-3526-7DB6-C34E167B7E4C}"/>
              </a:ext>
            </a:extLst>
          </p:cNvPr>
          <p:cNvSpPr txBox="1"/>
          <p:nvPr/>
        </p:nvSpPr>
        <p:spPr>
          <a:xfrm>
            <a:off x="449197" y="2559887"/>
            <a:ext cx="2454778" cy="2462213"/>
          </a:xfrm>
          <a:prstGeom prst="rect">
            <a:avLst/>
          </a:prstGeom>
          <a:noFill/>
        </p:spPr>
        <p:txBody>
          <a:bodyPr wrap="square" lIns="0" tIns="45720" rIns="91440" bIns="45720" anchor="t">
            <a:spAutoFit/>
          </a:bodyPr>
          <a:lstStyle/>
          <a:p>
            <a:pPr>
              <a:defRPr sz="1600" b="1">
                <a:solidFill>
                  <a:srgbClr val="161616"/>
                </a:solidFill>
                <a:latin typeface="Calibri"/>
              </a:defRPr>
            </a:pPr>
            <a:r>
              <a:t>FINDING COUNTS</a:t>
            </a:r>
          </a:p>
          <a:p>
            <a:pPr>
              <a:defRPr sz="1200" b="1">
                <a:solidFill>
                  <a:srgbClr val="161616"/>
                </a:solidFill>
                <a:latin typeface="Calibri"/>
              </a:defRPr>
            </a:pPr>
            <a:r>
              <a:t>Total:</a:t>
            </a:r>
            <a:r>
              <a:rPr sz="1200" b="0">
                <a:solidFill>
                  <a:srgbClr val="333333"/>
                </a:solidFill>
                <a:latin typeface="Calibri"/>
              </a:rPr>
              <a:t> 16</a:t>
            </a:r>
          </a:p>
          <a:p>
            <a:pPr>
              <a:defRPr sz="1200" b="1">
                <a:solidFill>
                  <a:srgbClr val="161616"/>
                </a:solidFill>
                <a:latin typeface="Calibri"/>
              </a:defRPr>
            </a:pPr>
            <a:r>
              <a:t>HIGH:</a:t>
            </a:r>
            <a:r>
              <a:rPr sz="1200" b="0">
                <a:solidFill>
                  <a:srgbClr val="333333"/>
                </a:solidFill>
                <a:latin typeface="Calibri"/>
              </a:rPr>
              <a:t> 0</a:t>
            </a:r>
          </a:p>
          <a:p>
            <a:pPr>
              <a:defRPr sz="1200" b="1">
                <a:solidFill>
                  <a:srgbClr val="161616"/>
                </a:solidFill>
                <a:latin typeface="Calibri"/>
              </a:defRPr>
            </a:pPr>
            <a:r>
              <a:t>MEDIUM:</a:t>
            </a:r>
            <a:r>
              <a:rPr sz="1200" b="0">
                <a:solidFill>
                  <a:srgbClr val="333333"/>
                </a:solidFill>
                <a:latin typeface="Calibri"/>
              </a:rPr>
              <a:t> 0</a:t>
            </a:r>
          </a:p>
          <a:p>
            <a:pPr>
              <a:defRPr sz="1200" b="1">
                <a:solidFill>
                  <a:srgbClr val="161616"/>
                </a:solidFill>
                <a:latin typeface="Calibri"/>
              </a:defRPr>
            </a:pPr>
            <a:r>
              <a:t>LOW:</a:t>
            </a:r>
            <a:r>
              <a:rPr sz="1200" b="0">
                <a:solidFill>
                  <a:srgbClr val="333333"/>
                </a:solidFill>
                <a:latin typeface="Calibri"/>
              </a:rPr>
              <a:t> 16</a:t>
            </a:r>
          </a:p>
          <a:p>
            <a:pPr>
              <a:defRPr sz="1100">
                <a:solidFill>
                  <a:srgbClr val="333333"/>
                </a:solidFill>
                <a:latin typeface="Calibri"/>
              </a:defRPr>
            </a:pPr>
          </a:p>
          <a:p>
            <a:pPr>
              <a:defRPr sz="1100">
                <a:solidFill>
                  <a:srgbClr val="333333"/>
                </a:solidFill>
                <a:latin typeface="Calibri"/>
              </a:defRPr>
            </a:pPr>
            <a:r>
              <a:t>Style debt only.</a:t>
            </a:r>
          </a:p>
          <a:p>
            <a:pPr>
              <a:defRPr sz="1100">
                <a:solidFill>
                  <a:srgbClr val="333333"/>
                </a:solidFill>
                <a:latin typeface="Calibri"/>
              </a:defRPr>
            </a:pPr>
            <a:r>
              <a:t>Defer to refactor.</a:t>
            </a:r>
          </a:p>
        </p:txBody>
      </p:sp>
      <p:sp>
        <p:nvSpPr>
          <p:cNvPr id="4" name="Oval 3">
            <a:extLst>
              <a:ext uri="{FF2B5EF4-FFF2-40B4-BE49-F238E27FC236}">
                <a16:creationId xmlns:a16="http://schemas.microsoft.com/office/drawing/2014/main" id="{F135ABB5-CD63-ABB3-1D02-938A5A2537ED}"/>
              </a:ext>
            </a:extLst>
          </p:cNvPr>
          <p:cNvSpPr/>
          <p:nvPr/>
        </p:nvSpPr>
        <p:spPr bwMode="auto">
          <a:xfrm>
            <a:off x="457201" y="1672709"/>
            <a:ext cx="693868" cy="693868"/>
          </a:xfrm>
          <a:prstGeom prst="ellipse">
            <a:avLst/>
          </a:prstGeom>
          <a:noFill/>
          <a:ln w="12700">
            <a:solidFill>
              <a:schemeClr val="accent5"/>
            </a:solidFill>
          </a:ln>
          <a:effectLst/>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3055DA"/>
              </a:solidFill>
              <a:effectLst/>
              <a:uLnTx/>
              <a:uFillTx/>
              <a:latin typeface="Calibri Light" panose="020F0302020204030204" pitchFamily="34" charset="0"/>
              <a:ea typeface="Human Sans ExtraLight" charset="0"/>
              <a:cs typeface="Human Sans ExtraLight" charset="0"/>
            </a:endParaRPr>
          </a:p>
        </p:txBody>
      </p:sp>
      <p:pic>
        <p:nvPicPr>
          <p:cNvPr id="3" name="Graphic 2">
            <a:extLst>
              <a:ext uri="{FF2B5EF4-FFF2-40B4-BE49-F238E27FC236}">
                <a16:creationId xmlns:a16="http://schemas.microsoft.com/office/drawing/2014/main" id="{C65903DB-1ABA-0A54-B56F-D5E7A05E9EEF}"/>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557682" y="1771634"/>
            <a:ext cx="507443" cy="507443"/>
          </a:xfrm>
          <a:prstGeom prst="rect">
            <a:avLst/>
          </a:prstGeom>
        </p:spPr>
      </p:pic>
      <p:graphicFrame>
        <p:nvGraphicFramePr>
          <p:cNvPr id="50" name="Table 49"/>
          <p:cNvGraphicFramePr>
            <a:graphicFrameLocks noGrp="1"/>
          </p:cNvGraphicFramePr>
          <p:nvPr/>
        </p:nvGraphicFramePr>
        <p:xfrm>
          <a:off x="3474720" y="640080"/>
          <a:ext cx="8412480" cy="5486400"/>
        </p:xfrm>
        <a:graphic>
          <a:graphicData uri="http://schemas.openxmlformats.org/drawingml/2006/table">
            <a:tbl>
              <a:tblPr firstRow="1" bandRow="1">
                <a:tableStyleId>{5C22544A-7EE6-4342-B048-85BDC9FD1C3A}</a:tableStyleId>
              </a:tblPr>
              <a:tblGrid>
                <a:gridCol w="365760"/>
                <a:gridCol w="640080"/>
                <a:gridCol w="5029200"/>
                <a:gridCol w="2377440"/>
              </a:tblGrid>
              <a:tr h="365760">
                <a:tc>
                  <a:txBody>
                    <a:bodyPr/>
                    <a:lstStyle/>
                    <a:p>
                      <a:pPr>
                        <a:defRPr sz="1100" b="1">
                          <a:solidFill>
                            <a:srgbClr val="FFFFFF"/>
                          </a:solidFill>
                          <a:latin typeface="Calibri"/>
                        </a:defRPr>
                      </a:pPr>
                      <a:r>
                        <a:t>#</a:t>
                      </a:r>
                    </a:p>
                  </a:txBody>
                  <a:tcPr>
                    <a:solidFill>
                      <a:srgbClr val="161616"/>
                    </a:solidFill>
                  </a:tcPr>
                </a:tc>
                <a:tc>
                  <a:txBody>
                    <a:bodyPr/>
                    <a:lstStyle/>
                    <a:p>
                      <a:pPr>
                        <a:defRPr sz="1100" b="1">
                          <a:solidFill>
                            <a:srgbClr val="FFFFFF"/>
                          </a:solidFill>
                          <a:latin typeface="Calibri"/>
                        </a:defRPr>
                      </a:pPr>
                      <a:r>
                        <a:t>Sev</a:t>
                      </a:r>
                    </a:p>
                  </a:txBody>
                  <a:tcPr>
                    <a:solidFill>
                      <a:srgbClr val="161616"/>
                    </a:solidFill>
                  </a:tcPr>
                </a:tc>
                <a:tc>
                  <a:txBody>
                    <a:bodyPr/>
                    <a:lstStyle/>
                    <a:p>
                      <a:pPr>
                        <a:defRPr sz="1100" b="1">
                          <a:solidFill>
                            <a:srgbClr val="FFFFFF"/>
                          </a:solidFill>
                          <a:latin typeface="Calibri"/>
                        </a:defRPr>
                      </a:pPr>
                      <a:r>
                        <a:t>Finding title</a:t>
                      </a:r>
                    </a:p>
                  </a:txBody>
                  <a:tcPr>
                    <a:solidFill>
                      <a:srgbClr val="161616"/>
                    </a:solidFill>
                  </a:tcPr>
                </a:tc>
                <a:tc>
                  <a:txBody>
                    <a:bodyPr/>
                    <a:lstStyle/>
                    <a:p>
                      <a:pPr>
                        <a:defRPr sz="1100" b="1">
                          <a:solidFill>
                            <a:srgbClr val="FFFFFF"/>
                          </a:solidFill>
                          <a:latin typeface="Calibri"/>
                        </a:defRPr>
                      </a:pPr>
                      <a:r>
                        <a:t>Location</a:t>
                      </a:r>
                    </a:p>
                  </a:txBody>
                  <a:tcPr>
                    <a:solidFill>
                      <a:srgbClr val="161616"/>
                    </a:solidFill>
                  </a:tcPr>
                </a:tc>
              </a:tr>
              <a:tr h="320040">
                <a:tc>
                  <a:txBody>
                    <a:bodyPr/>
                    <a:lstStyle/>
                    <a:p>
                      <a:pPr>
                        <a:defRPr sz="1000">
                          <a:solidFill>
                            <a:srgbClr val="333333"/>
                          </a:solidFill>
                          <a:latin typeface="Calibri"/>
                        </a:defRPr>
                      </a:pPr>
                      <a:r>
                        <a:t>1</a:t>
                      </a:r>
                    </a:p>
                  </a:txBody>
                  <a:tcPr>
                    <a:solidFill>
                      <a:srgbClr val="FFFFFF"/>
                    </a:solidFill>
                  </a:tcPr>
                </a:tc>
                <a:tc>
                  <a:txBody>
                    <a:bodyPr/>
                    <a:lstStyle/>
                    <a:p>
                      <a:pPr>
                        <a:defRPr sz="1000" b="1">
                          <a:solidFill>
                            <a:srgbClr val="707070"/>
                          </a:solidFill>
                          <a:latin typeface="Calibri"/>
                        </a:defRPr>
                      </a:pPr>
                      <a:r>
                        <a:t>LOW</a:t>
                      </a:r>
                    </a:p>
                  </a:txBody>
                  <a:tcPr>
                    <a:solidFill>
                      <a:srgbClr val="FFFFFF"/>
                    </a:solidFill>
                  </a:tcPr>
                </a:tc>
                <a:tc>
                  <a:txBody>
                    <a:bodyPr/>
                    <a:lstStyle/>
                    <a:p>
                      <a:pPr>
                        <a:defRPr sz="1000">
                          <a:solidFill>
                            <a:srgbClr val="333333"/>
                          </a:solidFill>
                          <a:latin typeface="Calibri"/>
                        </a:defRPr>
                      </a:pPr>
                      <a:r>
                        <a:t>Obsolete string building with CONCATENATE</a:t>
                      </a:r>
                    </a:p>
                  </a:txBody>
                  <a:tcPr>
                    <a:solidFill>
                      <a:srgbClr val="FFFFFF"/>
                    </a:solidFill>
                  </a:tcPr>
                </a:tc>
                <a:tc>
                  <a:txBody>
                    <a:bodyPr/>
                    <a:lstStyle/>
                    <a:p>
                      <a:pPr>
                        <a:defRPr sz="1000">
                          <a:solidFill>
                            <a:srgbClr val="333333"/>
                          </a:solidFill>
                          <a:latin typeface="Consolas"/>
                        </a:defRPr>
                      </a:pPr>
                      <a:r>
                        <a:t>ZDMS_UPLOAD_FILES_F01:33</a:t>
                      </a:r>
                    </a:p>
                  </a:txBody>
                  <a:tcPr>
                    <a:solidFill>
                      <a:srgbClr val="FFFFFF"/>
                    </a:solidFill>
                  </a:tcPr>
                </a:tc>
              </a:tr>
              <a:tr h="320040">
                <a:tc>
                  <a:txBody>
                    <a:bodyPr/>
                    <a:lstStyle/>
                    <a:p>
                      <a:pPr>
                        <a:defRPr sz="1000">
                          <a:solidFill>
                            <a:srgbClr val="333333"/>
                          </a:solidFill>
                          <a:latin typeface="Calibri"/>
                        </a:defRPr>
                      </a:pPr>
                      <a:r>
                        <a:t>2</a:t>
                      </a:r>
                    </a:p>
                  </a:txBody>
                  <a:tcPr>
                    <a:solidFill>
                      <a:srgbClr val="F5F5F5"/>
                    </a:solidFill>
                  </a:tcPr>
                </a:tc>
                <a:tc>
                  <a:txBody>
                    <a:bodyPr/>
                    <a:lstStyle/>
                    <a:p>
                      <a:pPr>
                        <a:defRPr sz="1000" b="1">
                          <a:solidFill>
                            <a:srgbClr val="707070"/>
                          </a:solidFill>
                          <a:latin typeface="Calibri"/>
                        </a:defRPr>
                      </a:pPr>
                      <a:r>
                        <a:t>LOW</a:t>
                      </a:r>
                    </a:p>
                  </a:txBody>
                  <a:tcPr>
                    <a:solidFill>
                      <a:srgbClr val="F5F5F5"/>
                    </a:solidFill>
                  </a:tcPr>
                </a:tc>
                <a:tc>
                  <a:txBody>
                    <a:bodyPr/>
                    <a:lstStyle/>
                    <a:p>
                      <a:pPr>
                        <a:defRPr sz="1000">
                          <a:solidFill>
                            <a:srgbClr val="333333"/>
                          </a:solidFill>
                          <a:latin typeface="Calibri"/>
                        </a:defRPr>
                      </a:pPr>
                      <a:r>
                        <a:t>Magic value for “color” control (unclear semantics)</a:t>
                      </a:r>
                    </a:p>
                  </a:txBody>
                  <a:tcPr>
                    <a:solidFill>
                      <a:srgbClr val="F5F5F5"/>
                    </a:solidFill>
                  </a:tcPr>
                </a:tc>
                <a:tc>
                  <a:txBody>
                    <a:bodyPr/>
                    <a:lstStyle/>
                    <a:p>
                      <a:pPr>
                        <a:defRPr sz="1000">
                          <a:solidFill>
                            <a:srgbClr val="333333"/>
                          </a:solidFill>
                          <a:latin typeface="Consolas"/>
                        </a:defRPr>
                      </a:pPr>
                      <a:r>
                        <a:t>ZDMS_UPLOAD_FILES_F01:54</a:t>
                      </a:r>
                    </a:p>
                  </a:txBody>
                  <a:tcPr>
                    <a:solidFill>
                      <a:srgbClr val="F5F5F5"/>
                    </a:solidFill>
                  </a:tcPr>
                </a:tc>
              </a:tr>
              <a:tr h="320040">
                <a:tc>
                  <a:txBody>
                    <a:bodyPr/>
                    <a:lstStyle/>
                    <a:p>
                      <a:pPr>
                        <a:defRPr sz="1000">
                          <a:solidFill>
                            <a:srgbClr val="333333"/>
                          </a:solidFill>
                          <a:latin typeface="Calibri"/>
                        </a:defRPr>
                      </a:pPr>
                      <a:r>
                        <a:t>3</a:t>
                      </a:r>
                    </a:p>
                  </a:txBody>
                  <a:tcPr>
                    <a:solidFill>
                      <a:srgbClr val="FFFFFF"/>
                    </a:solidFill>
                  </a:tcPr>
                </a:tc>
                <a:tc>
                  <a:txBody>
                    <a:bodyPr/>
                    <a:lstStyle/>
                    <a:p>
                      <a:pPr>
                        <a:defRPr sz="1000" b="1">
                          <a:solidFill>
                            <a:srgbClr val="707070"/>
                          </a:solidFill>
                          <a:latin typeface="Calibri"/>
                        </a:defRPr>
                      </a:pPr>
                      <a:r>
                        <a:t>LOW</a:t>
                      </a:r>
                    </a:p>
                  </a:txBody>
                  <a:tcPr>
                    <a:solidFill>
                      <a:srgbClr val="FFFFFF"/>
                    </a:solidFill>
                  </a:tcPr>
                </a:tc>
                <a:tc>
                  <a:txBody>
                    <a:bodyPr/>
                    <a:lstStyle/>
                    <a:p>
                      <a:pPr>
                        <a:defRPr sz="1000">
                          <a:solidFill>
                            <a:srgbClr val="333333"/>
                          </a:solidFill>
                          <a:latin typeface="Calibri"/>
                        </a:defRPr>
                      </a:pPr>
                      <a:r>
                        <a:t>Magic literals for color codes</a:t>
                      </a:r>
                    </a:p>
                  </a:txBody>
                  <a:tcPr>
                    <a:solidFill>
                      <a:srgbClr val="FFFFFF"/>
                    </a:solidFill>
                  </a:tcPr>
                </a:tc>
                <a:tc>
                  <a:txBody>
                    <a:bodyPr/>
                    <a:lstStyle/>
                    <a:p>
                      <a:pPr>
                        <a:defRPr sz="1000">
                          <a:solidFill>
                            <a:srgbClr val="333333"/>
                          </a:solidFill>
                          <a:latin typeface="Consolas"/>
                        </a:defRPr>
                      </a:pPr>
                      <a:r>
                        <a:t>ZDMS_UPLOAD_FILES_F01:61</a:t>
                      </a:r>
                    </a:p>
                  </a:txBody>
                  <a:tcPr>
                    <a:solidFill>
                      <a:srgbClr val="FFFFFF"/>
                    </a:solidFill>
                  </a:tcPr>
                </a:tc>
              </a:tr>
              <a:tr h="320040">
                <a:tc>
                  <a:txBody>
                    <a:bodyPr/>
                    <a:lstStyle/>
                    <a:p>
                      <a:pPr>
                        <a:defRPr sz="1000">
                          <a:solidFill>
                            <a:srgbClr val="333333"/>
                          </a:solidFill>
                          <a:latin typeface="Calibri"/>
                        </a:defRPr>
                      </a:pPr>
                      <a:r>
                        <a:t>4</a:t>
                      </a:r>
                    </a:p>
                  </a:txBody>
                  <a:tcPr>
                    <a:solidFill>
                      <a:srgbClr val="F5F5F5"/>
                    </a:solidFill>
                  </a:tcPr>
                </a:tc>
                <a:tc>
                  <a:txBody>
                    <a:bodyPr/>
                    <a:lstStyle/>
                    <a:p>
                      <a:pPr>
                        <a:defRPr sz="1000" b="1">
                          <a:solidFill>
                            <a:srgbClr val="707070"/>
                          </a:solidFill>
                          <a:latin typeface="Calibri"/>
                        </a:defRPr>
                      </a:pPr>
                      <a:r>
                        <a:t>LOW</a:t>
                      </a:r>
                    </a:p>
                  </a:txBody>
                  <a:tcPr>
                    <a:solidFill>
                      <a:srgbClr val="F5F5F5"/>
                    </a:solidFill>
                  </a:tcPr>
                </a:tc>
                <a:tc>
                  <a:txBody>
                    <a:bodyPr/>
                    <a:lstStyle/>
                    <a:p>
                      <a:pPr>
                        <a:defRPr sz="1000">
                          <a:solidFill>
                            <a:srgbClr val="333333"/>
                          </a:solidFill>
                          <a:latin typeface="Calibri"/>
                        </a:defRPr>
                      </a:pPr>
                      <a:r>
                        <a:t>Obsolete internal table declaration with HEADER LINE</a:t>
                      </a:r>
                    </a:p>
                  </a:txBody>
                  <a:tcPr>
                    <a:solidFill>
                      <a:srgbClr val="F5F5F5"/>
                    </a:solidFill>
                  </a:tcPr>
                </a:tc>
                <a:tc>
                  <a:txBody>
                    <a:bodyPr/>
                    <a:lstStyle/>
                    <a:p>
                      <a:pPr>
                        <a:defRPr sz="1000">
                          <a:solidFill>
                            <a:srgbClr val="333333"/>
                          </a:solidFill>
                          <a:latin typeface="Consolas"/>
                        </a:defRPr>
                      </a:pPr>
                      <a:r>
                        <a:t>ZDMS_UPLOAD_FILES_F01:332</a:t>
                      </a:r>
                    </a:p>
                  </a:txBody>
                  <a:tcPr>
                    <a:solidFill>
                      <a:srgbClr val="F5F5F5"/>
                    </a:solidFill>
                  </a:tcPr>
                </a:tc>
              </a:tr>
              <a:tr h="320040">
                <a:tc>
                  <a:txBody>
                    <a:bodyPr/>
                    <a:lstStyle/>
                    <a:p>
                      <a:pPr>
                        <a:defRPr sz="1000">
                          <a:solidFill>
                            <a:srgbClr val="333333"/>
                          </a:solidFill>
                          <a:latin typeface="Calibri"/>
                        </a:defRPr>
                      </a:pPr>
                      <a:r>
                        <a:t>5</a:t>
                      </a:r>
                    </a:p>
                  </a:txBody>
                  <a:tcPr>
                    <a:solidFill>
                      <a:srgbClr val="FFFFFF"/>
                    </a:solidFill>
                  </a:tcPr>
                </a:tc>
                <a:tc>
                  <a:txBody>
                    <a:bodyPr/>
                    <a:lstStyle/>
                    <a:p>
                      <a:pPr>
                        <a:defRPr sz="1000" b="1">
                          <a:solidFill>
                            <a:srgbClr val="707070"/>
                          </a:solidFill>
                          <a:latin typeface="Calibri"/>
                        </a:defRPr>
                      </a:pPr>
                      <a:r>
                        <a:t>LOW</a:t>
                      </a:r>
                    </a:p>
                  </a:txBody>
                  <a:tcPr>
                    <a:solidFill>
                      <a:srgbClr val="FFFFFF"/>
                    </a:solidFill>
                  </a:tcPr>
                </a:tc>
                <a:tc>
                  <a:txBody>
                    <a:bodyPr/>
                    <a:lstStyle/>
                    <a:p>
                      <a:pPr>
                        <a:defRPr sz="1000">
                          <a:solidFill>
                            <a:srgbClr val="333333"/>
                          </a:solidFill>
                          <a:latin typeface="Calibri"/>
                        </a:defRPr>
                      </a:pPr>
                      <a:r>
                        <a:t>Obsolete internal table declaration with HEADER LINE (second instance)</a:t>
                      </a:r>
                    </a:p>
                  </a:txBody>
                  <a:tcPr>
                    <a:solidFill>
                      <a:srgbClr val="FFFFFF"/>
                    </a:solidFill>
                  </a:tcPr>
                </a:tc>
                <a:tc>
                  <a:txBody>
                    <a:bodyPr/>
                    <a:lstStyle/>
                    <a:p>
                      <a:pPr>
                        <a:defRPr sz="1000">
                          <a:solidFill>
                            <a:srgbClr val="333333"/>
                          </a:solidFill>
                          <a:latin typeface="Consolas"/>
                        </a:defRPr>
                      </a:pPr>
                      <a:r>
                        <a:t>ZDMS_UPLOAD_FILES_F01:411</a:t>
                      </a:r>
                    </a:p>
                  </a:txBody>
                  <a:tcPr>
                    <a:solidFill>
                      <a:srgbClr val="FFFFFF"/>
                    </a:solidFill>
                  </a:tcPr>
                </a:tc>
              </a:tr>
              <a:tr h="320040">
                <a:tc>
                  <a:txBody>
                    <a:bodyPr/>
                    <a:lstStyle/>
                    <a:p>
                      <a:pPr>
                        <a:defRPr sz="1000">
                          <a:solidFill>
                            <a:srgbClr val="333333"/>
                          </a:solidFill>
                          <a:latin typeface="Calibri"/>
                        </a:defRPr>
                      </a:pPr>
                      <a:r>
                        <a:t>6</a:t>
                      </a:r>
                    </a:p>
                  </a:txBody>
                  <a:tcPr>
                    <a:solidFill>
                      <a:srgbClr val="F5F5F5"/>
                    </a:solidFill>
                  </a:tcPr>
                </a:tc>
                <a:tc>
                  <a:txBody>
                    <a:bodyPr/>
                    <a:lstStyle/>
                    <a:p>
                      <a:pPr>
                        <a:defRPr sz="1000" b="1">
                          <a:solidFill>
                            <a:srgbClr val="707070"/>
                          </a:solidFill>
                          <a:latin typeface="Calibri"/>
                        </a:defRPr>
                      </a:pPr>
                      <a:r>
                        <a:t>LOW</a:t>
                      </a:r>
                    </a:p>
                  </a:txBody>
                  <a:tcPr>
                    <a:solidFill>
                      <a:srgbClr val="F5F5F5"/>
                    </a:solidFill>
                  </a:tcPr>
                </a:tc>
                <a:tc>
                  <a:txBody>
                    <a:bodyPr/>
                    <a:lstStyle/>
                    <a:p>
                      <a:pPr>
                        <a:defRPr sz="1000">
                          <a:solidFill>
                            <a:srgbClr val="333333"/>
                          </a:solidFill>
                          <a:latin typeface="Calibri"/>
                        </a:defRPr>
                      </a:pPr>
                      <a:r>
                        <a:t>Commented-out code left in place</a:t>
                      </a:r>
                    </a:p>
                  </a:txBody>
                  <a:tcPr>
                    <a:solidFill>
                      <a:srgbClr val="F5F5F5"/>
                    </a:solidFill>
                  </a:tcPr>
                </a:tc>
                <a:tc>
                  <a:txBody>
                    <a:bodyPr/>
                    <a:lstStyle/>
                    <a:p>
                      <a:pPr>
                        <a:defRPr sz="1000">
                          <a:solidFill>
                            <a:srgbClr val="333333"/>
                          </a:solidFill>
                          <a:latin typeface="Consolas"/>
                        </a:defRPr>
                      </a:pPr>
                      <a:r>
                        <a:t>ZDMS_UPLOAD_FILES_F01:103</a:t>
                      </a:r>
                    </a:p>
                  </a:txBody>
                  <a:tcPr>
                    <a:solidFill>
                      <a:srgbClr val="F5F5F5"/>
                    </a:solidFill>
                  </a:tcPr>
                </a:tc>
              </a:tr>
              <a:tr h="320040">
                <a:tc>
                  <a:txBody>
                    <a:bodyPr/>
                    <a:lstStyle/>
                    <a:p>
                      <a:pPr>
                        <a:defRPr sz="1000">
                          <a:solidFill>
                            <a:srgbClr val="333333"/>
                          </a:solidFill>
                          <a:latin typeface="Calibri"/>
                        </a:defRPr>
                      </a:pPr>
                      <a:r>
                        <a:t>7</a:t>
                      </a:r>
                    </a:p>
                  </a:txBody>
                  <a:tcPr>
                    <a:solidFill>
                      <a:srgbClr val="FFFFFF"/>
                    </a:solidFill>
                  </a:tcPr>
                </a:tc>
                <a:tc>
                  <a:txBody>
                    <a:bodyPr/>
                    <a:lstStyle/>
                    <a:p>
                      <a:pPr>
                        <a:defRPr sz="1000" b="1">
                          <a:solidFill>
                            <a:srgbClr val="707070"/>
                          </a:solidFill>
                          <a:latin typeface="Calibri"/>
                        </a:defRPr>
                      </a:pPr>
                      <a:r>
                        <a:t>LOW</a:t>
                      </a:r>
                    </a:p>
                  </a:txBody>
                  <a:tcPr>
                    <a:solidFill>
                      <a:srgbClr val="FFFFFF"/>
                    </a:solidFill>
                  </a:tcPr>
                </a:tc>
                <a:tc>
                  <a:txBody>
                    <a:bodyPr/>
                    <a:lstStyle/>
                    <a:p>
                      <a:pPr>
                        <a:defRPr sz="1000">
                          <a:solidFill>
                            <a:srgbClr val="333333"/>
                          </a:solidFill>
                          <a:latin typeface="Calibri"/>
                        </a:defRPr>
                      </a:pPr>
                      <a:r>
                        <a:t>Obsolete string parsing with SPLIT</a:t>
                      </a:r>
                    </a:p>
                  </a:txBody>
                  <a:tcPr>
                    <a:solidFill>
                      <a:srgbClr val="FFFFFF"/>
                    </a:solidFill>
                  </a:tcPr>
                </a:tc>
                <a:tc>
                  <a:txBody>
                    <a:bodyPr/>
                    <a:lstStyle/>
                    <a:p>
                      <a:pPr>
                        <a:defRPr sz="1000">
                          <a:solidFill>
                            <a:srgbClr val="333333"/>
                          </a:solidFill>
                          <a:latin typeface="Consolas"/>
                        </a:defRPr>
                      </a:pPr>
                      <a:r>
                        <a:t>ZDMS_UPLOAD_FILES_F01:137</a:t>
                      </a:r>
                    </a:p>
                  </a:txBody>
                  <a:tcPr>
                    <a:solidFill>
                      <a:srgbClr val="FFFFFF"/>
                    </a:solidFill>
                  </a:tcPr>
                </a:tc>
              </a:tr>
              <a:tr h="320040">
                <a:tc>
                  <a:txBody>
                    <a:bodyPr/>
                    <a:lstStyle/>
                    <a:p>
                      <a:pPr>
                        <a:defRPr sz="1000">
                          <a:solidFill>
                            <a:srgbClr val="333333"/>
                          </a:solidFill>
                          <a:latin typeface="Calibri"/>
                        </a:defRPr>
                      </a:pPr>
                      <a:r>
                        <a:t>8</a:t>
                      </a:r>
                    </a:p>
                  </a:txBody>
                  <a:tcPr>
                    <a:solidFill>
                      <a:srgbClr val="F5F5F5"/>
                    </a:solidFill>
                  </a:tcPr>
                </a:tc>
                <a:tc>
                  <a:txBody>
                    <a:bodyPr/>
                    <a:lstStyle/>
                    <a:p>
                      <a:pPr>
                        <a:defRPr sz="1000" b="1">
                          <a:solidFill>
                            <a:srgbClr val="707070"/>
                          </a:solidFill>
                          <a:latin typeface="Calibri"/>
                        </a:defRPr>
                      </a:pPr>
                      <a:r>
                        <a:t>LOW</a:t>
                      </a:r>
                    </a:p>
                  </a:txBody>
                  <a:tcPr>
                    <a:solidFill>
                      <a:srgbClr val="F5F5F5"/>
                    </a:solidFill>
                  </a:tcPr>
                </a:tc>
                <a:tc>
                  <a:txBody>
                    <a:bodyPr/>
                    <a:lstStyle/>
                    <a:p>
                      <a:pPr>
                        <a:defRPr sz="1000">
                          <a:solidFill>
                            <a:srgbClr val="333333"/>
                          </a:solidFill>
                          <a:latin typeface="Calibri"/>
                        </a:defRPr>
                      </a:pPr>
                      <a:r>
                        <a:t>Dead code: variable declared but never used</a:t>
                      </a:r>
                    </a:p>
                  </a:txBody>
                  <a:tcPr>
                    <a:solidFill>
                      <a:srgbClr val="F5F5F5"/>
                    </a:solidFill>
                  </a:tcPr>
                </a:tc>
                <a:tc>
                  <a:txBody>
                    <a:bodyPr/>
                    <a:lstStyle/>
                    <a:p>
                      <a:pPr>
                        <a:defRPr sz="1000">
                          <a:solidFill>
                            <a:srgbClr val="333333"/>
                          </a:solidFill>
                          <a:latin typeface="Consolas"/>
                        </a:defRPr>
                      </a:pPr>
                      <a:r>
                        <a:t>ZDMS_UPLOAD_FILES_F01:90</a:t>
                      </a:r>
                    </a:p>
                  </a:txBody>
                  <a:tcPr>
                    <a:solidFill>
                      <a:srgbClr val="F5F5F5"/>
                    </a:solidFill>
                  </a:tcPr>
                </a:tc>
              </a:tr>
              <a:tr h="320040">
                <a:tc>
                  <a:txBody>
                    <a:bodyPr/>
                    <a:lstStyle/>
                    <a:p>
                      <a:pPr>
                        <a:defRPr sz="1000">
                          <a:solidFill>
                            <a:srgbClr val="333333"/>
                          </a:solidFill>
                          <a:latin typeface="Calibri"/>
                        </a:defRPr>
                      </a:pPr>
                      <a:r>
                        <a:t>9</a:t>
                      </a:r>
                    </a:p>
                  </a:txBody>
                  <a:tcPr>
                    <a:solidFill>
                      <a:srgbClr val="FFFFFF"/>
                    </a:solidFill>
                  </a:tcPr>
                </a:tc>
                <a:tc>
                  <a:txBody>
                    <a:bodyPr/>
                    <a:lstStyle/>
                    <a:p>
                      <a:pPr>
                        <a:defRPr sz="1000" b="1">
                          <a:solidFill>
                            <a:srgbClr val="707070"/>
                          </a:solidFill>
                          <a:latin typeface="Calibri"/>
                        </a:defRPr>
                      </a:pPr>
                      <a:r>
                        <a:t>LOW</a:t>
                      </a:r>
                    </a:p>
                  </a:txBody>
                  <a:tcPr>
                    <a:solidFill>
                      <a:srgbClr val="FFFFFF"/>
                    </a:solidFill>
                  </a:tcPr>
                </a:tc>
                <a:tc>
                  <a:txBody>
                    <a:bodyPr/>
                    <a:lstStyle/>
                    <a:p>
                      <a:pPr>
                        <a:defRPr sz="1000">
                          <a:solidFill>
                            <a:srgbClr val="333333"/>
                          </a:solidFill>
                          <a:latin typeface="Calibri"/>
                        </a:defRPr>
                      </a:pPr>
                      <a:r>
                        <a:t>Mixed inline and explicit DATA declarations in same routine</a:t>
                      </a:r>
                    </a:p>
                  </a:txBody>
                  <a:tcPr>
                    <a:solidFill>
                      <a:srgbClr val="FFFFFF"/>
                    </a:solidFill>
                  </a:tcPr>
                </a:tc>
                <a:tc>
                  <a:txBody>
                    <a:bodyPr/>
                    <a:lstStyle/>
                    <a:p>
                      <a:pPr>
                        <a:defRPr sz="1000">
                          <a:solidFill>
                            <a:srgbClr val="333333"/>
                          </a:solidFill>
                          <a:latin typeface="Consolas"/>
                        </a:defRPr>
                      </a:pPr>
                      <a:r>
                        <a:t>ZDMS_UPLOAD_FILES_F01:237</a:t>
                      </a:r>
                    </a:p>
                  </a:txBody>
                  <a:tcPr>
                    <a:solidFill>
                      <a:srgbClr val="FFFFFF"/>
                    </a:solidFill>
                  </a:tcPr>
                </a:tc>
              </a:tr>
              <a:tr h="320040">
                <a:tc>
                  <a:txBody>
                    <a:bodyPr/>
                    <a:lstStyle/>
                    <a:p>
                      <a:pPr>
                        <a:defRPr sz="1000">
                          <a:solidFill>
                            <a:srgbClr val="333333"/>
                          </a:solidFill>
                          <a:latin typeface="Calibri"/>
                        </a:defRPr>
                      </a:pPr>
                      <a:r>
                        <a:t>10</a:t>
                      </a:r>
                    </a:p>
                  </a:txBody>
                  <a:tcPr>
                    <a:solidFill>
                      <a:srgbClr val="F5F5F5"/>
                    </a:solidFill>
                  </a:tcPr>
                </a:tc>
                <a:tc>
                  <a:txBody>
                    <a:bodyPr/>
                    <a:lstStyle/>
                    <a:p>
                      <a:pPr>
                        <a:defRPr sz="1000" b="1">
                          <a:solidFill>
                            <a:srgbClr val="707070"/>
                          </a:solidFill>
                          <a:latin typeface="Calibri"/>
                        </a:defRPr>
                      </a:pPr>
                      <a:r>
                        <a:t>LOW</a:t>
                      </a:r>
                    </a:p>
                  </a:txBody>
                  <a:tcPr>
                    <a:solidFill>
                      <a:srgbClr val="F5F5F5"/>
                    </a:solidFill>
                  </a:tcPr>
                </a:tc>
                <a:tc>
                  <a:txBody>
                    <a:bodyPr/>
                    <a:lstStyle/>
                    <a:p>
                      <a:pPr>
                        <a:defRPr sz="1000">
                          <a:solidFill>
                            <a:srgbClr val="333333"/>
                          </a:solidFill>
                          <a:latin typeface="Calibri"/>
                        </a:defRPr>
                      </a:pPr>
                      <a:r>
                        <a:t>Magic literals used for business rules / messages</a:t>
                      </a:r>
                    </a:p>
                  </a:txBody>
                  <a:tcPr>
                    <a:solidFill>
                      <a:srgbClr val="F5F5F5"/>
                    </a:solidFill>
                  </a:tcPr>
                </a:tc>
                <a:tc>
                  <a:txBody>
                    <a:bodyPr/>
                    <a:lstStyle/>
                    <a:p>
                      <a:pPr>
                        <a:defRPr sz="1000">
                          <a:solidFill>
                            <a:srgbClr val="333333"/>
                          </a:solidFill>
                          <a:latin typeface="Consolas"/>
                        </a:defRPr>
                      </a:pPr>
                      <a:r>
                        <a:t>ZDMS_UPLOAD_FILES_F01:171</a:t>
                      </a:r>
                    </a:p>
                  </a:txBody>
                  <a:tcPr>
                    <a:solidFill>
                      <a:srgbClr val="F5F5F5"/>
                    </a:solidFill>
                  </a:tcPr>
                </a:tc>
              </a:tr>
              <a:tr h="320040">
                <a:tc>
                  <a:txBody>
                    <a:bodyPr/>
                    <a:lstStyle/>
                    <a:p>
                      <a:pPr>
                        <a:defRPr sz="1000">
                          <a:solidFill>
                            <a:srgbClr val="333333"/>
                          </a:solidFill>
                          <a:latin typeface="Calibri"/>
                        </a:defRPr>
                      </a:pPr>
                      <a:r>
                        <a:t>11</a:t>
                      </a:r>
                    </a:p>
                  </a:txBody>
                  <a:tcPr>
                    <a:solidFill>
                      <a:srgbClr val="FFFFFF"/>
                    </a:solidFill>
                  </a:tcPr>
                </a:tc>
                <a:tc>
                  <a:txBody>
                    <a:bodyPr/>
                    <a:lstStyle/>
                    <a:p>
                      <a:pPr>
                        <a:defRPr sz="1000" b="1">
                          <a:solidFill>
                            <a:srgbClr val="707070"/>
                          </a:solidFill>
                          <a:latin typeface="Calibri"/>
                        </a:defRPr>
                      </a:pPr>
                      <a:r>
                        <a:t>LOW</a:t>
                      </a:r>
                    </a:p>
                  </a:txBody>
                  <a:tcPr>
                    <a:solidFill>
                      <a:srgbClr val="FFFFFF"/>
                    </a:solidFill>
                  </a:tcPr>
                </a:tc>
                <a:tc>
                  <a:txBody>
                    <a:bodyPr/>
                    <a:lstStyle/>
                    <a:p>
                      <a:pPr>
                        <a:defRPr sz="1000">
                          <a:solidFill>
                            <a:srgbClr val="333333"/>
                          </a:solidFill>
                          <a:latin typeface="Calibri"/>
                        </a:defRPr>
                      </a:pPr>
                      <a:r>
                        <a:t>Obsolete string building with CONCATENATE (message construction)</a:t>
                      </a:r>
                    </a:p>
                  </a:txBody>
                  <a:tcPr>
                    <a:solidFill>
                      <a:srgbClr val="FFFFFF"/>
                    </a:solidFill>
                  </a:tcPr>
                </a:tc>
                <a:tc>
                  <a:txBody>
                    <a:bodyPr/>
                    <a:lstStyle/>
                    <a:p>
                      <a:pPr>
                        <a:defRPr sz="1000">
                          <a:solidFill>
                            <a:srgbClr val="333333"/>
                          </a:solidFill>
                          <a:latin typeface="Consolas"/>
                        </a:defRPr>
                      </a:pPr>
                      <a:r>
                        <a:t>ZDMS_UPLOAD_FILES_F01:171</a:t>
                      </a:r>
                    </a:p>
                  </a:txBody>
                  <a:tcPr>
                    <a:solidFill>
                      <a:srgbClr val="FFFFFF"/>
                    </a:solidFill>
                  </a:tcPr>
                </a:tc>
              </a:tr>
              <a:tr h="320040">
                <a:tc>
                  <a:txBody>
                    <a:bodyPr/>
                    <a:lstStyle/>
                    <a:p>
                      <a:pPr>
                        <a:defRPr sz="1000">
                          <a:solidFill>
                            <a:srgbClr val="333333"/>
                          </a:solidFill>
                          <a:latin typeface="Calibri"/>
                        </a:defRPr>
                      </a:pPr>
                      <a:r>
                        <a:t>12</a:t>
                      </a:r>
                    </a:p>
                  </a:txBody>
                  <a:tcPr>
                    <a:solidFill>
                      <a:srgbClr val="F5F5F5"/>
                    </a:solidFill>
                  </a:tcPr>
                </a:tc>
                <a:tc>
                  <a:txBody>
                    <a:bodyPr/>
                    <a:lstStyle/>
                    <a:p>
                      <a:pPr>
                        <a:defRPr sz="1000" b="1">
                          <a:solidFill>
                            <a:srgbClr val="707070"/>
                          </a:solidFill>
                          <a:latin typeface="Calibri"/>
                        </a:defRPr>
                      </a:pPr>
                      <a:r>
                        <a:t>LOW</a:t>
                      </a:r>
                    </a:p>
                  </a:txBody>
                  <a:tcPr>
                    <a:solidFill>
                      <a:srgbClr val="F5F5F5"/>
                    </a:solidFill>
                  </a:tcPr>
                </a:tc>
                <a:tc>
                  <a:txBody>
                    <a:bodyPr/>
                    <a:lstStyle/>
                    <a:p>
                      <a:pPr>
                        <a:defRPr sz="1000">
                          <a:solidFill>
                            <a:srgbClr val="333333"/>
                          </a:solidFill>
                          <a:latin typeface="Calibri"/>
                        </a:defRPr>
                      </a:pPr>
                      <a:r>
                        <a:t>Magic constants for document type</a:t>
                      </a:r>
                    </a:p>
                  </a:txBody>
                  <a:tcPr>
                    <a:solidFill>
                      <a:srgbClr val="F5F5F5"/>
                    </a:solidFill>
                  </a:tcPr>
                </a:tc>
                <a:tc>
                  <a:txBody>
                    <a:bodyPr/>
                    <a:lstStyle/>
                    <a:p>
                      <a:pPr>
                        <a:defRPr sz="1000">
                          <a:solidFill>
                            <a:srgbClr val="333333"/>
                          </a:solidFill>
                          <a:latin typeface="Consolas"/>
                        </a:defRPr>
                      </a:pPr>
                      <a:r>
                        <a:t>ZDMS_UPLOAD_FILES_F01:237</a:t>
                      </a:r>
                    </a:p>
                  </a:txBody>
                  <a:tcPr>
                    <a:solidFill>
                      <a:srgbClr val="F5F5F5"/>
                    </a:solidFill>
                  </a:tcPr>
                </a:tc>
              </a:tr>
              <a:tr h="320040">
                <a:tc>
                  <a:txBody>
                    <a:bodyPr/>
                    <a:lstStyle/>
                    <a:p>
                      <a:pPr>
                        <a:defRPr sz="1000">
                          <a:solidFill>
                            <a:srgbClr val="333333"/>
                          </a:solidFill>
                          <a:latin typeface="Calibri"/>
                        </a:defRPr>
                      </a:pPr>
                      <a:r>
                        <a:t>13</a:t>
                      </a:r>
                    </a:p>
                  </a:txBody>
                  <a:tcPr>
                    <a:solidFill>
                      <a:srgbClr val="FFFFFF"/>
                    </a:solidFill>
                  </a:tcPr>
                </a:tc>
                <a:tc>
                  <a:txBody>
                    <a:bodyPr/>
                    <a:lstStyle/>
                    <a:p>
                      <a:pPr>
                        <a:defRPr sz="1000" b="1">
                          <a:solidFill>
                            <a:srgbClr val="707070"/>
                          </a:solidFill>
                          <a:latin typeface="Calibri"/>
                        </a:defRPr>
                      </a:pPr>
                      <a:r>
                        <a:t>LOW</a:t>
                      </a:r>
                    </a:p>
                  </a:txBody>
                  <a:tcPr>
                    <a:solidFill>
                      <a:srgbClr val="FFFFFF"/>
                    </a:solidFill>
                  </a:tcPr>
                </a:tc>
                <a:tc>
                  <a:txBody>
                    <a:bodyPr/>
                    <a:lstStyle/>
                    <a:p>
                      <a:pPr>
                        <a:defRPr sz="1000">
                          <a:solidFill>
                            <a:srgbClr val="333333"/>
                          </a:solidFill>
                          <a:latin typeface="Calibri"/>
                        </a:defRPr>
                      </a:pPr>
                      <a:r>
                        <a:t>Commented-out ENDIF left behind</a:t>
                      </a:r>
                    </a:p>
                  </a:txBody>
                  <a:tcPr>
                    <a:solidFill>
                      <a:srgbClr val="FFFFFF"/>
                    </a:solidFill>
                  </a:tcPr>
                </a:tc>
                <a:tc>
                  <a:txBody>
                    <a:bodyPr/>
                    <a:lstStyle/>
                    <a:p>
                      <a:pPr>
                        <a:defRPr sz="1000">
                          <a:solidFill>
                            <a:srgbClr val="333333"/>
                          </a:solidFill>
                          <a:latin typeface="Consolas"/>
                        </a:defRPr>
                      </a:pPr>
                      <a:r>
                        <a:t>ZDMS_UPLOAD_FILES_F01:192</a:t>
                      </a:r>
                    </a:p>
                  </a:txBody>
                  <a:tcPr>
                    <a:solidFill>
                      <a:srgbClr val="FFFFFF"/>
                    </a:solidFill>
                  </a:tcPr>
                </a:tc>
              </a:tr>
              <a:tr h="320040">
                <a:tc>
                  <a:txBody>
                    <a:bodyPr/>
                    <a:lstStyle/>
                    <a:p>
                      <a:pPr>
                        <a:defRPr sz="1000">
                          <a:solidFill>
                            <a:srgbClr val="333333"/>
                          </a:solidFill>
                          <a:latin typeface="Calibri"/>
                        </a:defRPr>
                      </a:pPr>
                      <a:r>
                        <a:t>14</a:t>
                      </a:r>
                    </a:p>
                  </a:txBody>
                  <a:tcPr>
                    <a:solidFill>
                      <a:srgbClr val="F5F5F5"/>
                    </a:solidFill>
                  </a:tcPr>
                </a:tc>
                <a:tc>
                  <a:txBody>
                    <a:bodyPr/>
                    <a:lstStyle/>
                    <a:p>
                      <a:pPr>
                        <a:defRPr sz="1000" b="1">
                          <a:solidFill>
                            <a:srgbClr val="707070"/>
                          </a:solidFill>
                          <a:latin typeface="Calibri"/>
                        </a:defRPr>
                      </a:pPr>
                      <a:r>
                        <a:t>LOW</a:t>
                      </a:r>
                    </a:p>
                  </a:txBody>
                  <a:tcPr>
                    <a:solidFill>
                      <a:srgbClr val="F5F5F5"/>
                    </a:solidFill>
                  </a:tcPr>
                </a:tc>
                <a:tc>
                  <a:txBody>
                    <a:bodyPr/>
                    <a:lstStyle/>
                    <a:p>
                      <a:pPr>
                        <a:defRPr sz="1000">
                          <a:solidFill>
                            <a:srgbClr val="333333"/>
                          </a:solidFill>
                          <a:latin typeface="Calibri"/>
                        </a:defRPr>
                      </a:pPr>
                      <a:r>
                        <a:t>Hard-coded “allowed characters” string (magic literal)</a:t>
                      </a:r>
                    </a:p>
                  </a:txBody>
                  <a:tcPr>
                    <a:solidFill>
                      <a:srgbClr val="F5F5F5"/>
                    </a:solidFill>
                  </a:tcPr>
                </a:tc>
                <a:tc>
                  <a:txBody>
                    <a:bodyPr/>
                    <a:lstStyle/>
                    <a:p>
                      <a:pPr>
                        <a:defRPr sz="1000">
                          <a:solidFill>
                            <a:srgbClr val="333333"/>
                          </a:solidFill>
                          <a:latin typeface="Consolas"/>
                        </a:defRPr>
                      </a:pPr>
                      <a:r>
                        <a:t>ZDMS_UPLOAD_FILES_F01:260</a:t>
                      </a:r>
                    </a:p>
                  </a:txBody>
                  <a:tcPr>
                    <a:solidFill>
                      <a:srgbClr val="F5F5F5"/>
                    </a:solidFill>
                  </a:tcPr>
                </a:tc>
              </a:tr>
              <a:tr h="320040">
                <a:tc>
                  <a:txBody>
                    <a:bodyPr/>
                    <a:lstStyle/>
                    <a:p>
                      <a:pPr>
                        <a:defRPr sz="1000">
                          <a:solidFill>
                            <a:srgbClr val="333333"/>
                          </a:solidFill>
                          <a:latin typeface="Calibri"/>
                        </a:defRPr>
                      </a:pPr>
                      <a:r>
                        <a:t>15</a:t>
                      </a:r>
                    </a:p>
                  </a:txBody>
                  <a:tcPr>
                    <a:solidFill>
                      <a:srgbClr val="FFFFFF"/>
                    </a:solidFill>
                  </a:tcPr>
                </a:tc>
                <a:tc>
                  <a:txBody>
                    <a:bodyPr/>
                    <a:lstStyle/>
                    <a:p>
                      <a:pPr>
                        <a:defRPr sz="1000" b="1">
                          <a:solidFill>
                            <a:srgbClr val="707070"/>
                          </a:solidFill>
                          <a:latin typeface="Calibri"/>
                        </a:defRPr>
                      </a:pPr>
                      <a:r>
                        <a:t>LOW</a:t>
                      </a:r>
                    </a:p>
                  </a:txBody>
                  <a:tcPr>
                    <a:solidFill>
                      <a:srgbClr val="FFFFFF"/>
                    </a:solidFill>
                  </a:tcPr>
                </a:tc>
                <a:tc>
                  <a:txBody>
                    <a:bodyPr/>
                    <a:lstStyle/>
                    <a:p>
                      <a:pPr>
                        <a:defRPr sz="1000">
                          <a:solidFill>
                            <a:srgbClr val="333333"/>
                          </a:solidFill>
                          <a:latin typeface="Calibri"/>
                        </a:defRPr>
                      </a:pPr>
                      <a:r>
                        <a:t>Obsolete string building with CONCATENATE (path construction)</a:t>
                      </a:r>
                    </a:p>
                  </a:txBody>
                  <a:tcPr>
                    <a:solidFill>
                      <a:srgbClr val="FFFFFF"/>
                    </a:solidFill>
                  </a:tcPr>
                </a:tc>
                <a:tc>
                  <a:txBody>
                    <a:bodyPr/>
                    <a:lstStyle/>
                    <a:p>
                      <a:pPr>
                        <a:defRPr sz="1000">
                          <a:solidFill>
                            <a:srgbClr val="333333"/>
                          </a:solidFill>
                          <a:latin typeface="Consolas"/>
                        </a:defRPr>
                      </a:pPr>
                      <a:r>
                        <a:t>ZDMS_UPLOAD_FILES_F01:509</a:t>
                      </a:r>
                    </a:p>
                  </a:txBody>
                  <a:tcPr>
                    <a:solidFill>
                      <a:srgbClr val="FFFFFF"/>
                    </a:solidFill>
                  </a:tcPr>
                </a:tc>
              </a:tr>
              <a:tr h="320040">
                <a:tc>
                  <a:txBody>
                    <a:bodyPr/>
                    <a:lstStyle/>
                    <a:p>
                      <a:pPr>
                        <a:defRPr sz="1000">
                          <a:solidFill>
                            <a:srgbClr val="333333"/>
                          </a:solidFill>
                          <a:latin typeface="Calibri"/>
                        </a:defRPr>
                      </a:pPr>
                      <a:r>
                        <a:t>16</a:t>
                      </a:r>
                    </a:p>
                  </a:txBody>
                  <a:tcPr>
                    <a:solidFill>
                      <a:srgbClr val="F5F5F5"/>
                    </a:solidFill>
                  </a:tcPr>
                </a:tc>
                <a:tc>
                  <a:txBody>
                    <a:bodyPr/>
                    <a:lstStyle/>
                    <a:p>
                      <a:pPr>
                        <a:defRPr sz="1000" b="1">
                          <a:solidFill>
                            <a:srgbClr val="707070"/>
                          </a:solidFill>
                          <a:latin typeface="Calibri"/>
                        </a:defRPr>
                      </a:pPr>
                      <a:r>
                        <a:t>LOW</a:t>
                      </a:r>
                    </a:p>
                  </a:txBody>
                  <a:tcPr>
                    <a:solidFill>
                      <a:srgbClr val="F5F5F5"/>
                    </a:solidFill>
                  </a:tcPr>
                </a:tc>
                <a:tc>
                  <a:txBody>
                    <a:bodyPr/>
                    <a:lstStyle/>
                    <a:p>
                      <a:pPr>
                        <a:defRPr sz="1000">
                          <a:solidFill>
                            <a:srgbClr val="333333"/>
                          </a:solidFill>
                          <a:latin typeface="Calibri"/>
                        </a:defRPr>
                      </a:pPr>
                      <a:r>
                        <a:t>Missing typing for FORM parameters (implicit ANY)</a:t>
                      </a:r>
                    </a:p>
                  </a:txBody>
                  <a:tcPr>
                    <a:solidFill>
                      <a:srgbClr val="F5F5F5"/>
                    </a:solidFill>
                  </a:tcPr>
                </a:tc>
                <a:tc>
                  <a:txBody>
                    <a:bodyPr/>
                    <a:lstStyle/>
                    <a:p>
                      <a:pPr>
                        <a:defRPr sz="1000">
                          <a:solidFill>
                            <a:srgbClr val="333333"/>
                          </a:solidFill>
                          <a:latin typeface="Consolas"/>
                        </a:defRPr>
                      </a:pPr>
                      <a:r>
                        <a:t>ZDMS_UPLOAD_FILES_F01:579</a:t>
                      </a:r>
                    </a:p>
                  </a:txBody>
                  <a:tcPr>
                    <a:solidFill>
                      <a:srgbClr val="F5F5F5"/>
                    </a:solidFill>
                  </a:tcPr>
                </a:tc>
              </a:tr>
            </a:tbl>
          </a:graphicData>
        </a:graphic>
      </p:graphicFrame>
    </p:spTree>
    <p:extLst>
      <p:ext uri="{BB962C8B-B14F-4D97-AF65-F5344CB8AC3E}">
        <p14:creationId xmlns:p14="http://schemas.microsoft.com/office/powerpoint/2010/main" val="2620996960"/>
      </p:ext>
    </p:extLst>
  </p:cSld>
  <p:clrMapOvr>
    <a:masterClrMapping/>
  </p:clrMapOvr>
  <p:transition spd="slow"/>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BDBE58-2271-B964-37D4-40D73B2C07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E773121-C558-3667-080E-78A69BC8D9A5}"/>
              </a:ext>
            </a:extLst>
          </p:cNvPr>
          <p:cNvSpPr>
            <a:spLocks noGrp="1"/>
          </p:cNvSpPr>
          <p:nvPr>
            <p:ph type="title"/>
          </p:nvPr>
        </p:nvSpPr>
        <p:spPr>
          <a:xfrm>
            <a:off x="649852" y="1737211"/>
            <a:ext cx="8722423" cy="1846659"/>
          </a:xfrm>
        </p:spPr>
        <p:txBody>
          <a:bodyPr wrap="square" lIns="0" tIns="0" rIns="0" bIns="0" anchor="t">
            <a:spAutoFit/>
          </a:bodyPr>
          <a:lstStyle/>
          <a:p>
            <a:r>
              <a:rPr lang="pl-PL" dirty="0">
                <a:latin typeface="Calibri Light"/>
                <a:ea typeface="Calibri"/>
                <a:cs typeface="Calibri Light"/>
              </a:rPr>
              <a:t>Method &amp; Cost</a:t>
            </a:r>
          </a:p>
        </p:txBody>
      </p:sp>
      <p:sp>
        <p:nvSpPr>
          <p:cNvPr id="5" name="Text Placeholder 4">
            <a:extLst>
              <a:ext uri="{FF2B5EF4-FFF2-40B4-BE49-F238E27FC236}">
                <a16:creationId xmlns:a16="http://schemas.microsoft.com/office/drawing/2014/main" id="{3B501ABD-2182-3E7E-066E-303490DA5384}"/>
              </a:ext>
            </a:extLst>
          </p:cNvPr>
          <p:cNvSpPr>
            <a:spLocks noGrp="1"/>
          </p:cNvSpPr>
          <p:nvPr>
            <p:ph type="body" sz="quarter" idx="10"/>
          </p:nvPr>
        </p:nvSpPr>
        <p:spPr>
          <a:xfrm>
            <a:off x="647700" y="1315415"/>
            <a:ext cx="1561346" cy="307777"/>
          </a:xfrm>
        </p:spPr>
        <p:txBody>
          <a:bodyPr/>
          <a:lstStyle/>
          <a:p>
            <a:r>
              <a:rPr lang="en-US" dirty="0">
                <a:solidFill>
                  <a:srgbClr val="00FFF0"/>
                </a:solidFill>
                <a:ea typeface="Calibri"/>
                <a:cs typeface="Calibri"/>
              </a:rPr>
              <a:t>Section 02</a:t>
            </a:r>
            <a:endParaRPr lang="en-US" dirty="0">
              <a:solidFill>
                <a:srgbClr val="00FFF0"/>
              </a:solidFill>
            </a:endParaRPr>
          </a:p>
        </p:txBody>
      </p:sp>
      <p:pic>
        <p:nvPicPr>
          <p:cNvPr id="6" name="Picture 2" descr="News - Page 2 of 13 :: medartis AG">
            <a:extLst>
              <a:ext uri="{FF2B5EF4-FFF2-40B4-BE49-F238E27FC236}">
                <a16:creationId xmlns:a16="http://schemas.microsoft.com/office/drawing/2014/main" id="{37D2743F-BBC7-C117-D219-030FB6E75904}"/>
              </a:ext>
            </a:extLst>
          </p:cNvPr>
          <p:cNvPicPr>
            <a:picLocks noChangeAspect="1" noChangeArrowheads="1"/>
          </p:cNvPicPr>
          <p:nvPr/>
        </p:nvPicPr>
        <p:blipFill>
          <a:blip r:embed="rId3" cstate="print">
            <a:clrChange>
              <a:clrFrom>
                <a:srgbClr val="000000"/>
              </a:clrFrom>
              <a:clrTo>
                <a:srgbClr val="000000">
                  <a:alpha val="0"/>
                </a:srgbClr>
              </a:clrTo>
            </a:clrChange>
            <a:extLst>
              <a:ext uri="{28A0092B-C50C-407E-A947-70E740481C1C}">
                <a14:useLocalDpi xmlns:a14="http://schemas.microsoft.com/office/drawing/2010/main" val="0"/>
              </a:ext>
            </a:extLst>
          </a:blip>
          <a:srcRect/>
          <a:stretch>
            <a:fillRect/>
          </a:stretch>
        </p:blipFill>
        <p:spPr bwMode="auto">
          <a:xfrm>
            <a:off x="10431780" y="-182880"/>
            <a:ext cx="1945958" cy="109480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501249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2">
            <a:extLst>
              <a:ext uri="{FF2B5EF4-FFF2-40B4-BE49-F238E27FC236}">
                <a16:creationId xmlns:a16="http://schemas.microsoft.com/office/drawing/2014/main" id="{3768A963-6A65-98F8-CD46-91B53A4AC80E}"/>
              </a:ext>
            </a:extLst>
          </p:cNvPr>
          <p:cNvSpPr>
            <a:spLocks noGrp="1"/>
          </p:cNvSpPr>
          <p:nvPr>
            <p:ph type="title"/>
          </p:nvPr>
        </p:nvSpPr>
        <p:spPr>
          <a:xfrm>
            <a:off x="633632" y="722843"/>
            <a:ext cx="2618014" cy="338554"/>
          </a:xfrm>
        </p:spPr>
        <p:txBody>
          <a:bodyPr lIns="0" tIns="0" rIns="0" bIns="0" anchor="t">
            <a:noAutofit/>
          </a:bodyPr>
          <a:lstStyle/>
          <a:p>
            <a:r>
              <a:rPr lang="en-US" sz="2800" b="0" dirty="0">
                <a:latin typeface="Calibri Light"/>
                <a:ea typeface="Calibri"/>
                <a:cs typeface="Calibri"/>
              </a:rPr>
              <a:t>Method</a:t>
            </a:r>
          </a:p>
        </p:txBody>
      </p:sp>
      <p:sp>
        <p:nvSpPr>
          <p:cNvPr id="6" name="Text Placeholder 3">
            <a:extLst>
              <a:ext uri="{FF2B5EF4-FFF2-40B4-BE49-F238E27FC236}">
                <a16:creationId xmlns:a16="http://schemas.microsoft.com/office/drawing/2014/main" id="{AD7E56BD-6160-8471-2538-AB4638F59B0E}"/>
              </a:ext>
            </a:extLst>
          </p:cNvPr>
          <p:cNvSpPr txBox="1">
            <a:spLocks/>
          </p:cNvSpPr>
          <p:nvPr/>
        </p:nvSpPr>
        <p:spPr>
          <a:xfrm>
            <a:off x="633632" y="497137"/>
            <a:ext cx="2618014" cy="225706"/>
          </a:xfrm>
          <a:prstGeom prst="rect">
            <a:avLst/>
          </a:prstGeom>
        </p:spPr>
        <p:txBody>
          <a:bodyPr vert="horz" lIns="0" tIns="0" rIns="0" bIns="0" rtlCol="0" anchor="t">
            <a:normAutofit/>
          </a:bodyPr>
          <a:lstStyle>
            <a:lvl1pPr marL="0" indent="0" algn="l" defTabSz="914400" rtl="0" eaLnBrk="1" latinLnBrk="0" hangingPunct="1">
              <a:lnSpc>
                <a:spcPct val="100000"/>
              </a:lnSpc>
              <a:spcBef>
                <a:spcPts val="600"/>
              </a:spcBef>
              <a:spcAft>
                <a:spcPts val="0"/>
              </a:spcAft>
              <a:buFont typeface="Arial" panose="020B0604020202020204" pitchFamily="34" charset="0"/>
              <a:buNone/>
              <a:defRPr lang="en-US" sz="1400" b="0" i="0" kern="1200" dirty="0">
                <a:solidFill>
                  <a:schemeClr val="bg1"/>
                </a:solidFill>
                <a:latin typeface="Calibri"/>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spcAft>
                <a:spcPts val="0"/>
              </a:spcAft>
              <a:buClr>
                <a:schemeClr val="bg1"/>
              </a:buClr>
              <a:buFont typeface="Arial" panose="020B0604020202020204" pitchFamily="34" charset="0"/>
              <a:buChar char="•"/>
              <a:defRPr lang="en-US" sz="1400" b="0" i="0" kern="1200" dirty="0">
                <a:solidFill>
                  <a:schemeClr val="bg1"/>
                </a:solidFill>
                <a:latin typeface="Calibri"/>
                <a:ea typeface="Calibri" panose="020F0502020204030204" pitchFamily="34" charset="0"/>
                <a:cs typeface="Calibri" panose="020F0502020204030204" pitchFamily="34" charset="0"/>
              </a:defRPr>
            </a:lvl2pPr>
            <a:lvl3pPr marL="365760" indent="-182880" algn="l" defTabSz="914400" rtl="0" eaLnBrk="1" latinLnBrk="0" hangingPunct="1">
              <a:lnSpc>
                <a:spcPct val="100000"/>
              </a:lnSpc>
              <a:spcBef>
                <a:spcPts val="600"/>
              </a:spcBef>
              <a:spcAft>
                <a:spcPts val="0"/>
              </a:spcAft>
              <a:buClr>
                <a:schemeClr val="bg1"/>
              </a:buClr>
              <a:buFont typeface="Courier New" panose="02070309020205020404" pitchFamily="49" charset="0"/>
              <a:buChar char="o"/>
              <a:defRPr lang="en-US" sz="1200" b="0" i="0" kern="1200" dirty="0">
                <a:solidFill>
                  <a:schemeClr val="bg1"/>
                </a:solidFill>
                <a:latin typeface="Calibri"/>
                <a:ea typeface="Calibri" panose="020F0502020204030204" pitchFamily="34" charset="0"/>
                <a:cs typeface="Calibri" panose="020F0502020204030204" pitchFamily="34" charset="0"/>
              </a:defRPr>
            </a:lvl3pPr>
            <a:lvl4pPr marL="1600200" indent="-228600" algn="l" defTabSz="914400" rtl="0" eaLnBrk="1" latinLnBrk="0" hangingPunct="1">
              <a:lnSpc>
                <a:spcPct val="100000"/>
              </a:lnSpc>
              <a:spcBef>
                <a:spcPts val="600"/>
              </a:spcBef>
              <a:spcAft>
                <a:spcPts val="0"/>
              </a:spcAft>
              <a:buFont typeface="Arial" panose="020B0604020202020204" pitchFamily="34" charset="0"/>
              <a:buChar char="•"/>
              <a:defRPr lang="en-US" sz="1200" b="0" i="0" kern="1200" dirty="0">
                <a:solidFill>
                  <a:schemeClr val="bg1"/>
                </a:solidFill>
                <a:latin typeface="+mn-lt"/>
                <a:ea typeface="Calibri" panose="020F0502020204030204" pitchFamily="34" charset="0"/>
                <a:cs typeface="Calibri" panose="020F0502020204030204" pitchFamily="34" charset="0"/>
              </a:defRPr>
            </a:lvl4pPr>
            <a:lvl5pPr marL="2057400" indent="-228600" algn="l" defTabSz="914400" rtl="0" eaLnBrk="1" latinLnBrk="0" hangingPunct="1">
              <a:lnSpc>
                <a:spcPct val="100000"/>
              </a:lnSpc>
              <a:spcBef>
                <a:spcPts val="600"/>
              </a:spcBef>
              <a:spcAft>
                <a:spcPts val="0"/>
              </a:spcAft>
              <a:buFont typeface="Arial" panose="020B0604020202020204" pitchFamily="34" charset="0"/>
              <a:buChar char="•"/>
              <a:defRPr lang="en-US" sz="1200" b="0" i="0" kern="1200" dirty="0">
                <a:solidFill>
                  <a:schemeClr val="bg1"/>
                </a:solidFill>
                <a:latin typeface="+mn-lt"/>
                <a:ea typeface="Calibri" panose="020F0502020204030204" pitchFamily="34" charset="0"/>
                <a:cs typeface="Calibri" panose="020F050202020403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000" dirty="0">
                <a:ea typeface="Calibri"/>
                <a:cs typeface="Calibri"/>
              </a:rPr>
              <a:t>ZDMS_UPLOAD_FILES</a:t>
            </a:r>
            <a:endParaRPr lang="en-US" sz="1000" dirty="0"/>
          </a:p>
        </p:txBody>
      </p:sp>
      <p:sp>
        <p:nvSpPr>
          <p:cNvPr id="9" name="TextBox 8"/>
          <p:cNvSpPr txBox="1"/>
          <p:nvPr/>
        </p:nvSpPr>
        <p:spPr>
          <a:xfrm>
            <a:off x="3474720" y="731520"/>
            <a:ext cx="8412480" cy="5486400"/>
          </a:xfrm>
          <a:prstGeom prst="rect">
            <a:avLst/>
          </a:prstGeom>
          <a:noFill/>
        </p:spPr>
        <p:txBody>
          <a:bodyPr wrap="square">
            <a:spAutoFit/>
          </a:bodyPr>
          <a:lstStyle/>
          <a:p>
            <a:pPr>
              <a:defRPr sz="1200" b="0">
                <a:solidFill>
                  <a:srgbClr val="333333"/>
                </a:solidFill>
                <a:latin typeface="Calibri"/>
              </a:defRPr>
            </a:pPr>
            <a:r>
              <a:rPr>
                <a:solidFill>
                  <a:srgbClr val="FFFFFF"/>
                </a:solidFill>
                <a:latin typeface="Calibri"/>
              </a:rPr>
              <a:t>Tutorial: docs/tutorials/code-review/  (6 skill files + worked example)</a:t>
            </a:r>
          </a:p>
          <a:p>
            <a:pPr>
              <a:defRPr sz="1200" b="0">
                <a:solidFill>
                  <a:srgbClr val="333333"/>
                </a:solidFill>
                <a:latin typeface="Calibri"/>
              </a:defRPr>
            </a:pPr>
          </a:p>
          <a:p>
            <a:pPr>
              <a:defRPr sz="1200" b="0">
                <a:solidFill>
                  <a:srgbClr val="333333"/>
                </a:solidFill>
                <a:latin typeface="Calibri"/>
              </a:defRPr>
            </a:pPr>
            <a:r>
              <a:rPr>
                <a:solidFill>
                  <a:srgbClr val="FFFFFF"/>
                </a:solidFill>
                <a:latin typeface="Calibri"/>
              </a:rPr>
              <a:t>Pipeline:</a:t>
            </a:r>
          </a:p>
          <a:p>
            <a:pPr>
              <a:defRPr sz="1200" b="0">
                <a:solidFill>
                  <a:srgbClr val="333333"/>
                </a:solidFill>
                <a:latin typeface="Calibri"/>
              </a:defRPr>
            </a:pPr>
            <a:r>
              <a:rPr>
                <a:solidFill>
                  <a:srgbClr val="FFFFFF"/>
                </a:solidFill>
                <a:latin typeface="Calibri"/>
              </a:rPr>
              <a:t>    Stage 1 — Formalize target (object, scope, severity scale)</a:t>
            </a:r>
          </a:p>
          <a:p>
            <a:pPr>
              <a:defRPr sz="1200" b="0">
                <a:solidFill>
                  <a:srgbClr val="333333"/>
                </a:solidFill>
                <a:latin typeface="Calibri"/>
              </a:defRPr>
            </a:pPr>
            <a:r>
              <a:rPr>
                <a:solidFill>
                  <a:srgbClr val="FFFFFF"/>
                </a:solidFill>
                <a:latin typeface="Calibri"/>
              </a:rPr>
              <a:t>    Stages 2-5 — Independent checks: Security / Performance / CleanCore / Maintainability  (parallel, ~30-45s each)</a:t>
            </a:r>
          </a:p>
          <a:p>
            <a:pPr>
              <a:defRPr sz="1200" b="0">
                <a:solidFill>
                  <a:srgbClr val="333333"/>
                </a:solidFill>
                <a:latin typeface="Calibri"/>
              </a:defRPr>
            </a:pPr>
            <a:r>
              <a:rPr>
                <a:solidFill>
                  <a:srgbClr val="FFFFFF"/>
                </a:solidFill>
                <a:latin typeface="Calibri"/>
              </a:rPr>
              <a:t>    Stage 6 — Aggregate findings with severity ranking and verdict</a:t>
            </a:r>
          </a:p>
          <a:p>
            <a:pPr>
              <a:defRPr sz="1200" b="0">
                <a:solidFill>
                  <a:srgbClr val="333333"/>
                </a:solidFill>
                <a:latin typeface="Calibri"/>
              </a:defRPr>
            </a:pPr>
          </a:p>
          <a:p>
            <a:pPr>
              <a:defRPr sz="1200" b="0">
                <a:solidFill>
                  <a:srgbClr val="333333"/>
                </a:solidFill>
                <a:latin typeface="Calibri"/>
              </a:defRPr>
            </a:pPr>
            <a:r>
              <a:rPr>
                <a:solidFill>
                  <a:srgbClr val="FFFFFF"/>
                </a:solidFill>
                <a:latin typeface="Calibri"/>
              </a:rPr>
              <a:t>Why parallel safe: each check uses light read-only tools (ReadProgram, GetIncludesList, GetInclude).</a:t>
            </a:r>
          </a:p>
          <a:p>
            <a:pPr>
              <a:defRPr sz="1200" b="0">
                <a:solidFill>
                  <a:srgbClr val="333333"/>
                </a:solidFill>
                <a:latin typeface="Calibri"/>
              </a:defRPr>
            </a:pPr>
            <a:r>
              <a:rPr>
                <a:solidFill>
                  <a:srgbClr val="FFFFFF"/>
                </a:solidFill>
                <a:latin typeface="Calibri"/>
              </a:rPr>
              <a:t>No SearchSource here — that's a codebase-analysis tool, not a per-object review tool.</a:t>
            </a:r>
          </a:p>
          <a:p>
            <a:pPr>
              <a:defRPr sz="1200" b="0">
                <a:solidFill>
                  <a:srgbClr val="333333"/>
                </a:solidFill>
                <a:latin typeface="Calibri"/>
              </a:defRPr>
            </a:pPr>
          </a:p>
          <a:p>
            <a:pPr>
              <a:defRPr sz="1200" b="0">
                <a:solidFill>
                  <a:srgbClr val="333333"/>
                </a:solidFill>
                <a:latin typeface="Calibri"/>
              </a:defRPr>
            </a:pPr>
            <a:r>
              <a:rPr>
                <a:solidFill>
                  <a:srgbClr val="FFFFFF"/>
                </a:solidFill>
                <a:latin typeface="Calibri"/>
              </a:rPr>
              <a:t>Wall-clock end-to-end: ~5 minutes.</a:t>
            </a:r>
          </a:p>
          <a:p>
            <a:pPr>
              <a:defRPr sz="1200" b="0">
                <a:solidFill>
                  <a:srgbClr val="333333"/>
                </a:solidFill>
                <a:latin typeface="Calibri"/>
              </a:defRPr>
            </a:pPr>
            <a:r>
              <a:rPr>
                <a:solidFill>
                  <a:srgbClr val="FFFFFF"/>
                </a:solidFill>
                <a:latin typeface="Calibri"/>
              </a:rPr>
              <a:t>Cloud-side LLM tokens: ~381k across the four checks combined (gpt-5.2).</a:t>
            </a:r>
          </a:p>
          <a:p>
            <a:pPr>
              <a:defRPr sz="1200" b="0">
                <a:solidFill>
                  <a:srgbClr val="333333"/>
                </a:solidFill>
                <a:latin typeface="Calibri"/>
              </a:defRPr>
            </a:pPr>
          </a:p>
          <a:p>
            <a:pPr>
              <a:defRPr sz="1200" b="0">
                <a:solidFill>
                  <a:srgbClr val="333333"/>
                </a:solidFill>
                <a:latin typeface="Calibri"/>
              </a:defRPr>
            </a:pPr>
            <a:r>
              <a:rPr>
                <a:solidFill>
                  <a:srgbClr val="FFFFFF"/>
                </a:solidFill>
                <a:latin typeface="Calibri"/>
              </a:rPr>
              <a:t>Comparable manual review estimate: 1-2 hours per category × 4 = 4-8 hours by senior ABAP reviewer.</a:t>
            </a:r>
          </a:p>
        </p:txBody>
      </p:sp>
    </p:spTree>
    <p:extLst>
      <p:ext uri="{BB962C8B-B14F-4D97-AF65-F5344CB8AC3E}">
        <p14:creationId xmlns:p14="http://schemas.microsoft.com/office/powerpoint/2010/main" val="99457951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3E818F59-47CE-7E82-AC3D-602B35866685}"/>
              </a:ext>
            </a:extLst>
          </p:cNvPr>
          <p:cNvSpPr>
            <a:spLocks noGrp="1"/>
          </p:cNvSpPr>
          <p:nvPr>
            <p:ph type="title"/>
          </p:nvPr>
        </p:nvSpPr>
        <p:spPr/>
        <p:txBody>
          <a:bodyPr/>
          <a:lstStyle/>
          <a:p>
            <a:r>
              <a:rPr lang="en-US"/>
              <a:t>Thank you! </a:t>
            </a:r>
          </a:p>
        </p:txBody>
      </p:sp>
      <p:pic>
        <p:nvPicPr>
          <p:cNvPr id="2" name="Picture 2" descr="News - Page 2 of 13 :: medartis AG">
            <a:extLst>
              <a:ext uri="{FF2B5EF4-FFF2-40B4-BE49-F238E27FC236}">
                <a16:creationId xmlns:a16="http://schemas.microsoft.com/office/drawing/2014/main" id="{1252E0AF-AD7E-3914-4FA0-E01946658B02}"/>
              </a:ext>
            </a:extLst>
          </p:cNvPr>
          <p:cNvPicPr>
            <a:picLocks noChangeAspect="1" noChangeArrowheads="1"/>
          </p:cNvPicPr>
          <p:nvPr/>
        </p:nvPicPr>
        <p:blipFill>
          <a:blip r:embed="rId4" cstate="print">
            <a:clrChange>
              <a:clrFrom>
                <a:srgbClr val="000000"/>
              </a:clrFrom>
              <a:clrTo>
                <a:srgbClr val="000000">
                  <a:alpha val="0"/>
                </a:srgbClr>
              </a:clrTo>
            </a:clrChange>
            <a:extLst>
              <a:ext uri="{28A0092B-C50C-407E-A947-70E740481C1C}">
                <a14:useLocalDpi xmlns:a14="http://schemas.microsoft.com/office/drawing/2010/main" val="0"/>
              </a:ext>
            </a:extLst>
          </a:blip>
          <a:srcRect/>
          <a:stretch>
            <a:fillRect/>
          </a:stretch>
        </p:blipFill>
        <p:spPr bwMode="auto">
          <a:xfrm>
            <a:off x="10246042" y="5465120"/>
            <a:ext cx="1945958" cy="1094804"/>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p:cNvSpPr txBox="1"/>
          <p:nvPr/>
        </p:nvSpPr>
        <p:spPr>
          <a:xfrm>
            <a:off x="640080" y="3108960"/>
            <a:ext cx="5029200" cy="830997"/>
          </a:xfrm>
          <a:prstGeom prst="rect">
            <a:avLst/>
          </a:prstGeom>
          <a:noFill/>
        </p:spPr>
        <p:txBody>
          <a:bodyPr wrap="square">
            <a:spAutoFit/>
          </a:bodyPr>
          <a:lstStyle/>
          <a:p>
            <a:r>
              <a:rPr sz="1800" b="1" dirty="0">
                <a:solidFill>
                  <a:srgbClr val="FFFFFF"/>
                </a:solidFill>
                <a:latin typeface="Calibri"/>
              </a:rPr>
              <a:t>Tutorial under docs/tutorials/code-review/ — replay or apply to other ABAP objects.</a:t>
            </a:r>
          </a:p>
        </p:txBody>
      </p:sp>
      <p:sp>
        <p:nvSpPr>
          <p:cNvPr id="13" name="Rectangle 12"/>
          <p:cNvSpPr/>
          <p:nvPr/>
        </p:nvSpPr>
        <p:spPr>
          <a:xfrm>
            <a:off x="9601200" y="5394960"/>
            <a:ext cx="2286000" cy="82296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30431078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Placeholder 4">
            <a:extLst>
              <a:ext uri="{FF2B5EF4-FFF2-40B4-BE49-F238E27FC236}">
                <a16:creationId xmlns:a16="http://schemas.microsoft.com/office/drawing/2014/main" id="{258F7F3E-C1F2-EEE7-E736-965875D70CED}"/>
              </a:ext>
            </a:extLst>
          </p:cNvPr>
          <p:cNvPicPr>
            <a:picLocks noGrp="1" noChangeAspect="1"/>
          </p:cNvPicPr>
          <p:nvPr>
            <p:ph type="pic" sz="quarter" idx="24"/>
          </p:nvPr>
        </p:nvPicPr>
        <p:blipFill>
          <a:blip r:embed="rId3"/>
          <a:srcRect l="2238" r="2238"/>
          <a:stretch>
            <a:fillRect/>
          </a:stretch>
        </p:blipFill>
        <p:spPr>
          <a:xfrm>
            <a:off x="6096000" y="10"/>
            <a:ext cx="6096000" cy="6857990"/>
          </a:xfrm>
          <a:prstGeom prst="rect">
            <a:avLst/>
          </a:prstGeom>
          <a:noFill/>
        </p:spPr>
      </p:pic>
      <p:sp>
        <p:nvSpPr>
          <p:cNvPr id="9" name="Title 2">
            <a:extLst>
              <a:ext uri="{FF2B5EF4-FFF2-40B4-BE49-F238E27FC236}">
                <a16:creationId xmlns:a16="http://schemas.microsoft.com/office/drawing/2014/main" id="{63FAB504-5A41-EC72-77ED-1FC746DB9611}"/>
              </a:ext>
            </a:extLst>
          </p:cNvPr>
          <p:cNvSpPr>
            <a:spLocks noGrp="1"/>
          </p:cNvSpPr>
          <p:nvPr>
            <p:ph type="title"/>
          </p:nvPr>
        </p:nvSpPr>
        <p:spPr>
          <a:xfrm>
            <a:off x="633632" y="665116"/>
            <a:ext cx="4015014" cy="442462"/>
          </a:xfrm>
        </p:spPr>
        <p:txBody>
          <a:bodyPr lIns="0" tIns="0" rIns="0" bIns="0" anchor="t">
            <a:noAutofit/>
          </a:bodyPr>
          <a:lstStyle/>
          <a:p>
            <a:r>
              <a:rPr lang="en-US" sz="2800">
                <a:latin typeface="Calibri Light"/>
                <a:ea typeface="Calibri"/>
                <a:cs typeface="Calibri"/>
              </a:rPr>
              <a:t>Option 2 — Medartis BTP</a:t>
            </a:r>
          </a:p>
        </p:txBody>
      </p:sp>
      <p:sp>
        <p:nvSpPr>
          <p:cNvPr id="11" name="Text Placeholder 3">
            <a:extLst>
              <a:ext uri="{FF2B5EF4-FFF2-40B4-BE49-F238E27FC236}">
                <a16:creationId xmlns:a16="http://schemas.microsoft.com/office/drawing/2014/main" id="{F1565FB2-7436-1BDA-6D48-0EFFB08D7612}"/>
              </a:ext>
            </a:extLst>
          </p:cNvPr>
          <p:cNvSpPr txBox="1">
            <a:spLocks/>
          </p:cNvSpPr>
          <p:nvPr/>
        </p:nvSpPr>
        <p:spPr>
          <a:xfrm>
            <a:off x="633632" y="419100"/>
            <a:ext cx="2618014" cy="225706"/>
          </a:xfrm>
          <a:prstGeom prst="rect">
            <a:avLst/>
          </a:prstGeom>
        </p:spPr>
        <p:txBody>
          <a:bodyPr vert="horz" lIns="0" tIns="0" rIns="0" bIns="0" rtlCol="0" anchor="t">
            <a:normAutofit/>
          </a:bodyPr>
          <a:lstStyle>
            <a:lvl1pPr marL="0" indent="0" algn="l" defTabSz="914400" rtl="0" eaLnBrk="1" latinLnBrk="0" hangingPunct="1">
              <a:lnSpc>
                <a:spcPct val="100000"/>
              </a:lnSpc>
              <a:spcBef>
                <a:spcPts val="600"/>
              </a:spcBef>
              <a:spcAft>
                <a:spcPts val="0"/>
              </a:spcAft>
              <a:buFont typeface="Arial" panose="020B0604020202020204" pitchFamily="34" charset="0"/>
              <a:buNone/>
              <a:defRPr lang="en-US" sz="1400" b="0" i="0" kern="1200" dirty="0">
                <a:solidFill>
                  <a:schemeClr val="bg1"/>
                </a:solidFill>
                <a:latin typeface="Calibri"/>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spcAft>
                <a:spcPts val="0"/>
              </a:spcAft>
              <a:buClr>
                <a:schemeClr val="bg1"/>
              </a:buClr>
              <a:buFont typeface="Arial" panose="020B0604020202020204" pitchFamily="34" charset="0"/>
              <a:buChar char="•"/>
              <a:defRPr lang="en-US" sz="1400" b="0" i="0" kern="1200" dirty="0">
                <a:solidFill>
                  <a:schemeClr val="bg1"/>
                </a:solidFill>
                <a:latin typeface="Calibri"/>
                <a:ea typeface="Calibri" panose="020F0502020204030204" pitchFamily="34" charset="0"/>
                <a:cs typeface="Calibri" panose="020F0502020204030204" pitchFamily="34" charset="0"/>
              </a:defRPr>
            </a:lvl2pPr>
            <a:lvl3pPr marL="365760" indent="-182880" algn="l" defTabSz="914400" rtl="0" eaLnBrk="1" latinLnBrk="0" hangingPunct="1">
              <a:lnSpc>
                <a:spcPct val="100000"/>
              </a:lnSpc>
              <a:spcBef>
                <a:spcPts val="600"/>
              </a:spcBef>
              <a:spcAft>
                <a:spcPts val="0"/>
              </a:spcAft>
              <a:buClr>
                <a:schemeClr val="bg1"/>
              </a:buClr>
              <a:buFont typeface="Courier New" panose="02070309020205020404" pitchFamily="49" charset="0"/>
              <a:buChar char="o"/>
              <a:defRPr lang="en-US" sz="1200" b="0" i="0" kern="1200" dirty="0">
                <a:solidFill>
                  <a:schemeClr val="bg1"/>
                </a:solidFill>
                <a:latin typeface="Calibri"/>
                <a:ea typeface="Calibri" panose="020F0502020204030204" pitchFamily="34" charset="0"/>
                <a:cs typeface="Calibri" panose="020F0502020204030204" pitchFamily="34" charset="0"/>
              </a:defRPr>
            </a:lvl3pPr>
            <a:lvl4pPr marL="1600200" indent="-228600" algn="l" defTabSz="914400" rtl="0" eaLnBrk="1" latinLnBrk="0" hangingPunct="1">
              <a:lnSpc>
                <a:spcPct val="100000"/>
              </a:lnSpc>
              <a:spcBef>
                <a:spcPts val="600"/>
              </a:spcBef>
              <a:spcAft>
                <a:spcPts val="0"/>
              </a:spcAft>
              <a:buFont typeface="Arial" panose="020B0604020202020204" pitchFamily="34" charset="0"/>
              <a:buChar char="•"/>
              <a:defRPr lang="en-US" sz="1200" b="0" i="0" kern="1200" dirty="0">
                <a:solidFill>
                  <a:schemeClr val="bg1"/>
                </a:solidFill>
                <a:latin typeface="+mn-lt"/>
                <a:ea typeface="Calibri" panose="020F0502020204030204" pitchFamily="34" charset="0"/>
                <a:cs typeface="Calibri" panose="020F0502020204030204" pitchFamily="34" charset="0"/>
              </a:defRPr>
            </a:lvl4pPr>
            <a:lvl5pPr marL="2057400" indent="-228600" algn="l" defTabSz="914400" rtl="0" eaLnBrk="1" latinLnBrk="0" hangingPunct="1">
              <a:lnSpc>
                <a:spcPct val="100000"/>
              </a:lnSpc>
              <a:spcBef>
                <a:spcPts val="600"/>
              </a:spcBef>
              <a:spcAft>
                <a:spcPts val="0"/>
              </a:spcAft>
              <a:buFont typeface="Arial" panose="020B0604020202020204" pitchFamily="34" charset="0"/>
              <a:buChar char="•"/>
              <a:defRPr lang="en-US" sz="1200" b="0" i="0" kern="1200" dirty="0">
                <a:solidFill>
                  <a:schemeClr val="bg1"/>
                </a:solidFill>
                <a:latin typeface="+mn-lt"/>
                <a:ea typeface="Calibri" panose="020F0502020204030204" pitchFamily="34" charset="0"/>
                <a:cs typeface="Calibri" panose="020F050202020403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000" dirty="0">
                <a:ea typeface="Calibri"/>
                <a:cs typeface="Calibri"/>
              </a:rPr>
              <a:t>EPAM Cloud LLM Hub Architecture</a:t>
            </a:r>
            <a:endParaRPr lang="en-US" sz="1000" dirty="0"/>
          </a:p>
        </p:txBody>
      </p:sp>
      <p:sp>
        <p:nvSpPr>
          <p:cNvPr id="2" name="TextBox 6">
            <a:extLst>
              <a:ext uri="{FF2B5EF4-FFF2-40B4-BE49-F238E27FC236}">
                <a16:creationId xmlns:a16="http://schemas.microsoft.com/office/drawing/2014/main" id="{43388088-A2E4-5C34-B997-46BA1FC9F7D5}"/>
              </a:ext>
            </a:extLst>
          </p:cNvPr>
          <p:cNvSpPr txBox="1"/>
          <p:nvPr/>
        </p:nvSpPr>
        <p:spPr>
          <a:xfrm>
            <a:off x="1473041" y="1555054"/>
            <a:ext cx="3144345" cy="3816429"/>
          </a:xfrm>
          <a:prstGeom prst="rect">
            <a:avLst/>
          </a:prstGeom>
          <a:noFill/>
        </p:spPr>
        <p:txBody>
          <a:bodyPr rot="0" spcFirstLastPara="0" vert="horz" wrap="square" lIns="0" tIns="0" rIns="0" bIns="0" numCol="1" spcCol="0" rtlCol="0" fromWordArt="0" anchor="t" anchorCtr="0" forceAA="0" compatLnSpc="1">
            <a:prstTxWarp prst="textNoShape">
              <a:avLst/>
            </a:prstTxWarp>
            <a:spAutoFit/>
          </a:bodyPr>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b="1" dirty="0">
                <a:solidFill>
                  <a:schemeClr val="bg1"/>
                </a:solidFill>
              </a:rPr>
              <a:t>Key Characteristics</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ea typeface="Segoe UI"/>
                <a:cs typeface="Segoe UI"/>
              </a:rPr>
              <a:t>Cloud‑LLM‑Hub deployed in </a:t>
            </a:r>
            <a:r>
              <a:rPr lang="en-US" sz="1100" b="1" dirty="0" err="1">
                <a:solidFill>
                  <a:schemeClr val="bg1"/>
                </a:solidFill>
                <a:latin typeface="Segoe UI"/>
                <a:ea typeface="Segoe UI"/>
                <a:cs typeface="Segoe UI"/>
              </a:rPr>
              <a:t>Medartis</a:t>
            </a:r>
            <a:r>
              <a:rPr lang="en-US" sz="1100" b="1" dirty="0">
                <a:solidFill>
                  <a:schemeClr val="bg1"/>
                </a:solidFill>
                <a:latin typeface="Segoe UI"/>
                <a:ea typeface="Segoe UI"/>
                <a:cs typeface="Segoe UI"/>
              </a:rPr>
              <a:t> BTP</a:t>
            </a:r>
            <a:endParaRPr lang="en-US" dirty="0">
              <a:solidFill>
                <a:schemeClr val="bg1"/>
              </a:solidFill>
            </a:endParaRPr>
          </a:p>
          <a:p>
            <a:pPr marL="285750" indent="-285750">
              <a:buFont typeface="Arial"/>
              <a:buChar char="•"/>
            </a:pPr>
            <a:r>
              <a:rPr lang="en-US" sz="1100" dirty="0">
                <a:solidFill>
                  <a:schemeClr val="bg1"/>
                </a:solidFill>
                <a:latin typeface="Segoe UI"/>
                <a:ea typeface="Segoe UI"/>
                <a:cs typeface="Segoe UI"/>
              </a:rPr>
              <a:t>Vector DB also stored in </a:t>
            </a:r>
            <a:r>
              <a:rPr lang="en-US" sz="1100" dirty="0" err="1">
                <a:solidFill>
                  <a:schemeClr val="bg1"/>
                </a:solidFill>
                <a:latin typeface="Segoe UI"/>
                <a:ea typeface="Segoe UI"/>
                <a:cs typeface="Segoe UI"/>
              </a:rPr>
              <a:t>Medartis</a:t>
            </a:r>
            <a:r>
              <a:rPr lang="en-US" sz="1100" dirty="0">
                <a:solidFill>
                  <a:schemeClr val="bg1"/>
                </a:solidFill>
                <a:latin typeface="Segoe UI"/>
                <a:ea typeface="Segoe UI"/>
                <a:cs typeface="Segoe UI"/>
              </a:rPr>
              <a:t> cloud environment</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ea typeface="Segoe UI"/>
                <a:cs typeface="Segoe UI"/>
              </a:rPr>
              <a:t>Direct On‑Prem ABAP access via </a:t>
            </a:r>
            <a:r>
              <a:rPr lang="en-US" sz="1100" b="1" dirty="0">
                <a:solidFill>
                  <a:schemeClr val="bg1"/>
                </a:solidFill>
                <a:latin typeface="Segoe UI"/>
                <a:ea typeface="Segoe UI"/>
                <a:cs typeface="Segoe UI"/>
              </a:rPr>
              <a:t>local Cloud Connector</a:t>
            </a:r>
            <a:endParaRPr lang="en-US" dirty="0">
              <a:solidFill>
                <a:schemeClr val="bg1"/>
              </a:solidFill>
            </a:endParaRPr>
          </a:p>
          <a:p>
            <a:pPr marL="285750" indent="-285750">
              <a:buFont typeface="Arial"/>
              <a:buChar char="•"/>
            </a:pPr>
            <a:r>
              <a:rPr lang="en-US" sz="1100" dirty="0">
                <a:solidFill>
                  <a:schemeClr val="bg1"/>
                </a:solidFill>
                <a:latin typeface="Segoe UI"/>
                <a:cs typeface="Segoe UI"/>
              </a:rPr>
              <a:t>LLM provider accessed from within customer’s BTP</a:t>
            </a:r>
            <a:endParaRPr lang="en-US" dirty="0">
              <a:solidFill>
                <a:schemeClr val="bg1"/>
              </a:solidFill>
            </a:endParaRPr>
          </a:p>
          <a:p>
            <a:r>
              <a:rPr lang="en-US" b="1" dirty="0">
                <a:solidFill>
                  <a:schemeClr val="bg1"/>
                </a:solidFill>
              </a:rPr>
              <a:t>Pros</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cs typeface="Segoe UI"/>
              </a:rPr>
              <a:t>Full control remains within </a:t>
            </a:r>
            <a:r>
              <a:rPr lang="en-US" sz="1100" dirty="0" err="1">
                <a:solidFill>
                  <a:schemeClr val="bg1"/>
                </a:solidFill>
                <a:latin typeface="Segoe UI"/>
                <a:cs typeface="Segoe UI"/>
              </a:rPr>
              <a:t>Medartis</a:t>
            </a:r>
            <a:endParaRPr lang="en-US" dirty="0" err="1">
              <a:solidFill>
                <a:schemeClr val="bg1"/>
              </a:solidFill>
              <a:ea typeface="Calibri"/>
              <a:cs typeface="Calibri"/>
            </a:endParaRPr>
          </a:p>
          <a:p>
            <a:pPr marL="285750" indent="-285750">
              <a:buFont typeface="Arial"/>
              <a:buChar char="•"/>
            </a:pPr>
            <a:r>
              <a:rPr lang="en-US" sz="1100" dirty="0">
                <a:solidFill>
                  <a:schemeClr val="bg1"/>
                </a:solidFill>
                <a:latin typeface="Segoe UI"/>
                <a:cs typeface="Segoe UI"/>
              </a:rPr>
              <a:t>All AI components inside customer security perimeter</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cs typeface="Segoe UI"/>
              </a:rPr>
              <a:t>Simplified compliance and data governance</a:t>
            </a:r>
            <a:endParaRPr lang="en-US" dirty="0">
              <a:solidFill>
                <a:schemeClr val="bg1"/>
              </a:solidFill>
              <a:ea typeface="Calibri"/>
              <a:cs typeface="Calibri"/>
            </a:endParaRPr>
          </a:p>
          <a:p>
            <a:r>
              <a:rPr lang="en-US" b="1" dirty="0">
                <a:solidFill>
                  <a:schemeClr val="bg1"/>
                </a:solidFill>
              </a:rPr>
              <a:t>Cons</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cs typeface="Segoe UI"/>
              </a:rPr>
              <a:t>Limited scalability due to customer BTP capacity</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ea typeface="Segoe UI"/>
                <a:cs typeface="Segoe UI"/>
              </a:rPr>
              <a:t>Additional operational load on </a:t>
            </a:r>
            <a:r>
              <a:rPr lang="en-US" sz="1100" dirty="0" err="1">
                <a:solidFill>
                  <a:schemeClr val="bg1"/>
                </a:solidFill>
                <a:latin typeface="Segoe UI"/>
                <a:ea typeface="Segoe UI"/>
                <a:cs typeface="Segoe UI"/>
              </a:rPr>
              <a:t>Medartis</a:t>
            </a:r>
            <a:r>
              <a:rPr lang="en-US" sz="1100" dirty="0">
                <a:solidFill>
                  <a:schemeClr val="bg1"/>
                </a:solidFill>
                <a:latin typeface="Segoe UI"/>
                <a:ea typeface="Segoe UI"/>
                <a:cs typeface="Segoe UI"/>
              </a:rPr>
              <a:t> teams</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ea typeface="Segoe UI"/>
                <a:cs typeface="Segoe UI"/>
              </a:rPr>
              <a:t>Less flexibility for large workloads</a:t>
            </a:r>
            <a:endParaRPr lang="en-US" dirty="0">
              <a:solidFill>
                <a:schemeClr val="bg1"/>
              </a:solidFill>
              <a:ea typeface="Calibri"/>
              <a:cs typeface="Calibri"/>
            </a:endParaRPr>
          </a:p>
          <a:p>
            <a:endParaRPr lang="en-US" b="1" dirty="0">
              <a:solidFill>
                <a:schemeClr val="bg1"/>
              </a:solidFill>
              <a:latin typeface="Calibri"/>
              <a:ea typeface="Calibri"/>
              <a:cs typeface="Calibri"/>
            </a:endParaRPr>
          </a:p>
        </p:txBody>
      </p:sp>
    </p:spTree>
    <p:extLst>
      <p:ext uri="{BB962C8B-B14F-4D97-AF65-F5344CB8AC3E}">
        <p14:creationId xmlns:p14="http://schemas.microsoft.com/office/powerpoint/2010/main" val="167275725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438B13-2A0E-8F7B-FA19-41F29D96329A}"/>
            </a:ext>
          </a:extLst>
        </p:cNvPr>
        <p:cNvGrpSpPr/>
        <p:nvPr/>
      </p:nvGrpSpPr>
      <p:grpSpPr>
        <a:xfrm>
          <a:off x="0" y="0"/>
          <a:ext cx="0" cy="0"/>
          <a:chOff x="0" y="0"/>
          <a:chExt cx="0" cy="0"/>
        </a:xfrm>
      </p:grpSpPr>
      <p:pic>
        <p:nvPicPr>
          <p:cNvPr id="5" name="Picture Placeholder 4" descr="A screenshot of a computer screen  AI-generated content may be incorrect.">
            <a:extLst>
              <a:ext uri="{FF2B5EF4-FFF2-40B4-BE49-F238E27FC236}">
                <a16:creationId xmlns:a16="http://schemas.microsoft.com/office/drawing/2014/main" id="{CE7F3744-12A1-805D-5189-C4A64E121B4B}"/>
              </a:ext>
            </a:extLst>
          </p:cNvPr>
          <p:cNvPicPr>
            <a:picLocks noGrp="1" noChangeAspect="1"/>
          </p:cNvPicPr>
          <p:nvPr>
            <p:ph type="pic" sz="quarter" idx="24"/>
          </p:nvPr>
        </p:nvPicPr>
        <p:blipFill>
          <a:blip r:embed="rId3"/>
          <a:srcRect t="79" b="79"/>
          <a:stretch>
            <a:fillRect/>
          </a:stretch>
        </p:blipFill>
        <p:spPr>
          <a:xfrm>
            <a:off x="6096000" y="10"/>
            <a:ext cx="6096000" cy="6857990"/>
          </a:xfrm>
          <a:prstGeom prst="rect">
            <a:avLst/>
          </a:prstGeom>
          <a:noFill/>
        </p:spPr>
      </p:pic>
      <p:sp>
        <p:nvSpPr>
          <p:cNvPr id="9" name="Title 2">
            <a:extLst>
              <a:ext uri="{FF2B5EF4-FFF2-40B4-BE49-F238E27FC236}">
                <a16:creationId xmlns:a16="http://schemas.microsoft.com/office/drawing/2014/main" id="{AAF93E85-916F-D91A-E95F-E24076848B9E}"/>
              </a:ext>
            </a:extLst>
          </p:cNvPr>
          <p:cNvSpPr>
            <a:spLocks noGrp="1"/>
          </p:cNvSpPr>
          <p:nvPr>
            <p:ph type="title"/>
          </p:nvPr>
        </p:nvSpPr>
        <p:spPr>
          <a:xfrm>
            <a:off x="633632" y="665116"/>
            <a:ext cx="4015014" cy="442462"/>
          </a:xfrm>
        </p:spPr>
        <p:txBody>
          <a:bodyPr lIns="0" tIns="0" rIns="0" bIns="0" anchor="t">
            <a:noAutofit/>
          </a:bodyPr>
          <a:lstStyle/>
          <a:p>
            <a:r>
              <a:rPr lang="en-US" sz="2800" dirty="0">
                <a:latin typeface="Calibri Light"/>
                <a:ea typeface="Calibri"/>
                <a:cs typeface="Calibri"/>
              </a:rPr>
              <a:t>Option 3 — Hybrid (Medartis + EPAM BTP)</a:t>
            </a:r>
          </a:p>
        </p:txBody>
      </p:sp>
      <p:sp>
        <p:nvSpPr>
          <p:cNvPr id="11" name="Text Placeholder 3">
            <a:extLst>
              <a:ext uri="{FF2B5EF4-FFF2-40B4-BE49-F238E27FC236}">
                <a16:creationId xmlns:a16="http://schemas.microsoft.com/office/drawing/2014/main" id="{FE9713BF-CDC8-4418-9C55-7F9EB513AE6A}"/>
              </a:ext>
            </a:extLst>
          </p:cNvPr>
          <p:cNvSpPr txBox="1">
            <a:spLocks/>
          </p:cNvSpPr>
          <p:nvPr/>
        </p:nvSpPr>
        <p:spPr>
          <a:xfrm>
            <a:off x="633632" y="419100"/>
            <a:ext cx="2618014" cy="225706"/>
          </a:xfrm>
          <a:prstGeom prst="rect">
            <a:avLst/>
          </a:prstGeom>
        </p:spPr>
        <p:txBody>
          <a:bodyPr vert="horz" lIns="0" tIns="0" rIns="0" bIns="0" rtlCol="0" anchor="t">
            <a:normAutofit/>
          </a:bodyPr>
          <a:lstStyle>
            <a:lvl1pPr marL="0" indent="0" algn="l" defTabSz="914400" rtl="0" eaLnBrk="1" latinLnBrk="0" hangingPunct="1">
              <a:lnSpc>
                <a:spcPct val="100000"/>
              </a:lnSpc>
              <a:spcBef>
                <a:spcPts val="600"/>
              </a:spcBef>
              <a:spcAft>
                <a:spcPts val="0"/>
              </a:spcAft>
              <a:buFont typeface="Arial" panose="020B0604020202020204" pitchFamily="34" charset="0"/>
              <a:buNone/>
              <a:defRPr lang="en-US" sz="1400" b="0" i="0" kern="1200" dirty="0">
                <a:solidFill>
                  <a:schemeClr val="bg1"/>
                </a:solidFill>
                <a:latin typeface="Calibri"/>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spcAft>
                <a:spcPts val="0"/>
              </a:spcAft>
              <a:buClr>
                <a:schemeClr val="bg1"/>
              </a:buClr>
              <a:buFont typeface="Arial" panose="020B0604020202020204" pitchFamily="34" charset="0"/>
              <a:buChar char="•"/>
              <a:defRPr lang="en-US" sz="1400" b="0" i="0" kern="1200" dirty="0">
                <a:solidFill>
                  <a:schemeClr val="bg1"/>
                </a:solidFill>
                <a:latin typeface="Calibri"/>
                <a:ea typeface="Calibri" panose="020F0502020204030204" pitchFamily="34" charset="0"/>
                <a:cs typeface="Calibri" panose="020F0502020204030204" pitchFamily="34" charset="0"/>
              </a:defRPr>
            </a:lvl2pPr>
            <a:lvl3pPr marL="365760" indent="-182880" algn="l" defTabSz="914400" rtl="0" eaLnBrk="1" latinLnBrk="0" hangingPunct="1">
              <a:lnSpc>
                <a:spcPct val="100000"/>
              </a:lnSpc>
              <a:spcBef>
                <a:spcPts val="600"/>
              </a:spcBef>
              <a:spcAft>
                <a:spcPts val="0"/>
              </a:spcAft>
              <a:buClr>
                <a:schemeClr val="bg1"/>
              </a:buClr>
              <a:buFont typeface="Courier New" panose="02070309020205020404" pitchFamily="49" charset="0"/>
              <a:buChar char="o"/>
              <a:defRPr lang="en-US" sz="1200" b="0" i="0" kern="1200" dirty="0">
                <a:solidFill>
                  <a:schemeClr val="bg1"/>
                </a:solidFill>
                <a:latin typeface="Calibri"/>
                <a:ea typeface="Calibri" panose="020F0502020204030204" pitchFamily="34" charset="0"/>
                <a:cs typeface="Calibri" panose="020F0502020204030204" pitchFamily="34" charset="0"/>
              </a:defRPr>
            </a:lvl3pPr>
            <a:lvl4pPr marL="1600200" indent="-228600" algn="l" defTabSz="914400" rtl="0" eaLnBrk="1" latinLnBrk="0" hangingPunct="1">
              <a:lnSpc>
                <a:spcPct val="100000"/>
              </a:lnSpc>
              <a:spcBef>
                <a:spcPts val="600"/>
              </a:spcBef>
              <a:spcAft>
                <a:spcPts val="0"/>
              </a:spcAft>
              <a:buFont typeface="Arial" panose="020B0604020202020204" pitchFamily="34" charset="0"/>
              <a:buChar char="•"/>
              <a:defRPr lang="en-US" sz="1200" b="0" i="0" kern="1200" dirty="0">
                <a:solidFill>
                  <a:schemeClr val="bg1"/>
                </a:solidFill>
                <a:latin typeface="+mn-lt"/>
                <a:ea typeface="Calibri" panose="020F0502020204030204" pitchFamily="34" charset="0"/>
                <a:cs typeface="Calibri" panose="020F0502020204030204" pitchFamily="34" charset="0"/>
              </a:defRPr>
            </a:lvl4pPr>
            <a:lvl5pPr marL="2057400" indent="-228600" algn="l" defTabSz="914400" rtl="0" eaLnBrk="1" latinLnBrk="0" hangingPunct="1">
              <a:lnSpc>
                <a:spcPct val="100000"/>
              </a:lnSpc>
              <a:spcBef>
                <a:spcPts val="600"/>
              </a:spcBef>
              <a:spcAft>
                <a:spcPts val="0"/>
              </a:spcAft>
              <a:buFont typeface="Arial" panose="020B0604020202020204" pitchFamily="34" charset="0"/>
              <a:buChar char="•"/>
              <a:defRPr lang="en-US" sz="1200" b="0" i="0" kern="1200" dirty="0">
                <a:solidFill>
                  <a:schemeClr val="bg1"/>
                </a:solidFill>
                <a:latin typeface="+mn-lt"/>
                <a:ea typeface="Calibri" panose="020F0502020204030204" pitchFamily="34" charset="0"/>
                <a:cs typeface="Calibri" panose="020F050202020403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000" dirty="0">
                <a:ea typeface="Calibri"/>
                <a:cs typeface="Calibri"/>
              </a:rPr>
              <a:t>EPAM Cloud LLM Hub Architecture</a:t>
            </a:r>
            <a:endParaRPr lang="en-US" sz="1000" dirty="0"/>
          </a:p>
        </p:txBody>
      </p:sp>
      <p:sp>
        <p:nvSpPr>
          <p:cNvPr id="3" name="TextBox 6">
            <a:extLst>
              <a:ext uri="{FF2B5EF4-FFF2-40B4-BE49-F238E27FC236}">
                <a16:creationId xmlns:a16="http://schemas.microsoft.com/office/drawing/2014/main" id="{2F6F8C8E-F261-E112-3508-B9CFF8FD5127}"/>
              </a:ext>
            </a:extLst>
          </p:cNvPr>
          <p:cNvSpPr txBox="1"/>
          <p:nvPr/>
        </p:nvSpPr>
        <p:spPr>
          <a:xfrm>
            <a:off x="1175247" y="1467468"/>
            <a:ext cx="4396827" cy="3877985"/>
          </a:xfrm>
          <a:prstGeom prst="rect">
            <a:avLst/>
          </a:prstGeom>
          <a:noFill/>
        </p:spPr>
        <p:txBody>
          <a:bodyPr rot="0" spcFirstLastPara="0" vert="horz" wrap="square" lIns="0" tIns="0" rIns="0" bIns="0" numCol="1" spcCol="0" rtlCol="0" fromWordArt="0" anchor="t" anchorCtr="0" forceAA="0" compatLnSpc="1">
            <a:prstTxWarp prst="textNoShape">
              <a:avLst/>
            </a:prstTxWarp>
            <a:spAutoFit/>
          </a:bodyPr>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b="1" dirty="0">
                <a:solidFill>
                  <a:schemeClr val="bg1"/>
                </a:solidFill>
              </a:rPr>
              <a:t>Key Characteristics</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ea typeface="Segoe UI"/>
                <a:cs typeface="Segoe UI"/>
              </a:rPr>
              <a:t>Sensitive indexing and metadata analysis executed in </a:t>
            </a:r>
            <a:r>
              <a:rPr lang="en-US" sz="1100" b="1" dirty="0" err="1">
                <a:solidFill>
                  <a:schemeClr val="bg1"/>
                </a:solidFill>
                <a:latin typeface="Segoe UI"/>
                <a:ea typeface="Segoe UI"/>
                <a:cs typeface="Segoe UI"/>
              </a:rPr>
              <a:t>Medartis</a:t>
            </a:r>
            <a:r>
              <a:rPr lang="en-US" sz="1100" b="1" dirty="0">
                <a:solidFill>
                  <a:schemeClr val="bg1"/>
                </a:solidFill>
                <a:latin typeface="Segoe UI"/>
                <a:ea typeface="Segoe UI"/>
                <a:cs typeface="Segoe UI"/>
              </a:rPr>
              <a:t> BTP</a:t>
            </a:r>
            <a:endParaRPr lang="en-US" dirty="0">
              <a:solidFill>
                <a:schemeClr val="bg1"/>
              </a:solidFill>
            </a:endParaRPr>
          </a:p>
          <a:p>
            <a:pPr marL="285750" indent="-285750">
              <a:buFont typeface="Arial"/>
              <a:buChar char="•"/>
            </a:pPr>
            <a:r>
              <a:rPr lang="en-US" sz="1100" dirty="0">
                <a:solidFill>
                  <a:schemeClr val="bg1"/>
                </a:solidFill>
                <a:latin typeface="Segoe UI"/>
                <a:cs typeface="Segoe UI"/>
              </a:rPr>
              <a:t>Heavy MCP/LLM processing hosted in </a:t>
            </a:r>
            <a:r>
              <a:rPr lang="en-US" sz="1100" b="1" dirty="0">
                <a:solidFill>
                  <a:schemeClr val="bg1"/>
                </a:solidFill>
                <a:latin typeface="Segoe UI"/>
                <a:cs typeface="Segoe UI"/>
              </a:rPr>
              <a:t>EPAM BTP</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cs typeface="Segoe UI"/>
              </a:rPr>
              <a:t>Uses </a:t>
            </a:r>
            <a:r>
              <a:rPr lang="en-US" sz="1100" b="1" dirty="0">
                <a:solidFill>
                  <a:schemeClr val="bg1"/>
                </a:solidFill>
                <a:latin typeface="Segoe UI"/>
                <a:cs typeface="Segoe UI"/>
              </a:rPr>
              <a:t>multiple vector databases</a:t>
            </a:r>
            <a:r>
              <a:rPr lang="en-US" sz="1100" dirty="0">
                <a:solidFill>
                  <a:schemeClr val="bg1"/>
                </a:solidFill>
                <a:latin typeface="Segoe UI"/>
                <a:cs typeface="Segoe UI"/>
              </a:rPr>
              <a:t>: </a:t>
            </a:r>
            <a:endParaRPr lang="en-US" dirty="0">
              <a:solidFill>
                <a:schemeClr val="bg1"/>
              </a:solidFill>
              <a:ea typeface="Calibri"/>
              <a:cs typeface="Calibri"/>
            </a:endParaRPr>
          </a:p>
          <a:p>
            <a:pPr marL="742950" lvl="1" indent="-285750">
              <a:buFont typeface="Arial"/>
              <a:buChar char="•"/>
            </a:pPr>
            <a:r>
              <a:rPr lang="en-US" sz="1100" dirty="0">
                <a:solidFill>
                  <a:schemeClr val="bg1"/>
                </a:solidFill>
                <a:latin typeface="Segoe UI"/>
                <a:cs typeface="Segoe UI"/>
              </a:rPr>
              <a:t>sensitive vectors stored inside </a:t>
            </a:r>
            <a:r>
              <a:rPr lang="en-US" sz="1100" dirty="0" err="1">
                <a:solidFill>
                  <a:schemeClr val="bg1"/>
                </a:solidFill>
                <a:latin typeface="Segoe UI"/>
                <a:cs typeface="Segoe UI"/>
              </a:rPr>
              <a:t>Medartis</a:t>
            </a:r>
            <a:endParaRPr lang="en-US" dirty="0" err="1">
              <a:solidFill>
                <a:schemeClr val="bg1"/>
              </a:solidFill>
              <a:ea typeface="Calibri"/>
              <a:cs typeface="Calibri"/>
            </a:endParaRPr>
          </a:p>
          <a:p>
            <a:pPr marL="742950" lvl="1" indent="-285750">
              <a:buFont typeface="Arial"/>
              <a:buChar char="•"/>
            </a:pPr>
            <a:r>
              <a:rPr lang="en-US" sz="1100" dirty="0">
                <a:solidFill>
                  <a:schemeClr val="bg1"/>
                </a:solidFill>
                <a:latin typeface="Segoe UI"/>
                <a:ea typeface="Segoe UI"/>
                <a:cs typeface="Segoe UI"/>
              </a:rPr>
              <a:t>non‑sensitive vectors stored in EPAM</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ea typeface="Segoe UI"/>
                <a:cs typeface="Segoe UI"/>
              </a:rPr>
              <a:t>Multi‑hop flow: On‑Prem → </a:t>
            </a:r>
            <a:r>
              <a:rPr lang="en-US" sz="1100" dirty="0" err="1">
                <a:solidFill>
                  <a:schemeClr val="bg1"/>
                </a:solidFill>
                <a:latin typeface="Segoe UI"/>
                <a:ea typeface="Segoe UI"/>
                <a:cs typeface="Segoe UI"/>
              </a:rPr>
              <a:t>Medartis</a:t>
            </a:r>
            <a:r>
              <a:rPr lang="en-US" sz="1100" dirty="0">
                <a:solidFill>
                  <a:schemeClr val="bg1"/>
                </a:solidFill>
                <a:latin typeface="Segoe UI"/>
                <a:ea typeface="Segoe UI"/>
                <a:cs typeface="Segoe UI"/>
              </a:rPr>
              <a:t> → EPAM → </a:t>
            </a:r>
            <a:r>
              <a:rPr lang="en-US" sz="1100" dirty="0">
                <a:solidFill>
                  <a:schemeClr val="bg1"/>
                </a:solidFill>
                <a:latin typeface="Segoe UI"/>
                <a:cs typeface="Segoe UI"/>
              </a:rPr>
              <a:t>LLM provider</a:t>
            </a:r>
            <a:endParaRPr lang="en-US" dirty="0">
              <a:solidFill>
                <a:schemeClr val="bg1"/>
              </a:solidFill>
            </a:endParaRPr>
          </a:p>
          <a:p>
            <a:r>
              <a:rPr lang="en-US" b="1" dirty="0">
                <a:solidFill>
                  <a:schemeClr val="bg1"/>
                </a:solidFill>
              </a:rPr>
              <a:t>Pros</a:t>
            </a:r>
            <a:endParaRPr lang="en-US" dirty="0">
              <a:solidFill>
                <a:schemeClr val="bg1"/>
              </a:solidFill>
              <a:ea typeface="Calibri"/>
              <a:cs typeface="Calibri"/>
            </a:endParaRPr>
          </a:p>
          <a:p>
            <a:pPr marL="285750" indent="-285750">
              <a:buFont typeface="Arial"/>
              <a:buChar char="•"/>
            </a:pPr>
            <a:r>
              <a:rPr lang="en-US" sz="1100" b="1" dirty="0">
                <a:solidFill>
                  <a:schemeClr val="bg1"/>
                </a:solidFill>
                <a:latin typeface="Segoe UI"/>
                <a:cs typeface="Segoe UI"/>
              </a:rPr>
              <a:t>Sensitive data never leaves </a:t>
            </a:r>
            <a:r>
              <a:rPr lang="en-US" sz="1100" b="1" dirty="0" err="1">
                <a:solidFill>
                  <a:schemeClr val="bg1"/>
                </a:solidFill>
                <a:latin typeface="Segoe UI"/>
                <a:cs typeface="Segoe UI"/>
              </a:rPr>
              <a:t>Medartis</a:t>
            </a:r>
            <a:r>
              <a:rPr lang="en-US" sz="1100" b="1" dirty="0">
                <a:solidFill>
                  <a:schemeClr val="bg1"/>
                </a:solidFill>
                <a:latin typeface="Segoe UI"/>
                <a:cs typeface="Segoe UI"/>
              </a:rPr>
              <a:t> control</a:t>
            </a:r>
            <a:endParaRPr lang="en-US" b="1" dirty="0">
              <a:solidFill>
                <a:schemeClr val="bg1"/>
              </a:solidFill>
            </a:endParaRPr>
          </a:p>
          <a:p>
            <a:pPr marL="285750" indent="-285750">
              <a:buFont typeface="Arial"/>
              <a:buChar char="•"/>
            </a:pPr>
            <a:r>
              <a:rPr lang="en-US" sz="1100" b="1" dirty="0">
                <a:solidFill>
                  <a:schemeClr val="bg1"/>
                </a:solidFill>
                <a:latin typeface="Segoe UI"/>
                <a:cs typeface="Segoe UI"/>
              </a:rPr>
              <a:t>General/non‑sensitive data processed in EPAM</a:t>
            </a:r>
            <a:r>
              <a:rPr lang="en-US" sz="1100" dirty="0">
                <a:solidFill>
                  <a:schemeClr val="bg1"/>
                </a:solidFill>
                <a:latin typeface="Segoe UI"/>
                <a:cs typeface="Segoe UI"/>
              </a:rPr>
              <a:t>, reducing load on </a:t>
            </a:r>
            <a:r>
              <a:rPr lang="en-US" sz="1100" dirty="0" err="1">
                <a:solidFill>
                  <a:schemeClr val="bg1"/>
                </a:solidFill>
                <a:latin typeface="Segoe UI"/>
                <a:cs typeface="Segoe UI"/>
              </a:rPr>
              <a:t>Medartis</a:t>
            </a:r>
            <a:r>
              <a:rPr lang="en-US" sz="1100" dirty="0">
                <a:solidFill>
                  <a:schemeClr val="bg1"/>
                </a:solidFill>
                <a:latin typeface="Segoe UI"/>
                <a:cs typeface="Segoe UI"/>
              </a:rPr>
              <a:t> BTP</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cs typeface="Segoe UI"/>
              </a:rPr>
              <a:t>Flexible architecture: scalable AI workloads in EPAM + secure storage in </a:t>
            </a:r>
            <a:r>
              <a:rPr lang="en-US" sz="1100" dirty="0" err="1">
                <a:solidFill>
                  <a:schemeClr val="bg1"/>
                </a:solidFill>
                <a:latin typeface="Segoe UI"/>
                <a:cs typeface="Segoe UI"/>
              </a:rPr>
              <a:t>Medartis</a:t>
            </a:r>
            <a:endParaRPr lang="en-US" dirty="0" err="1">
              <a:solidFill>
                <a:schemeClr val="bg1"/>
              </a:solidFill>
              <a:ea typeface="Calibri"/>
              <a:cs typeface="Calibri"/>
            </a:endParaRPr>
          </a:p>
          <a:p>
            <a:pPr marL="285750" indent="-285750">
              <a:buFont typeface="Arial"/>
              <a:buChar char="•"/>
            </a:pPr>
            <a:r>
              <a:rPr lang="en-US" sz="1100" dirty="0">
                <a:solidFill>
                  <a:schemeClr val="bg1"/>
                </a:solidFill>
                <a:latin typeface="Segoe UI"/>
                <a:cs typeface="Segoe UI"/>
              </a:rPr>
              <a:t>Clear separation of sensitive vs non‑sensitive processing paths</a:t>
            </a:r>
            <a:endParaRPr lang="en-US" dirty="0">
              <a:solidFill>
                <a:schemeClr val="bg1"/>
              </a:solidFill>
              <a:ea typeface="Calibri"/>
              <a:cs typeface="Calibri"/>
            </a:endParaRPr>
          </a:p>
          <a:p>
            <a:r>
              <a:rPr lang="en-US" b="1" dirty="0">
                <a:solidFill>
                  <a:schemeClr val="bg1"/>
                </a:solidFill>
              </a:rPr>
              <a:t>Cons</a:t>
            </a:r>
            <a:endParaRPr lang="en-US" dirty="0">
              <a:solidFill>
                <a:schemeClr val="bg1"/>
              </a:solidFill>
              <a:ea typeface="Calibri"/>
              <a:cs typeface="Calibri"/>
            </a:endParaRPr>
          </a:p>
          <a:p>
            <a:pPr marL="285750" indent="-285750">
              <a:buFont typeface="Arial"/>
              <a:buChar char="•"/>
            </a:pPr>
            <a:r>
              <a:rPr lang="en-US" sz="1100" b="1" dirty="0">
                <a:solidFill>
                  <a:schemeClr val="bg1"/>
                </a:solidFill>
                <a:latin typeface="Segoe UI"/>
                <a:cs typeface="Segoe UI"/>
              </a:rPr>
              <a:t>Higher architectural and integration complexity</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cs typeface="Segoe UI"/>
              </a:rPr>
              <a:t>More components to monitor and maintain</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cs typeface="Segoe UI"/>
              </a:rPr>
              <a:t>Requires careful coordination across multiple platforms</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cs typeface="Segoe UI"/>
              </a:rPr>
              <a:t>Increased routing and connectivity overhead</a:t>
            </a:r>
          </a:p>
          <a:p>
            <a:pPr>
              <a:buFont typeface="Arial"/>
            </a:pPr>
            <a:endParaRPr lang="en-US" sz="1100" dirty="0">
              <a:solidFill>
                <a:schemeClr val="bg1"/>
              </a:solidFill>
              <a:latin typeface="Segoe UI"/>
              <a:ea typeface="Calibri"/>
              <a:cs typeface="Segoe UI"/>
            </a:endParaRPr>
          </a:p>
        </p:txBody>
      </p:sp>
    </p:spTree>
    <p:extLst>
      <p:ext uri="{BB962C8B-B14F-4D97-AF65-F5344CB8AC3E}">
        <p14:creationId xmlns:p14="http://schemas.microsoft.com/office/powerpoint/2010/main" val="361213049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0" y="0"/>
            <a:ext cx="3154680" cy="6858000"/>
          </a:xfrm>
          <a:prstGeom prst="rect">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457200" y="502920"/>
            <a:ext cx="2697480" cy="274320"/>
          </a:xfrm>
          <a:prstGeom prst="rect">
            <a:avLst/>
          </a:prstGeom>
          <a:noFill/>
        </p:spPr>
        <p:txBody>
          <a:bodyPr wrap="square" anchor="t">
            <a:spAutoFit/>
          </a:bodyPr>
          <a:lstStyle/>
          <a:p>
            <a:pPr algn="l">
              <a:lnSpc>
                <a:spcPct val="115000"/>
              </a:lnSpc>
            </a:pPr>
            <a:r>
              <a:rPr sz="1000" b="0">
                <a:solidFill>
                  <a:srgbClr val="222222"/>
                </a:solidFill>
                <a:latin typeface="Calibri"/>
              </a:rPr>
              <a:t>EPAM ACCELERATOR</a:t>
            </a:r>
          </a:p>
        </p:txBody>
      </p:sp>
      <p:sp>
        <p:nvSpPr>
          <p:cNvPr id="5" name="TextBox 4"/>
          <p:cNvSpPr txBox="1"/>
          <p:nvPr/>
        </p:nvSpPr>
        <p:spPr>
          <a:xfrm>
            <a:off x="457200" y="868680"/>
            <a:ext cx="2697480" cy="1280160"/>
          </a:xfrm>
          <a:prstGeom prst="rect">
            <a:avLst/>
          </a:prstGeom>
          <a:noFill/>
        </p:spPr>
        <p:txBody>
          <a:bodyPr wrap="square" anchor="t">
            <a:spAutoFit/>
          </a:bodyPr>
          <a:lstStyle/>
          <a:p>
            <a:pPr algn="l">
              <a:lnSpc>
                <a:spcPct val="110000"/>
              </a:lnSpc>
            </a:pPr>
            <a:r>
              <a:rPr sz="2200" b="1">
                <a:solidFill>
                  <a:srgbClr val="222222"/>
                </a:solidFill>
                <a:latin typeface="Calibri"/>
              </a:rPr>
              <a:t>SAP API Policy:</a:t>
            </a:r>
          </a:p>
          <a:p>
            <a:pPr algn="l">
              <a:lnSpc>
                <a:spcPct val="110000"/>
              </a:lnSpc>
            </a:pPr>
            <a:r>
              <a:rPr sz="2200" b="1">
                <a:solidFill>
                  <a:srgbClr val="222222"/>
                </a:solidFill>
                <a:latin typeface="Calibri"/>
              </a:rPr>
              <a:t>ABAP MCP Officially</a:t>
            </a:r>
          </a:p>
          <a:p>
            <a:pPr algn="l">
              <a:lnSpc>
                <a:spcPct val="110000"/>
              </a:lnSpc>
            </a:pPr>
            <a:r>
              <a:rPr sz="2200" b="1">
                <a:solidFill>
                  <a:srgbClr val="222222"/>
                </a:solidFill>
                <a:latin typeface="Calibri"/>
              </a:rPr>
              <a:t>Allowed</a:t>
            </a:r>
          </a:p>
        </p:txBody>
      </p:sp>
      <p:sp>
        <p:nvSpPr>
          <p:cNvPr id="6" name="Oval 5"/>
          <p:cNvSpPr/>
          <p:nvPr/>
        </p:nvSpPr>
        <p:spPr>
          <a:xfrm>
            <a:off x="457200" y="2468880"/>
            <a:ext cx="868680" cy="868680"/>
          </a:xfrm>
          <a:prstGeom prst="ellipse">
            <a:avLst/>
          </a:prstGeom>
          <a:solidFill>
            <a:srgbClr val="FFFFFF"/>
          </a:solidFill>
          <a:ln w="25400">
            <a:solidFill>
              <a:srgbClr val="00C8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457200" y="2468880"/>
            <a:ext cx="868680" cy="868680"/>
          </a:xfrm>
          <a:prstGeom prst="rect">
            <a:avLst/>
          </a:prstGeom>
          <a:noFill/>
        </p:spPr>
        <p:txBody>
          <a:bodyPr wrap="none" lIns="0" tIns="0" rIns="0" bIns="0" anchor="ctr">
            <a:spAutoFit/>
          </a:bodyPr>
          <a:lstStyle/>
          <a:p>
            <a:pPr algn="ctr"/>
            <a:r>
              <a:rPr sz="3600" b="1">
                <a:solidFill>
                  <a:srgbClr val="00C8D9"/>
                </a:solidFill>
                <a:latin typeface="Calibri"/>
              </a:rPr>
              <a:t>✓</a:t>
            </a:r>
          </a:p>
        </p:txBody>
      </p:sp>
      <p:sp>
        <p:nvSpPr>
          <p:cNvPr id="8" name="TextBox 7"/>
          <p:cNvSpPr txBox="1"/>
          <p:nvPr/>
        </p:nvSpPr>
        <p:spPr>
          <a:xfrm>
            <a:off x="457200" y="3611880"/>
            <a:ext cx="2697480" cy="320040"/>
          </a:xfrm>
          <a:prstGeom prst="rect">
            <a:avLst/>
          </a:prstGeom>
          <a:noFill/>
        </p:spPr>
        <p:txBody>
          <a:bodyPr wrap="square" anchor="t">
            <a:spAutoFit/>
          </a:bodyPr>
          <a:lstStyle/>
          <a:p>
            <a:pPr algn="l">
              <a:lnSpc>
                <a:spcPct val="115000"/>
              </a:lnSpc>
            </a:pPr>
            <a:r>
              <a:rPr sz="1000" b="1">
                <a:solidFill>
                  <a:srgbClr val="222222"/>
                </a:solidFill>
                <a:latin typeface="Calibri"/>
              </a:rPr>
              <a:t>KEY TAKEAWAY</a:t>
            </a:r>
          </a:p>
        </p:txBody>
      </p:sp>
      <p:sp>
        <p:nvSpPr>
          <p:cNvPr id="9" name="TextBox 8"/>
          <p:cNvSpPr txBox="1"/>
          <p:nvPr/>
        </p:nvSpPr>
        <p:spPr>
          <a:xfrm>
            <a:off x="457200" y="3931920"/>
            <a:ext cx="2697480" cy="2377440"/>
          </a:xfrm>
          <a:prstGeom prst="rect">
            <a:avLst/>
          </a:prstGeom>
          <a:noFill/>
        </p:spPr>
        <p:txBody>
          <a:bodyPr wrap="square" anchor="t">
            <a:spAutoFit/>
          </a:bodyPr>
          <a:lstStyle/>
          <a:p>
            <a:pPr algn="l">
              <a:lnSpc>
                <a:spcPct val="130000"/>
              </a:lnSpc>
              <a:spcAft>
                <a:spcPts val="1000"/>
              </a:spcAft>
            </a:pPr>
            <a:r>
              <a:rPr sz="1200" b="0">
                <a:solidFill>
                  <a:srgbClr val="333333"/>
                </a:solidFill>
                <a:latin typeface="Calibri"/>
              </a:rPr>
              <a:t>SAP API Policy v.4/2026a now </a:t>
            </a:r>
            <a:r>
              <a:rPr sz="1200" b="1">
                <a:solidFill>
                  <a:srgbClr val="333333"/>
                </a:solidFill>
                <a:latin typeface="Calibri"/>
              </a:rPr>
              <a:t>explicitly endorses</a:t>
            </a:r>
            <a:r>
              <a:rPr sz="1200" b="0">
                <a:solidFill>
                  <a:srgbClr val="333333"/>
                </a:solidFill>
                <a:latin typeface="Calibri"/>
              </a:rPr>
              <a:t> ADT-based developer tooling — including MCP servers — for internal development work.</a:t>
            </a:r>
          </a:p>
          <a:p>
            <a:pPr algn="l">
              <a:lnSpc>
                <a:spcPct val="130000"/>
              </a:lnSpc>
              <a:spcAft>
                <a:spcPts val="1000"/>
              </a:spcAft>
            </a:pPr>
            <a:r>
              <a:rPr sz="1200" b="1">
                <a:solidFill>
                  <a:srgbClr val="333333"/>
                </a:solidFill>
                <a:latin typeface="Calibri"/>
              </a:rPr>
              <a:t>With restrictions:</a:t>
            </a:r>
            <a:r>
              <a:rPr sz="1200" b="0">
                <a:solidFill>
                  <a:srgbClr val="333333"/>
                </a:solidFill>
                <a:latin typeface="Calibri"/>
              </a:rPr>
              <a:t> ADT must not be used as a backdoor for business-data extraction, free SQL, or table reads.</a:t>
            </a:r>
          </a:p>
        </p:txBody>
      </p:sp>
      <p:sp>
        <p:nvSpPr>
          <p:cNvPr id="10" name="TextBox 9"/>
          <p:cNvSpPr txBox="1"/>
          <p:nvPr/>
        </p:nvSpPr>
        <p:spPr>
          <a:xfrm>
            <a:off x="3566160" y="502920"/>
            <a:ext cx="8214360" cy="274320"/>
          </a:xfrm>
          <a:prstGeom prst="rect">
            <a:avLst/>
          </a:prstGeom>
          <a:noFill/>
        </p:spPr>
        <p:txBody>
          <a:bodyPr wrap="square" anchor="t">
            <a:spAutoFit/>
          </a:bodyPr>
          <a:lstStyle/>
          <a:p>
            <a:pPr algn="l">
              <a:lnSpc>
                <a:spcPct val="115000"/>
              </a:lnSpc>
            </a:pPr>
            <a:r>
              <a:rPr sz="1000" b="1">
                <a:solidFill>
                  <a:srgbClr val="00C8D9"/>
                </a:solidFill>
                <a:latin typeface="Calibri"/>
              </a:rPr>
              <a:t>API POLICY UPDATE  •  May 2026</a:t>
            </a:r>
          </a:p>
        </p:txBody>
      </p:sp>
      <p:sp>
        <p:nvSpPr>
          <p:cNvPr id="11" name="TextBox 10"/>
          <p:cNvSpPr txBox="1"/>
          <p:nvPr/>
        </p:nvSpPr>
        <p:spPr>
          <a:xfrm>
            <a:off x="3566160" y="822960"/>
            <a:ext cx="8214360" cy="502920"/>
          </a:xfrm>
          <a:prstGeom prst="rect">
            <a:avLst/>
          </a:prstGeom>
          <a:noFill/>
        </p:spPr>
        <p:txBody>
          <a:bodyPr wrap="square" anchor="t">
            <a:spAutoFit/>
          </a:bodyPr>
          <a:lstStyle/>
          <a:p>
            <a:pPr algn="l">
              <a:lnSpc>
                <a:spcPct val="115000"/>
              </a:lnSpc>
            </a:pPr>
            <a:r>
              <a:rPr sz="2200" b="1">
                <a:solidFill>
                  <a:srgbClr val="222222"/>
                </a:solidFill>
                <a:latin typeface="Calibri"/>
              </a:rPr>
              <a:t>ADT MCP for ABAP development is now officially allowed</a:t>
            </a:r>
          </a:p>
        </p:txBody>
      </p:sp>
      <p:sp>
        <p:nvSpPr>
          <p:cNvPr id="12" name="TextBox 11"/>
          <p:cNvSpPr txBox="1"/>
          <p:nvPr/>
        </p:nvSpPr>
        <p:spPr>
          <a:xfrm>
            <a:off x="3566160" y="1417320"/>
            <a:ext cx="8214360" cy="640080"/>
          </a:xfrm>
          <a:prstGeom prst="rect">
            <a:avLst/>
          </a:prstGeom>
          <a:noFill/>
        </p:spPr>
        <p:txBody>
          <a:bodyPr wrap="square" anchor="t">
            <a:spAutoFit/>
          </a:bodyPr>
          <a:lstStyle/>
          <a:p>
            <a:pPr algn="l">
              <a:lnSpc>
                <a:spcPct val="130000"/>
              </a:lnSpc>
            </a:pPr>
            <a:r>
              <a:rPr sz="1300" b="0">
                <a:solidFill>
                  <a:srgbClr val="333333"/>
                </a:solidFill>
                <a:latin typeface="Calibri"/>
              </a:rPr>
              <a:t>SAP updated its </a:t>
            </a:r>
            <a:r>
              <a:rPr sz="1300" b="1">
                <a:solidFill>
                  <a:srgbClr val="333333"/>
                </a:solidFill>
                <a:latin typeface="Calibri"/>
              </a:rPr>
              <a:t>API Policy FAQ</a:t>
            </a:r>
            <a:r>
              <a:rPr sz="1300" b="0">
                <a:solidFill>
                  <a:srgbClr val="333333"/>
                </a:solidFill>
                <a:latin typeface="Calibri"/>
              </a:rPr>
              <a:t> (v.4/2026a). ADT APIs may be used through endorsed channels for development tooling — with clear limits on business-data access.</a:t>
            </a:r>
          </a:p>
        </p:txBody>
      </p:sp>
      <p:sp>
        <p:nvSpPr>
          <p:cNvPr id="13" name="Rectangle 12"/>
          <p:cNvSpPr/>
          <p:nvPr/>
        </p:nvSpPr>
        <p:spPr>
          <a:xfrm>
            <a:off x="3566160" y="2331720"/>
            <a:ext cx="3970020" cy="3749039"/>
          </a:xfrm>
          <a:prstGeom prst="rect">
            <a:avLst/>
          </a:prstGeom>
          <a:solidFill>
            <a:srgbClr val="E8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3566160" y="2331720"/>
            <a:ext cx="3970020" cy="73152"/>
          </a:xfrm>
          <a:prstGeom prst="rect">
            <a:avLst/>
          </a:prstGeom>
          <a:solidFill>
            <a:srgbClr val="1E7E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Oval 14"/>
          <p:cNvSpPr/>
          <p:nvPr/>
        </p:nvSpPr>
        <p:spPr>
          <a:xfrm>
            <a:off x="3794760" y="2606040"/>
            <a:ext cx="411480" cy="411480"/>
          </a:xfrm>
          <a:prstGeom prst="ellipse">
            <a:avLst/>
          </a:prstGeom>
          <a:solidFill>
            <a:srgbClr val="1E7E3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latin typeface="Calibri"/>
              </a:rPr>
              <a:t>✓</a:t>
            </a:r>
          </a:p>
        </p:txBody>
      </p:sp>
      <p:sp>
        <p:nvSpPr>
          <p:cNvPr id="16" name="TextBox 15"/>
          <p:cNvSpPr txBox="1"/>
          <p:nvPr/>
        </p:nvSpPr>
        <p:spPr>
          <a:xfrm>
            <a:off x="4343400" y="2587752"/>
            <a:ext cx="3055620" cy="457200"/>
          </a:xfrm>
          <a:prstGeom prst="rect">
            <a:avLst/>
          </a:prstGeom>
          <a:noFill/>
        </p:spPr>
        <p:txBody>
          <a:bodyPr wrap="square" anchor="t">
            <a:spAutoFit/>
          </a:bodyPr>
          <a:lstStyle/>
          <a:p>
            <a:pPr algn="l">
              <a:lnSpc>
                <a:spcPct val="115000"/>
              </a:lnSpc>
            </a:pPr>
            <a:r>
              <a:rPr sz="1300" b="1">
                <a:solidFill>
                  <a:srgbClr val="1E7E34"/>
                </a:solidFill>
                <a:latin typeface="Calibri"/>
              </a:rPr>
              <a:t>ALLOWED — Development tooling</a:t>
            </a:r>
          </a:p>
        </p:txBody>
      </p:sp>
      <p:sp>
        <p:nvSpPr>
          <p:cNvPr id="17" name="TextBox 16"/>
          <p:cNvSpPr txBox="1"/>
          <p:nvPr/>
        </p:nvSpPr>
        <p:spPr>
          <a:xfrm>
            <a:off x="3840480" y="3200400"/>
            <a:ext cx="3421380" cy="2651760"/>
          </a:xfrm>
          <a:prstGeom prst="rect">
            <a:avLst/>
          </a:prstGeom>
          <a:noFill/>
        </p:spPr>
        <p:txBody>
          <a:bodyPr wrap="square" lIns="0" tIns="0" rIns="0" bIns="0">
            <a:spAutoFit/>
          </a:bodyPr>
          <a:lstStyle/>
          <a:p>
            <a:pPr algn="l">
              <a:lnSpc>
                <a:spcPct val="125000"/>
              </a:lnSpc>
              <a:spcAft>
                <a:spcPts val="600"/>
              </a:spcAft>
            </a:pPr>
            <a:r>
              <a:rPr sz="1200">
                <a:solidFill>
                  <a:srgbClr val="1E7E34"/>
                </a:solidFill>
                <a:latin typeface="Calibri"/>
              </a:rPr>
              <a:t>●  </a:t>
            </a:r>
            <a:r>
              <a:rPr sz="1200">
                <a:solidFill>
                  <a:srgbClr val="333333"/>
                </a:solidFill>
                <a:latin typeface="Calibri"/>
              </a:rPr>
              <a:t>Repository access (read source via ADT)</a:t>
            </a:r>
          </a:p>
          <a:p>
            <a:pPr algn="l">
              <a:lnSpc>
                <a:spcPct val="125000"/>
              </a:lnSpc>
              <a:spcAft>
                <a:spcPts val="600"/>
              </a:spcAft>
            </a:pPr>
            <a:r>
              <a:rPr sz="1200">
                <a:solidFill>
                  <a:srgbClr val="1E7E34"/>
                </a:solidFill>
                <a:latin typeface="Calibri"/>
              </a:rPr>
              <a:t>●  </a:t>
            </a:r>
            <a:r>
              <a:rPr sz="1200">
                <a:solidFill>
                  <a:srgbClr val="333333"/>
                </a:solidFill>
                <a:latin typeface="Calibri"/>
              </a:rPr>
              <a:t>Code inspection &amp; syntax checks</a:t>
            </a:r>
          </a:p>
          <a:p>
            <a:pPr algn="l">
              <a:lnSpc>
                <a:spcPct val="125000"/>
              </a:lnSpc>
              <a:spcAft>
                <a:spcPts val="600"/>
              </a:spcAft>
            </a:pPr>
            <a:r>
              <a:rPr sz="1200">
                <a:solidFill>
                  <a:srgbClr val="1E7E34"/>
                </a:solidFill>
                <a:latin typeface="Calibri"/>
              </a:rPr>
              <a:t>●  </a:t>
            </a:r>
            <a:r>
              <a:rPr sz="1200">
                <a:solidFill>
                  <a:srgbClr val="333333"/>
                </a:solidFill>
                <a:latin typeface="Calibri"/>
              </a:rPr>
              <a:t>ATC checks and ABAP Unit</a:t>
            </a:r>
          </a:p>
          <a:p>
            <a:pPr algn="l">
              <a:lnSpc>
                <a:spcPct val="125000"/>
              </a:lnSpc>
              <a:spcAft>
                <a:spcPts val="600"/>
              </a:spcAft>
            </a:pPr>
            <a:r>
              <a:rPr sz="1200">
                <a:solidFill>
                  <a:srgbClr val="1E7E34"/>
                </a:solidFill>
                <a:latin typeface="Calibri"/>
              </a:rPr>
              <a:t>●  </a:t>
            </a:r>
            <a:r>
              <a:rPr sz="1200">
                <a:solidFill>
                  <a:srgbClr val="333333"/>
                </a:solidFill>
                <a:latin typeface="Calibri"/>
              </a:rPr>
              <a:t>Object activation</a:t>
            </a:r>
          </a:p>
          <a:p>
            <a:pPr algn="l">
              <a:lnSpc>
                <a:spcPct val="125000"/>
              </a:lnSpc>
              <a:spcAft>
                <a:spcPts val="600"/>
              </a:spcAft>
            </a:pPr>
            <a:r>
              <a:rPr sz="1200">
                <a:solidFill>
                  <a:srgbClr val="1E7E34"/>
                </a:solidFill>
                <a:latin typeface="Calibri"/>
              </a:rPr>
              <a:t>●  </a:t>
            </a:r>
            <a:r>
              <a:rPr sz="1200">
                <a:solidFill>
                  <a:srgbClr val="333333"/>
                </a:solidFill>
                <a:latin typeface="Calibri"/>
              </a:rPr>
              <a:t>abapGit &amp; SAP-published Eclipse ADT</a:t>
            </a:r>
          </a:p>
          <a:p>
            <a:pPr algn="l">
              <a:lnSpc>
                <a:spcPct val="125000"/>
              </a:lnSpc>
              <a:spcAft>
                <a:spcPts val="600"/>
              </a:spcAft>
            </a:pPr>
            <a:r>
              <a:rPr sz="1200">
                <a:solidFill>
                  <a:srgbClr val="1E7E34"/>
                </a:solidFill>
                <a:latin typeface="Calibri"/>
              </a:rPr>
              <a:t>●  </a:t>
            </a:r>
            <a:r>
              <a:rPr sz="1200">
                <a:solidFill>
                  <a:srgbClr val="333333"/>
                </a:solidFill>
                <a:latin typeface="Calibri"/>
              </a:rPr>
              <a:t>Internal CI/CD pipelines and dev utilities</a:t>
            </a:r>
          </a:p>
        </p:txBody>
      </p:sp>
      <p:sp>
        <p:nvSpPr>
          <p:cNvPr id="18" name="Rectangle 17"/>
          <p:cNvSpPr/>
          <p:nvPr/>
        </p:nvSpPr>
        <p:spPr>
          <a:xfrm>
            <a:off x="7810500" y="2331720"/>
            <a:ext cx="3970020" cy="3749039"/>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ectangle 18"/>
          <p:cNvSpPr/>
          <p:nvPr/>
        </p:nvSpPr>
        <p:spPr>
          <a:xfrm>
            <a:off x="7810500" y="2331720"/>
            <a:ext cx="3970020" cy="73152"/>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val 19"/>
          <p:cNvSpPr/>
          <p:nvPr/>
        </p:nvSpPr>
        <p:spPr>
          <a:xfrm>
            <a:off x="8039100" y="2606040"/>
            <a:ext cx="411480" cy="41148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latin typeface="Calibri"/>
              </a:rPr>
              <a:t>✕</a:t>
            </a:r>
          </a:p>
        </p:txBody>
      </p:sp>
      <p:sp>
        <p:nvSpPr>
          <p:cNvPr id="21" name="TextBox 20"/>
          <p:cNvSpPr txBox="1"/>
          <p:nvPr/>
        </p:nvSpPr>
        <p:spPr>
          <a:xfrm>
            <a:off x="8587740" y="2587752"/>
            <a:ext cx="3055620" cy="457200"/>
          </a:xfrm>
          <a:prstGeom prst="rect">
            <a:avLst/>
          </a:prstGeom>
          <a:noFill/>
        </p:spPr>
        <p:txBody>
          <a:bodyPr wrap="square" anchor="t">
            <a:spAutoFit/>
          </a:bodyPr>
          <a:lstStyle/>
          <a:p>
            <a:pPr algn="l">
              <a:lnSpc>
                <a:spcPct val="115000"/>
              </a:lnSpc>
            </a:pPr>
            <a:r>
              <a:rPr sz="1300" b="1">
                <a:solidFill>
                  <a:srgbClr val="C0392B"/>
                </a:solidFill>
                <a:latin typeface="Calibri"/>
              </a:rPr>
              <a:t>NOT ALLOWED — Business data access</a:t>
            </a:r>
          </a:p>
        </p:txBody>
      </p:sp>
      <p:sp>
        <p:nvSpPr>
          <p:cNvPr id="22" name="TextBox 21"/>
          <p:cNvSpPr txBox="1"/>
          <p:nvPr/>
        </p:nvSpPr>
        <p:spPr>
          <a:xfrm>
            <a:off x="8084820" y="3200400"/>
            <a:ext cx="3421380" cy="2651760"/>
          </a:xfrm>
          <a:prstGeom prst="rect">
            <a:avLst/>
          </a:prstGeom>
          <a:noFill/>
        </p:spPr>
        <p:txBody>
          <a:bodyPr wrap="square" lIns="0" tIns="0" rIns="0" bIns="0">
            <a:spAutoFit/>
          </a:bodyPr>
          <a:lstStyle/>
          <a:p>
            <a:pPr algn="l">
              <a:lnSpc>
                <a:spcPct val="125000"/>
              </a:lnSpc>
              <a:spcAft>
                <a:spcPts val="600"/>
              </a:spcAft>
            </a:pPr>
            <a:r>
              <a:rPr sz="1200">
                <a:solidFill>
                  <a:srgbClr val="C0392B"/>
                </a:solidFill>
                <a:latin typeface="Calibri"/>
              </a:rPr>
              <a:t>●  </a:t>
            </a:r>
            <a:r>
              <a:rPr sz="1200">
                <a:solidFill>
                  <a:srgbClr val="333333"/>
                </a:solidFill>
                <a:latin typeface="Calibri"/>
              </a:rPr>
              <a:t>ADT Data Preview</a:t>
            </a:r>
          </a:p>
          <a:p>
            <a:pPr algn="l">
              <a:lnSpc>
                <a:spcPct val="125000"/>
              </a:lnSpc>
              <a:spcAft>
                <a:spcPts val="600"/>
              </a:spcAft>
            </a:pPr>
            <a:r>
              <a:rPr sz="1200">
                <a:solidFill>
                  <a:srgbClr val="C0392B"/>
                </a:solidFill>
                <a:latin typeface="Calibri"/>
              </a:rPr>
              <a:t>●  </a:t>
            </a:r>
            <a:r>
              <a:rPr sz="1200">
                <a:solidFill>
                  <a:srgbClr val="333333"/>
                </a:solidFill>
                <a:latin typeface="Calibri"/>
              </a:rPr>
              <a:t>Free SQL execution against backend</a:t>
            </a:r>
          </a:p>
          <a:p>
            <a:pPr algn="l">
              <a:lnSpc>
                <a:spcPct val="125000"/>
              </a:lnSpc>
              <a:spcAft>
                <a:spcPts val="600"/>
              </a:spcAft>
            </a:pPr>
            <a:r>
              <a:rPr sz="1200">
                <a:solidFill>
                  <a:srgbClr val="C0392B"/>
                </a:solidFill>
                <a:latin typeface="Calibri"/>
              </a:rPr>
              <a:t>●  </a:t>
            </a:r>
            <a:r>
              <a:rPr sz="1200">
                <a:solidFill>
                  <a:srgbClr val="333333"/>
                </a:solidFill>
                <a:latin typeface="Calibri"/>
              </a:rPr>
              <a:t>Generic table reads</a:t>
            </a:r>
          </a:p>
          <a:p>
            <a:pPr algn="l">
              <a:lnSpc>
                <a:spcPct val="125000"/>
              </a:lnSpc>
              <a:spcAft>
                <a:spcPts val="600"/>
              </a:spcAft>
            </a:pPr>
            <a:r>
              <a:rPr sz="1200">
                <a:solidFill>
                  <a:srgbClr val="C0392B"/>
                </a:solidFill>
                <a:latin typeface="Calibri"/>
              </a:rPr>
              <a:t>●  </a:t>
            </a:r>
            <a:r>
              <a:rPr sz="1200">
                <a:solidFill>
                  <a:srgbClr val="333333"/>
                </a:solidFill>
                <a:latin typeface="Calibri"/>
              </a:rPr>
              <a:t>Business-data extraction or export</a:t>
            </a:r>
          </a:p>
          <a:p>
            <a:pPr algn="l">
              <a:lnSpc>
                <a:spcPct val="125000"/>
              </a:lnSpc>
              <a:spcAft>
                <a:spcPts val="600"/>
              </a:spcAft>
            </a:pPr>
            <a:r>
              <a:rPr sz="1200">
                <a:solidFill>
                  <a:srgbClr val="C0392B"/>
                </a:solidFill>
                <a:latin typeface="Calibri"/>
              </a:rPr>
              <a:t>●  </a:t>
            </a:r>
            <a:r>
              <a:rPr sz="1200">
                <a:solidFill>
                  <a:srgbClr val="333333"/>
                </a:solidFill>
                <a:latin typeface="Calibri"/>
              </a:rPr>
              <a:t>Runtime/business orchestration via ADT</a:t>
            </a:r>
          </a:p>
          <a:p>
            <a:pPr algn="l">
              <a:lnSpc>
                <a:spcPct val="125000"/>
              </a:lnSpc>
              <a:spcAft>
                <a:spcPts val="600"/>
              </a:spcAft>
            </a:pPr>
            <a:r>
              <a:rPr sz="1200">
                <a:solidFill>
                  <a:srgbClr val="C0392B"/>
                </a:solidFill>
                <a:latin typeface="Calibri"/>
              </a:rPr>
              <a:t>●  </a:t>
            </a:r>
            <a:r>
              <a:rPr sz="1200">
                <a:solidFill>
                  <a:srgbClr val="333333"/>
                </a:solidFill>
                <a:latin typeface="Calibri"/>
              </a:rPr>
              <a:t>Substituting ADT for business APIs</a:t>
            </a:r>
          </a:p>
        </p:txBody>
      </p:sp>
      <p:sp>
        <p:nvSpPr>
          <p:cNvPr id="23" name="TextBox 22"/>
          <p:cNvSpPr txBox="1"/>
          <p:nvPr/>
        </p:nvSpPr>
        <p:spPr>
          <a:xfrm>
            <a:off x="3566160" y="6263640"/>
            <a:ext cx="8214360" cy="274320"/>
          </a:xfrm>
          <a:prstGeom prst="rect">
            <a:avLst/>
          </a:prstGeom>
          <a:noFill/>
        </p:spPr>
        <p:txBody>
          <a:bodyPr wrap="square" anchor="t">
            <a:spAutoFit/>
          </a:bodyPr>
          <a:lstStyle/>
          <a:p>
            <a:pPr algn="l">
              <a:lnSpc>
                <a:spcPct val="115000"/>
              </a:lnSpc>
            </a:pPr>
            <a:r>
              <a:rPr sz="1000" b="1">
                <a:solidFill>
                  <a:srgbClr val="6B6B6B"/>
                </a:solidFill>
                <a:latin typeface="Calibri"/>
              </a:rPr>
              <a:t>Source: </a:t>
            </a:r>
            <a:r>
              <a:rPr sz="1000" b="0">
                <a:solidFill>
                  <a:srgbClr val="6B6B6B"/>
                </a:solidFill>
                <a:latin typeface="Calibri"/>
              </a:rPr>
              <a:t>SAP API Policy v.4/2026a – ADT API Policy FAQ v1.1  •  help.sap.com/doc/sap-api-policy</a:t>
            </a:r>
          </a:p>
        </p:txBody>
      </p:sp>
      <p:sp>
        <p:nvSpPr>
          <p:cNvPr id="24" name="TextBox 23"/>
          <p:cNvSpPr txBox="1"/>
          <p:nvPr/>
        </p:nvSpPr>
        <p:spPr>
          <a:xfrm>
            <a:off x="457200" y="6263640"/>
            <a:ext cx="1097280" cy="274320"/>
          </a:xfrm>
          <a:prstGeom prst="rect">
            <a:avLst/>
          </a:prstGeom>
          <a:noFill/>
        </p:spPr>
        <p:txBody>
          <a:bodyPr wrap="square" anchor="t">
            <a:spAutoFit/>
          </a:bodyPr>
          <a:lstStyle/>
          <a:p>
            <a:pPr algn="l">
              <a:lnSpc>
                <a:spcPct val="115000"/>
              </a:lnSpc>
            </a:pPr>
            <a:r>
              <a:rPr sz="1100" b="1">
                <a:solidFill>
                  <a:srgbClr val="222222"/>
                </a:solidFill>
                <a:latin typeface="Calibri"/>
              </a:rPr>
              <a:t>&lt;epam&gt;</a:t>
            </a:r>
          </a:p>
        </p:txBody>
      </p:sp>
      <p:sp>
        <p:nvSpPr>
          <p:cNvPr id="25" name="TextBox 24"/>
          <p:cNvSpPr txBox="1"/>
          <p:nvPr/>
        </p:nvSpPr>
        <p:spPr>
          <a:xfrm>
            <a:off x="9448800" y="6263640"/>
            <a:ext cx="2377440" cy="274320"/>
          </a:xfrm>
          <a:prstGeom prst="rect">
            <a:avLst/>
          </a:prstGeom>
          <a:noFill/>
        </p:spPr>
        <p:txBody>
          <a:bodyPr wrap="square" anchor="t">
            <a:spAutoFit/>
          </a:bodyPr>
          <a:lstStyle/>
          <a:p>
            <a:pPr algn="r">
              <a:lnSpc>
                <a:spcPct val="115000"/>
              </a:lnSpc>
            </a:pPr>
            <a:r>
              <a:rPr sz="900" b="0">
                <a:solidFill>
                  <a:srgbClr val="6B6B6B"/>
                </a:solidFill>
                <a:latin typeface="Calibri"/>
              </a:rPr>
              <a:t>EPAM Proprietary &amp; Confidential.</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50AF65-E887-10EF-D9E7-AE8015BBAE9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1455276-11C3-6C78-8537-2D33F98B4203}"/>
              </a:ext>
            </a:extLst>
          </p:cNvPr>
          <p:cNvSpPr>
            <a:spLocks noGrp="1"/>
          </p:cNvSpPr>
          <p:nvPr>
            <p:ph type="title"/>
          </p:nvPr>
        </p:nvSpPr>
        <p:spPr>
          <a:xfrm>
            <a:off x="638647" y="1793240"/>
            <a:ext cx="5640805" cy="923330"/>
          </a:xfrm>
        </p:spPr>
        <p:txBody>
          <a:bodyPr wrap="square" lIns="0" tIns="0" rIns="0" bIns="0" anchor="t">
            <a:spAutoFit/>
          </a:bodyPr>
          <a:lstStyle/>
          <a:p>
            <a:r>
              <a:rPr lang="en-US">
                <a:latin typeface="Calibri"/>
                <a:ea typeface="Calibri"/>
                <a:cs typeface="Calibri"/>
              </a:rPr>
              <a:t>Q&amp;A and Next Steps</a:t>
            </a:r>
          </a:p>
        </p:txBody>
      </p:sp>
      <p:sp>
        <p:nvSpPr>
          <p:cNvPr id="5" name="Text Placeholder 4">
            <a:extLst>
              <a:ext uri="{FF2B5EF4-FFF2-40B4-BE49-F238E27FC236}">
                <a16:creationId xmlns:a16="http://schemas.microsoft.com/office/drawing/2014/main" id="{F12946E4-5044-B888-9599-49C054DE019F}"/>
              </a:ext>
            </a:extLst>
          </p:cNvPr>
          <p:cNvSpPr>
            <a:spLocks noGrp="1"/>
          </p:cNvSpPr>
          <p:nvPr>
            <p:ph type="body" sz="quarter" idx="10"/>
          </p:nvPr>
        </p:nvSpPr>
        <p:spPr>
          <a:xfrm>
            <a:off x="647700" y="1315415"/>
            <a:ext cx="1561346" cy="307777"/>
          </a:xfrm>
        </p:spPr>
        <p:txBody>
          <a:bodyPr/>
          <a:lstStyle/>
          <a:p>
            <a:r>
              <a:rPr lang="en-US">
                <a:solidFill>
                  <a:srgbClr val="00FFF0"/>
                </a:solidFill>
                <a:ea typeface="Calibri"/>
                <a:cs typeface="Calibri"/>
              </a:rPr>
              <a:t>Section 04</a:t>
            </a:r>
          </a:p>
        </p:txBody>
      </p:sp>
      <p:pic>
        <p:nvPicPr>
          <p:cNvPr id="6" name="Picture 2" descr="News - Page 2 of 13 :: medartis AG">
            <a:extLst>
              <a:ext uri="{FF2B5EF4-FFF2-40B4-BE49-F238E27FC236}">
                <a16:creationId xmlns:a16="http://schemas.microsoft.com/office/drawing/2014/main" id="{2E99A7B8-6432-0314-769C-21ABC43859E6}"/>
              </a:ext>
            </a:extLst>
          </p:cNvPr>
          <p:cNvPicPr>
            <a:picLocks noChangeAspect="1" noChangeArrowheads="1"/>
          </p:cNvPicPr>
          <p:nvPr/>
        </p:nvPicPr>
        <p:blipFill>
          <a:blip r:embed="rId3" cstate="print">
            <a:clrChange>
              <a:clrFrom>
                <a:srgbClr val="000000"/>
              </a:clrFrom>
              <a:clrTo>
                <a:srgbClr val="000000">
                  <a:alpha val="0"/>
                </a:srgbClr>
              </a:clrTo>
            </a:clrChange>
            <a:extLst>
              <a:ext uri="{28A0092B-C50C-407E-A947-70E740481C1C}">
                <a14:useLocalDpi xmlns:a14="http://schemas.microsoft.com/office/drawing/2010/main" val="0"/>
              </a:ext>
            </a:extLst>
          </a:blip>
          <a:srcRect/>
          <a:stretch>
            <a:fillRect/>
          </a:stretch>
        </p:blipFill>
        <p:spPr bwMode="auto">
          <a:xfrm>
            <a:off x="10431780" y="-182880"/>
            <a:ext cx="1945958" cy="1094804"/>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descr="Premium Photo | Question mark background and dark space or room.Concept ...">
            <a:extLst>
              <a:ext uri="{FF2B5EF4-FFF2-40B4-BE49-F238E27FC236}">
                <a16:creationId xmlns:a16="http://schemas.microsoft.com/office/drawing/2014/main" id="{ACC993C1-9B60-44BE-3E24-43F4B2C9B91B}"/>
              </a:ext>
            </a:extLst>
          </p:cNvPr>
          <p:cNvPicPr>
            <a:picLocks noChangeAspect="1"/>
          </p:cNvPicPr>
          <p:nvPr/>
        </p:nvPicPr>
        <p:blipFill>
          <a:blip r:embed="rId4">
            <a:alphaModFix amt="59000"/>
          </a:blip>
          <a:stretch>
            <a:fillRect/>
          </a:stretch>
        </p:blipFill>
        <p:spPr>
          <a:xfrm>
            <a:off x="5188607" y="1466543"/>
            <a:ext cx="4792716" cy="2882637"/>
          </a:xfrm>
          <a:prstGeom prst="roundRect">
            <a:avLst/>
          </a:prstGeom>
          <a:effectLst>
            <a:reflection stA="52000" endPos="35000" dir="5400000" sy="-100000" algn="bl" rotWithShape="0"/>
          </a:effectLst>
        </p:spPr>
      </p:pic>
    </p:spTree>
    <p:extLst>
      <p:ext uri="{BB962C8B-B14F-4D97-AF65-F5344CB8AC3E}">
        <p14:creationId xmlns:p14="http://schemas.microsoft.com/office/powerpoint/2010/main" val="136752133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EPAM Master Dark 2023.1">
  <a:themeElements>
    <a:clrScheme name="EPAM Dark Palette">
      <a:dk1>
        <a:srgbClr val="000000"/>
      </a:dk1>
      <a:lt1>
        <a:srgbClr val="FFFFFF"/>
      </a:lt1>
      <a:dk2>
        <a:srgbClr val="A0A0A0"/>
      </a:dk2>
      <a:lt2>
        <a:srgbClr val="FBFAFA"/>
      </a:lt2>
      <a:accent1>
        <a:srgbClr val="161616"/>
      </a:accent1>
      <a:accent2>
        <a:srgbClr val="00F6FF"/>
      </a:accent2>
      <a:accent3>
        <a:srgbClr val="B896FF"/>
      </a:accent3>
      <a:accent4>
        <a:srgbClr val="7BA8FF"/>
      </a:accent4>
      <a:accent5>
        <a:srgbClr val="418DFF"/>
      </a:accent5>
      <a:accent6>
        <a:srgbClr val="00F3AB"/>
      </a:accent6>
      <a:hlink>
        <a:srgbClr val="060606"/>
      </a:hlink>
      <a:folHlink>
        <a:srgbClr val="000000"/>
      </a:folHlink>
    </a:clrScheme>
    <a:fontScheme name="EPAM">
      <a:majorFont>
        <a:latin typeface="Calibri Bold"/>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solidFill>
          <a:schemeClr val="accent1"/>
        </a:solidFill>
        <a:ln>
          <a:noFill/>
        </a:ln>
        <a:effectLst/>
      </a:spPr>
      <a:bodyPr wrap="none" rtlCol="0" anchor="ctr"/>
      <a:lstStyle>
        <a:defPPr algn="ctr">
          <a:defRPr sz="2400" dirty="0" err="1" smtClean="0">
            <a:solidFill>
              <a:schemeClr val="bg1"/>
            </a:solidFill>
            <a:latin typeface="Calibri Light" panose="020F0302020204030204" pitchFamily="34" charset="0"/>
            <a:ea typeface="Human Sans ExtraLight" charset="0"/>
            <a:cs typeface="Human Sans ExtraLight" charset="0"/>
          </a:defRPr>
        </a:defPPr>
      </a:lstStyle>
    </a:spDef>
    <a:lnDef>
      <a:spPr>
        <a:ln w="635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noAutofit/>
      </a:bodyPr>
      <a:lstStyle>
        <a:defPPr>
          <a:lnSpc>
            <a:spcPct val="110000"/>
          </a:lnSpc>
          <a:spcBef>
            <a:spcPts val="600"/>
          </a:spcBef>
          <a:defRPr sz="1200" dirty="0" err="1" smtClean="0">
            <a:ea typeface="Human Sans" charset="0"/>
            <a:cs typeface="Human Sans" charset="0"/>
          </a:defRPr>
        </a:defPPr>
      </a:lstStyle>
    </a:txDef>
  </a:objectDefaults>
  <a:extraClrSchemeLst/>
  <a:extLst>
    <a:ext uri="{05A4C25C-085E-4340-85A3-A5531E510DB2}">
      <thm15:themeFamily xmlns:thm15="http://schemas.microsoft.com/office/thememl/2012/main" name="Continuum_Master_v1.1" id="{D2F91407-39AD-2344-8F42-01B4155FF2FD}" vid="{09F1F252-BD3A-0A45-9F6B-518524EA322F}"/>
    </a:ext>
  </a:extLst>
</a:theme>
</file>

<file path=ppt/theme/theme3.xml><?xml version="1.0" encoding="utf-8"?>
<a:theme xmlns:a="http://schemas.openxmlformats.org/drawingml/2006/main" name="EPAM Master Light 2023.1">
  <a:themeElements>
    <a:clrScheme name="EPAM Light Palette ">
      <a:dk1>
        <a:srgbClr val="000000"/>
      </a:dk1>
      <a:lt1>
        <a:srgbClr val="FFFFFF"/>
      </a:lt1>
      <a:dk2>
        <a:srgbClr val="A0A0A0"/>
      </a:dk2>
      <a:lt2>
        <a:srgbClr val="FBFAFA"/>
      </a:lt2>
      <a:accent1>
        <a:srgbClr val="060606"/>
      </a:accent1>
      <a:accent2>
        <a:srgbClr val="0047FF"/>
      </a:accent2>
      <a:accent3>
        <a:srgbClr val="0078C2"/>
      </a:accent3>
      <a:accent4>
        <a:srgbClr val="8353D2"/>
      </a:accent4>
      <a:accent5>
        <a:srgbClr val="0134BB"/>
      </a:accent5>
      <a:accent6>
        <a:srgbClr val="107E8D"/>
      </a:accent6>
      <a:hlink>
        <a:srgbClr val="060606"/>
      </a:hlink>
      <a:folHlink>
        <a:srgbClr val="000000"/>
      </a:folHlink>
    </a:clrScheme>
    <a:fontScheme name="EPAM">
      <a:majorFont>
        <a:latin typeface="Calibri Bold"/>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solidFill>
          <a:schemeClr val="accent1"/>
        </a:solidFill>
        <a:ln>
          <a:noFill/>
        </a:ln>
        <a:effectLst/>
      </a:spPr>
      <a:bodyPr wrap="none" rtlCol="0" anchor="ctr"/>
      <a:lstStyle>
        <a:defPPr algn="ctr">
          <a:defRPr sz="2400" dirty="0" err="1" smtClean="0">
            <a:solidFill>
              <a:schemeClr val="bg1"/>
            </a:solidFill>
            <a:latin typeface="Calibri Light" panose="020F0302020204030204" pitchFamily="34" charset="0"/>
            <a:ea typeface="Human Sans ExtraLight" charset="0"/>
            <a:cs typeface="Human Sans ExtraLight" charset="0"/>
          </a:defRPr>
        </a:defPPr>
      </a:lstStyle>
    </a:spDef>
    <a:lnDef>
      <a:spPr>
        <a:ln w="635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noAutofit/>
      </a:bodyPr>
      <a:lstStyle>
        <a:defPPr>
          <a:lnSpc>
            <a:spcPct val="110000"/>
          </a:lnSpc>
          <a:spcBef>
            <a:spcPts val="600"/>
          </a:spcBef>
          <a:defRPr sz="1200" dirty="0" err="1" smtClean="0">
            <a:ea typeface="Human Sans" charset="0"/>
            <a:cs typeface="Human Sans" charset="0"/>
          </a:defRPr>
        </a:defPPr>
      </a:lstStyle>
    </a:txDef>
  </a:objectDefaults>
  <a:extraClrSchemeLst/>
  <a:extLst>
    <a:ext uri="{05A4C25C-085E-4340-85A3-A5531E510DB2}">
      <thm15:themeFamily xmlns:thm15="http://schemas.microsoft.com/office/thememl/2012/main" name="EPAM_PPT_Light_Mode_Main_2023.pptx" id="{7FE1BCAA-8D42-4B53-9E13-8FC79C69C77C}" vid="{02DAA973-E660-43B6-8351-FD552606C1A5}"/>
    </a:ext>
  </a:extLst>
</a:theme>
</file>

<file path=ppt/theme/theme4.xml><?xml version="1.0" encoding="utf-8"?>
<a:theme xmlns:a="http://schemas.openxmlformats.org/drawingml/2006/main" name="1_EPAM Master 2023.5">
  <a:themeElements>
    <a:clrScheme name="EPAM 2023">
      <a:dk1>
        <a:srgbClr val="000000"/>
      </a:dk1>
      <a:lt1>
        <a:srgbClr val="FFFFFF"/>
      </a:lt1>
      <a:dk2>
        <a:srgbClr val="A0A0A0"/>
      </a:dk2>
      <a:lt2>
        <a:srgbClr val="FBFAFA"/>
      </a:lt2>
      <a:accent1>
        <a:srgbClr val="060606"/>
      </a:accent1>
      <a:accent2>
        <a:srgbClr val="418DFF"/>
      </a:accent2>
      <a:accent3>
        <a:srgbClr val="107E8D"/>
      </a:accent3>
      <a:accent4>
        <a:srgbClr val="8353D2"/>
      </a:accent4>
      <a:accent5>
        <a:srgbClr val="3055DA"/>
      </a:accent5>
      <a:accent6>
        <a:srgbClr val="009CBE"/>
      </a:accent6>
      <a:hlink>
        <a:srgbClr val="61E2BB"/>
      </a:hlink>
      <a:folHlink>
        <a:srgbClr val="03815B"/>
      </a:folHlink>
    </a:clrScheme>
    <a:fontScheme name="EPAM">
      <a:majorFont>
        <a:latin typeface="Calibri Bold"/>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solidFill>
          <a:schemeClr val="accent1"/>
        </a:solidFill>
        <a:ln>
          <a:noFill/>
        </a:ln>
        <a:effectLst/>
      </a:spPr>
      <a:bodyPr wrap="square" lIns="0" tIns="0" rIns="0" bIns="0" rtlCol="0" anchor="ctr"/>
      <a:lstStyle>
        <a:defPPr algn="ctr">
          <a:defRPr sz="2400" dirty="0">
            <a:solidFill>
              <a:schemeClr val="bg1"/>
            </a:solidFill>
            <a:latin typeface="Calibri Light" panose="020F0302020204030204" pitchFamily="34" charset="0"/>
            <a:ea typeface="Human Sans ExtraLight" charset="0"/>
            <a:cs typeface="Human Sans ExtraLight" charset="0"/>
          </a:defRPr>
        </a:defPPr>
      </a:lstStyle>
    </a:spDef>
    <a:lnDef>
      <a:spPr>
        <a:ln w="635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a:bodyPr wrap="square" lIns="0" tIns="0" rIns="0" bIns="0">
        <a:spAutoFit/>
      </a:bodyPr>
      <a:lstStyle>
        <a:defPPr algn="l">
          <a:defRPr dirty="0"/>
        </a:defPPr>
      </a:lstStyle>
    </a:txDef>
  </a:objectDefaults>
  <a:extraClrSchemeLst/>
  <a:custClrLst>
    <a:custClr name="PALINA BLUE">
      <a:srgbClr val="A9C9D7"/>
    </a:custClr>
    <a:custClr name="DARK PURPLE ">
      <a:srgbClr val="8A7CBB"/>
    </a:custClr>
    <a:custClr name="LIGHT PURPLE">
      <a:srgbClr val="AE9BD8"/>
    </a:custClr>
    <a:custClr name="BRIGHT CORAL">
      <a:srgbClr val="FF4E33"/>
    </a:custClr>
    <a:custClr name="EPAM CORAL">
      <a:srgbClr val="FF8468"/>
    </a:custClr>
    <a:custClr name="BRIGHT ORANGE">
      <a:srgbClr val="FF8500"/>
    </a:custClr>
    <a:custClr name="ORANGE ">
      <a:srgbClr val="FFA436"/>
    </a:custClr>
    <a:custClr name="DARK GREEN">
      <a:srgbClr val="62A230"/>
    </a:custClr>
    <a:custClr name="BRIGHT GREEN">
      <a:srgbClr val="9BC838"/>
    </a:custClr>
    <a:custClr name="LIME GREEN">
      <a:srgbClr val="C8DE49"/>
    </a:custClr>
    <a:custClr name="Coral Orange">
      <a:srgbClr val="F57F41"/>
    </a:custClr>
    <a:custClr name="Tangerine">
      <a:srgbClr val="F15C44"/>
    </a:custClr>
    <a:custClr name="Gold">
      <a:srgbClr val="DBB661"/>
    </a:custClr>
    <a:custClr name="Turqoise">
      <a:srgbClr val="2A9D8E"/>
    </a:custClr>
    <a:custClr name="Ocean">
      <a:srgbClr val="209EBD"/>
    </a:custClr>
    <a:custClr name="Charcoal">
      <a:srgbClr val="264553"/>
    </a:custClr>
    <a:custClr name="Eggplant">
      <a:srgbClr val="58335E"/>
    </a:custClr>
    <a:custClr name="Grape Soda">
      <a:srgbClr val="745C97"/>
    </a:custClr>
    <a:custClr name="Wild Berry">
      <a:srgbClr val="89608E"/>
    </a:custClr>
    <a:custClr name="Taffy">
      <a:srgbClr val="8ACDEA"/>
    </a:custClr>
    <a:custClr name="Honey">
      <a:srgbClr val="EFEA5A"/>
    </a:custClr>
    <a:custClr name="Mint">
      <a:srgbClr val="2CD094"/>
    </a:custClr>
    <a:custClr name="Malibu">
      <a:srgbClr val="BAD49C"/>
    </a:custClr>
    <a:custClr name="Cotton Candy">
      <a:srgbClr val="EEB4B3"/>
    </a:custClr>
    <a:custClr name="Guava">
      <a:srgbClr val="E26D5C"/>
    </a:custClr>
  </a:custClrLst>
  <a:extLst>
    <a:ext uri="{05A4C25C-085E-4340-85A3-A5531E510DB2}">
      <thm15:themeFamily xmlns:thm15="http://schemas.microsoft.com/office/thememl/2012/main" name="Continuum_Master_v1.1" id="{D2F91407-39AD-2344-8F42-01B4155FF2FD}" vid="{09F1F252-BD3A-0A45-9F6B-518524EA322F}"/>
    </a:ext>
  </a:extLst>
</a:theme>
</file>

<file path=ppt/theme/theme5.xml><?xml version="1.0" encoding="utf-8"?>
<a:theme xmlns:a="http://schemas.openxmlformats.org/drawingml/2006/main" name="3_EPAM Master 2023.5">
  <a:themeElements>
    <a:clrScheme name="EPAM 2023">
      <a:dk1>
        <a:srgbClr val="000000"/>
      </a:dk1>
      <a:lt1>
        <a:srgbClr val="FFFFFF"/>
      </a:lt1>
      <a:dk2>
        <a:srgbClr val="A0A0A0"/>
      </a:dk2>
      <a:lt2>
        <a:srgbClr val="FBFAFA"/>
      </a:lt2>
      <a:accent1>
        <a:srgbClr val="060606"/>
      </a:accent1>
      <a:accent2>
        <a:srgbClr val="418DFF"/>
      </a:accent2>
      <a:accent3>
        <a:srgbClr val="107E8D"/>
      </a:accent3>
      <a:accent4>
        <a:srgbClr val="8353D2"/>
      </a:accent4>
      <a:accent5>
        <a:srgbClr val="3055DA"/>
      </a:accent5>
      <a:accent6>
        <a:srgbClr val="009CBE"/>
      </a:accent6>
      <a:hlink>
        <a:srgbClr val="61E2BB"/>
      </a:hlink>
      <a:folHlink>
        <a:srgbClr val="03815B"/>
      </a:folHlink>
    </a:clrScheme>
    <a:fontScheme name="EPAM">
      <a:majorFont>
        <a:latin typeface="Calibri Bold"/>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solidFill>
          <a:schemeClr val="accent1"/>
        </a:solidFill>
        <a:ln>
          <a:noFill/>
        </a:ln>
        <a:effectLst/>
      </a:spPr>
      <a:bodyPr wrap="square" lIns="0" tIns="0" rIns="0" bIns="0" rtlCol="0" anchor="ctr"/>
      <a:lstStyle>
        <a:defPPr algn="ctr">
          <a:defRPr sz="2400" dirty="0" smtClean="0">
            <a:solidFill>
              <a:schemeClr val="bg1"/>
            </a:solidFill>
            <a:latin typeface="Calibri Light" panose="020F0302020204030204" pitchFamily="34" charset="0"/>
            <a:ea typeface="Human Sans ExtraLight" charset="0"/>
            <a:cs typeface="Human Sans ExtraLight" charset="0"/>
          </a:defRPr>
        </a:defPPr>
      </a:lstStyle>
    </a:spDef>
    <a:lnDef>
      <a:spPr>
        <a:ln w="635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a:bodyPr wrap="square" lIns="0" tIns="0" rIns="0" bIns="0">
        <a:spAutoFit/>
      </a:bodyPr>
      <a:lstStyle>
        <a:defPPr algn="l">
          <a:defRPr dirty="0" smtClean="0"/>
        </a:defPPr>
      </a:lstStyle>
    </a:txDef>
  </a:objectDefaults>
  <a:extraClrSchemeLst/>
  <a:custClrLst>
    <a:custClr name="PALINA BLUE">
      <a:srgbClr val="A9C9D7"/>
    </a:custClr>
    <a:custClr name="DARK PURPLE ">
      <a:srgbClr val="8A7CBB"/>
    </a:custClr>
    <a:custClr name="LIGHT PURPLE">
      <a:srgbClr val="AE9BD8"/>
    </a:custClr>
    <a:custClr name="BRIGHT CORAL">
      <a:srgbClr val="FF4E33"/>
    </a:custClr>
    <a:custClr name="EPAM CORAL">
      <a:srgbClr val="FF8468"/>
    </a:custClr>
    <a:custClr name="BRIGHT ORANGE">
      <a:srgbClr val="FF8500"/>
    </a:custClr>
    <a:custClr name="ORANGE ">
      <a:srgbClr val="FFA436"/>
    </a:custClr>
    <a:custClr name="DARK GREEN">
      <a:srgbClr val="62A230"/>
    </a:custClr>
    <a:custClr name="BRIGHT GREEN">
      <a:srgbClr val="9BC838"/>
    </a:custClr>
    <a:custClr name="LIME GREEN">
      <a:srgbClr val="C8DE49"/>
    </a:custClr>
    <a:custClr name="Coral Orange">
      <a:srgbClr val="F57F41"/>
    </a:custClr>
    <a:custClr name="Tangerine">
      <a:srgbClr val="F15C44"/>
    </a:custClr>
    <a:custClr name="Gold">
      <a:srgbClr val="DBB661"/>
    </a:custClr>
    <a:custClr name="Turqoise">
      <a:srgbClr val="2A9D8E"/>
    </a:custClr>
    <a:custClr name="Ocean">
      <a:srgbClr val="209EBD"/>
    </a:custClr>
    <a:custClr name="Charcoal">
      <a:srgbClr val="264553"/>
    </a:custClr>
    <a:custClr name="Eggplant">
      <a:srgbClr val="58335E"/>
    </a:custClr>
    <a:custClr name="Grape Soda">
      <a:srgbClr val="745C97"/>
    </a:custClr>
    <a:custClr name="Wild Berry">
      <a:srgbClr val="89608E"/>
    </a:custClr>
    <a:custClr name="Taffy">
      <a:srgbClr val="8ACDEA"/>
    </a:custClr>
    <a:custClr name="Honey">
      <a:srgbClr val="EFEA5A"/>
    </a:custClr>
    <a:custClr name="Mint">
      <a:srgbClr val="2CD094"/>
    </a:custClr>
    <a:custClr name="Malibu">
      <a:srgbClr val="BAD49C"/>
    </a:custClr>
    <a:custClr name="Cotton Candy">
      <a:srgbClr val="EEB4B3"/>
    </a:custClr>
    <a:custClr name="Guava">
      <a:srgbClr val="E26D5C"/>
    </a:custClr>
  </a:custClrLst>
  <a:extLst>
    <a:ext uri="{05A4C25C-085E-4340-85A3-A5531E510DB2}">
      <thm15:themeFamily xmlns:thm15="http://schemas.microsoft.com/office/thememl/2012/main" name="Continuum_Master_v1.1" id="{D2F91407-39AD-2344-8F42-01B4155FF2FD}" vid="{09F1F252-BD3A-0A45-9F6B-518524EA322F}"/>
    </a:ext>
  </a:extLst>
</a:theme>
</file>

<file path=ppt/theme/theme6.xml><?xml version="1.0" encoding="utf-8"?>
<a:theme xmlns:a="http://schemas.openxmlformats.org/drawingml/2006/main" name="EPAM Master 2024.1">
  <a:themeElements>
    <a:clrScheme name="EPAM 2023">
      <a:dk1>
        <a:srgbClr val="000000"/>
      </a:dk1>
      <a:lt1>
        <a:srgbClr val="FFFFFF"/>
      </a:lt1>
      <a:dk2>
        <a:srgbClr val="A0A0A0"/>
      </a:dk2>
      <a:lt2>
        <a:srgbClr val="FBFAFA"/>
      </a:lt2>
      <a:accent1>
        <a:srgbClr val="060606"/>
      </a:accent1>
      <a:accent2>
        <a:srgbClr val="418DFF"/>
      </a:accent2>
      <a:accent3>
        <a:srgbClr val="107E8D"/>
      </a:accent3>
      <a:accent4>
        <a:srgbClr val="8353D2"/>
      </a:accent4>
      <a:accent5>
        <a:srgbClr val="3055DA"/>
      </a:accent5>
      <a:accent6>
        <a:srgbClr val="009CBE"/>
      </a:accent6>
      <a:hlink>
        <a:srgbClr val="61E2BB"/>
      </a:hlink>
      <a:folHlink>
        <a:srgbClr val="03815B"/>
      </a:folHlink>
    </a:clrScheme>
    <a:fontScheme name="EPAM">
      <a:majorFont>
        <a:latin typeface="Calibri Bold"/>
        <a:ea typeface="Calibri Bold"/>
        <a:cs typeface="Arial"/>
      </a:majorFont>
      <a:minorFont>
        <a:latin typeface="Calibri"/>
        <a:ea typeface="Calibri"/>
        <a:cs typeface="Arial"/>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solidFill>
          <a:schemeClr val="accent1"/>
        </a:solidFill>
        <a:ln>
          <a:noFill/>
        </a:ln>
        <a:effectLst/>
      </a:spPr>
      <a:bodyPr wrap="square" lIns="0" tIns="0" rIns="0" bIns="0" rtlCol="0" anchor="ctr"/>
      <a:lstStyle>
        <a:defPPr algn="ctr">
          <a:defRPr sz="2400" dirty="0" smtClean="0">
            <a:solidFill>
              <a:schemeClr val="bg1"/>
            </a:solidFill>
            <a:latin typeface="Calibri Light" panose="020F0302020204030204" pitchFamily="34" charset="0"/>
            <a:ea typeface="Human Sans ExtraLight" charset="0"/>
            <a:cs typeface="Human Sans ExtraLight" charset="0"/>
          </a:defRPr>
        </a:defPPr>
      </a:lstStyle>
    </a:spDef>
    <a:lnDef>
      <a:spPr>
        <a:ln w="635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a:bodyPr wrap="square" lIns="0" tIns="0" rIns="0" bIns="0">
        <a:spAutoFit/>
      </a:bodyPr>
      <a:lstStyle>
        <a:defPPr algn="l">
          <a:defRPr dirty="0" smtClean="0"/>
        </a:defPPr>
      </a:lstStyle>
    </a:txDef>
  </a:objectDefaults>
  <a:extraClrSchemeLst/>
  <a:custClrLst>
    <a:custClr name="Purple">
      <a:srgbClr val="612742"/>
    </a:custClr>
    <a:custClr name="Dark Magenta">
      <a:srgbClr val="A84370"/>
    </a:custClr>
    <a:custClr name="Magenta">
      <a:srgbClr val="FF4B9C"/>
    </a:custClr>
    <a:custClr name="Light Violet">
      <a:srgbClr val="CDBAED"/>
    </a:custClr>
    <a:custClr name="Pale Violet">
      <a:srgbClr val="D1AAC2"/>
    </a:custClr>
    <a:custClr name="Royal Blue">
      <a:srgbClr val="0040A0"/>
    </a:custClr>
    <a:custClr name="Blue">
      <a:srgbClr val="418DFF"/>
    </a:custClr>
    <a:custClr name="Light Blue">
      <a:srgbClr val="A7BAFF"/>
    </a:custClr>
    <a:custClr name="Turquoise">
      <a:srgbClr val="03C6DD"/>
    </a:custClr>
    <a:custClr name="Cyan">
      <a:srgbClr val="08F6FF"/>
    </a:custClr>
    <a:custClr name="Light Cyan">
      <a:srgbClr val="B3E1EA"/>
    </a:custClr>
    <a:custClr name="Dark Red">
      <a:srgbClr val="932C00"/>
    </a:custClr>
    <a:custClr name="Indian Red">
      <a:srgbClr val="CB3E01"/>
    </a:custClr>
    <a:custClr name="Orange">
      <a:srgbClr val="EF9E3F"/>
    </a:custClr>
    <a:custClr name="Gold">
      <a:srgbClr val="F7DB11"/>
    </a:custClr>
    <a:custClr name="Dark Olive">
      <a:srgbClr val="023A28"/>
    </a:custClr>
    <a:custClr name="Olive">
      <a:srgbClr val="5B7813"/>
    </a:custClr>
    <a:custClr name="Dark Cyan">
      <a:srgbClr val="03815B"/>
    </a:custClr>
    <a:custClr name="Green Grass">
      <a:srgbClr val="00A725"/>
    </a:custClr>
    <a:custClr name="Yellow Green">
      <a:srgbClr val="99C029"/>
    </a:custClr>
    <a:custClr name="Aquamarine">
      <a:srgbClr val="61E2BB"/>
    </a:custClr>
    <a:custClr name="Light Cyan">
      <a:srgbClr val="ABDBDD"/>
    </a:custClr>
    <a:custClr name="Turquoise">
      <a:srgbClr val="38C2D7"/>
    </a:custClr>
    <a:custClr name="Cyan">
      <a:srgbClr val="00F6FF"/>
    </a:custClr>
    <a:custClr name="Medium Blue">
      <a:srgbClr val="0F8ACF"/>
    </a:custClr>
    <a:custClr name="Yellow C">
      <a:srgbClr val="FBC00E"/>
    </a:custClr>
    <a:custClr name="Lime">
      <a:srgbClr val="D5E662"/>
    </a:custClr>
    <a:custClr name="Fun Green">
      <a:srgbClr val="00F4AB"/>
    </a:custClr>
    <a:custClr name="Spring Green">
      <a:srgbClr val="55E66F"/>
    </a:custClr>
    <a:custClr name="Yellow Green">
      <a:srgbClr val="A3C644"/>
    </a:custClr>
    <a:custClr name="Green Grass">
      <a:srgbClr val="00A705"/>
    </a:custClr>
    <a:custClr name="Sandy">
      <a:srgbClr val="F06516"/>
    </a:custClr>
    <a:custClr name="Light Violet">
      <a:srgbClr val="AE9BD8"/>
    </a:custClr>
    <a:custClr name="Blue Violet">
      <a:srgbClr val="8940FF"/>
    </a:custClr>
    <a:custClr name="Plum">
      <a:srgbClr val="675B88"/>
    </a:custClr>
    <a:custClr name="Dark Magenta">
      <a:srgbClr val="A84370"/>
    </a:custClr>
    <a:custClr name="Magenta">
      <a:srgbClr val="E613EB"/>
    </a:custClr>
  </a:custClrLst>
  <a:extLst>
    <a:ext uri="{05A4C25C-085E-4340-85A3-A5531E510DB2}">
      <thm15:themeFamily xmlns:thm15="http://schemas.microsoft.com/office/thememl/2012/main" name="EPAM_PresalesTemplate" id="{B5A8C664-DF1B-D14B-AC6E-5525FFCFCC6E}" vid="{6D1060FC-A1D3-EA43-8323-3F78A2E59F3F}"/>
    </a:ext>
  </a:extLst>
</a:theme>
</file>

<file path=ppt/theme/theme7.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5E388E985FF179429D912D78AE125E50" ma:contentTypeVersion="19" ma:contentTypeDescription="Create a new document." ma:contentTypeScope="" ma:versionID="589fe901e3e95d0561149d7f8be7e459">
  <xsd:schema xmlns:xsd="http://www.w3.org/2001/XMLSchema" xmlns:xs="http://www.w3.org/2001/XMLSchema" xmlns:p="http://schemas.microsoft.com/office/2006/metadata/properties" xmlns:ns2="2868a1be-c9ea-4fc0-af1b-bb615e86bda3" xmlns:ns3="f2f0669d-6233-40c4-8a5c-1485ac3cf81e" targetNamespace="http://schemas.microsoft.com/office/2006/metadata/properties" ma:root="true" ma:fieldsID="bbb81469a72b2d5890e00c806f59b973" ns2:_="" ns3:_="">
    <xsd:import namespace="2868a1be-c9ea-4fc0-af1b-bb615e86bda3"/>
    <xsd:import namespace="f2f0669d-6233-40c4-8a5c-1485ac3cf81e"/>
    <xsd:element name="properties">
      <xsd:complexType>
        <xsd:sequence>
          <xsd:element name="documentManagement">
            <xsd:complexType>
              <xsd:all>
                <xsd:element ref="ns2:MediaServiceMetadata" minOccurs="0"/>
                <xsd:element ref="ns2:MediaServiceFastMetadata" minOccurs="0"/>
                <xsd:element ref="ns2:MediaServiceDateTaken" minOccurs="0"/>
                <xsd:element ref="ns3:SharedWithUsers" minOccurs="0"/>
                <xsd:element ref="ns3:SharedWithDetails" minOccurs="0"/>
                <xsd:element ref="ns2:MediaServiceAutoTags" minOccurs="0"/>
                <xsd:element ref="ns2:MediaServiceOCR" minOccurs="0"/>
                <xsd:element ref="ns2:MediaServiceGenerationTime" minOccurs="0"/>
                <xsd:element ref="ns2:MediaServiceEventHashCode" minOccurs="0"/>
                <xsd:element ref="ns2:MediaServiceLocation" minOccurs="0"/>
                <xsd:element ref="ns2:MediaServiceAutoKeyPoints" minOccurs="0"/>
                <xsd:element ref="ns2:MediaServiceKeyPoints" minOccurs="0"/>
                <xsd:element ref="ns2:MediaLengthInSeconds" minOccurs="0"/>
                <xsd:element ref="ns2:lcf76f155ced4ddcb4097134ff3c332f" minOccurs="0"/>
                <xsd:element ref="ns3:TaxCatchAll"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868a1be-c9ea-4fc0-af1b-bb615e86bda3" elementFormDefault="qualified">
    <xsd:import namespace="http://schemas.microsoft.com/office/2006/documentManagement/types"/>
    <xsd:import namespace="http://schemas.microsoft.com/office/infopath/2007/PartnerControls"/>
    <xsd:element name="MediaServiceMetadata" ma:index="8" nillable="true" ma:displayName="MediaServiceMetadata" ma:description="" ma:hidden="true" ma:internalName="MediaServiceMetadata" ma:readOnly="true">
      <xsd:simpleType>
        <xsd:restriction base="dms:Note"/>
      </xsd:simpleType>
    </xsd:element>
    <xsd:element name="MediaServiceFastMetadata" ma:index="9" nillable="true" ma:displayName="MediaServiceFastMetadata" ma:description="" ma:hidden="true" ma:internalName="MediaServiceFastMetadata" ma:readOnly="true">
      <xsd:simpleType>
        <xsd:restriction base="dms:Note"/>
      </xsd:simpleType>
    </xsd:element>
    <xsd:element name="MediaServiceDateTaken" ma:index="10" nillable="true" ma:displayName="MediaServiceDateTaken" ma:description="" ma:hidden="true" ma:internalName="MediaServiceDateTaken" ma:readOnly="true">
      <xsd:simpleType>
        <xsd:restriction base="dms:Text"/>
      </xsd:simpleType>
    </xsd:element>
    <xsd:element name="MediaServiceAutoTags" ma:index="13" nillable="true" ma:displayName="MediaServiceAutoTags" ma:description="" ma:internalName="MediaServiceAutoTags" ma:readOnly="true">
      <xsd:simpleType>
        <xsd:restriction base="dms:Text"/>
      </xsd:simpleType>
    </xsd:element>
    <xsd:element name="MediaServiceOCR" ma:index="14" nillable="true" ma:displayName="MediaServiceOCR"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Location" ma:index="17" nillable="true" ma:displayName="Location" ma:internalName="MediaServiceLocation"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MediaLengthInSeconds" ma:index="20" nillable="true" ma:displayName="Length (seconds)" ma:internalName="MediaLengthInSeconds" ma:readOnly="true">
      <xsd:simpleType>
        <xsd:restriction base="dms:Unknown"/>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debda6a7-6b37-4000-ac6c-4fd0a963898e"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f2f0669d-6233-40c4-8a5c-1485ac3cf81e" elementFormDefault="qualified">
    <xsd:import namespace="http://schemas.microsoft.com/office/2006/documentManagement/types"/>
    <xsd:import namespace="http://schemas.microsoft.com/office/infopath/2007/PartnerControls"/>
    <xsd:element name="SharedWithUsers" ma:index="11"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Shared With Details" ma:description="" ma:internalName="SharedWithDetails" ma:readOnly="true">
      <xsd:simpleType>
        <xsd:restriction base="dms:Note">
          <xsd:maxLength value="255"/>
        </xsd:restriction>
      </xsd:simpleType>
    </xsd:element>
    <xsd:element name="TaxCatchAll" ma:index="23" nillable="true" ma:displayName="Taxonomy Catch All Column" ma:hidden="true" ma:list="{12575e2d-30b5-4f5d-8b3c-093791719fba}" ma:internalName="TaxCatchAll" ma:showField="CatchAllData" ma:web="f2f0669d-6233-40c4-8a5c-1485ac3cf81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2868a1be-c9ea-4fc0-af1b-bb615e86bda3">
      <Terms xmlns="http://schemas.microsoft.com/office/infopath/2007/PartnerControls"/>
    </lcf76f155ced4ddcb4097134ff3c332f>
    <TaxCatchAll xmlns="f2f0669d-6233-40c4-8a5c-1485ac3cf81e" xsi:nil="true"/>
  </documentManagement>
</p:properties>
</file>

<file path=customXml/itemProps1.xml><?xml version="1.0" encoding="utf-8"?>
<ds:datastoreItem xmlns:ds="http://schemas.openxmlformats.org/officeDocument/2006/customXml" ds:itemID="{F0169BC2-AD03-42DC-A254-284B2C7E3E32}">
  <ds:schemaRefs>
    <ds:schemaRef ds:uri="http://schemas.microsoft.com/sharepoint/v3/contenttype/forms"/>
  </ds:schemaRefs>
</ds:datastoreItem>
</file>

<file path=customXml/itemProps2.xml><?xml version="1.0" encoding="utf-8"?>
<ds:datastoreItem xmlns:ds="http://schemas.openxmlformats.org/officeDocument/2006/customXml" ds:itemID="{24BA3B12-450A-4AE0-9123-AAF7A24E478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2868a1be-c9ea-4fc0-af1b-bb615e86bda3"/>
    <ds:schemaRef ds:uri="f2f0669d-6233-40c4-8a5c-1485ac3cf81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6A08360F-AACB-4979-AEF9-27D7433FBB33}">
  <ds:schemaRefs>
    <ds:schemaRef ds:uri="http://purl.org/dc/dcmitype/"/>
    <ds:schemaRef ds:uri="http://purl.org/dc/elements/1.1/"/>
    <ds:schemaRef ds:uri="f2f0669d-6233-40c4-8a5c-1485ac3cf81e"/>
    <ds:schemaRef ds:uri="http://www.w3.org/XML/1998/namespace"/>
    <ds:schemaRef ds:uri="http://schemas.microsoft.com/office/infopath/2007/PartnerControls"/>
    <ds:schemaRef ds:uri="http://purl.org/dc/terms/"/>
    <ds:schemaRef ds:uri="http://schemas.microsoft.com/office/2006/documentManagement/types"/>
    <ds:schemaRef ds:uri="http://schemas.openxmlformats.org/package/2006/metadata/core-properties"/>
    <ds:schemaRef ds:uri="2868a1be-c9ea-4fc0-af1b-bb615e86bda3"/>
    <ds:schemaRef ds:uri="http://schemas.microsoft.com/office/2006/metadata/properties"/>
  </ds:schemaRefs>
</ds:datastoreItem>
</file>

<file path=docProps/app.xml><?xml version="1.0" encoding="utf-8"?>
<Properties xmlns="http://schemas.openxmlformats.org/officeDocument/2006/extended-properties" xmlns:vt="http://schemas.openxmlformats.org/officeDocument/2006/docPropsVTypes">
  <Template/>
  <TotalTime>6831</TotalTime>
  <Words>4067</Words>
  <Application>Microsoft Macintosh PowerPoint</Application>
  <PresentationFormat>Widescreen</PresentationFormat>
  <Paragraphs>340</Paragraphs>
  <Slides>16</Slides>
  <Notes>15</Notes>
  <HiddenSlides>0</HiddenSlides>
  <MMClips>0</MMClips>
  <ScaleCrop>false</ScaleCrop>
  <HeadingPairs>
    <vt:vector size="6" baseType="variant">
      <vt:variant>
        <vt:lpstr>Fonts Used</vt:lpstr>
      </vt:variant>
      <vt:variant>
        <vt:i4>7</vt:i4>
      </vt:variant>
      <vt:variant>
        <vt:lpstr>Theme</vt:lpstr>
      </vt:variant>
      <vt:variant>
        <vt:i4>6</vt:i4>
      </vt:variant>
      <vt:variant>
        <vt:lpstr>Slide Titles</vt:lpstr>
      </vt:variant>
      <vt:variant>
        <vt:i4>16</vt:i4>
      </vt:variant>
    </vt:vector>
  </HeadingPairs>
  <TitlesOfParts>
    <vt:vector size="29" baseType="lpstr">
      <vt:lpstr>Arial</vt:lpstr>
      <vt:lpstr>Calibri</vt:lpstr>
      <vt:lpstr>Calibri Bold</vt:lpstr>
      <vt:lpstr>Calibri Light</vt:lpstr>
      <vt:lpstr>Courier New</vt:lpstr>
      <vt:lpstr>Human Sans</vt:lpstr>
      <vt:lpstr>Segoe UI</vt:lpstr>
      <vt:lpstr>Office Theme</vt:lpstr>
      <vt:lpstr>EPAM Master Dark 2023.1</vt:lpstr>
      <vt:lpstr>EPAM Master Light 2023.1</vt:lpstr>
      <vt:lpstr>1_EPAM Master 2023.5</vt:lpstr>
      <vt:lpstr>3_EPAM Master 2023.5</vt:lpstr>
      <vt:lpstr>EPAM Master 2024.1</vt:lpstr>
      <vt:lpstr>PowerPoint Presentation</vt:lpstr>
      <vt:lpstr>Agenda </vt:lpstr>
      <vt:lpstr>Cloud LLM Hub  Use Cases</vt:lpstr>
      <vt:lpstr>Cloud LLM Hub</vt:lpstr>
      <vt:lpstr>Undocumented Legacy Code</vt:lpstr>
      <vt:lpstr>Technical Specification</vt:lpstr>
      <vt:lpstr>Code Review</vt:lpstr>
      <vt:lpstr>Accelerating Manual Development</vt:lpstr>
      <vt:lpstr>EPAM Cloud LLM Hub Deployment Options</vt:lpstr>
      <vt:lpstr>PowerPoint Presentation</vt:lpstr>
      <vt:lpstr>Option 1 — EPAM BTP</vt:lpstr>
      <vt:lpstr>Option 2 — Medartis BTP</vt:lpstr>
      <vt:lpstr>Option 3 — Hybrid (Medartis + EPAM BTP)</vt:lpstr>
      <vt:lpstr>PowerPoint Presentation</vt:lpstr>
      <vt:lpstr>Q&amp;A and Next Steps</vt:lpstr>
      <vt:lpstr>Thank you! </vt:lpstr>
    </vt:vector>
  </TitlesOfParts>
  <Company>Vifor Pharma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VISTA for TechOps   VIFOR Pharma Strategic TechOps Applications</dc:title>
  <dc:creator>Kaufmann, Thomas</dc:creator>
  <cp:lastModifiedBy>Pavel Belski</cp:lastModifiedBy>
  <cp:revision>93</cp:revision>
  <dcterms:created xsi:type="dcterms:W3CDTF">2020-07-07T13:06:15Z</dcterms:created>
  <dcterms:modified xsi:type="dcterms:W3CDTF">2026-05-19T14:51:07Z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0x0101005E388E985FF179429D912D78AE125E50</vt:lpwstr>
  </property>
  <property fmtid="{D5CDD505-2E9C-101B-9397-08002B2CF9AE}" pid="3" name="MediaServiceImageTags">
    <vt:lpwstr/>
  </property>
  <property fmtid="{D5CDD505-2E9C-101B-9397-08002B2CF9AE}" pid="4" name="MSIP_Label_2a535040-0af2-483f-adc3-a132c21e3e2b_Enabled">
    <vt:lpwstr>true</vt:lpwstr>
  </property>
  <property fmtid="{D5CDD505-2E9C-101B-9397-08002B2CF9AE}" pid="5" name="MSIP_Label_2a535040-0af2-483f-adc3-a132c21e3e2b_SetDate">
    <vt:lpwstr>2024-10-18T07:33:13Z</vt:lpwstr>
  </property>
  <property fmtid="{D5CDD505-2E9C-101B-9397-08002B2CF9AE}" pid="6" name="MSIP_Label_2a535040-0af2-483f-adc3-a132c21e3e2b_Method">
    <vt:lpwstr>Standard</vt:lpwstr>
  </property>
  <property fmtid="{D5CDD505-2E9C-101B-9397-08002B2CF9AE}" pid="7" name="MSIP_Label_2a535040-0af2-483f-adc3-a132c21e3e2b_Name">
    <vt:lpwstr>EPAM_Confidential</vt:lpwstr>
  </property>
  <property fmtid="{D5CDD505-2E9C-101B-9397-08002B2CF9AE}" pid="8" name="MSIP_Label_2a535040-0af2-483f-adc3-a132c21e3e2b_SiteId">
    <vt:lpwstr>b41b72d0-4e9f-4c26-8a69-f949f367c91d</vt:lpwstr>
  </property>
  <property fmtid="{D5CDD505-2E9C-101B-9397-08002B2CF9AE}" pid="9" name="MSIP_Label_2a535040-0af2-483f-adc3-a132c21e3e2b_ActionId">
    <vt:lpwstr>d1052b52-d4dd-4ba0-a246-a80207e4b0c3</vt:lpwstr>
  </property>
  <property fmtid="{D5CDD505-2E9C-101B-9397-08002B2CF9AE}" pid="10" name="MSIP_Label_2a535040-0af2-483f-adc3-a132c21e3e2b_ContentBits">
    <vt:lpwstr>0</vt:lpwstr>
  </property>
</Properties>
</file>