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1F3A68"/>
                </a:solidFill>
              </a:defRPr>
            </a:pPr>
            <a:r>
              <a:t>Code Review — ZDMS_UPLOAD_FILES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Package Z001 · destination DS4_CLH · 2026-05-19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C83636"/>
                </a:solidFill>
              </a:defRPr>
            </a:pPr>
            <a:r>
              <a:t>Four-category parallel review · 30 findings · every finding cites verbatim ABAP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A68"/>
                </a:solidFill>
              </a:defRPr>
            </a:pPr>
            <a:r>
              <a:t>Verdict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657600" cy="219456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30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total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371600"/>
            <a:ext cx="3657600" cy="21945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10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HIGH severity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657600" cy="2194560"/>
          </a:xfrm>
          <a:prstGeom prst="roundRect">
            <a:avLst/>
          </a:prstGeom>
          <a:solidFill>
            <a:srgbClr val="C8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6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CleanCore blockers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• 0 CRITICAL issues — no immediate blockers on existing functionality.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• 10 HIGH severity — 6 in CleanCore, 2 in security, 2 in performance.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• If S/4HANA Cloud / CleanCore migration is on the roadmap, this object cannot run as-is.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• On-premise context: functional but accumulates technical debt across all four categories.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• Every finding below is anchored to a verbatim ABAP snippet from the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68"/>
                </a:solidFill>
              </a:defRPr>
            </a:pPr>
            <a:r>
              <a:t>Findings by category and severity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371600"/>
                <a:gridCol w="1371600"/>
                <a:gridCol w="1371600"/>
                <a:gridCol w="1371600"/>
                <a:gridCol w="2103120"/>
              </a:tblGrid>
              <a:tr h="533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CleanCore (S/4HANA)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Maintainability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2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66344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Highest-impact category for migration: CleanCore — 100% HIGH severity, blocks S/4HANA Cloud.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Most volume: Maintainability — 16 LOW. Style debt; defer to next refactor.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0 CRITICAL: legacy code has no immediate data-loss / breach risk, just compliance and perf drift.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68"/>
                </a:solidFill>
              </a:defRPr>
            </a:pPr>
            <a:r>
              <a:t>Top CleanCore finding — SXPG OS shell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3636"/>
                </a:solidFill>
              </a:defRPr>
            </a:pPr>
            <a:r>
              <a:t>HIGH — OS command execution via `SXPG_COMMAND_EXECUTE` (shell access)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Location: ZDMS_UPLOAD_FILES_F01:~325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828800"/>
          </a:xfrm>
          <a:prstGeom prst="rect">
            <a:avLst/>
          </a:prstGeom>
          <a:solidFill>
            <a:srgbClr val="F0F2F7"/>
          </a:solidFill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Consolas"/>
              </a:defRPr>
            </a:pPr>
            <a:r>
              <a:t>CALL FUNCTION 'SXPG_COMMAND_EXECUTE'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  EXPORTING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    commandname                   = lv_comm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    additional_parameters         = gv_param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Why: Executing external OS commands is not allowed for S/4HANA Clean Core / Cloud (shell access via SM69 commands).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A68"/>
                </a:solidFill>
              </a:defRPr>
            </a:pPr>
            <a:r>
              <a:t>Recommendation: Replace OS-command-based SFTP with a released integration approach (e.g., SAP Integration Suite / Cloud Connector, or an HTTP-based API using released ABAP HTTP clients to a managed endpoint). Avoid SM69/SXPG completely.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68"/>
                </a:solidFill>
              </a:defRPr>
            </a:pPr>
            <a:r>
              <a:t>Top CleanCore finding — AL11 file I/O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3636"/>
                </a:solidFill>
              </a:defRPr>
            </a:pPr>
            <a:r>
              <a:t>HIGH — OS command execution via `SXPG_COMMAND_EXECUTE` (shell access)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Location: ZDMS_UPLOAD_FILES_F01:~388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828800"/>
          </a:xfrm>
          <a:prstGeom prst="rect">
            <a:avLst/>
          </a:prstGeom>
          <a:solidFill>
            <a:srgbClr val="F0F2F7"/>
          </a:solidFill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Consolas"/>
              </a:defRPr>
            </a:pPr>
            <a:r>
              <a:t>CALL FUNCTION 'SXPG_COMMAND_EXECUTE'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  EXPORTING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    commandname                   = lv_comm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    additional_parameters         = gv_param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Why: Executing external OS commands is not allowed for S/4HANA Clean Core / Cloud (shell access via SM69 commands).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A68"/>
                </a:solidFill>
              </a:defRPr>
            </a:pPr>
            <a:r>
              <a:t>Recommendation: Same as above—move file transfer out of the ABAP app server OS layer and use a released connectivity/integration mechanism.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68"/>
                </a:solidFill>
              </a:defRPr>
            </a:pPr>
            <a:r>
              <a:t>Top security finding — missing AUTHORITY-CHECK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3636"/>
                </a:solidFill>
              </a:defRPr>
            </a:pPr>
            <a:r>
              <a:t>HIGH — Missing explicit authorization check before OS command execution (SFTP GET)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Location: ZDMS_UPLOAD_FILES_F01:~250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828800"/>
          </a:xfrm>
          <a:prstGeom prst="rect">
            <a:avLst/>
          </a:prstGeom>
          <a:solidFill>
            <a:srgbClr val="F0F2F7"/>
          </a:solidFill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Consolas"/>
              </a:defRPr>
            </a:pPr>
            <a:r>
              <a:t>CALL FUNCTION 'SXPG_COMMAND_EXECUTE'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  EXPORTING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    commandname           = lv_comm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    additional_parameters = gv_param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Why: `SXPG_COMMAND_EXECUTE` triggers execution of an external OS command; there is no explicit `AUTHORITY-CHECK` (e.g., `S_LOG_COM` / `S_RZL_ADM` depending on setup) before this sensitive operation.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A68"/>
                </a:solidFill>
              </a:defRPr>
            </a:pPr>
            <a:r>
              <a:t>Recommendation: Add an explicit `AUTHORITY-CHECK` before calling `SXPG_COMMAND_EXECUTE` (and fail closed). Also restrict allowed commands in SM69 and ensure the command is defined with “Additional parameters not allowed” where possible.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68"/>
                </a:solidFill>
              </a:defRPr>
            </a:pPr>
            <a:r>
              <a:t>Top performance finding — SELECT * + repeated reads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3636"/>
                </a:solidFill>
              </a:defRPr>
            </a:pPr>
            <a:r>
              <a:t>HIGH — Repeated function/module calls inside loop (FORMAT_MESSAGE)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Location: ZDMS_UPLOAD_FILES_F01:~235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828800"/>
          </a:xfrm>
          <a:prstGeom prst="rect">
            <a:avLst/>
          </a:prstGeom>
          <a:solidFill>
            <a:srgbClr val="F0F2F7"/>
          </a:solidFill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Consolas"/>
              </a:defRPr>
            </a:pPr>
            <a:r>
              <a:t>LOOP AT pt_data ASSIGNING FIELD-SYMBOL(&lt;fs_data&gt;).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  ...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  CALL FUNCTION 'FORMAT_MESSAGE'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    EXPORTING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      id        = rs_return-id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Why: Repeated calls to the same function inside a loop can add significant runtime overhead (rule: repeated calls to the same DB / function inside a loop).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A68"/>
                </a:solidFill>
              </a:defRPr>
            </a:pPr>
            <a:r>
              <a:t>Recommendation: Avoid calling `FORMAT_MESSAGE` for every row when possible—e.g., use `rs_return-message` directly if already filled, or collect unique `(id, number, v1..v4)` combinations and format once per unique key (cache result in a hashed table), then reuse.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68"/>
                </a:solidFill>
              </a:defRPr>
            </a:pPr>
            <a:r>
              <a:t>Maintainability — 16 LOW findings (style debt)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Themes (full list in 05-maintainability.md):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• Obsolete syntax — CONCATENATE / SPLIT instead of string templates (8 instances).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• Magic literals — separator characters (' ', ';', '@', ':') hardcoded in PERFORM calls (4 instances).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• Long FORMs without sub-structure — F01 include groups all logic into a few long FORMs.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• Missing ABAP Doc on FORMs that take parameters.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• Mixed inline / explicit DATA declarations.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• Commented-out code blocks left in the include.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• Dead local variables (declared, never read).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None of these block the object's function. They accumulate — fix during the next focused maintenance window.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A68"/>
                </a:solidFill>
              </a:defRPr>
            </a:pPr>
            <a:r>
              <a:t>How this review ran — methodology +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Tutorial: docs/tutorials/code-review/  (6 skill files + worked example)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Pipeline (one target, four parallel checks, one aggregation):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    Stage 1 — formalize target (object, scope, severity scale)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    Stages 2-5 — independent checks: Security / Performance / CleanCore / Maintainability  (parallel, ~30-45s each)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    Stage 6 — aggregate findings with severity ranking and verdict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Why parallel safe: each check uses light read-only tools (ReadProgram, GetIncludesList, GetInclude).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No SearchSource here — that's a codebase-analysis tool, not a per-object review tool.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Wall-clock end-to-end: ~5 minutes.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Cloud-side LLM tokens: ~381k across the four checks combined (gpt-5.2).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Comparable manual review estimate: 1-2 hours per category × 4 = 4-8 hours by a senior ABAP reviewer.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