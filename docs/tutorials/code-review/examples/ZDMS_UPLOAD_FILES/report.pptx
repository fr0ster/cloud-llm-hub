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media/image14.svg" ContentType="image/svg+xml"/>
  <Override PartName="/ppt/media/image27.svg" ContentType="image/svg+xml"/>
  <Override PartName="/ppt/media/image28.svg" ContentType="image/svg+xml"/>
  <Override PartName="/ppt/media/image29.svg" ContentType="image/svg+xml"/>
  <Override PartName="/ppt/media/image31.svg" ContentType="image/svg+xml"/>
  <Override PartName="/ppt/media/image41.svg" ContentType="image/svg+xml"/>
  <Override PartName="/ppt/media/image42.svg" ContentType="image/svg+xml"/>
  <Override PartName="/ppt/media/image44.svg" ContentType="image/svg+xml"/>
  <Override PartName="/ppt/media/image45.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0" r:id="rId5"/>
    <p:sldMasterId id="2147483745" r:id="rId6"/>
    <p:sldMasterId id="2147483819" r:id="rId7"/>
    <p:sldMasterId id="2147483882" r:id="rId8"/>
    <p:sldMasterId id="2147483940" r:id="rId9"/>
  </p:sldMasterIdLst>
  <p:notesMasterIdLst>
    <p:notesMasterId r:id="rId26"/>
  </p:notesMasterIdLst>
  <p:sldIdLst>
    <p:sldId id="2142533363" r:id="rId10"/>
    <p:sldId id="2147480176" r:id="rId12"/>
    <p:sldId id="2147483625" r:id="rId13"/>
    <p:sldId id="2147483627" r:id="rId14"/>
    <p:sldId id="2147483628" r:id="rId15"/>
    <p:sldId id="413" r:id="rId16"/>
    <p:sldId id="2147483629" r:id="rId17"/>
    <p:sldId id="2147480220" r:id="rId18"/>
    <p:sldId id="2147480211" r:id="rId20"/>
    <p:sldId id="330"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198EF8D-0A96-4507-9889-AFA455D17480}">
          <p14:sldIdLst>
            <p14:sldId id="2142533363"/>
            <p14:sldId id="279"/>
            <p14:sldId id="2147480176"/>
            <p14:sldId id="2147483625"/>
            <p14:sldId id="2147483627"/>
            <p14:sldId id="2147483628"/>
            <p14:sldId id="413"/>
            <p14:sldId id="2147483629"/>
            <p14:sldId id="2147480220"/>
            <p14:sldId id="2147480219"/>
            <p14:sldId id="2147480211"/>
            <p14:sldId id="2147480214"/>
            <p14:sldId id="2147480215"/>
            <p14:sldId id="2147483631"/>
            <p14:sldId id="2147480189"/>
            <p14:sldId id="33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0040437-F2D9-70AA-9DC8-B541CFBA6C3E}" name="Iryna Charnahuzava" initials="" userId="S::iryna_charnahuzava@epam.com::31e0280a-97fb-4b1b-a956-3e7f7c39fb17" providerId="AD"/>
  <p188:author id="{6CE5B950-67C1-E0D1-D2B7-F70D2E0E422B}" name="Pavel Belski" initials="" userId="S::Pavel_Belski@epam.com::98eb079c-333b-423f-92e3-8d737b163425" providerId="AD"/>
  <p188:author id="{90CB3178-4CD2-3907-0AE1-76838FB4617C}" name="Ivan Lanin" initials="" userId="S::Ivan_Lanin@epam.com::655ed899-9c88-499e-bda4-8541921c00c1" providerId="AD"/>
  <p188:author id="{6327988B-B2E6-AA63-E85C-42496384688A}" name="Yury Tarhonski" initials="" userId="S::Yury_Tarhonski@epam.com::57b11f2a-245c-4402-bff6-2327a8f18571" providerId="AD"/>
  <p188:author id="{4A868395-1E73-9607-B3EF-2FD0D7C50158}" name="Oleksii Kyslytsia" initials="" userId="S::oleksii_kyslytsia@epam.com::cb7414e4-ca59-42c0-b40d-342040a725c1" providerId="AD"/>
  <p188:author id="{87582A99-3506-136A-6D30-F3CD72787CE1}" name="Kristina Koronevich" initials="KK" userId="S::Kristina_Koronevich@epam.com::aaa07583-8254-49c5-a30e-a202d3584088" providerId="AD"/>
  <p188:author id="{B1B094A1-65B8-B9EB-1BCB-5973FC2512E4}" name="Pavel Belski" initials="PB" userId="S::ext_PBelski@novocure.com::cd10d28a-dd5e-4ae2-b8c4-af62e405ea39" providerId="AD"/>
  <p188:author id="{D10157A4-6D0C-52FB-0EBD-18B465CB339E}" name="Ivan Lanin" initials="IL" userId="S::ivan_lanin@epam.com::655ed899-9c88-499e-bda4-8541921c00c1" providerId="AD"/>
  <p188:author id="{3A3CE8A9-0F21-900F-92BF-5EEBBDE0192E}" name="Kristina Koronevich" initials="KK" userId="S::kristina_koronevich@epam.com::aaa07583-8254-49c5-a30e-a202d3584088" providerId="AD"/>
  <p188:author id="{9BB2B2B3-3140-64DA-6899-BB4A39A951B1}" name="Bilal Salim" initials="" userId="S::Bilal_Salim@epam.com::79d3fd9d-473b-47fc-9837-c2334708636f" providerId="AD"/>
  <p188:author id="{0E8C7AC2-CEE3-2A0C-7B46-BA8DA99DBD6F}" name="Jurijs Tolokoncevs" initials="" userId="S::Jurijs_Tolokoncevs@epam.com::54b62efa-3875-4017-ae27-7c4118d5267f" providerId="AD"/>
  <p188:author id="{CF8C25FE-AF7F-6B69-B140-ACD8D1AB938F}" name="Evgenii Shirokikh" initials="ES" userId="S::evgenii_shirokikh@epam.com::0094ac3f-7e61-4d78-9238-99fb9ab43bd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162A3D"/>
    <a:srgbClr val="A50021"/>
    <a:srgbClr val="FFCCCC"/>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9B060E-9E3B-6E46-9305-EA286CAC755F}" v="5" dt="2026-05-19T14:50:39.7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62"/>
    <p:restoredTop sz="77970"/>
  </p:normalViewPr>
  <p:slideViewPr>
    <p:cSldViewPr snapToGrid="0">
      <p:cViewPr varScale="1">
        <p:scale>
          <a:sx n="97" d="100"/>
          <a:sy n="97" d="100"/>
        </p:scale>
        <p:origin x="12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vel Belski" userId="98eb079c-333b-423f-92e3-8d737b163425" providerId="ADAL" clId="{F4E9032E-2D71-5BB2-ABFF-84705B663BB2}"/>
    <pc:docChg chg="delSld modSld delMainMaster modSection">
      <pc:chgData name="Pavel Belski" userId="98eb079c-333b-423f-92e3-8d737b163425" providerId="ADAL" clId="{F4E9032E-2D71-5BB2-ABFF-84705B663BB2}" dt="2026-05-19T14:50:57.511" v="11" actId="2696"/>
      <pc:docMkLst>
        <pc:docMk/>
      </pc:docMkLst>
      <pc:sldChg chg="delSp">
        <pc:chgData name="Pavel Belski" userId="98eb079c-333b-423f-92e3-8d737b163425" providerId="ADAL" clId="{F4E9032E-2D71-5BB2-ABFF-84705B663BB2}" dt="2026-05-19T14:50:15.737" v="1" actId="478"/>
        <pc:sldMkLst>
          <pc:docMk/>
          <pc:sldMk cId="1201297787" sldId="279"/>
        </pc:sldMkLst>
        <pc:picChg chg="del">
          <ac:chgData name="Pavel Belski" userId="98eb079c-333b-423f-92e3-8d737b163425" providerId="ADAL" clId="{F4E9032E-2D71-5BB2-ABFF-84705B663BB2}" dt="2026-05-19T14:50:15.737" v="1" actId="478"/>
          <ac:picMkLst>
            <pc:docMk/>
            <pc:sldMk cId="1201297787" sldId="279"/>
            <ac:picMk id="18" creationId="{39EF988A-D023-8DB7-D563-75E3E55004FC}"/>
          </ac:picMkLst>
        </pc:picChg>
      </pc:sldChg>
      <pc:sldChg chg="delSp">
        <pc:chgData name="Pavel Belski" userId="98eb079c-333b-423f-92e3-8d737b163425" providerId="ADAL" clId="{F4E9032E-2D71-5BB2-ABFF-84705B663BB2}" dt="2026-05-19T14:50:08.279" v="0" actId="478"/>
        <pc:sldMkLst>
          <pc:docMk/>
          <pc:sldMk cId="3228384333" sldId="2142533363"/>
        </pc:sldMkLst>
        <pc:picChg chg="del">
          <ac:chgData name="Pavel Belski" userId="98eb079c-333b-423f-92e3-8d737b163425" providerId="ADAL" clId="{F4E9032E-2D71-5BB2-ABFF-84705B663BB2}" dt="2026-05-19T14:50:08.279" v="0" actId="478"/>
          <ac:picMkLst>
            <pc:docMk/>
            <pc:sldMk cId="3228384333" sldId="2142533363"/>
            <ac:picMk id="15" creationId="{E761A448-4616-832B-5732-F7E7C6CC1BF8}"/>
          </ac:picMkLst>
        </pc:picChg>
      </pc:sldChg>
      <pc:sldChg chg="delSp modSp">
        <pc:chgData name="Pavel Belski" userId="98eb079c-333b-423f-92e3-8d737b163425" providerId="ADAL" clId="{F4E9032E-2D71-5BB2-ABFF-84705B663BB2}" dt="2026-05-19T14:50:19.302" v="3" actId="478"/>
        <pc:sldMkLst>
          <pc:docMk/>
          <pc:sldMk cId="2392935019" sldId="2147480176"/>
        </pc:sldMkLst>
        <pc:picChg chg="del mod">
          <ac:chgData name="Pavel Belski" userId="98eb079c-333b-423f-92e3-8d737b163425" providerId="ADAL" clId="{F4E9032E-2D71-5BB2-ABFF-84705B663BB2}" dt="2026-05-19T14:50:19.302" v="3" actId="478"/>
          <ac:picMkLst>
            <pc:docMk/>
            <pc:sldMk cId="2392935019" sldId="2147480176"/>
            <ac:picMk id="6" creationId="{6D6B30B4-C8D8-2EFE-A80D-D7A328201A3C}"/>
          </ac:picMkLst>
        </pc:picChg>
      </pc:sldChg>
      <pc:sldChg chg="delSp del">
        <pc:chgData name="Pavel Belski" userId="98eb079c-333b-423f-92e3-8d737b163425" providerId="ADAL" clId="{F4E9032E-2D71-5BB2-ABFF-84705B663BB2}" dt="2026-05-19T14:50:57.466" v="5" actId="2696"/>
        <pc:sldMkLst>
          <pc:docMk/>
          <pc:sldMk cId="707308102" sldId="2147480218"/>
        </pc:sldMkLst>
        <pc:picChg chg="del">
          <ac:chgData name="Pavel Belski" userId="98eb079c-333b-423f-92e3-8d737b163425" providerId="ADAL" clId="{F4E9032E-2D71-5BB2-ABFF-84705B663BB2}" dt="2026-05-19T14:50:39.799" v="4" actId="478"/>
          <ac:picMkLst>
            <pc:docMk/>
            <pc:sldMk cId="707308102" sldId="2147480218"/>
            <ac:picMk id="6" creationId="{9123315E-16F8-261E-4725-B524C686CCBF}"/>
          </ac:picMkLst>
        </pc:picChg>
      </pc:sldChg>
      <pc:sldChg chg="del">
        <pc:chgData name="Pavel Belski" userId="98eb079c-333b-423f-92e3-8d737b163425" providerId="ADAL" clId="{F4E9032E-2D71-5BB2-ABFF-84705B663BB2}" dt="2026-05-19T14:50:57.479" v="10" actId="2696"/>
        <pc:sldMkLst>
          <pc:docMk/>
          <pc:sldMk cId="1902589537" sldId="2147480221"/>
        </pc:sldMkLst>
      </pc:sldChg>
      <pc:sldChg chg="del">
        <pc:chgData name="Pavel Belski" userId="98eb079c-333b-423f-92e3-8d737b163425" providerId="ADAL" clId="{F4E9032E-2D71-5BB2-ABFF-84705B663BB2}" dt="2026-05-19T14:50:57.467" v="6" actId="2696"/>
        <pc:sldMkLst>
          <pc:docMk/>
          <pc:sldMk cId="4050703808" sldId="2147480222"/>
        </pc:sldMkLst>
      </pc:sldChg>
      <pc:sldChg chg="del">
        <pc:chgData name="Pavel Belski" userId="98eb079c-333b-423f-92e3-8d737b163425" providerId="ADAL" clId="{F4E9032E-2D71-5BB2-ABFF-84705B663BB2}" dt="2026-05-19T14:50:57.473" v="8" actId="2696"/>
        <pc:sldMkLst>
          <pc:docMk/>
          <pc:sldMk cId="2620996960" sldId="2147483630"/>
        </pc:sldMkLst>
      </pc:sldChg>
      <pc:sldChg chg="del">
        <pc:chgData name="Pavel Belski" userId="98eb079c-333b-423f-92e3-8d737b163425" providerId="ADAL" clId="{F4E9032E-2D71-5BB2-ABFF-84705B663BB2}" dt="2026-05-19T14:50:57.474" v="9" actId="2696"/>
        <pc:sldMkLst>
          <pc:docMk/>
          <pc:sldMk cId="2937601582" sldId="2147483633"/>
        </pc:sldMkLst>
      </pc:sldChg>
      <pc:sldChg chg="del">
        <pc:chgData name="Pavel Belski" userId="98eb079c-333b-423f-92e3-8d737b163425" providerId="ADAL" clId="{F4E9032E-2D71-5BB2-ABFF-84705B663BB2}" dt="2026-05-19T14:50:57.467" v="7" actId="2696"/>
        <pc:sldMkLst>
          <pc:docMk/>
          <pc:sldMk cId="3803872303" sldId="2147483634"/>
        </pc:sldMkLst>
      </pc:sldChg>
      <pc:sldMasterChg chg="del">
        <pc:chgData name="Pavel Belski" userId="98eb079c-333b-423f-92e3-8d737b163425" providerId="ADAL" clId="{F4E9032E-2D71-5BB2-ABFF-84705B663BB2}" dt="2026-05-19T14:50:57.511" v="11" actId="2696"/>
        <pc:sldMasterMkLst>
          <pc:docMk/>
          <pc:sldMasterMk cId="3538708701" sldId="2147483821"/>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459CEC-EC65-4688-A059-37518853FEAC}"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251774-6F79-4766-AEBB-83069B25628F}" type="slidenum">
              <a:rPr lang="en-US" smtClean="0"/>
              <a:t>‹#›</a:t>
            </a:fld>
            <a:endParaRPr lang="en-US"/>
          </a:p>
        </p:txBody>
      </p:sp>
    </p:spTree>
    <p:extLst>
      <p:ext uri="{BB962C8B-B14F-4D97-AF65-F5344CB8AC3E}">
        <p14:creationId xmlns:p14="http://schemas.microsoft.com/office/powerpoint/2010/main" val="3091928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Welcome — thank you for making time today. I'm here from EPAM to share how we help SAP customers cut delivery time and lift code quality using our Cloud LLM Hub — a set of AI accelerators built specifically for the ABAP/SAP SDLC. Our goal in the next ~25 minutes is three things: first, show four concrete use cases where AI is already producing measurable results with SAP customers; second, walk you through three deployment options we can stand up inside Medartis' landscape; and third, open up for Q&amp;A and agree next steps. Before I start — please stop me any time with questions; this is meant to be a dialogue, not a monologue.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Here's the agenda. We'll start with the Cloud LLM Hub itself and its four use cases — that's the 'what can it do for Medartis' part. Then we'll move to deployment — three options depending on how much data you want to keep inside Medartis' perimeter. Third, we'll preview an AI-powered SAP Support Assistant that sits on top of the same hub. And finally we'll go to Q&amp;A. Each section is short — roughly 7, 6, 5 minutes — so we keep plenty of room for discussion.</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998553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Let's start with the four use cases. Our Cloud LLM Hub is designed for one very specific audience — SAP customers who have been running the platform for years and carry accumulated technical debt. On the next few slides I'll walk through four use cases: understanding legacy code, generating technical specifications, reviewing code for performance, and accelerating mass ABAP development during migrations. Each one stands on its own, but together they form a full SDLC accelerator.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188828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F27F4-0837-71A2-8A8C-32099C668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FF2EC-75F9-3A64-14E3-5B0D81AFFB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BFDB5C-9EFA-FC90-9024-ED399E9BF741}"/>
              </a:ext>
            </a:extLst>
          </p:cNvPr>
          <p:cNvSpPr>
            <a:spLocks noGrp="1"/>
          </p:cNvSpPr>
          <p:nvPr>
            <p:ph type="body" idx="1"/>
          </p:nvPr>
        </p:nvSpPr>
        <p:spPr/>
        <p:txBody>
          <a:bodyPr/>
          <a:lstStyle/>
          <a:p>
            <a:r>
              <a:t>[PITCH NOTES]</a:t>
            </a:r>
          </a:p>
          <a:p>
            <a:r>
              <a:t>This is the umbrella view. The business problem is familiar to anyone running a long-lived SAP landscape: custom ABAP developed over many years, sparse documentation, inconsistent coding standards, and large migration backlogs — all of which slow maintenance and raise risk. The Cloud LLM Hub brings AI automation into this picture. It powers AI-based analysis, multi-language documentation of custom and standard reports, enhancement analysis, dependency and architecture checks, performance bottleneck detection, and best-practice recommendations. The stakeholders are Business Solution Architects, Solution Architects and Functional Leads; the daily users are developers and functional consultants. Technology-wise, we use LLMs, MCP (Model Context Protocol), CLine, Python and TypeScript — all proven patterns we re-use from project to project. Bottom line: one AI backbone, four use cases, measurable acceleration.</a:t>
            </a:r>
          </a:p>
          <a:p>
            <a:endParaRPr/>
          </a:p>
          <a:p>
            <a:r>
              <a:t>[ORIGINAL NOTES]</a:t>
            </a:r>
          </a:p>
          <a:p>
            <a:r>
              <a:t>The Cloud LLM Hub AI-based automation into complex SAP development landscape analysis and architectural governance,</a:t>
            </a:r>
            <a:br/>
            <a:r>
              <a:t>The accelerator automates a variety of use cases, incl. nd multi-language documentation of custom code and standard reports, enhancements, analysis and resolution of architectural issues (such as dependencies), detection of performance and scalability bottlenecks, and best-practice recommendations for system optimization.</a:t>
            </a:r>
          </a:p>
        </p:txBody>
      </p:sp>
      <p:sp>
        <p:nvSpPr>
          <p:cNvPr id="4" name="Slide Number Placeholder 3">
            <a:extLst>
              <a:ext uri="{FF2B5EF4-FFF2-40B4-BE49-F238E27FC236}">
                <a16:creationId xmlns:a16="http://schemas.microsoft.com/office/drawing/2014/main" id="{2ED19CAE-F826-1A50-F1D0-0AD60B44B9A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68356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23BF6-F36E-4FA0-AA6F-ADBAFAEC69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7AB96-166F-9DAB-3547-B74E7CE930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073344-7525-0714-A5D1-7088D26A4D5C}"/>
              </a:ext>
            </a:extLst>
          </p:cNvPr>
          <p:cNvSpPr>
            <a:spLocks noGrp="1"/>
          </p:cNvSpPr>
          <p:nvPr>
            <p:ph type="body" idx="1"/>
          </p:nvPr>
        </p:nvSpPr>
        <p:spPr/>
        <p:txBody>
          <a:bodyPr/>
          <a:lstStyle/>
          <a:p>
            <a:r>
              <a:t>[PITCH NOTES]</a:t>
            </a:r>
          </a:p>
          <a:p>
            <a:r>
              <a:t>Use case one: Undocumented Legacy Code. The pain: consultants spend weeks on reverse engineering every time a change request touches a custom enhancement no one remembers writing. What we do: our Agentic SAP Code Documentation Assistant connects via the standard SAP ADT APIs, reads the ABAP, and generates business-level and technical descriptions using the LLM of your choice — EPAM DIAL, your own DIAL tenant, or any other provider. The impact so far on SAP clients: up to 70% reduction in code analysis time, around two-thirds interpretation accuracy on first pass (consultants still validate), and 20–30% shorter development cycles once it's integrated into the team's workflow. This is the use case that usually pays for the whole program within the first quarter.</a:t>
            </a:r>
          </a:p>
        </p:txBody>
      </p:sp>
      <p:sp>
        <p:nvSpPr>
          <p:cNvPr id="4" name="Slide Number Placeholder 3">
            <a:extLst>
              <a:ext uri="{FF2B5EF4-FFF2-40B4-BE49-F238E27FC236}">
                <a16:creationId xmlns:a16="http://schemas.microsoft.com/office/drawing/2014/main" id="{62DB796C-0F57-EAF9-3BAF-623CF356BA7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284847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9DE73-3FDB-410A-E98F-D3C08CD5ED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6A500-624C-66E0-1588-E730FB9EE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56307A-B4C6-2B0F-D3AF-2CA9C19BAC23}"/>
              </a:ext>
            </a:extLst>
          </p:cNvPr>
          <p:cNvSpPr>
            <a:spLocks noGrp="1"/>
          </p:cNvSpPr>
          <p:nvPr>
            <p:ph type="body" idx="1"/>
          </p:nvPr>
        </p:nvSpPr>
        <p:spPr/>
        <p:txBody>
          <a:bodyPr/>
          <a:lstStyle/>
          <a:p>
            <a:r>
              <a:t>[PITCH NOTES]</a:t>
            </a:r>
          </a:p>
          <a:p>
            <a:r>
              <a:t>Use case two: Technical Specifications for standard reports and custom enhancements. This is the flip side of use case one — instead of documenting your legacy, it documents what SAP ships plus your modifications. The scenario: you're planning an S/4HANA upgrade or localizing for a new market and nobody on the team really knows what the original report does or what your enhancement did to it. We analyze the ABAP logic, map dependencies, and produce multilingual technical and business documentation. The net effect: faster onboarding of new consultants, safer modifications, and consistent quality across global delivery teams — with measurable drops in upgrade regression and manual analysis time.</a:t>
            </a:r>
          </a:p>
        </p:txBody>
      </p:sp>
      <p:sp>
        <p:nvSpPr>
          <p:cNvPr id="4" name="Slide Number Placeholder 3">
            <a:extLst>
              <a:ext uri="{FF2B5EF4-FFF2-40B4-BE49-F238E27FC236}">
                <a16:creationId xmlns:a16="http://schemas.microsoft.com/office/drawing/2014/main" id="{D144298D-3468-21AE-8177-4853C9A3C6C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392249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4AB25-C820-09FD-CCCD-82338F6368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5B2F57-5C89-7001-70DB-B6BD92FEE3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D70CD-5FDB-2784-3680-AA9763CD2E72}"/>
              </a:ext>
            </a:extLst>
          </p:cNvPr>
          <p:cNvSpPr>
            <a:spLocks noGrp="1"/>
          </p:cNvSpPr>
          <p:nvPr>
            <p:ph type="body" idx="1"/>
          </p:nvPr>
        </p:nvSpPr>
        <p:spPr/>
        <p:txBody>
          <a:bodyPr/>
          <a:lstStyle/>
          <a:p>
            <a:r>
              <a:t>[PITCH NOTES]</a:t>
            </a:r>
          </a:p>
          <a:p>
            <a:r>
              <a:t>Use case three: Code Review — performance and maintainability. This is where the Cloud LLM Hub actively improves your codebase rather than just describing it. The problem: ABAP projects pick up inconsistent patterns, redundant logic, and inefficient data access over years. Traditional performance tuning is manual, expensive, and hard to scale. Our approach: AI-driven static and dynamic analysis that flags inefficiencies, proposes refactoring options, and recommends Clean Core-aligned practices for cloud-ready ABAP. Result: better maintainability scores, shorter execution times for ABAP services, and fewer performance bottlenecks shipping to production.</a:t>
            </a:r>
          </a:p>
          <a:p>
            <a:endParaRPr/>
          </a:p>
          <a:p>
            <a:r>
              <a:t>[ORIGINAL NOTES]</a:t>
            </a:r>
          </a:p>
          <a:p>
            <a:r>
              <a:t>https://kb.epam.com/display/ESAPCC/04.02.03.01+Use+cases#id-04.02.03.01Usecases-Case03:SAPBTPABAPPackageOptimization </a:t>
            </a:r>
          </a:p>
          <a:p>
            <a:endParaRPr/>
          </a:p>
          <a:p>
            <a:r>
              <a:t>Let’s imagine situation when we need to …</a:t>
            </a:r>
          </a:p>
          <a:p>
            <a:endParaRPr/>
          </a:p>
          <a:p>
            <a:r>
              <a:t>The Agentic SAP Code Documentation approach  might help you to …</a:t>
            </a:r>
          </a:p>
          <a:p>
            <a:endParaRPr/>
          </a:p>
          <a:p>
            <a:r>
              <a:t>As usual we aim to reduce time on code and solution analysis to save costs</a:t>
            </a:r>
          </a:p>
          <a:p>
            <a:endParaRPr/>
          </a:p>
          <a:p>
            <a:r>
              <a:t>!!! slide 35 - relevant not only for BTP</a:t>
            </a:r>
          </a:p>
        </p:txBody>
      </p:sp>
      <p:sp>
        <p:nvSpPr>
          <p:cNvPr id="4" name="Slide Number Placeholder 3">
            <a:extLst>
              <a:ext uri="{FF2B5EF4-FFF2-40B4-BE49-F238E27FC236}">
                <a16:creationId xmlns:a16="http://schemas.microsoft.com/office/drawing/2014/main" id="{6C2542C9-561F-0380-409E-975A686F6CD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319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A4D06-BBA3-E400-E75E-2C9ADA164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3697A3-A792-149A-4263-C81058F86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C0C895-B782-B3F7-8FD3-C3C6F6C0FE59}"/>
              </a:ext>
            </a:extLst>
          </p:cNvPr>
          <p:cNvSpPr>
            <a:spLocks noGrp="1"/>
          </p:cNvSpPr>
          <p:nvPr>
            <p:ph type="body" idx="1"/>
          </p:nvPr>
        </p:nvSpPr>
        <p:spPr/>
        <p:txBody>
          <a:bodyPr/>
          <a:lstStyle/>
          <a:p>
            <a:r>
              <a:t>[PITCH NOTES]</a:t>
            </a:r>
          </a:p>
          <a:p>
            <a:r>
              <a:t>Use case four: Accelerating mass ABAP development — the classic BTP cloud migration scenario. When you move an on-premise function to BTP Cloud ABAP, you often need to regenerate hundreds of Domains, Data Elements, and RAP services from functional specs. That's repetitive, error-prone work. We automate it using MCP-driven calls over the ABAP Development Tools API. Functional specs go in, ABAP artifacts come out. Numbers: 23–55 times faster object creation, 70–90% less manual effort, repeatable across migration waves. This is the use case where the ROI is easiest to quantify — if you have a migration roadmap, we can put a number against it in a couple of days.</a:t>
            </a:r>
          </a:p>
        </p:txBody>
      </p:sp>
      <p:sp>
        <p:nvSpPr>
          <p:cNvPr id="4" name="Slide Number Placeholder 3">
            <a:extLst>
              <a:ext uri="{FF2B5EF4-FFF2-40B4-BE49-F238E27FC236}">
                <a16:creationId xmlns:a16="http://schemas.microsoft.com/office/drawing/2014/main" id="{C01C593B-FE05-FDEB-CFBF-95726806195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44545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423E5-F39D-5BBF-29AB-606607DDB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58397E-1C70-6B03-9837-112AD1AA4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535F94-5E25-586E-26B4-87B97F4367B5}"/>
              </a:ext>
            </a:extLst>
          </p:cNvPr>
          <p:cNvSpPr>
            <a:spLocks noGrp="1"/>
          </p:cNvSpPr>
          <p:nvPr>
            <p:ph type="body" idx="1"/>
          </p:nvPr>
        </p:nvSpPr>
        <p:spPr/>
        <p:txBody>
          <a:bodyPr/>
          <a:lstStyle/>
          <a:p>
            <a:r>
              <a:t>[PITCH NOTES]</a:t>
            </a:r>
          </a:p>
          <a:p>
            <a:r>
              <a:t>That's the value story. Now the practical question — where does this thing live? In the next section I'll walk through three deployment options, ranging from fully EPAM-hosted on one end to fully Medartis-hosted on the other, plus a hybrid option in between. The right answer depends on your data-classification appetite, your BTP capacity, and how much of the operations you want to take on internally.</a:t>
            </a:r>
          </a:p>
        </p:txBody>
      </p:sp>
      <p:sp>
        <p:nvSpPr>
          <p:cNvPr id="4" name="Slide Number Placeholder 3">
            <a:extLst>
              <a:ext uri="{FF2B5EF4-FFF2-40B4-BE49-F238E27FC236}">
                <a16:creationId xmlns:a16="http://schemas.microsoft.com/office/drawing/2014/main" id="{AFF70EBC-F444-CAF7-2CD2-EC589E17666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65193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This is the summary table. Three options. Option 1 — everything lives in EPAM BTP. Medium to implement, low-medium to maintain, highly scalable, and EPAM managed — the fastest time-to-value option. The trade-off is that some technical metadata leaves Medartis' perimeter. Option 2 — everything lives in Medartis BTP. Higher implementation and maintenance effort, but full customer control and simplest compliance story — best when the data classification requires it. Option 3 — hybrid. Sensitive data stays in Medartis, heavy processing runs in EPAM. Most complex to build, but the best of both worlds. I'll show the architecture for each on the next three slides.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1 in detail. The Cloud LLM Hub is deployed in EPAM's BTP Cloud Foundry tenant. The vector database for RAG is also in EPAM. On-prem ABAP systems reach us through Medartis' Cloud Connector into an EPAM destination. The LLM provider is called from EPAM runtime. Pros: horizontal scaling is on us, your BTP tenant stays lightly loaded, and EPAM runs the environment. Cons: technical data — not business data, but metadata like code fingerprints — crosses into EPAM's perimeter. You'll want a data-processing agreement and clear governance. Typical fit: customers who want the fastest time to value and are comfortable with EPAM as a processor.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2 — everything in Medartis BTP. The Cloud LLM Hub runs inside your tenant, the vector DB is yours, the Cloud Connector is local, and the LLM provider is accessed from your BTP. Pros: full control, everything stays inside your security perimeter, simple compliance story. Cons: you carry the scale — limited by your BTP capacity — and your team carries the ops load. Less flexibility for large workloads. Typical fit: regulated environments or cases where even metadata must not leave Medartis.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3 — the hybrid. Sensitive indexing and metadata processing run in Medartis BTP. Heavy LLM and MCP processing run in EPAM BTP. Two vector databases — sensitive vectors in Medartis, non-sensitive in EPAM. The flow is multi-hop: on-prem → Medartis → EPAM → LLM provider. Pros: sensitive data never leaves your control, general workloads scale on EPAM side, and you get clear separation between sensitive and non-sensitive paths. Cons: it's architecturally the most complex. More components, more coordination, more routing overhead. Typical fit: you want both control and scale, and you have the architectural maturity to run a distributed AI stack. Our recommendation for most Medartis-like enterprises tends to be Option 1 for a pilot, then move to Option 3 once the use cases are proven.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117D2-2924-8D77-4F79-E93AD7CEA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E2088-EBA8-FEBE-A85F-122E8874B6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99D570-4EB4-1257-8C5F-7900DB5724B9}"/>
              </a:ext>
            </a:extLst>
          </p:cNvPr>
          <p:cNvSpPr>
            <a:spLocks noGrp="1"/>
          </p:cNvSpPr>
          <p:nvPr>
            <p:ph type="body" idx="1"/>
          </p:nvPr>
        </p:nvSpPr>
        <p:spPr/>
        <p:txBody>
          <a:bodyPr/>
          <a:lstStyle/>
          <a:p>
            <a:r>
              <a:t>[PITCH NOTES]</a:t>
            </a:r>
          </a:p>
          <a:p>
            <a:r>
              <a:t>That's the tour. I'll pause here — I'd love to hear your questions. A few things we usually get asked: where does the data go, how long does a pilot take, and what does the cost look like. Happy to dig into any of those now, and to any part of the use cases or architecture.</a:t>
            </a:r>
          </a:p>
        </p:txBody>
      </p:sp>
      <p:sp>
        <p:nvSpPr>
          <p:cNvPr id="4" name="Slide Number Placeholder 3">
            <a:extLst>
              <a:ext uri="{FF2B5EF4-FFF2-40B4-BE49-F238E27FC236}">
                <a16:creationId xmlns:a16="http://schemas.microsoft.com/office/drawing/2014/main" id="{684DC42D-457D-E5A5-D988-5AE4C990473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49642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Thank you. To summarize: the Cloud LLM Hub gives you four proven AI accelerators for the SAP SDLC, three deployment options so you control where data lives, and a compounding support assistant on top. We can stand up a proof of value in about four weeks, focused on the use case that matters most to you. If it helps, I can draft a short scoping document for Medartis this week. Thanks for your time — looking forward to the next step.</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1061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 Id="rId3" Type="http://schemas.openxmlformats.org/officeDocument/2006/relationships/image" Target="../media/image2.em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5.emf"/></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 Id="rId3" Type="http://schemas.openxmlformats.org/officeDocument/2006/relationships/image" Target="../media/image1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5.emf"/></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5.emf"/></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emf"/></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8.svg"/></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2.png"/><Relationship Id="rId3" Type="http://schemas.openxmlformats.org/officeDocument/2006/relationships/image" Target="../media/image31.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3.png"/><Relationship Id="rId3" Type="http://schemas.openxmlformats.org/officeDocument/2006/relationships/image" Target="../media/image31.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 Id="rId3" Type="http://schemas.openxmlformats.org/officeDocument/2006/relationships/image" Target="../media/image31.sv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image" Target="../media/image31.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hyperlink" Target="https://epa.ms/stories" TargetMode="External"/><Relationship Id="rId4" Type="http://schemas.openxmlformats.org/officeDocument/2006/relationships/image" Target="../media/image36.emf"/><Relationship Id="rId5" Type="http://schemas.openxmlformats.org/officeDocument/2006/relationships/image" Target="../media/image31.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7.png"/><Relationship Id="rId3" Type="http://schemas.openxmlformats.org/officeDocument/2006/relationships/image" Target="../media/image29.sv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0.png"/><Relationship Id="rId3" Type="http://schemas.openxmlformats.org/officeDocument/2006/relationships/image" Target="../media/image29.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2.svg"/></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svg"/></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emf"/></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2.png"/><Relationship Id="rId3" Type="http://schemas.openxmlformats.org/officeDocument/2006/relationships/image" Target="../media/image44.svg"/></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3.png"/><Relationship Id="rId3" Type="http://schemas.openxmlformats.org/officeDocument/2006/relationships/image" Target="../media/image44.svg"/></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4.png"/><Relationship Id="rId3" Type="http://schemas.openxmlformats.org/officeDocument/2006/relationships/image" Target="../media/image44.svg"/></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44.svg"/></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36.emf"/><Relationship Id="rId4" Type="http://schemas.openxmlformats.org/officeDocument/2006/relationships/image" Target="../media/image44.svg"/></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7.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0.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5.sv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6.png"/></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emf"/></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6.png"/></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8904143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3983838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4456544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6451317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p:cNvSpPr>
            <a:spLocks noGrp="1"/>
          </p:cNvSpPr>
          <p:nvPr>
            <p:ph type="dt" sz="half" idx="10"/>
          </p:nvPr>
        </p:nvSpPr>
        <p:spPr/>
        <p:txBody>
          <a:bodyPr/>
          <a:lstStyle/>
          <a:p>
            <a:fld id="{C6FEC2A0-B5D4-4D3B-AF65-8A98434EA04A}" type="datetimeFigureOut">
              <a:rPr lang="de-CH" smtClean="0"/>
              <a:t>19.05.26</a:t>
            </a:fld>
            <a:endParaRPr lang="de-CH"/>
          </a:p>
        </p:txBody>
      </p:sp>
      <p:sp>
        <p:nvSpPr>
          <p:cNvPr id="8" name="Footer Placeholder 7"/>
          <p:cNvSpPr>
            <a:spLocks noGrp="1"/>
          </p:cNvSpPr>
          <p:nvPr>
            <p:ph type="ftr" sz="quarter" idx="11"/>
          </p:nvPr>
        </p:nvSpPr>
        <p:spPr/>
        <p:txBody>
          <a:bodyPr/>
          <a:lstStyle/>
          <a:p>
            <a:endParaRPr lang="de-CH"/>
          </a:p>
        </p:txBody>
      </p:sp>
      <p:sp>
        <p:nvSpPr>
          <p:cNvPr id="9" name="Slide Number Placeholder 8"/>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9151232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Date Placeholder 2"/>
          <p:cNvSpPr>
            <a:spLocks noGrp="1"/>
          </p:cNvSpPr>
          <p:nvPr>
            <p:ph type="dt" sz="half" idx="10"/>
          </p:nvPr>
        </p:nvSpPr>
        <p:spPr/>
        <p:txBody>
          <a:bodyPr/>
          <a:lstStyle/>
          <a:p>
            <a:fld id="{C6FEC2A0-B5D4-4D3B-AF65-8A98434EA04A}" type="datetimeFigureOut">
              <a:rPr lang="de-CH" smtClean="0"/>
              <a:t>19.05.26</a:t>
            </a:fld>
            <a:endParaRPr lang="de-CH"/>
          </a:p>
        </p:txBody>
      </p:sp>
      <p:sp>
        <p:nvSpPr>
          <p:cNvPr id="4" name="Footer Placeholder 3"/>
          <p:cNvSpPr>
            <a:spLocks noGrp="1"/>
          </p:cNvSpPr>
          <p:nvPr>
            <p:ph type="ftr" sz="quarter" idx="11"/>
          </p:nvPr>
        </p:nvSpPr>
        <p:spPr/>
        <p:txBody>
          <a:bodyPr/>
          <a:lstStyle/>
          <a:p>
            <a:endParaRPr lang="de-CH"/>
          </a:p>
        </p:txBody>
      </p:sp>
      <p:sp>
        <p:nvSpPr>
          <p:cNvPr id="5" name="Slide Number Placeholder 4"/>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2901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6FEC2A0-B5D4-4D3B-AF65-8A98434EA04A}" type="datetimeFigureOut">
              <a:rPr lang="de-CH" smtClean="0"/>
              <a:t>19.05.26</a:t>
            </a:fld>
            <a:endParaRPr lang="de-CH"/>
          </a:p>
        </p:txBody>
      </p:sp>
      <p:sp>
        <p:nvSpPr>
          <p:cNvPr id="3" name="Footer Placeholder 2"/>
          <p:cNvSpPr>
            <a:spLocks noGrp="1"/>
          </p:cNvSpPr>
          <p:nvPr>
            <p:ph type="ftr" sz="quarter" idx="11"/>
          </p:nvPr>
        </p:nvSpPr>
        <p:spPr/>
        <p:txBody>
          <a:bodyPr/>
          <a:lstStyle/>
          <a:p>
            <a:endParaRPr lang="de-CH"/>
          </a:p>
        </p:txBody>
      </p:sp>
      <p:sp>
        <p:nvSpPr>
          <p:cNvPr id="4" name="Slide Number Placeholder 3"/>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752014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4179962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9040199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31063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6552583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035484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tx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5825" y="1655821"/>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10515600"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pic>
        <p:nvPicPr>
          <p:cNvPr id="3" name="Picture 2">
            <a:extLst>
              <a:ext uri="{FF2B5EF4-FFF2-40B4-BE49-F238E27FC236}">
                <a16:creationId xmlns:a16="http://schemas.microsoft.com/office/drawing/2014/main" id="{8AA3D84A-3A3E-A95D-16B1-DEAB594B0B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40948164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_Dark">
    <p:bg>
      <p:bgPr>
        <a:solidFill>
          <a:srgbClr val="060606"/>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7068944"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5825" y="1653938"/>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3" name="Picture 2">
            <a:extLst>
              <a:ext uri="{FF2B5EF4-FFF2-40B4-BE49-F238E27FC236}">
                <a16:creationId xmlns:a16="http://schemas.microsoft.com/office/drawing/2014/main" id="{8525FA4B-8346-1D65-A1A6-BE46B3388E8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21851844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5825" y="4670399"/>
            <a:ext cx="5151216" cy="372538"/>
          </a:xfrm>
          <a:prstGeom prst="rect">
            <a:avLst/>
          </a:prstGeom>
        </p:spPr>
        <p:txBody>
          <a:bodyPr wrap="square">
            <a:spAutoFit/>
          </a:bodyPr>
          <a:lstStyle>
            <a:lvl1pPr>
              <a:lnSpc>
                <a:spcPct val="15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5825" y="5393921"/>
            <a:ext cx="5185941" cy="200055"/>
          </a:xfrm>
          <a:prstGeom prst="rect">
            <a:avLst/>
          </a:prstGeom>
        </p:spPr>
        <p:txBody>
          <a:bodyPr wrap="square">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5825" y="1653938"/>
            <a:ext cx="5139642" cy="1846659"/>
          </a:xfrm>
          <a:prstGeom prst="rect">
            <a:avLst/>
          </a:prstGeom>
        </p:spPr>
        <p:txBody>
          <a:bodyPr wrap="square">
            <a:spAutoFit/>
          </a:bodyPr>
          <a:lstStyle>
            <a:lvl1pPr>
              <a:lnSpc>
                <a:spcPct val="100000"/>
              </a:lnSpc>
              <a:spcBef>
                <a:spcPts val="0"/>
              </a:spcBef>
              <a:defRPr sz="6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32952766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0512"/>
            <a:ext cx="3594735" cy="923330"/>
          </a:xfrm>
          <a:prstGeom prst="rect">
            <a:avLst/>
          </a:prstGeom>
        </p:spPr>
        <p:txBody>
          <a:bodyPr wrap="square">
            <a:spAutoFit/>
          </a:bodyPr>
          <a:lstStyle>
            <a:lvl1pPr>
              <a:defRPr sz="6000" b="0" i="0">
                <a:gradFill>
                  <a:gsLst>
                    <a:gs pos="0">
                      <a:srgbClr val="00F6FF"/>
                    </a:gs>
                    <a:gs pos="70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8085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3882"/>
            <a:ext cx="3594735" cy="923330"/>
          </a:xfrm>
          <a:prstGeom prst="rect">
            <a:avLst/>
          </a:prstGeom>
        </p:spPr>
        <p:txBody>
          <a:bodyPr wrap="square" lIns="0" tIns="0" rIns="0" bIns="0">
            <a:spAutoFit/>
          </a:bodyPr>
          <a:lstStyle>
            <a:lvl1pPr>
              <a:defRPr lang="en-US" sz="6000" b="0" dirty="0">
                <a:gradFill>
                  <a:gsLst>
                    <a:gs pos="0">
                      <a:srgbClr val="00F6FF"/>
                    </a:gs>
                    <a:gs pos="70000">
                      <a:srgbClr val="00FFF0"/>
                    </a:gs>
                    <a:gs pos="100000">
                      <a:srgbClr val="B896FF"/>
                    </a:gs>
                  </a:gsLst>
                  <a:lin ang="0" scaled="0"/>
                </a:gradFill>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9008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72483"/>
            <a:ext cx="3594735" cy="184665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rgbClr val="B896FF"/>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5825"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1306219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5825" y="133604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endParaRPr lang="en-US"/>
          </a:p>
        </p:txBody>
      </p:sp>
    </p:spTree>
    <p:extLst>
      <p:ext uri="{BB962C8B-B14F-4D97-AF65-F5344CB8AC3E}">
        <p14:creationId xmlns:p14="http://schemas.microsoft.com/office/powerpoint/2010/main" val="17805651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43CF198-2C15-1B0B-2941-6BA5258C3280}"/>
              </a:ext>
            </a:extLst>
          </p:cNvPr>
          <p:cNvSpPr/>
          <p:nvPr userDrawn="1"/>
        </p:nvSpPr>
        <p:spPr bwMode="auto">
          <a:xfrm>
            <a:off x="620713" y="647700"/>
            <a:ext cx="10969625" cy="5562600"/>
          </a:xfrm>
          <a:prstGeom prst="rect">
            <a:avLst/>
          </a:prstGeom>
          <a:gradFill flip="none" rotWithShape="1">
            <a:gsLst>
              <a:gs pos="0">
                <a:schemeClr val="accent4"/>
              </a:gs>
              <a:gs pos="99000">
                <a:schemeClr val="accent2"/>
              </a:gs>
              <a:gs pos="17000">
                <a:schemeClr val="accent4">
                  <a:alpha val="79000"/>
                </a:schemeClr>
              </a:gs>
              <a:gs pos="37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 Placeholder 7">
            <a:extLst>
              <a:ext uri="{FF2B5EF4-FFF2-40B4-BE49-F238E27FC236}">
                <a16:creationId xmlns:a16="http://schemas.microsoft.com/office/drawing/2014/main" id="{F83EE370-5755-0FBB-7D84-A96FB6BC6317}"/>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4" name="Title 8">
            <a:extLst>
              <a:ext uri="{FF2B5EF4-FFF2-40B4-BE49-F238E27FC236}">
                <a16:creationId xmlns:a16="http://schemas.microsoft.com/office/drawing/2014/main" id="{90735A68-7AD1-6A4F-4FBB-D417739247BA}"/>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5" name="Text Placeholder 4">
            <a:extLst>
              <a:ext uri="{FF2B5EF4-FFF2-40B4-BE49-F238E27FC236}">
                <a16:creationId xmlns:a16="http://schemas.microsoft.com/office/drawing/2014/main" id="{B6749C80-4012-9B9E-C0D6-07426A51EF8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6" name="Picture 5">
            <a:extLst>
              <a:ext uri="{FF2B5EF4-FFF2-40B4-BE49-F238E27FC236}">
                <a16:creationId xmlns:a16="http://schemas.microsoft.com/office/drawing/2014/main" id="{CC04B4EE-632B-DECA-21A7-CE4B30649ED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6D4AEAE2-ED8B-F9AA-7FD1-83D75695B020}"/>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58A49E1C-D7C7-5097-0968-F987FEF5622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572878223"/>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8B8FFF1-7BEF-FB67-FD62-E5D324B98FDF}"/>
              </a:ext>
            </a:extLst>
          </p:cNvPr>
          <p:cNvSpPr/>
          <p:nvPr userDrawn="1"/>
        </p:nvSpPr>
        <p:spPr bwMode="auto">
          <a:xfrm>
            <a:off x="620713" y="647700"/>
            <a:ext cx="10969625" cy="5562600"/>
          </a:xfrm>
          <a:prstGeom prst="rect">
            <a:avLst/>
          </a:prstGeom>
          <a:gradFill flip="none" rotWithShape="1">
            <a:gsLst>
              <a:gs pos="0">
                <a:schemeClr val="accent4"/>
              </a:gs>
              <a:gs pos="99000">
                <a:schemeClr val="accent6"/>
              </a:gs>
              <a:gs pos="17000">
                <a:schemeClr val="accent4">
                  <a:alpha val="79000"/>
                </a:schemeClr>
              </a:gs>
              <a:gs pos="38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 Placeholder 7">
            <a:extLst>
              <a:ext uri="{FF2B5EF4-FFF2-40B4-BE49-F238E27FC236}">
                <a16:creationId xmlns:a16="http://schemas.microsoft.com/office/drawing/2014/main" id="{11C718F0-D4A4-9872-BDD6-D7C7A94D7EE1}"/>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5" name="Title 8">
            <a:extLst>
              <a:ext uri="{FF2B5EF4-FFF2-40B4-BE49-F238E27FC236}">
                <a16:creationId xmlns:a16="http://schemas.microsoft.com/office/drawing/2014/main" id="{7C5E3EB5-098F-0D6A-8385-E69FD287B54F}"/>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6" name="Text Placeholder 4">
            <a:extLst>
              <a:ext uri="{FF2B5EF4-FFF2-40B4-BE49-F238E27FC236}">
                <a16:creationId xmlns:a16="http://schemas.microsoft.com/office/drawing/2014/main" id="{9F3FBB37-F96B-0FEB-0FAA-3A60AA02654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3" name="Picture 2">
            <a:extLst>
              <a:ext uri="{FF2B5EF4-FFF2-40B4-BE49-F238E27FC236}">
                <a16:creationId xmlns:a16="http://schemas.microsoft.com/office/drawing/2014/main" id="{DB847CF6-2723-8A78-E571-E5E1D96EE7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04B1EED2-CFE5-9449-1191-B818AA5450B2}"/>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6005ECF6-ECEB-D7EC-6E6C-D560F76EDB1A}"/>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3202429195"/>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8C30E-9F31-D8F5-1E4D-396AE47857CE}"/>
              </a:ext>
            </a:extLst>
          </p:cNvPr>
          <p:cNvSpPr>
            <a:spLocks noGrp="1"/>
          </p:cNvSpPr>
          <p:nvPr>
            <p:ph type="title" hasCustomPrompt="1"/>
          </p:nvPr>
        </p:nvSpPr>
        <p:spPr>
          <a:xfrm>
            <a:off x="633632" y="722843"/>
            <a:ext cx="10896600" cy="338554"/>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38C437B2-D94C-1848-2A24-39D1B91C9CA8}"/>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680122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C0FA9B4-7015-F669-A684-04DBF3A8020F}"/>
              </a:ext>
            </a:extLst>
          </p:cNvPr>
          <p:cNvSpPr>
            <a:spLocks noGrp="1"/>
          </p:cNvSpPr>
          <p:nvPr>
            <p:ph type="title" hasCustomPrompt="1"/>
          </p:nvPr>
        </p:nvSpPr>
        <p:spPr>
          <a:xfrm>
            <a:off x="633632" y="722843"/>
            <a:ext cx="10896600" cy="338554"/>
          </a:xfrm>
          <a:prstGeom prst="rect">
            <a:avLst/>
          </a:prstGeom>
        </p:spPr>
        <p:txBody>
          <a:bodyPr lIns="0" tIns="0" rIns="0" bIns="0">
            <a:noAutofit/>
          </a:bodyPr>
          <a:lstStyle>
            <a:lvl1pPr>
              <a:defRPr lang="en-US" dirty="0">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377A3A7C-9EA1-F184-A7F0-65CDB16D77DE}"/>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6" name="Text Placeholder 8">
            <a:extLst>
              <a:ext uri="{FF2B5EF4-FFF2-40B4-BE49-F238E27FC236}">
                <a16:creationId xmlns:a16="http://schemas.microsoft.com/office/drawing/2014/main" id="{FC5FFC92-2965-BCAA-1CC8-1CF099E8A937}"/>
              </a:ext>
            </a:extLst>
          </p:cNvPr>
          <p:cNvSpPr>
            <a:spLocks noGrp="1"/>
          </p:cNvSpPr>
          <p:nvPr>
            <p:ph type="body" sz="quarter" idx="11" hasCustomPrompt="1"/>
          </p:nvPr>
        </p:nvSpPr>
        <p:spPr>
          <a:xfrm>
            <a:off x="633632" y="1211252"/>
            <a:ext cx="10896600"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1" i="0" kern="120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1426996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3315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3300" y="1968918"/>
            <a:ext cx="10869110" cy="2031325"/>
          </a:xfrm>
          <a:prstGeom prst="rect">
            <a:avLst/>
          </a:prstGeom>
        </p:spPr>
        <p:txBody>
          <a:bodyPr wrap="square">
            <a:spAutoFit/>
          </a:bodyPr>
          <a:lstStyle>
            <a:lvl1pPr>
              <a:defRPr sz="6600" b="0" i="0">
                <a:solidFill>
                  <a:schemeClr val="bg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43460"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43460" y="1071880"/>
            <a:ext cx="498928" cy="307777"/>
          </a:xfrm>
          <a:prstGeom prst="rect">
            <a:avLst/>
          </a:prstGeom>
        </p:spPr>
        <p:txBody>
          <a:bodyPr wrap="square" anchor="t" anchorCtr="0">
            <a:spAutoFit/>
          </a:bodyPr>
          <a:lstStyle>
            <a:lvl1pPr algn="l">
              <a:defRPr sz="2000" b="1">
                <a:gradFill>
                  <a:gsLst>
                    <a:gs pos="0">
                      <a:srgbClr val="00FFF0"/>
                    </a:gs>
                    <a:gs pos="44000">
                      <a:srgbClr val="00F6FF"/>
                    </a:gs>
                    <a:gs pos="75000">
                      <a:srgbClr val="B896FF"/>
                    </a:gs>
                  </a:gsLst>
                  <a:lin ang="1800000" scaled="0"/>
                </a:gra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43460" y="1563803"/>
            <a:ext cx="3732914"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3" name="TextBox 2">
            <a:extLst>
              <a:ext uri="{FF2B5EF4-FFF2-40B4-BE49-F238E27FC236}">
                <a16:creationId xmlns:a16="http://schemas.microsoft.com/office/drawing/2014/main" id="{D36A3F60-C785-55F7-FFFA-6777E5B0CF19}"/>
              </a:ext>
            </a:extLst>
          </p:cNvPr>
          <p:cNvSpPr txBox="1"/>
          <p:nvPr userDrawn="1"/>
        </p:nvSpPr>
        <p:spPr>
          <a:xfrm>
            <a:off x="905069" y="6475445"/>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96863108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7540" y="1739153"/>
            <a:ext cx="5333999" cy="276998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2" name="TextBox 1">
            <a:extLst>
              <a:ext uri="{FF2B5EF4-FFF2-40B4-BE49-F238E27FC236}">
                <a16:creationId xmlns:a16="http://schemas.microsoft.com/office/drawing/2014/main" id="{FC6DF0B1-39A8-66D2-5901-784B6426A5B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63F04122-42C2-36BC-47CE-0B679AD5BEF4}"/>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78B58A26-A489-E0C7-76A6-353A0E98D08D}"/>
              </a:ext>
            </a:extLst>
          </p:cNvPr>
          <p:cNvSpPr txBox="1">
            <a:spLocks/>
          </p:cNvSpPr>
          <p:nvPr userDrawn="1"/>
        </p:nvSpPr>
        <p:spPr>
          <a:xfrm>
            <a:off x="633632" y="722842"/>
            <a:ext cx="5341718" cy="343957"/>
          </a:xfrm>
          <a:prstGeom prst="rect">
            <a:avLst/>
          </a:prstGeom>
        </p:spPr>
        <p:txBody>
          <a:bodyPr lIns="0" tIns="0" rIns="0" bIns="0">
            <a:noAutofit/>
          </a:bodyPr>
          <a:lstStyle>
            <a:lvl1pPr algn="l" defTabSz="914400" rtl="0" eaLnBrk="1" latinLnBrk="0" hangingPunct="1">
              <a:lnSpc>
                <a:spcPct val="100000"/>
              </a:lnSpc>
              <a:spcBef>
                <a:spcPct val="0"/>
              </a:spcBef>
              <a:buNone/>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a:spcBef>
                <a:spcPts val="0"/>
              </a:spcBef>
              <a:buFont typeface="Arial" panose="020B0604020202020204" pitchFamily="34" charset="0"/>
              <a:buNone/>
            </a:pPr>
            <a:r>
              <a:rPr lang="en-US"/>
              <a:t>Title Goes Here</a:t>
            </a:r>
          </a:p>
        </p:txBody>
      </p:sp>
      <p:sp>
        <p:nvSpPr>
          <p:cNvPr id="9" name="Text Placeholder 10">
            <a:extLst>
              <a:ext uri="{FF2B5EF4-FFF2-40B4-BE49-F238E27FC236}">
                <a16:creationId xmlns:a16="http://schemas.microsoft.com/office/drawing/2014/main" id="{24550C39-4E9B-6498-10DD-2EE07D469277}"/>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984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071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chemeClr val="bg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5" name="Picture 4">
            <a:extLst>
              <a:ext uri="{FF2B5EF4-FFF2-40B4-BE49-F238E27FC236}">
                <a16:creationId xmlns:a16="http://schemas.microsoft.com/office/drawing/2014/main" id="{A2B35227-E4B8-E7D7-CFC8-BEC6F4696E8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59128"/>
            <a:ext cx="495300" cy="182096"/>
          </a:xfrm>
          <a:prstGeom prst="rect">
            <a:avLst/>
          </a:prstGeom>
        </p:spPr>
      </p:pic>
      <p:sp>
        <p:nvSpPr>
          <p:cNvPr id="9" name="Text Placeholder 4">
            <a:extLst>
              <a:ext uri="{FF2B5EF4-FFF2-40B4-BE49-F238E27FC236}">
                <a16:creationId xmlns:a16="http://schemas.microsoft.com/office/drawing/2014/main" id="{F98434BA-C643-9226-9074-622A044FDF97}"/>
              </a:ext>
            </a:extLst>
          </p:cNvPr>
          <p:cNvSpPr>
            <a:spLocks noGrp="1"/>
          </p:cNvSpPr>
          <p:nvPr>
            <p:ph type="body" sz="quarter" idx="11" hasCustomPrompt="1"/>
          </p:nvPr>
        </p:nvSpPr>
        <p:spPr>
          <a:xfrm>
            <a:off x="620713" y="419100"/>
            <a:ext cx="3732914" cy="153888"/>
          </a:xfrm>
          <a:prstGeom prst="rect">
            <a:avLst/>
          </a:prstGeom>
        </p:spPr>
        <p:txBody>
          <a:bodyPr wrap="square">
            <a:spAutoFit/>
          </a:bodyPr>
          <a:lstStyle>
            <a:lvl1pPr>
              <a:lnSpc>
                <a:spcPct val="100000"/>
              </a:lnSpc>
              <a:spcBef>
                <a:spcPts val="0"/>
              </a:spcBef>
              <a:defRPr sz="1000" b="0" i="0" spc="30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10" name="Text Placeholder 4">
            <a:extLst>
              <a:ext uri="{FF2B5EF4-FFF2-40B4-BE49-F238E27FC236}">
                <a16:creationId xmlns:a16="http://schemas.microsoft.com/office/drawing/2014/main" id="{B89EA330-0A46-587B-303A-AB92923709B7}"/>
              </a:ext>
            </a:extLst>
          </p:cNvPr>
          <p:cNvSpPr>
            <a:spLocks noGrp="1"/>
          </p:cNvSpPr>
          <p:nvPr>
            <p:ph type="body" sz="quarter" idx="25" hasCustomPrompt="1"/>
          </p:nvPr>
        </p:nvSpPr>
        <p:spPr>
          <a:xfrm>
            <a:off x="620713" y="722843"/>
            <a:ext cx="3759901" cy="338554"/>
          </a:xfrm>
          <a:prstGeom prst="rect">
            <a:avLst/>
          </a:prstGeom>
        </p:spPr>
        <p:txBody>
          <a:bodyPr wrap="square">
            <a:spAutoFit/>
          </a:bodyPr>
          <a:lstStyle>
            <a:lvl1pPr>
              <a:lnSpc>
                <a:spcPct val="100000"/>
              </a:lnSpc>
              <a:spcBef>
                <a:spcPts val="0"/>
              </a:spcBef>
              <a:defRPr sz="2200" b="1" i="0" spc="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194368698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extBox 1">
            <a:extLst>
              <a:ext uri="{FF2B5EF4-FFF2-40B4-BE49-F238E27FC236}">
                <a16:creationId xmlns:a16="http://schemas.microsoft.com/office/drawing/2014/main" id="{A7A3697B-75D8-F270-FA16-FF1CAED387B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7DA88C32-A814-A30F-E410-D8FFB09D466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CB55100E-75B5-2C7B-2A86-042FF5C3AFFD}"/>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9" name="Text Placeholder 10">
            <a:extLst>
              <a:ext uri="{FF2B5EF4-FFF2-40B4-BE49-F238E27FC236}">
                <a16:creationId xmlns:a16="http://schemas.microsoft.com/office/drawing/2014/main" id="{1FFDB60C-4B68-3EAD-E6FA-B4039FD58AFD}"/>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647118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7" name="Title 1">
            <a:extLst>
              <a:ext uri="{FF2B5EF4-FFF2-40B4-BE49-F238E27FC236}">
                <a16:creationId xmlns:a16="http://schemas.microsoft.com/office/drawing/2014/main" id="{D627D40C-5450-0B96-10EC-7A6EB80673C8}"/>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E4D7BC14-B8F4-8C70-3780-52E71B389EE4}"/>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8327600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9DE52C79-B543-C221-B6BE-B72B78C481C5}"/>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0A19AA13-C08A-D0E6-EC94-5A71061E5972}"/>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571369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C03930C0-6C91-A5B6-792F-04CF2D36D2D6}"/>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15DEBE63-B16C-3AD7-6270-ECA63D2CC6DA}"/>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110431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rgbClr val="000000"/>
                </a:solidFill>
                <a:latin typeface="+mj-lt"/>
                <a:cs typeface="Calibri Light" panose="020F0302020204030204" pitchFamily="34" charset="0"/>
              </a:defRPr>
            </a:lvl1pPr>
            <a:lvl2pPr>
              <a:buNone/>
              <a:defRPr/>
            </a:lvl2pPr>
          </a:lstStyle>
          <a:p>
            <a:pPr lvl="0"/>
            <a:r>
              <a:rPr lang="en-US">
                <a:effectLst/>
              </a:rPr>
              <a:t>SECTION TITLE</a:t>
            </a:r>
            <a:endParaRPr lang="en-US"/>
          </a:p>
        </p:txBody>
      </p:sp>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84199F3-8BE2-BBEA-427A-5AD0BBF888B3}"/>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7" name="Text Placeholder 3">
            <a:extLst>
              <a:ext uri="{FF2B5EF4-FFF2-40B4-BE49-F238E27FC236}">
                <a16:creationId xmlns:a16="http://schemas.microsoft.com/office/drawing/2014/main" id="{6BDB76AC-B244-C159-B205-D8B830CCA43A}"/>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8512642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Box 1">
            <a:extLst>
              <a:ext uri="{FF2B5EF4-FFF2-40B4-BE49-F238E27FC236}">
                <a16:creationId xmlns:a16="http://schemas.microsoft.com/office/drawing/2014/main" id="{ECF093B7-84AC-4D63-2502-6D71BFDF8DB8}"/>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FC4F95B6-7091-82B3-BCAB-D9319A03C7C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04236449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tx1"/>
        </a:solidFill>
        <a:effectLst/>
      </p:bgPr>
    </p:bg>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gradFill>
                  <a:gsLst>
                    <a:gs pos="0">
                      <a:srgbClr val="00F6FF"/>
                    </a:gs>
                    <a:gs pos="57000">
                      <a:srgbClr val="00FFF0"/>
                    </a:gs>
                    <a:gs pos="100000">
                      <a:srgbClr val="B896FF"/>
                    </a:gs>
                  </a:gsLst>
                  <a:lin ang="360000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6" name="Picture 5">
            <a:extLst>
              <a:ext uri="{FF2B5EF4-FFF2-40B4-BE49-F238E27FC236}">
                <a16:creationId xmlns:a16="http://schemas.microsoft.com/office/drawing/2014/main" id="{B4EB0807-0658-010A-4800-47A758C6FB1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88BD8A55-0F08-8A7E-D808-C2A3A3FF7E9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2F63EE3-B677-73F5-4D60-6EEFC0FE2006}"/>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769202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Box 2">
            <a:extLst>
              <a:ext uri="{FF2B5EF4-FFF2-40B4-BE49-F238E27FC236}">
                <a16:creationId xmlns:a16="http://schemas.microsoft.com/office/drawing/2014/main" id="{6999B77B-934C-404B-9904-C2D7E70C890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81BBAC43-9697-89D1-1C2F-02929E0454D3}"/>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70268806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tx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47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47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4" name="Picture 3">
            <a:extLst>
              <a:ext uri="{FF2B5EF4-FFF2-40B4-BE49-F238E27FC236}">
                <a16:creationId xmlns:a16="http://schemas.microsoft.com/office/drawing/2014/main" id="{AC903792-0661-4AB0-55E4-3A640B87EDF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4F8702D3-DFB2-CABB-A601-21371216F8D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5878B45B-DA79-15A1-EC93-AADC579ADA4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465629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22" name="Text Placeholder 4">
            <a:extLst>
              <a:ext uri="{FF2B5EF4-FFF2-40B4-BE49-F238E27FC236}">
                <a16:creationId xmlns:a16="http://schemas.microsoft.com/office/drawing/2014/main" id="{31ABE214-CBB4-3A34-095A-0370A5C4AFE6}"/>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4" name="TextBox 3">
            <a:extLst>
              <a:ext uri="{FF2B5EF4-FFF2-40B4-BE49-F238E27FC236}">
                <a16:creationId xmlns:a16="http://schemas.microsoft.com/office/drawing/2014/main" id="{41FF2075-AD33-0E1E-1658-146B3E4E2FC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B040519E-0144-D61F-8E0C-52A5A9F6F1D7}"/>
              </a:ext>
            </a:extLst>
          </p:cNvPr>
          <p:cNvSpPr txBox="1">
            <a:spLocks/>
          </p:cNvSpPr>
          <p:nvPr userDrawn="1"/>
        </p:nvSpPr>
        <p:spPr>
          <a:xfrm>
            <a:off x="1132904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9959439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_White">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F6FF"/>
                    </a:gs>
                    <a:gs pos="70000">
                      <a:srgbClr val="00FFF0"/>
                    </a:gs>
                    <a:gs pos="99000">
                      <a:srgbClr val="B896FF"/>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4" name="Text Placeholder 4">
            <a:extLst>
              <a:ext uri="{FF2B5EF4-FFF2-40B4-BE49-F238E27FC236}">
                <a16:creationId xmlns:a16="http://schemas.microsoft.com/office/drawing/2014/main" id="{4B18FCDA-6157-DD00-EDF9-0F787E8060D0}"/>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pic>
        <p:nvPicPr>
          <p:cNvPr id="6" name="Picture 5">
            <a:extLst>
              <a:ext uri="{FF2B5EF4-FFF2-40B4-BE49-F238E27FC236}">
                <a16:creationId xmlns:a16="http://schemas.microsoft.com/office/drawing/2014/main" id="{D8FD6A39-8EF9-9CA0-AA7E-45DB798A90B6}"/>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8" name="TextBox 7">
            <a:extLst>
              <a:ext uri="{FF2B5EF4-FFF2-40B4-BE49-F238E27FC236}">
                <a16:creationId xmlns:a16="http://schemas.microsoft.com/office/drawing/2014/main" id="{002309E2-3B1E-50D2-B2BC-867833D702D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F8E22721-BCDB-A1E7-59E5-A4DE62992615}"/>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198134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58333"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bg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145238572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accent2"/>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2"/>
                </a:solidFill>
              </a:rPr>
              <a:t>“</a:t>
            </a:r>
          </a:p>
        </p:txBody>
      </p:sp>
    </p:spTree>
    <p:extLst>
      <p:ext uri="{BB962C8B-B14F-4D97-AF65-F5344CB8AC3E}">
        <p14:creationId xmlns:p14="http://schemas.microsoft.com/office/powerpoint/2010/main" val="29176488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DEA029-C2BF-93AE-56B7-39E611F58B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rgbClr val="000000"/>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46F9EF5-29E8-93D3-E218-354474130A6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1E1A170-BC35-F789-C222-B52ABECE94F7}"/>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5" name="Text Placeholder 4">
            <a:extLst>
              <a:ext uri="{FF2B5EF4-FFF2-40B4-BE49-F238E27FC236}">
                <a16:creationId xmlns:a16="http://schemas.microsoft.com/office/drawing/2014/main" id="{33FEC108-AFBF-BADD-5D48-8FC6C3718F2C}"/>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tx1"/>
                </a:solidFill>
                <a:latin typeface="+mj-lt"/>
                <a:cs typeface="Calibri Light" panose="020F03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146717156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6241595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75777666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33632" y="1714501"/>
            <a:ext cx="10896600"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33632" y="2252472"/>
            <a:ext cx="10896600" cy="1136904"/>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3" name="Title 1">
            <a:extLst>
              <a:ext uri="{FF2B5EF4-FFF2-40B4-BE49-F238E27FC236}">
                <a16:creationId xmlns:a16="http://schemas.microsoft.com/office/drawing/2014/main" id="{97BD50B6-BCAD-6C1D-94E4-391D6EFEDE1C}"/>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68B922CD-AA98-19C2-F226-24D0CD58A76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8299938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Subtitle-Low">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A959DAE7-B533-7C26-06A9-299565EE084B}"/>
              </a:ext>
            </a:extLst>
          </p:cNvPr>
          <p:cNvSpPr>
            <a:spLocks noGrp="1"/>
          </p:cNvSpPr>
          <p:nvPr>
            <p:ph type="body" sz="quarter" idx="27" hasCustomPrompt="1"/>
          </p:nvPr>
        </p:nvSpPr>
        <p:spPr>
          <a:xfrm>
            <a:off x="633632" y="1448687"/>
            <a:ext cx="10877993"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3" name="Title 1">
            <a:extLst>
              <a:ext uri="{FF2B5EF4-FFF2-40B4-BE49-F238E27FC236}">
                <a16:creationId xmlns:a16="http://schemas.microsoft.com/office/drawing/2014/main" id="{6AC9E8CA-88FF-A7D0-4471-3E5178A6D771}"/>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C5A5532C-1A44-601F-63DE-35FE9E5CCF9D}"/>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50088967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7278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7278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6148D1E8-D0B5-5F4B-AE07-155B7CAD857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3789B724-DDDF-4B41-E38D-8AA4A3E54FE7}"/>
              </a:ext>
            </a:extLst>
          </p:cNvPr>
          <p:cNvSpPr>
            <a:spLocks noGrp="1"/>
          </p:cNvSpPr>
          <p:nvPr>
            <p:ph type="body" sz="quarter" idx="29"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9752223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3" name="Title 1">
            <a:extLst>
              <a:ext uri="{FF2B5EF4-FFF2-40B4-BE49-F238E27FC236}">
                <a16:creationId xmlns:a16="http://schemas.microsoft.com/office/drawing/2014/main" id="{19C198DC-372C-F60D-2583-3EEDD5323BA6}"/>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38380D62-CB6C-B373-E0E2-D002F4BD4CCF}"/>
              </a:ext>
            </a:extLst>
          </p:cNvPr>
          <p:cNvSpPr>
            <a:spLocks noGrp="1"/>
          </p:cNvSpPr>
          <p:nvPr>
            <p:ph type="body" sz="quarter" idx="31"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3163868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33632" y="1726692"/>
            <a:ext cx="3361476" cy="1917192"/>
          </a:xfrm>
          <a:prstGeom prst="rect">
            <a:avLst/>
          </a:prstGeom>
        </p:spPr>
        <p:txBody>
          <a:bodyPr/>
          <a:lstStyle/>
          <a:p>
            <a:endParaRPr lang="en-US"/>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95217"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95217"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95216" y="1726692"/>
            <a:ext cx="3361476" cy="1917192"/>
          </a:xfrm>
          <a:prstGeom prst="rect">
            <a:avLst/>
          </a:prstGeom>
        </p:spPr>
        <p:txBody>
          <a:bodyPr/>
          <a:lstStyle/>
          <a:p>
            <a:endParaRPr lang="en-US"/>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14120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14120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141208" y="1726692"/>
            <a:ext cx="3361476" cy="1917192"/>
          </a:xfrm>
          <a:prstGeom prst="rect">
            <a:avLst/>
          </a:prstGeom>
        </p:spPr>
        <p:txBody>
          <a:bodyPr/>
          <a:lstStyle/>
          <a:p>
            <a:endParaRPr lang="en-US"/>
          </a:p>
        </p:txBody>
      </p:sp>
      <p:sp>
        <p:nvSpPr>
          <p:cNvPr id="3" name="Title 1">
            <a:extLst>
              <a:ext uri="{FF2B5EF4-FFF2-40B4-BE49-F238E27FC236}">
                <a16:creationId xmlns:a16="http://schemas.microsoft.com/office/drawing/2014/main" id="{34A73F49-D1D2-3CD7-931A-C196B52C7928}"/>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851B6335-94C2-4FFE-338B-28D29593A57C}"/>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80445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3632" y="2682874"/>
            <a:ext cx="3363468" cy="3035173"/>
          </a:xfrm>
          <a:prstGeom prst="rect">
            <a:avLst/>
          </a:prstGeom>
        </p:spPr>
        <p:txBody>
          <a:bodyPr/>
          <a:lstStyle/>
          <a:p>
            <a:endParaRPr lang="en-US"/>
          </a:p>
        </p:txBody>
      </p:sp>
      <p:sp>
        <p:nvSpPr>
          <p:cNvPr id="3" name="Title 1">
            <a:extLst>
              <a:ext uri="{FF2B5EF4-FFF2-40B4-BE49-F238E27FC236}">
                <a16:creationId xmlns:a16="http://schemas.microsoft.com/office/drawing/2014/main" id="{92B70457-B389-D08A-D7A4-A322C74C9D63}"/>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E35E41E-9E5E-2B45-2AC0-EB66F1702ECC}"/>
              </a:ext>
            </a:extLst>
          </p:cNvPr>
          <p:cNvSpPr>
            <a:spLocks noGrp="1"/>
          </p:cNvSpPr>
          <p:nvPr>
            <p:ph type="body" sz="quarter" idx="32"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522072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36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727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727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3" name="Title 1">
            <a:extLst>
              <a:ext uri="{FF2B5EF4-FFF2-40B4-BE49-F238E27FC236}">
                <a16:creationId xmlns:a16="http://schemas.microsoft.com/office/drawing/2014/main" id="{37CED83E-2EFF-B95A-4339-1971DE1A2CA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4163DC51-3FE7-871F-8D9B-C299CFC5F28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41471088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21757"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21757"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21757" y="1491333"/>
            <a:ext cx="2404872" cy="13716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4150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4150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41509" y="1491333"/>
            <a:ext cx="2404872" cy="1371600"/>
          </a:xfrm>
          <a:prstGeom prst="rect">
            <a:avLst/>
          </a:prstGeom>
        </p:spPr>
        <p:txBody>
          <a:bodyPr/>
          <a:lstStyle/>
          <a:p>
            <a:endParaRPr lang="en-US"/>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3715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3715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37159" y="1491333"/>
            <a:ext cx="2404872" cy="1371600"/>
          </a:xfrm>
          <a:prstGeom prst="rect">
            <a:avLst/>
          </a:prstGeom>
        </p:spPr>
        <p:txBody>
          <a:bodyPr/>
          <a:lstStyle/>
          <a:p>
            <a:endParaRPr lang="en-US"/>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491333"/>
            <a:ext cx="2404872" cy="1371600"/>
          </a:xfrm>
          <a:prstGeom prst="rect">
            <a:avLst/>
          </a:prstGeom>
        </p:spPr>
        <p:txBody>
          <a:bodyPr/>
          <a:lstStyle/>
          <a:p>
            <a:endParaRPr lang="en-US"/>
          </a:p>
        </p:txBody>
      </p:sp>
      <p:sp>
        <p:nvSpPr>
          <p:cNvPr id="3" name="Title 1">
            <a:extLst>
              <a:ext uri="{FF2B5EF4-FFF2-40B4-BE49-F238E27FC236}">
                <a16:creationId xmlns:a16="http://schemas.microsoft.com/office/drawing/2014/main" id="{AF9BFC9F-EE6C-AEB4-97F1-A5CE2C4BA25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F7669829-F3A9-621E-9905-791E46E27BD0}"/>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9952877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descr="Purple Blur ">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3560136"/>
            <a:ext cx="1488559" cy="271307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pic>
        <p:nvPicPr>
          <p:cNvPr id="21" name="Picture 20" descr="Purple blur ">
            <a:extLst>
              <a:ext uri="{FF2B5EF4-FFF2-40B4-BE49-F238E27FC236}">
                <a16:creationId xmlns:a16="http://schemas.microsoft.com/office/drawing/2014/main" id="{FC072D8F-9413-C0EE-DD0E-94A9EA142EC3}"/>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969200" y="0"/>
            <a:ext cx="1260401" cy="1260401"/>
          </a:xfrm>
          <a:prstGeom prst="rect">
            <a:avLst/>
          </a:prstGeom>
        </p:spPr>
      </p:pic>
      <p:sp>
        <p:nvSpPr>
          <p:cNvPr id="3" name="Title 1">
            <a:extLst>
              <a:ext uri="{FF2B5EF4-FFF2-40B4-BE49-F238E27FC236}">
                <a16:creationId xmlns:a16="http://schemas.microsoft.com/office/drawing/2014/main" id="{2D6477BC-51B4-390A-0147-95CB7052C8DD}"/>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615F930C-ED21-E214-FA54-5737DC241386}"/>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62228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sp>
        <p:nvSpPr>
          <p:cNvPr id="3" name="Title 1">
            <a:extLst>
              <a:ext uri="{FF2B5EF4-FFF2-40B4-BE49-F238E27FC236}">
                <a16:creationId xmlns:a16="http://schemas.microsoft.com/office/drawing/2014/main" id="{575F403F-1791-E454-1EF7-19537E5F09F9}"/>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7D955803-2C5C-0B5F-11E5-5F0FBB37EADB}"/>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10526818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8511467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endParaRPr lang="en-US"/>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endParaRPr lang="en-US"/>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5844574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0635805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823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823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163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163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4540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4540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5515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5515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7033963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endParaRPr lang="en-US"/>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endParaRPr lang="en-US"/>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endParaRPr lang="en-US"/>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65258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6525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7673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7673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8059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8059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19440594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09196604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564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564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73326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73326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81784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81784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90546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90546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62850096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625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625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21751"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21751"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endParaRPr lang="en-US"/>
          </a:p>
        </p:txBody>
      </p:sp>
    </p:spTree>
    <p:extLst>
      <p:ext uri="{BB962C8B-B14F-4D97-AF65-F5344CB8AC3E}">
        <p14:creationId xmlns:p14="http://schemas.microsoft.com/office/powerpoint/2010/main" val="3035750616"/>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endParaRPr lang="en-US"/>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endParaRPr lang="en-US"/>
          </a:p>
        </p:txBody>
      </p:sp>
    </p:spTree>
    <p:extLst>
      <p:ext uri="{BB962C8B-B14F-4D97-AF65-F5344CB8AC3E}">
        <p14:creationId xmlns:p14="http://schemas.microsoft.com/office/powerpoint/2010/main" val="307369313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269257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411572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endParaRPr lang="en-US"/>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endParaRPr lang="en-US"/>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90121262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64C24334-259C-B34A-CF0B-6328CEB75E7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2" name="Title 1">
            <a:extLst>
              <a:ext uri="{FF2B5EF4-FFF2-40B4-BE49-F238E27FC236}">
                <a16:creationId xmlns:a16="http://schemas.microsoft.com/office/drawing/2014/main" id="{434EEC63-D2A6-A479-4356-E9E6BC19098A}"/>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B2245E5-D2EB-1450-FEC1-6BEFE1F76A46}"/>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96312645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69D76B9-5EAA-9E63-4059-21E83CD46A10}"/>
              </a:ext>
            </a:extLst>
          </p:cNvPr>
          <p:cNvSpPr/>
          <p:nvPr userDrawn="1"/>
        </p:nvSpPr>
        <p:spPr bwMode="auto">
          <a:xfrm>
            <a:off x="975360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CC2DA15A-8BB1-B824-E7EF-8D9046513FB2}"/>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29A158B8-5C5D-7C73-B048-F98B170D7851}"/>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E36773BA-924B-BAC6-7D25-ED7A9338BD2F}"/>
              </a:ext>
            </a:extLst>
          </p:cNvPr>
          <p:cNvSpPr>
            <a:spLocks noGrp="1"/>
          </p:cNvSpPr>
          <p:nvPr>
            <p:ph type="title" hasCustomPrompt="1"/>
          </p:nvPr>
        </p:nvSpPr>
        <p:spPr>
          <a:xfrm>
            <a:off x="633632" y="722842"/>
            <a:ext cx="83976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12B58C1F-15E1-403E-C8DD-FB7FA7791D15}"/>
              </a:ext>
            </a:extLst>
          </p:cNvPr>
          <p:cNvSpPr>
            <a:spLocks noGrp="1"/>
          </p:cNvSpPr>
          <p:nvPr>
            <p:ph type="body" sz="quarter" idx="28" hasCustomPrompt="1"/>
          </p:nvPr>
        </p:nvSpPr>
        <p:spPr>
          <a:xfrm>
            <a:off x="633632" y="419099"/>
            <a:ext cx="83976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0807866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643804D-BD14-08D3-2752-570DB2A13AC1}"/>
              </a:ext>
            </a:extLst>
          </p:cNvPr>
          <p:cNvSpPr/>
          <p:nvPr userDrawn="1"/>
        </p:nvSpPr>
        <p:spPr bwMode="auto">
          <a:xfrm>
            <a:off x="7848600" y="0"/>
            <a:ext cx="434826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8E3E35CB-4416-67B4-9A4B-0412315D4979}"/>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88B57818-3DD1-DA7E-0C01-8FA58F5B3AE9}"/>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43EB2ABD-8C1A-2F57-ED12-4A5372D24296}"/>
              </a:ext>
            </a:extLst>
          </p:cNvPr>
          <p:cNvSpPr>
            <a:spLocks noGrp="1"/>
          </p:cNvSpPr>
          <p:nvPr>
            <p:ph type="title" hasCustomPrompt="1"/>
          </p:nvPr>
        </p:nvSpPr>
        <p:spPr>
          <a:xfrm>
            <a:off x="633632" y="722842"/>
            <a:ext cx="6522818"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CBC5A8B-D655-9D1E-4EAD-6B7EF3CBD7BB}"/>
              </a:ext>
            </a:extLst>
          </p:cNvPr>
          <p:cNvSpPr>
            <a:spLocks noGrp="1"/>
          </p:cNvSpPr>
          <p:nvPr>
            <p:ph type="body" sz="quarter" idx="28" hasCustomPrompt="1"/>
          </p:nvPr>
        </p:nvSpPr>
        <p:spPr>
          <a:xfrm>
            <a:off x="633632" y="419099"/>
            <a:ext cx="6522818"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9693441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3" name="Title 1">
            <a:extLst>
              <a:ext uri="{FF2B5EF4-FFF2-40B4-BE49-F238E27FC236}">
                <a16:creationId xmlns:a16="http://schemas.microsoft.com/office/drawing/2014/main" id="{E04B8001-80C4-3060-BD6B-437632BF7C77}"/>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C73C2D60-2316-60E7-7382-870EBF68A7A1}"/>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095985170"/>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ase Study-1/2-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ECF38BD-32C9-894D-AB81-415CC476ECD6}"/>
              </a:ext>
            </a:extLst>
          </p:cNvPr>
          <p:cNvSpPr>
            <a:spLocks noGrp="1"/>
          </p:cNvSpPr>
          <p:nvPr>
            <p:ph type="pic" sz="quarter" idx="16"/>
          </p:nvPr>
        </p:nvSpPr>
        <p:spPr>
          <a:xfrm>
            <a:off x="6096000" y="0"/>
            <a:ext cx="6095999" cy="6858000"/>
          </a:xfrm>
          <a:prstGeom prst="rect">
            <a:avLst/>
          </a:prstGeom>
          <a:solidFill>
            <a:schemeClr val="accent1"/>
          </a:solidFill>
        </p:spPr>
        <p:txBody>
          <a:bodyPr/>
          <a:lstStyle/>
          <a:p>
            <a:endParaRPr lang="en-US"/>
          </a:p>
        </p:txBody>
      </p:sp>
      <p:sp>
        <p:nvSpPr>
          <p:cNvPr id="8" name="TextBox 7">
            <a:extLst>
              <a:ext uri="{FF2B5EF4-FFF2-40B4-BE49-F238E27FC236}">
                <a16:creationId xmlns:a16="http://schemas.microsoft.com/office/drawing/2014/main" id="{49A8AE99-B517-8AEB-D5E4-B09D52CA25A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120F32B-02B9-F0A1-D25E-DE2CDA7F43C0}"/>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8C1749E3-2785-6125-72F4-4CB2CF38880E}"/>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F8F30B81-156F-78DF-062D-E4DD7907F0C8}"/>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8660760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81500" y="0"/>
            <a:ext cx="781049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81500" y="0"/>
            <a:ext cx="7810500" cy="6858000"/>
          </a:xfrm>
          <a:prstGeom prst="rect">
            <a:avLst/>
          </a:prstGeom>
          <a:solidFill>
            <a:schemeClr val="accent1"/>
          </a:solidFill>
        </p:spPr>
        <p:txBody>
          <a:bodyPr/>
          <a:lstStyle/>
          <a:p>
            <a:endParaRPr lang="en-US"/>
          </a:p>
        </p:txBody>
      </p:sp>
      <p:sp>
        <p:nvSpPr>
          <p:cNvPr id="6" name="TextBox 5">
            <a:extLst>
              <a:ext uri="{FF2B5EF4-FFF2-40B4-BE49-F238E27FC236}">
                <a16:creationId xmlns:a16="http://schemas.microsoft.com/office/drawing/2014/main" id="{1776621A-DBD8-0204-830A-B611F2C50DB3}"/>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2F4A5E9B-ED60-9026-0304-CC0E0C50B0BB}"/>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74A259D8-8F7C-0047-F26B-69BFCE9B0D84}"/>
              </a:ext>
            </a:extLst>
          </p:cNvPr>
          <p:cNvSpPr>
            <a:spLocks noGrp="1"/>
          </p:cNvSpPr>
          <p:nvPr>
            <p:ph type="title" hasCustomPrompt="1"/>
          </p:nvPr>
        </p:nvSpPr>
        <p:spPr>
          <a:xfrm>
            <a:off x="633632" y="722842"/>
            <a:ext cx="3477993"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524263F-D90D-573F-672D-5622B33EAD0D}"/>
              </a:ext>
            </a:extLst>
          </p:cNvPr>
          <p:cNvSpPr>
            <a:spLocks noGrp="1"/>
          </p:cNvSpPr>
          <p:nvPr>
            <p:ph type="body" sz="quarter" idx="28" hasCustomPrompt="1"/>
          </p:nvPr>
        </p:nvSpPr>
        <p:spPr>
          <a:xfrm>
            <a:off x="633632" y="419099"/>
            <a:ext cx="3477993"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1846577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552DE14-65C1-7956-7013-27CD9E260F56}"/>
              </a:ext>
            </a:extLst>
          </p:cNvPr>
          <p:cNvSpPr/>
          <p:nvPr userDrawn="1"/>
        </p:nvSpPr>
        <p:spPr bwMode="auto">
          <a:xfrm>
            <a:off x="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65652" y="2286000"/>
            <a:ext cx="4784852" cy="3657600"/>
          </a:xfrm>
          <a:prstGeom prst="rect">
            <a:avLst/>
          </a:prstGeom>
        </p:spPr>
        <p:txBody>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11" name="Picture 10">
            <a:extLst>
              <a:ext uri="{FF2B5EF4-FFF2-40B4-BE49-F238E27FC236}">
                <a16:creationId xmlns:a16="http://schemas.microsoft.com/office/drawing/2014/main" id="{809CE349-346A-D8D6-57AD-5723D88B6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58851" y="6416865"/>
            <a:ext cx="488145" cy="179465"/>
          </a:xfrm>
          <a:prstGeom prst="rect">
            <a:avLst/>
          </a:prstGeom>
        </p:spPr>
      </p:pic>
      <p:sp>
        <p:nvSpPr>
          <p:cNvPr id="3" name="Title 1">
            <a:extLst>
              <a:ext uri="{FF2B5EF4-FFF2-40B4-BE49-F238E27FC236}">
                <a16:creationId xmlns:a16="http://schemas.microsoft.com/office/drawing/2014/main" id="{39E35029-5964-C030-FE93-F157EF1D672E}"/>
              </a:ext>
            </a:extLst>
          </p:cNvPr>
          <p:cNvSpPr txBox="1">
            <a:spLocks/>
          </p:cNvSpPr>
          <p:nvPr userDrawn="1"/>
        </p:nvSpPr>
        <p:spPr>
          <a:xfrm>
            <a:off x="4365652" y="1688770"/>
            <a:ext cx="3474720" cy="338554"/>
          </a:xfrm>
          <a:prstGeom prst="rect">
            <a:avLst/>
          </a:prstGeom>
        </p:spPr>
        <p:txBody>
          <a:bodyPr lIns="0" tIns="0" rIns="0" bIns="0">
            <a:noAutofit/>
          </a:bodyPr>
          <a:lstStyle>
            <a:lvl1pPr lvl="0" indent="0">
              <a:lnSpc>
                <a:spcPct val="100000"/>
              </a:lnSpc>
              <a:spcBef>
                <a:spcPts val="0"/>
              </a:spcBef>
              <a:spcAft>
                <a:spcPts val="0"/>
              </a:spcAft>
              <a:buFont typeface="Arial" panose="020B0604020202020204" pitchFamily="34" charset="0"/>
              <a:buNone/>
              <a:defRPr lang="en-US" sz="2200" b="1" i="0" spc="0" dirty="0">
                <a:gradFill>
                  <a:gsLst>
                    <a:gs pos="0">
                      <a:schemeClr val="accent3"/>
                    </a:gs>
                    <a:gs pos="45000">
                      <a:schemeClr val="accent3"/>
                    </a:gs>
                    <a:gs pos="100000">
                      <a:schemeClr val="accent4"/>
                    </a:gs>
                  </a:gsLst>
                  <a:lin ang="1200000" scaled="0"/>
                </a:gradFill>
                <a:effectLst/>
                <a:latin typeface="+mj-lt"/>
                <a:ea typeface="Calibri" panose="020F0502020204030204" pitchFamily="34" charset="0"/>
                <a:cs typeface="Calibri" panose="020F0502020204030204" pitchFamily="34" charset="0"/>
              </a:defRPr>
            </a:lvl1pPr>
          </a:lstStyle>
          <a:p>
            <a:pPr lvl="0"/>
            <a:r>
              <a:rPr lang="en-US">
                <a:solidFill>
                  <a:schemeClr val="bg1"/>
                </a:solidFill>
              </a:rPr>
              <a:t>Title Goes Here</a:t>
            </a:r>
          </a:p>
        </p:txBody>
      </p:sp>
    </p:spTree>
    <p:extLst>
      <p:ext uri="{BB962C8B-B14F-4D97-AF65-F5344CB8AC3E}">
        <p14:creationId xmlns:p14="http://schemas.microsoft.com/office/powerpoint/2010/main" val="70954080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9000" y="0"/>
            <a:ext cx="8763000" cy="6858000"/>
          </a:xfrm>
          <a:prstGeom prst="rect">
            <a:avLst/>
          </a:prstGeom>
        </p:spPr>
        <p:txBody>
          <a:bodyPr/>
          <a:lstStyle/>
          <a:p>
            <a:endParaRPr lang="en-US"/>
          </a:p>
        </p:txBody>
      </p:sp>
      <p:pic>
        <p:nvPicPr>
          <p:cNvPr id="13" name="Picture 12">
            <a:extLst>
              <a:ext uri="{FF2B5EF4-FFF2-40B4-BE49-F238E27FC236}">
                <a16:creationId xmlns:a16="http://schemas.microsoft.com/office/drawing/2014/main" id="{8CC0D0B5-8985-C0CF-E031-72C099F136E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A44169FF-3519-85C9-0F2D-26C1E7EAB350}"/>
              </a:ext>
            </a:extLst>
          </p:cNvPr>
          <p:cNvSpPr>
            <a:spLocks noGrp="1"/>
          </p:cNvSpPr>
          <p:nvPr>
            <p:ph type="title" hasCustomPrompt="1"/>
          </p:nvPr>
        </p:nvSpPr>
        <p:spPr>
          <a:xfrm>
            <a:off x="633632" y="722843"/>
            <a:ext cx="2618014"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5E92AB95-E16F-C12B-B3CB-DCDED8BB72C8}"/>
              </a:ext>
            </a:extLst>
          </p:cNvPr>
          <p:cNvSpPr>
            <a:spLocks noGrp="1"/>
          </p:cNvSpPr>
          <p:nvPr>
            <p:ph type="body" sz="quarter" idx="28" hasCustomPrompt="1"/>
          </p:nvPr>
        </p:nvSpPr>
        <p:spPr>
          <a:xfrm>
            <a:off x="633632" y="419100"/>
            <a:ext cx="2618014"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72154444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54513"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4D0723C-92A3-529E-5B7C-80EDBC26225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D80312C7-4EE9-90CF-47E1-087BF0744BD8}"/>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1B4920DC-0C83-DBD1-A7BA-450D741C9E1C}"/>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37404992"/>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CA393A3-BED5-A4B8-2CC9-68028E8F7DD4}"/>
              </a:ext>
            </a:extLst>
          </p:cNvPr>
          <p:cNvSpPr/>
          <p:nvPr userDrawn="1"/>
        </p:nvSpPr>
        <p:spPr bwMode="auto">
          <a:xfrm>
            <a:off x="0" y="0"/>
            <a:ext cx="715645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7B52ADC-08BB-44B3-7F3D-505CD63B753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3" name="Title 1">
            <a:extLst>
              <a:ext uri="{FF2B5EF4-FFF2-40B4-BE49-F238E27FC236}">
                <a16:creationId xmlns:a16="http://schemas.microsoft.com/office/drawing/2014/main" id="{F73605A9-1E62-45FD-73A7-1EA66A44C762}"/>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E0308101-6824-4317-B732-39B094E4FA53}"/>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7816054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51051183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477855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282804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4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6977987"/>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ustom Layout">
    <p:bg>
      <p:bgPr>
        <a:blipFill dpi="0" rotWithShape="1">
          <a:blip r:embed="rId2">
            <a:lum/>
          </a:blip>
          <a:srcRect/>
          <a:stretch>
            <a:fillRect l="-2000" r="-2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488637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47700" y="1353882"/>
            <a:ext cx="4220135" cy="1107996"/>
          </a:xfrm>
          <a:prstGeom prst="rect">
            <a:avLst/>
          </a:prstGeom>
        </p:spPr>
        <p:txBody>
          <a:bodyPr wrap="square">
            <a:spAutoFit/>
          </a:bodyPr>
          <a:lstStyle>
            <a:lvl1pPr>
              <a:defRPr sz="7200" b="0" i="0">
                <a:gradFill>
                  <a:gsLst>
                    <a:gs pos="0">
                      <a:srgbClr val="00F6FF"/>
                    </a:gs>
                    <a:gs pos="56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74838"/>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47700" y="1035424"/>
            <a:ext cx="4648200" cy="1107996"/>
          </a:xfrm>
          <a:prstGeom prst="rect">
            <a:avLst/>
          </a:prstGeom>
        </p:spPr>
        <p:txBody>
          <a:bodyPr wrap="square" lIns="0" tIns="0" rIns="0" bIns="0">
            <a:spAutoFit/>
          </a:bodyPr>
          <a:lstStyle>
            <a:lvl1pPr>
              <a:defRPr lang="en-US" sz="7200" b="0">
                <a:gradFill>
                  <a:gsLst>
                    <a:gs pos="0">
                      <a:srgbClr val="00F6FF"/>
                    </a:gs>
                    <a:gs pos="56000">
                      <a:srgbClr val="00FFF0"/>
                    </a:gs>
                    <a:gs pos="100000">
                      <a:srgbClr val="B896FF"/>
                    </a:gs>
                  </a:gsLst>
                  <a:lin ang="0" scaled="0"/>
                </a:gradFill>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47700"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47700"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47700"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47700"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47700"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47700"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47700"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23763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733295047"/>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Black-Titl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218CE59C-541D-F946-A8DA-A4B9F8BF479B}"/>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0" name="TextBox 9">
            <a:extLst>
              <a:ext uri="{FF2B5EF4-FFF2-40B4-BE49-F238E27FC236}">
                <a16:creationId xmlns:a16="http://schemas.microsoft.com/office/drawing/2014/main" id="{3F83E1B4-D017-3E4B-8268-79DFC41DB4DB}"/>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bg1"/>
                </a:solidFill>
              </a:rPr>
              <a:t>CONFIDENTIAL. Copyright ©</a:t>
            </a:r>
          </a:p>
        </p:txBody>
      </p:sp>
      <p:sp>
        <p:nvSpPr>
          <p:cNvPr id="8" name="Title 1">
            <a:extLst>
              <a:ext uri="{FF2B5EF4-FFF2-40B4-BE49-F238E27FC236}">
                <a16:creationId xmlns:a16="http://schemas.microsoft.com/office/drawing/2014/main" id="{267E2E61-17F9-0842-9210-A1111E25B866}"/>
              </a:ext>
            </a:extLst>
          </p:cNvPr>
          <p:cNvSpPr>
            <a:spLocks noGrp="1"/>
          </p:cNvSpPr>
          <p:nvPr>
            <p:ph type="title"/>
          </p:nvPr>
        </p:nvSpPr>
        <p:spPr>
          <a:xfrm>
            <a:off x="457200" y="457200"/>
            <a:ext cx="11274552" cy="457200"/>
          </a:xfrm>
        </p:spPr>
        <p:txBody>
          <a:bodyPr/>
          <a:lstStyle>
            <a:lvl1pPr>
              <a:defRPr b="1">
                <a:solidFill>
                  <a:schemeClr val="bg1"/>
                </a:solidFill>
                <a:latin typeface="+mn-lt"/>
              </a:defRPr>
            </a:lvl1pPr>
          </a:lstStyle>
          <a:p>
            <a:r>
              <a:rPr lang="en-US"/>
              <a:t>Click to edit Master title style</a:t>
            </a:r>
          </a:p>
        </p:txBody>
      </p:sp>
      <p:sp>
        <p:nvSpPr>
          <p:cNvPr id="9" name="Text Placeholder 10">
            <a:extLst>
              <a:ext uri="{FF2B5EF4-FFF2-40B4-BE49-F238E27FC236}">
                <a16:creationId xmlns:a16="http://schemas.microsoft.com/office/drawing/2014/main" id="{0548B8AD-0CC3-5248-932C-F8A325C1B475}"/>
              </a:ext>
            </a:extLst>
          </p:cNvPr>
          <p:cNvSpPr>
            <a:spLocks noGrp="1"/>
          </p:cNvSpPr>
          <p:nvPr>
            <p:ph type="body" sz="quarter" idx="15" hasCustomPrompt="1"/>
          </p:nvPr>
        </p:nvSpPr>
        <p:spPr>
          <a:xfrm>
            <a:off x="457200" y="231494"/>
            <a:ext cx="3611880" cy="225706"/>
          </a:xfrm>
          <a:prstGeom prst="rect">
            <a:avLst/>
          </a:prstGeom>
        </p:spPr>
        <p:txBody>
          <a:bodyPr/>
          <a:lstStyle>
            <a:lvl1pPr>
              <a:defRPr sz="1000" b="1" cap="all" baseline="0">
                <a:solidFill>
                  <a:schemeClr val="tx2"/>
                </a:solidFill>
                <a:latin typeface="+mn-lt"/>
              </a:defRPr>
            </a:lvl1pPr>
          </a:lstStyle>
          <a:p>
            <a:pPr lvl="0"/>
            <a:r>
              <a:rPr lang="en-US"/>
              <a:t>Click to add section title</a:t>
            </a:r>
          </a:p>
        </p:txBody>
      </p:sp>
      <p:sp>
        <p:nvSpPr>
          <p:cNvPr id="12" name="Text Placeholder 3">
            <a:extLst>
              <a:ext uri="{FF2B5EF4-FFF2-40B4-BE49-F238E27FC236}">
                <a16:creationId xmlns:a16="http://schemas.microsoft.com/office/drawing/2014/main" id="{E4D782FD-394E-974B-830A-5392AB47CB0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48390470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3272CD-79DE-1BE6-11CD-A42CBD8D2DD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B54B8FE-9DAF-EC35-942B-2B5FE0B93F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DA58A17-B6DB-0767-A7C4-2A41C82C6D87}"/>
              </a:ext>
            </a:extLst>
          </p:cNvPr>
          <p:cNvSpPr>
            <a:spLocks noGrp="1"/>
          </p:cNvSpPr>
          <p:nvPr>
            <p:ph type="dt" sz="half" idx="10"/>
          </p:nvPr>
        </p:nvSpPr>
        <p:spPr/>
        <p:txBody>
          <a:bodyPr/>
          <a:lstStyle/>
          <a:p>
            <a:fld id="{8CA26682-55A4-4041-A0AA-7C6726A46C73}" type="datetimeFigureOut">
              <a:rPr lang="en-GB" smtClean="0"/>
              <a:t>19/05/2026</a:t>
            </a:fld>
            <a:endParaRPr lang="en-GB"/>
          </a:p>
        </p:txBody>
      </p:sp>
      <p:sp>
        <p:nvSpPr>
          <p:cNvPr id="5" name="Footer Placeholder 4">
            <a:extLst>
              <a:ext uri="{FF2B5EF4-FFF2-40B4-BE49-F238E27FC236}">
                <a16:creationId xmlns:a16="http://schemas.microsoft.com/office/drawing/2014/main" id="{71D8741C-934C-7007-DE0D-593BD1F0B82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B6F6C0E-9D03-E592-6085-69AB5DE7BA25}"/>
              </a:ext>
            </a:extLst>
          </p:cNvPr>
          <p:cNvSpPr>
            <a:spLocks noGrp="1"/>
          </p:cNvSpPr>
          <p:nvPr>
            <p:ph type="sldNum" sz="quarter" idx="12"/>
          </p:nvPr>
        </p:nvSpPr>
        <p:spPr/>
        <p:txBody>
          <a:bodyPr/>
          <a:lstStyle/>
          <a:p>
            <a:fld id="{8BED5299-1196-4AA4-A34D-634B8F533781}" type="slidenum">
              <a:rPr lang="en-GB" smtClean="0"/>
              <a:t>‹#›</a:t>
            </a:fld>
            <a:endParaRPr lang="en-GB"/>
          </a:p>
        </p:txBody>
      </p:sp>
    </p:spTree>
    <p:extLst>
      <p:ext uri="{BB962C8B-B14F-4D97-AF65-F5344CB8AC3E}">
        <p14:creationId xmlns:p14="http://schemas.microsoft.com/office/powerpoint/2010/main" val="213369189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E4DA5-8FBA-2321-7F51-C29C9DB4B6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A5A5DC-23E3-B8BC-9EDA-11492C2A4A6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FB96008-BDBD-149B-F6D3-A17670F6729C}"/>
              </a:ext>
            </a:extLst>
          </p:cNvPr>
          <p:cNvSpPr>
            <a:spLocks noGrp="1"/>
          </p:cNvSpPr>
          <p:nvPr>
            <p:ph type="dt" sz="half" idx="10"/>
          </p:nvPr>
        </p:nvSpPr>
        <p:spPr/>
        <p:txBody>
          <a:bodyPr/>
          <a:lstStyle/>
          <a:p>
            <a:fld id="{9101E36A-B9D7-4A61-BB8B-058E25A49AC9}" type="datetimeFigureOut">
              <a:rPr lang="en-US" smtClean="0"/>
              <a:t>5/19/26</a:t>
            </a:fld>
            <a:endParaRPr lang="en-US"/>
          </a:p>
        </p:txBody>
      </p:sp>
      <p:sp>
        <p:nvSpPr>
          <p:cNvPr id="5" name="Footer Placeholder 4">
            <a:extLst>
              <a:ext uri="{FF2B5EF4-FFF2-40B4-BE49-F238E27FC236}">
                <a16:creationId xmlns:a16="http://schemas.microsoft.com/office/drawing/2014/main" id="{3861F9F8-51DF-C97E-0D71-C010A2B9E3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9C3BF3-180E-BC2B-F5F7-F1AB71DEF8EC}"/>
              </a:ext>
            </a:extLst>
          </p:cNvPr>
          <p:cNvSpPr>
            <a:spLocks noGrp="1"/>
          </p:cNvSpPr>
          <p:nvPr>
            <p:ph type="sldNum" sz="quarter" idx="12"/>
          </p:nvPr>
        </p:nvSpPr>
        <p:spPr/>
        <p:txBody>
          <a:bodyPr/>
          <a:lstStyle/>
          <a:p>
            <a:fld id="{9C7CB89D-22DE-446E-A163-591E266283BD}" type="slidenum">
              <a:rPr lang="en-US" smtClean="0"/>
              <a:t>‹#›</a:t>
            </a:fld>
            <a:endParaRPr lang="en-US"/>
          </a:p>
        </p:txBody>
      </p:sp>
    </p:spTree>
    <p:extLst>
      <p:ext uri="{BB962C8B-B14F-4D97-AF65-F5344CB8AC3E}">
        <p14:creationId xmlns:p14="http://schemas.microsoft.com/office/powerpoint/2010/main" val="89883505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bg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9074" y="1655821"/>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10515600"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pic>
        <p:nvPicPr>
          <p:cNvPr id="4" name="Picture 3">
            <a:extLst>
              <a:ext uri="{FF2B5EF4-FFF2-40B4-BE49-F238E27FC236}">
                <a16:creationId xmlns:a16="http://schemas.microsoft.com/office/drawing/2014/main" id="{7B9BE64C-8C5D-6F41-B4B2-4AE5FC1F4D8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965490582"/>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Cover_Light_Picture">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B3BCBD-094A-89F2-36B2-991FE93DA7AB}"/>
              </a:ext>
            </a:extLst>
          </p:cNvPr>
          <p:cNvSpPr/>
          <p:nvPr userDrawn="1"/>
        </p:nvSpPr>
        <p:spPr bwMode="auto">
          <a:xfrm>
            <a:off x="0" y="0"/>
            <a:ext cx="12191999" cy="6858000"/>
          </a:xfrm>
          <a:prstGeom prst="rect">
            <a:avLst/>
          </a:prstGeom>
          <a:gradFill flip="none" rotWithShape="1">
            <a:gsLst>
              <a:gs pos="100000">
                <a:schemeClr val="bg1">
                  <a:alpha val="0"/>
                </a:schemeClr>
              </a:gs>
              <a:gs pos="45000">
                <a:schemeClr val="bg1"/>
              </a:gs>
            </a:gsLst>
            <a:lin ang="0" scaled="0"/>
            <a:tileRect/>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5">
            <a:extLst>
              <a:ext uri="{FF2B5EF4-FFF2-40B4-BE49-F238E27FC236}">
                <a16:creationId xmlns:a16="http://schemas.microsoft.com/office/drawing/2014/main" id="{0AA22CD8-EFF5-B4F0-9996-5D1D7528FAA5}"/>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33745799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Cover_Light-G1">
    <p:bg>
      <p:bgPr>
        <a:solidFill>
          <a:schemeClr val="bg1"/>
        </a:solidFill>
        <a:effectLst/>
      </p:bgPr>
    </p:bg>
    <p:spTree>
      <p:nvGrpSpPr>
        <p:cNvPr id="1" name=""/>
        <p:cNvGrpSpPr/>
        <p:nvPr/>
      </p:nvGrpSpPr>
      <p:grpSpPr>
        <a:xfrm>
          <a:off x="0" y="0"/>
          <a:ext cx="0" cy="0"/>
          <a:chOff x="0" y="0"/>
          <a:chExt cx="0" cy="0"/>
        </a:xfrm>
      </p:grpSpPr>
      <p:pic>
        <p:nvPicPr>
          <p:cNvPr id="4" name="Picture 3" descr="Background pattern  Description automatically generated">
            <a:extLst>
              <a:ext uri="{FF2B5EF4-FFF2-40B4-BE49-F238E27FC236}">
                <a16:creationId xmlns:a16="http://schemas.microsoft.com/office/drawing/2014/main" id="{38849588-3964-452F-8424-AEC7C9F26E9B}"/>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7346373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Cover_Light-G2">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pic>
        <p:nvPicPr>
          <p:cNvPr id="4" name="Picture 3" descr="Background pattern  Description automatically generated">
            <a:extLst>
              <a:ext uri="{FF2B5EF4-FFF2-40B4-BE49-F238E27FC236}">
                <a16:creationId xmlns:a16="http://schemas.microsoft.com/office/drawing/2014/main" id="{1F175C76-1AF3-1FC2-AED0-8D15C0D10160}"/>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419600" y="2483117"/>
            <a:ext cx="7772400" cy="4374883"/>
          </a:xfrm>
          <a:prstGeom prst="rect">
            <a:avLst/>
          </a:prstGeom>
        </p:spPr>
      </p:pic>
    </p:spTree>
    <p:extLst>
      <p:ext uri="{BB962C8B-B14F-4D97-AF65-F5344CB8AC3E}">
        <p14:creationId xmlns:p14="http://schemas.microsoft.com/office/powerpoint/2010/main" val="1303633340"/>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Cover_Light">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15468867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9074" y="4670399"/>
            <a:ext cx="5151216" cy="372538"/>
          </a:xfrm>
          <a:prstGeom prst="rect">
            <a:avLst/>
          </a:prstGeom>
        </p:spPr>
        <p:txBody>
          <a:bodyPr wrap="square">
            <a:spAutoFit/>
          </a:bodyPr>
          <a:lstStyle>
            <a:lvl1pPr>
              <a:lnSpc>
                <a:spcPct val="15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9074" y="5393921"/>
            <a:ext cx="5185941" cy="200055"/>
          </a:xfrm>
          <a:prstGeom prst="rect">
            <a:avLst/>
          </a:prstGeom>
        </p:spPr>
        <p:txBody>
          <a:bodyPr wrap="square">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9074" y="1653938"/>
            <a:ext cx="5139642" cy="1846659"/>
          </a:xfrm>
          <a:prstGeom prst="rect">
            <a:avLst/>
          </a:prstGeom>
        </p:spPr>
        <p:txBody>
          <a:bodyPr wrap="square">
            <a:spAutoFit/>
          </a:bodyPr>
          <a:lstStyle>
            <a:lvl1pPr>
              <a:lnSpc>
                <a:spcPct val="100000"/>
              </a:lnSpc>
              <a:spcBef>
                <a:spcPts val="0"/>
              </a:spcBef>
              <a:defRPr sz="6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4024105703"/>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0512"/>
            <a:ext cx="3594735" cy="923330"/>
          </a:xfrm>
          <a:prstGeom prst="rect">
            <a:avLst/>
          </a:prstGeom>
        </p:spPr>
        <p:txBody>
          <a:bodyPr wrap="square">
            <a:spAutoFit/>
          </a:bodyPr>
          <a:lstStyle>
            <a:lvl1pPr>
              <a:defRPr sz="60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CA0D61D9-9731-8186-95AA-51476D66CB4B}"/>
              </a:ext>
            </a:extLst>
          </p:cNvPr>
          <p:cNvSpPr txBox="1"/>
          <p:nvPr userDrawn="1"/>
        </p:nvSpPr>
        <p:spPr>
          <a:xfrm>
            <a:off x="5347504" y="54401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242595938"/>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3882"/>
            <a:ext cx="3475727" cy="923330"/>
          </a:xfrm>
          <a:prstGeom prst="rect">
            <a:avLst/>
          </a:prstGeom>
        </p:spPr>
        <p:txBody>
          <a:bodyPr wrap="square" lIns="0" tIns="0" rIns="0" bIns="0">
            <a:spAutoFit/>
          </a:bodyPr>
          <a:lstStyle>
            <a:lvl1pPr>
              <a:defRPr lang="en-US" sz="6000" b="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551402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72483"/>
            <a:ext cx="3594735" cy="184665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chemeClr val="accent3"/>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9074"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819764733"/>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336040"/>
            <a:ext cx="498928" cy="307777"/>
          </a:xfrm>
          <a:prstGeom prst="rect">
            <a:avLst/>
          </a:prstGeom>
        </p:spPr>
        <p:txBody>
          <a:bodyPr wrap="square" anchor="t" anchorCtr="0">
            <a:spAutoFit/>
          </a:bodyPr>
          <a:lstStyle>
            <a:lvl1pPr algn="l">
              <a:defRPr lang="en-US" sz="2000" b="1" i="0" kern="1200" dirty="0">
                <a:solidFill>
                  <a:schemeClr val="accent2"/>
                </a:solidFill>
                <a:latin typeface="Calibri"/>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3311162362"/>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1_x_Section_Header_Cool">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2E69851-6AAB-66EC-0A76-12B276F29DA9}"/>
              </a:ext>
            </a:extLst>
          </p:cNvPr>
          <p:cNvSpPr/>
          <p:nvPr userDrawn="1"/>
        </p:nvSpPr>
        <p:spPr bwMode="auto">
          <a:xfrm>
            <a:off x="627063" y="647700"/>
            <a:ext cx="10929937" cy="5562600"/>
          </a:xfrm>
          <a:prstGeom prst="rect">
            <a:avLst/>
          </a:prstGeom>
          <a:gradFill flip="none" rotWithShape="1">
            <a:gsLst>
              <a:gs pos="45000">
                <a:schemeClr val="accent2">
                  <a:alpha val="36000"/>
                </a:schemeClr>
              </a:gs>
              <a:gs pos="100000">
                <a:srgbClr val="00F6FF"/>
              </a:gs>
              <a:gs pos="0">
                <a:schemeClr val="accent2">
                  <a:alpha val="56000"/>
                </a:schemeClr>
              </a:gs>
            </a:gsLst>
            <a:path path="circle">
              <a:fillToRect l="100000" t="100000"/>
            </a:path>
            <a:tileRect r="-100000" b="-100000"/>
          </a:gradFill>
          <a:ln>
            <a:noFill/>
          </a:ln>
          <a:effectLst/>
        </p:spPr>
        <p:txBody>
          <a:bodyPr wrap="non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536715768"/>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0698631"/>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3" pos="408">
          <p15:clr>
            <a:srgbClr val="FBAE40"/>
          </p15:clr>
        </p15:guide>
        <p15:guide id="4" orient="horz" pos="4128">
          <p15:clr>
            <a:srgbClr val="FBAE4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72609023"/>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C51F547D-7378-E8AC-FDF8-369B9279159F}"/>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DBE70E68-FEAC-ABA3-6547-64F0048E25D1}"/>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9" name="Text Placeholder 8">
            <a:extLst>
              <a:ext uri="{FF2B5EF4-FFF2-40B4-BE49-F238E27FC236}">
                <a16:creationId xmlns:a16="http://schemas.microsoft.com/office/drawing/2014/main" id="{2DD31E73-37D8-3F34-976E-F45C7FEB4817}"/>
              </a:ext>
            </a:extLst>
          </p:cNvPr>
          <p:cNvSpPr>
            <a:spLocks noGrp="1"/>
          </p:cNvSpPr>
          <p:nvPr>
            <p:ph type="body" sz="quarter" idx="11" hasCustomPrompt="1"/>
          </p:nvPr>
        </p:nvSpPr>
        <p:spPr>
          <a:xfrm>
            <a:off x="627063" y="1211252"/>
            <a:ext cx="10929937"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0" i="0" kern="120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213958649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363302"/>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968918"/>
            <a:ext cx="10917926" cy="2031325"/>
          </a:xfrm>
          <a:prstGeom prst="rect">
            <a:avLst/>
          </a:prstGeom>
        </p:spPr>
        <p:txBody>
          <a:bodyPr wrap="square">
            <a:spAutoFit/>
          </a:bodyPr>
          <a:lstStyle>
            <a:lvl1pPr>
              <a:defRPr sz="6600" b="0" i="0">
                <a:solidFill>
                  <a:schemeClr val="tx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07188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39074" y="1563803"/>
            <a:ext cx="3732914" cy="153888"/>
          </a:xfrm>
          <a:prstGeom prst="rect">
            <a:avLst/>
          </a:prstGeom>
        </p:spPr>
        <p:txBody>
          <a:bodyPr wrap="square">
            <a:spAutoFit/>
          </a:bodyPr>
          <a:lstStyle>
            <a:lvl1pPr>
              <a:lnSpc>
                <a:spcPct val="100000"/>
              </a:lnSpc>
              <a:spcBef>
                <a:spcPts val="0"/>
              </a:spcBef>
              <a:defRPr sz="1000" b="1"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2387452488"/>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7" name="TextBox 6">
            <a:extLst>
              <a:ext uri="{FF2B5EF4-FFF2-40B4-BE49-F238E27FC236}">
                <a16:creationId xmlns:a16="http://schemas.microsoft.com/office/drawing/2014/main" id="{01AAFA1B-F90B-A268-2F9C-CA4B17339CD9}"/>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881C1502-7D00-6809-E064-3AD5F4B7649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16" name="Text Placeholder 10">
            <a:extLst>
              <a:ext uri="{FF2B5EF4-FFF2-40B4-BE49-F238E27FC236}">
                <a16:creationId xmlns:a16="http://schemas.microsoft.com/office/drawing/2014/main" id="{746B66AD-D607-C8A3-57EC-E66339B963F6}"/>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tx2"/>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21" name="Text Placeholder 4">
            <a:extLst>
              <a:ext uri="{FF2B5EF4-FFF2-40B4-BE49-F238E27FC236}">
                <a16:creationId xmlns:a16="http://schemas.microsoft.com/office/drawing/2014/main" id="{A7C0DA62-EC5A-3013-921C-9A16F87EFE3E}"/>
              </a:ext>
            </a:extLst>
          </p:cNvPr>
          <p:cNvSpPr>
            <a:spLocks noGrp="1"/>
          </p:cNvSpPr>
          <p:nvPr>
            <p:ph type="body" sz="quarter" idx="25" hasCustomPrompt="1"/>
          </p:nvPr>
        </p:nvSpPr>
        <p:spPr>
          <a:xfrm>
            <a:off x="627063" y="722843"/>
            <a:ext cx="3725863" cy="338554"/>
          </a:xfrm>
          <a:prstGeom prst="rect">
            <a:avLst/>
          </a:prstGeom>
        </p:spPr>
        <p:txBody>
          <a:bodyPr lIns="0" tIns="0" rIns="0" bIns="0">
            <a:noAutofit/>
          </a:bodyPr>
          <a:lstStyle>
            <a:lvl1pPr>
              <a:defRPr lang="en-US" sz="2200" b="1" spc="0">
                <a:solidFill>
                  <a:schemeClr val="tx1"/>
                </a:solidFill>
                <a:effectLst/>
                <a:latin typeface="Calibri" panose="020F0502020204030204" pitchFamily="34" charset="0"/>
              </a:defRPr>
            </a:lvl1pPr>
          </a:lstStyle>
          <a:p>
            <a:pPr lvl="0">
              <a:spcBef>
                <a:spcPts val="0"/>
              </a:spcBef>
            </a:pPr>
            <a:r>
              <a:rPr lang="en-US">
                <a:effectLst/>
              </a:rPr>
              <a:t>Title with Big and Little Type</a:t>
            </a:r>
            <a:endParaRPr lang="en-US"/>
          </a:p>
        </p:txBody>
      </p:sp>
    </p:spTree>
    <p:extLst>
      <p:ext uri="{BB962C8B-B14F-4D97-AF65-F5344CB8AC3E}">
        <p14:creationId xmlns:p14="http://schemas.microsoft.com/office/powerpoint/2010/main" val="989542558"/>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2" name="Picture 1">
            <a:extLst>
              <a:ext uri="{FF2B5EF4-FFF2-40B4-BE49-F238E27FC236}">
                <a16:creationId xmlns:a16="http://schemas.microsoft.com/office/drawing/2014/main" id="{A95209EB-D467-51AD-6222-93834EA8BF6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7" name="Text Placeholder 10">
            <a:extLst>
              <a:ext uri="{FF2B5EF4-FFF2-40B4-BE49-F238E27FC236}">
                <a16:creationId xmlns:a16="http://schemas.microsoft.com/office/drawing/2014/main" id="{E75B6454-79A2-2746-023E-0F34DF153473}"/>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accent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11" name="Text Placeholder 4">
            <a:extLst>
              <a:ext uri="{FF2B5EF4-FFF2-40B4-BE49-F238E27FC236}">
                <a16:creationId xmlns:a16="http://schemas.microsoft.com/office/drawing/2014/main" id="{09294A11-D525-F9FD-CBCE-E94EB50BD92B}"/>
              </a:ext>
            </a:extLst>
          </p:cNvPr>
          <p:cNvSpPr>
            <a:spLocks noGrp="1"/>
          </p:cNvSpPr>
          <p:nvPr>
            <p:ph type="body" sz="quarter" idx="25" hasCustomPrompt="1"/>
          </p:nvPr>
        </p:nvSpPr>
        <p:spPr>
          <a:xfrm>
            <a:off x="627063" y="722843"/>
            <a:ext cx="3725863" cy="338554"/>
          </a:xfrm>
          <a:prstGeom prst="rect">
            <a:avLst/>
          </a:prstGeom>
        </p:spPr>
        <p:txBody>
          <a:bodyPr wrap="square">
            <a:spAutoFit/>
          </a:bodyPr>
          <a:lstStyle>
            <a:lvl1pPr>
              <a:lnSpc>
                <a:spcPct val="100000"/>
              </a:lnSpc>
              <a:spcBef>
                <a:spcPts val="0"/>
              </a:spcBef>
              <a:defRPr sz="2200" b="1" i="0" spc="0">
                <a:solidFill>
                  <a:schemeClr val="accent1"/>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3790412279"/>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8" name="TextBox 7">
            <a:extLst>
              <a:ext uri="{FF2B5EF4-FFF2-40B4-BE49-F238E27FC236}">
                <a16:creationId xmlns:a16="http://schemas.microsoft.com/office/drawing/2014/main" id="{F8263655-ECC2-257F-AD6E-E4540DE158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7AC0358C-9119-8176-0FAF-2D0F448E696A}"/>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1EE8E6BB-7FFB-90B2-6C94-3C04A7140267}"/>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8FD4FCF7-37B3-4B6E-CA97-E77D60596E1F}"/>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27972222"/>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itle 1">
            <a:extLst>
              <a:ext uri="{FF2B5EF4-FFF2-40B4-BE49-F238E27FC236}">
                <a16:creationId xmlns:a16="http://schemas.microsoft.com/office/drawing/2014/main" id="{E6643DA5-5C9F-C799-B890-61FDCC674F7A}"/>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FB2AFD80-10E1-6FE8-0BA3-7DB5BD0EF372}"/>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39529466"/>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5C505165-68F7-9306-9E47-08C7A533D28B}"/>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1D5A6C40-BA77-05F7-4448-95E3A5B80515}"/>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7198135"/>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29200" y="922229"/>
            <a:ext cx="65278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B1B3F49A-017D-C885-C56A-C3FBB74B012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20B97B73-9848-B399-89CA-F3A8272EAD7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238292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49" y="1762728"/>
            <a:ext cx="10434623"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8" name="TextBox 7">
            <a:extLst>
              <a:ext uri="{FF2B5EF4-FFF2-40B4-BE49-F238E27FC236}">
                <a16:creationId xmlns:a16="http://schemas.microsoft.com/office/drawing/2014/main" id="{92AC0EDD-AC36-F914-366E-69D6F90EE13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C23E1B07-F9BB-2FA8-4DF6-A285A2B35D36}"/>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3D1BB2CD-DBED-9BF2-22EE-06847388DA7E}"/>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5" name="Text Placeholder 10">
            <a:extLst>
              <a:ext uri="{FF2B5EF4-FFF2-40B4-BE49-F238E27FC236}">
                <a16:creationId xmlns:a16="http://schemas.microsoft.com/office/drawing/2014/main" id="{E7FCFF33-D049-FF15-5CC0-4097F2EF3BB3}"/>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142529965"/>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6" name="TextBox 5">
            <a:extLst>
              <a:ext uri="{FF2B5EF4-FFF2-40B4-BE49-F238E27FC236}">
                <a16:creationId xmlns:a16="http://schemas.microsoft.com/office/drawing/2014/main" id="{50024673-46D9-F66F-D8AA-1868CFC21A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2560B1A1-7081-6436-518E-306A74CAA7C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77BAD15E-B7C3-EF9C-7FB3-73E703417CEF}"/>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E833662F-D4EC-7E5B-F24F-AC7D0C84BFBD}"/>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100600045"/>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bg2"/>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gradFill>
                  <a:gsLst>
                    <a:gs pos="0">
                      <a:schemeClr val="accent4"/>
                    </a:gs>
                    <a:gs pos="69000">
                      <a:schemeClr val="accent5"/>
                    </a:gs>
                    <a:gs pos="99000">
                      <a:schemeClr val="accent3"/>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9D0E8781-CC1D-4C98-DC9D-E92211A0FF4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0EB90660-EDDB-AFF8-F760-00811B862BF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1F6D463D-6B94-0B73-6941-3200405EB19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CFB280B8-B919-4994-C32C-9E2358C40D0F}"/>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113069221"/>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9074"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9074"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13" name="TextBox 12">
            <a:extLst>
              <a:ext uri="{FF2B5EF4-FFF2-40B4-BE49-F238E27FC236}">
                <a16:creationId xmlns:a16="http://schemas.microsoft.com/office/drawing/2014/main" id="{95B1168C-27E6-70A9-36C3-AE546E841C2A}"/>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4" name="Text Placeholder 3">
            <a:extLst>
              <a:ext uri="{FF2B5EF4-FFF2-40B4-BE49-F238E27FC236}">
                <a16:creationId xmlns:a16="http://schemas.microsoft.com/office/drawing/2014/main" id="{9D8F7163-12E6-F27D-EEBA-98BF26708D37}"/>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01A8FDC3-1268-C24A-5234-3DDF83EB1B29}"/>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833764661"/>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bg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39074"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39074"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A03E0F55-2297-4649-F757-CAFDD1ABDBB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E5D602B7-0154-AEB7-239F-256AAF330C1E}"/>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B020D3FD-5BB0-B0D6-A198-2CC86E6DA98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250829530"/>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8" name="TextBox 7">
            <a:extLst>
              <a:ext uri="{FF2B5EF4-FFF2-40B4-BE49-F238E27FC236}">
                <a16:creationId xmlns:a16="http://schemas.microsoft.com/office/drawing/2014/main" id="{B8D64F61-C0FA-0C91-5963-6E2A72BAE0E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563B925E-92C3-987F-0FC0-AE8EC43ABC3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2E539AA1-06E4-9967-8A01-AA1CC6BF554C}"/>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3" name="Text Placeholder 10">
            <a:extLst>
              <a:ext uri="{FF2B5EF4-FFF2-40B4-BE49-F238E27FC236}">
                <a16:creationId xmlns:a16="http://schemas.microsoft.com/office/drawing/2014/main" id="{7E413724-DF6D-A95C-8C60-B1166F8320FC}"/>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420055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Our_People_3_People_White">
    <p:bg>
      <p:bgPr>
        <a:solidFill>
          <a:schemeClr val="bg1"/>
        </a:solid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78C2"/>
                    </a:gs>
                    <a:gs pos="58000">
                      <a:srgbClr val="0047FF"/>
                    </a:gs>
                    <a:gs pos="91000">
                      <a:srgbClr val="8453D2"/>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3" name="Text Placeholder 10">
            <a:extLst>
              <a:ext uri="{FF2B5EF4-FFF2-40B4-BE49-F238E27FC236}">
                <a16:creationId xmlns:a16="http://schemas.microsoft.com/office/drawing/2014/main" id="{487CB6C0-A169-C8C1-E769-E9DEDFE854FA}"/>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406433557"/>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gradFill>
                  <a:gsLst>
                    <a:gs pos="0">
                      <a:schemeClr val="accent3"/>
                    </a:gs>
                    <a:gs pos="100000">
                      <a:schemeClr val="accent4"/>
                    </a:gs>
                    <a:gs pos="71000">
                      <a:schemeClr val="accent2"/>
                    </a:gs>
                  </a:gsLst>
                  <a:lin ang="3600000" scaled="0"/>
                </a:gra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3"/>
                </a:solidFill>
              </a:rPr>
              <a:t>“</a:t>
            </a:r>
          </a:p>
        </p:txBody>
      </p:sp>
      <p:sp>
        <p:nvSpPr>
          <p:cNvPr id="3" name="Text Placeholder 10">
            <a:extLst>
              <a:ext uri="{FF2B5EF4-FFF2-40B4-BE49-F238E27FC236}">
                <a16:creationId xmlns:a16="http://schemas.microsoft.com/office/drawing/2014/main" id="{6F4CE3CF-1C4D-3D01-143D-CF6CDCBD2F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2585091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FDAE605C-196F-F337-1606-FFE4407B2E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14057758"/>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rgbClr val="000000"/>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5" name="TextBox 4">
            <a:extLst>
              <a:ext uri="{FF2B5EF4-FFF2-40B4-BE49-F238E27FC236}">
                <a16:creationId xmlns:a16="http://schemas.microsoft.com/office/drawing/2014/main" id="{EB2EFE8D-5911-2CF9-B876-42825B8CB9A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6" name="Text Placeholder 3">
            <a:extLst>
              <a:ext uri="{FF2B5EF4-FFF2-40B4-BE49-F238E27FC236}">
                <a16:creationId xmlns:a16="http://schemas.microsoft.com/office/drawing/2014/main" id="{D61EEB86-2BDF-0331-DAC7-4CB25CC0C31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8" name="Picture 7">
            <a:extLst>
              <a:ext uri="{FF2B5EF4-FFF2-40B4-BE49-F238E27FC236}">
                <a16:creationId xmlns:a16="http://schemas.microsoft.com/office/drawing/2014/main" id="{210FC7E8-8650-C8C3-33C5-35DD5299DD63}"/>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9" name="Text Placeholder 10">
            <a:extLst>
              <a:ext uri="{FF2B5EF4-FFF2-40B4-BE49-F238E27FC236}">
                <a16:creationId xmlns:a16="http://schemas.microsoft.com/office/drawing/2014/main" id="{D78226D6-C70F-7F41-A49D-D155A4650AC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06781153"/>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1"/>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00C373F2-39D4-5FF7-946C-A7DC7E1B4664}"/>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726078"/>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2"/>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461A5100-8F72-3104-759D-00BAB367B1A5}"/>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564952173"/>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27063" y="1714501"/>
            <a:ext cx="10929937"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27063" y="2252472"/>
            <a:ext cx="10929937" cy="1136904"/>
          </a:xfrm>
          <a:prstGeom prst="rect">
            <a:avLst/>
          </a:prstGeom>
        </p:spPr>
        <p:txBody>
          <a:bodyPr/>
          <a:lstStyle>
            <a:lvl1pPr>
              <a:lnSpc>
                <a:spcPts val="1800"/>
              </a:lnSpc>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2" name="Title 1">
            <a:extLst>
              <a:ext uri="{FF2B5EF4-FFF2-40B4-BE49-F238E27FC236}">
                <a16:creationId xmlns:a16="http://schemas.microsoft.com/office/drawing/2014/main" id="{E912A43B-3D79-101B-16B9-5A730D078E49}"/>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96C36364-1C0F-5032-1D5A-5E78ECFC1A91}"/>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353894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27D5499-0685-B5EC-CFEF-2F1381E2A02C}"/>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52B72EAA-7B3A-08E8-5F97-A36DD177419F}"/>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
        <p:nvSpPr>
          <p:cNvPr id="8" name="Text Placeholder 3">
            <a:extLst>
              <a:ext uri="{FF2B5EF4-FFF2-40B4-BE49-F238E27FC236}">
                <a16:creationId xmlns:a16="http://schemas.microsoft.com/office/drawing/2014/main" id="{7D597AFE-3DDF-B264-B83C-C62A3F7CCC9A}"/>
              </a:ext>
            </a:extLst>
          </p:cNvPr>
          <p:cNvSpPr>
            <a:spLocks noGrp="1"/>
          </p:cNvSpPr>
          <p:nvPr>
            <p:ph type="body" sz="quarter" idx="26" hasCustomPrompt="1"/>
          </p:nvPr>
        </p:nvSpPr>
        <p:spPr>
          <a:xfrm>
            <a:off x="639074" y="1714501"/>
            <a:ext cx="10929936"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427743419"/>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2965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2965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F4195459-98D5-70AE-F6C8-404ED17C14C6}"/>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9D0B98D6-1BB9-0645-823F-F8023687E28A}"/>
              </a:ext>
            </a:extLst>
          </p:cNvPr>
          <p:cNvSpPr>
            <a:spLocks noGrp="1"/>
          </p:cNvSpPr>
          <p:nvPr>
            <p:ph type="body" sz="quarter" idx="29"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22251434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Title 1">
            <a:extLst>
              <a:ext uri="{FF2B5EF4-FFF2-40B4-BE49-F238E27FC236}">
                <a16:creationId xmlns:a16="http://schemas.microsoft.com/office/drawing/2014/main" id="{12B69EF7-72B2-FCFD-0ECC-7F4C17CDDA6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ACA2232A-06BA-E2D6-78D5-5A9A152974F0}"/>
              </a:ext>
            </a:extLst>
          </p:cNvPr>
          <p:cNvSpPr>
            <a:spLocks noGrp="1"/>
          </p:cNvSpPr>
          <p:nvPr>
            <p:ph type="body" sz="quarter" idx="31"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35573306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69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69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47699" y="1726692"/>
            <a:ext cx="3361476" cy="1917192"/>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69338"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69338"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69338" y="1726692"/>
            <a:ext cx="3361476" cy="1917192"/>
          </a:xfrm>
          <a:prstGeom prst="rect">
            <a:avLst/>
          </a:prstGeom>
        </p:spPr>
        <p:txBody>
          <a:bodyPr/>
          <a:lstStyle/>
          <a:p>
            <a:r>
              <a:rPr lang="en-US"/>
              <a:t>Click icon to add picture</a:t>
            </a:r>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08945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08945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089452" y="1726692"/>
            <a:ext cx="3361476" cy="1917192"/>
          </a:xfrm>
          <a:prstGeom prst="rect">
            <a:avLst/>
          </a:prstGeom>
        </p:spPr>
        <p:txBody>
          <a:bodyPr/>
          <a:lstStyle/>
          <a:p>
            <a:r>
              <a:rPr lang="en-US"/>
              <a:t>Click icon to add picture</a:t>
            </a:r>
          </a:p>
        </p:txBody>
      </p:sp>
      <p:sp>
        <p:nvSpPr>
          <p:cNvPr id="10" name="Title 1">
            <a:extLst>
              <a:ext uri="{FF2B5EF4-FFF2-40B4-BE49-F238E27FC236}">
                <a16:creationId xmlns:a16="http://schemas.microsoft.com/office/drawing/2014/main" id="{EF62390F-72F1-C922-7F9E-6DFC278737CC}"/>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1" name="Text Placeholder 10">
            <a:extLst>
              <a:ext uri="{FF2B5EF4-FFF2-40B4-BE49-F238E27FC236}">
                <a16:creationId xmlns:a16="http://schemas.microsoft.com/office/drawing/2014/main" id="{8A96BE69-A4A1-6C64-0D9F-D82B586976E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72129419"/>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47700" y="2682874"/>
            <a:ext cx="3363468" cy="3035173"/>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4551A63A-6B98-CD01-3B76-FD40654546E5}"/>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A99F9315-A799-3F47-73BC-70CF5B80EF9F}"/>
              </a:ext>
            </a:extLst>
          </p:cNvPr>
          <p:cNvSpPr>
            <a:spLocks noGrp="1"/>
          </p:cNvSpPr>
          <p:nvPr>
            <p:ph type="body" sz="quarter" idx="32"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769569957"/>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47700"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361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361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2102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2102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1247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1247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Title 1">
            <a:extLst>
              <a:ext uri="{FF2B5EF4-FFF2-40B4-BE49-F238E27FC236}">
                <a16:creationId xmlns:a16="http://schemas.microsoft.com/office/drawing/2014/main" id="{BDC01C14-F2D7-2887-65D4-8963FDC75EF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01CA365A-97AE-4DC1-8A19-9188A1EF32EA}"/>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9286586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8175"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8175"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8175" y="1517921"/>
            <a:ext cx="2404872" cy="13716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53384" y="1517921"/>
            <a:ext cx="2404872" cy="1371600"/>
          </a:xfrm>
          <a:prstGeom prst="rect">
            <a:avLst/>
          </a:prstGeom>
        </p:spPr>
        <p:txBody>
          <a:bodyPr/>
          <a:lstStyle/>
          <a:p>
            <a:r>
              <a:rPr lang="en-US"/>
              <a:t>Click icon to add picture</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1563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1563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15634" y="1517921"/>
            <a:ext cx="2404872" cy="1371600"/>
          </a:xfrm>
          <a:prstGeom prst="rect">
            <a:avLst/>
          </a:prstGeom>
        </p:spPr>
        <p:txBody>
          <a:bodyPr/>
          <a:lstStyle/>
          <a:p>
            <a:r>
              <a:rPr lang="en-US"/>
              <a:t>Click icon to add picture</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517921"/>
            <a:ext cx="2404872" cy="1371600"/>
          </a:xfrm>
          <a:prstGeom prst="rect">
            <a:avLst/>
          </a:prstGeom>
        </p:spPr>
        <p:txBody>
          <a:bodyPr/>
          <a:lstStyle/>
          <a:p>
            <a:r>
              <a:rPr lang="en-US"/>
              <a:t>Click icon to add picture</a:t>
            </a:r>
          </a:p>
        </p:txBody>
      </p:sp>
      <p:sp>
        <p:nvSpPr>
          <p:cNvPr id="11" name="Title 1">
            <a:extLst>
              <a:ext uri="{FF2B5EF4-FFF2-40B4-BE49-F238E27FC236}">
                <a16:creationId xmlns:a16="http://schemas.microsoft.com/office/drawing/2014/main" id="{D8E4791D-EB66-3EB0-E97B-4F315F0E924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2" name="Text Placeholder 10">
            <a:extLst>
              <a:ext uri="{FF2B5EF4-FFF2-40B4-BE49-F238E27FC236}">
                <a16:creationId xmlns:a16="http://schemas.microsoft.com/office/drawing/2014/main" id="{4C796860-E80D-CE8C-2D2A-386FCE8098DC}"/>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00231056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1" y="3715475"/>
            <a:ext cx="1539899" cy="284830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pic>
        <p:nvPicPr>
          <p:cNvPr id="21" name="Picture 20">
            <a:extLst>
              <a:ext uri="{FF2B5EF4-FFF2-40B4-BE49-F238E27FC236}">
                <a16:creationId xmlns:a16="http://schemas.microsoft.com/office/drawing/2014/main" id="{FC072D8F-9413-C0EE-DD0E-94A9EA142EC3}"/>
              </a:ext>
            </a:extLst>
          </p:cNvPr>
          <p:cNvPicPr>
            <a:picLocks noChangeAspect="1"/>
          </p:cNvPicPr>
          <p:nvPr userDrawn="1"/>
        </p:nvPicPr>
        <p:blipFill>
          <a:blip r:embed="rId3" cstate="email">
            <a:extLst>
              <a:ext uri="{28A0092B-C50C-407E-A947-70E740481C1C}">
                <a14:useLocalDpi xmlns:a14="http://schemas.microsoft.com/office/drawing/2010/main"/>
              </a:ext>
            </a:extLst>
          </a:blip>
          <a:srcRect/>
          <a:stretch/>
        </p:blipFill>
        <p:spPr>
          <a:xfrm>
            <a:off x="7096521" y="254643"/>
            <a:ext cx="1260401" cy="1260401"/>
          </a:xfrm>
          <a:prstGeom prst="rect">
            <a:avLst/>
          </a:prstGeom>
        </p:spPr>
      </p:pic>
      <p:sp>
        <p:nvSpPr>
          <p:cNvPr id="2" name="Title 1">
            <a:extLst>
              <a:ext uri="{FF2B5EF4-FFF2-40B4-BE49-F238E27FC236}">
                <a16:creationId xmlns:a16="http://schemas.microsoft.com/office/drawing/2014/main" id="{2D142224-C073-C370-0170-EDFF722C3E5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8A91D11B-7EB1-78A8-25AB-EA33341C8BB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53358866"/>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D360D353-A3AE-80DA-C3D7-A4CA5CCF327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008583E0-4981-FCE6-CC7F-B562C4EAB0FE}"/>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16252923"/>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289794977"/>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r>
              <a:rPr lang="en-US"/>
              <a:t>Click icon to add picture</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r>
              <a:rPr lang="en-US"/>
              <a:t>Click icon to add picture</a:t>
            </a:r>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87466121"/>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12386855"/>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393181072"/>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r>
              <a:rPr lang="en-US"/>
              <a:t>Click icon to add picture</a:t>
            </a:r>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r>
              <a:rPr lang="en-US"/>
              <a:t>Click icon to add picture</a:t>
            </a:r>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r>
              <a:rPr lang="en-US"/>
              <a:t>Click icon to add picture</a:t>
            </a:r>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34366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3436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4584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4584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4970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4970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837791686"/>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978571384"/>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29486879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306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306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1177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1177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3727447232"/>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2624171793"/>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180283894"/>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03305666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r>
              <a:rPr lang="en-US"/>
              <a:t>Click icon to add picture</a:t>
            </a:r>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r>
              <a:rPr lang="en-US"/>
              <a:t>Click icon to add picture</a:t>
            </a:r>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25639494"/>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14154" y="0"/>
            <a:ext cx="6022081"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55323"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938414CD-ADEE-2A1C-3732-775C2F8A6622}"/>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E28BCD1-980E-222A-56FB-AF81B1AAA188}"/>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pic>
        <p:nvPicPr>
          <p:cNvPr id="2" name="Picture 1">
            <a:extLst>
              <a:ext uri="{FF2B5EF4-FFF2-40B4-BE49-F238E27FC236}">
                <a16:creationId xmlns:a16="http://schemas.microsoft.com/office/drawing/2014/main" id="{7A13427F-499E-7243-A0B2-2CF497977BC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028726748"/>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64E8965-1EA8-8005-A909-76465BA4C0FB}"/>
              </a:ext>
            </a:extLst>
          </p:cNvPr>
          <p:cNvSpPr/>
          <p:nvPr userDrawn="1"/>
        </p:nvSpPr>
        <p:spPr bwMode="auto">
          <a:xfrm>
            <a:off x="9696450" y="0"/>
            <a:ext cx="249555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4DE50EB9-DDCB-6B82-90E6-D93EE59FCA97}"/>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D2BDD8D8-D17E-BFC0-ED6D-6E1D4A30B39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7CA1A5DA-E4C1-1856-5847-AE3486592FD5}"/>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3" name="Text Placeholder 10">
            <a:extLst>
              <a:ext uri="{FF2B5EF4-FFF2-40B4-BE49-F238E27FC236}">
                <a16:creationId xmlns:a16="http://schemas.microsoft.com/office/drawing/2014/main" id="{AF691A2C-885A-0EB3-797C-EF58AD425AF3}"/>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700041676"/>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9F79CFF-40BD-429D-B35C-552695FE8C5D}"/>
              </a:ext>
            </a:extLst>
          </p:cNvPr>
          <p:cNvSpPr/>
          <p:nvPr userDrawn="1"/>
        </p:nvSpPr>
        <p:spPr bwMode="auto">
          <a:xfrm>
            <a:off x="7832725" y="0"/>
            <a:ext cx="435927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DB1A98B3-DB51-25C7-9270-7820F6EA398D}"/>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5D2C4444-E6DF-4B99-1941-139B63DFBEBB}"/>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3" name="Title 1">
            <a:extLst>
              <a:ext uri="{FF2B5EF4-FFF2-40B4-BE49-F238E27FC236}">
                <a16:creationId xmlns:a16="http://schemas.microsoft.com/office/drawing/2014/main" id="{E0D51657-4E0D-F30E-9697-A8C29A986641}"/>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2D1B3AA5-C2D7-58A8-7EBE-6629FEA85E59}"/>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569160582"/>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lvl="0"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E6F59B46-0DE3-E568-233F-75A607AEE6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8" name="Text Placeholder 10">
            <a:extLst>
              <a:ext uri="{FF2B5EF4-FFF2-40B4-BE49-F238E27FC236}">
                <a16:creationId xmlns:a16="http://schemas.microsoft.com/office/drawing/2014/main" id="{57396B7B-5CA0-2575-EECE-9254812E7AA7}"/>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426952470"/>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Case_Study_1/2_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a:solidFill>
            <a:schemeClr val="bg1">
              <a:lumMod val="95000"/>
            </a:schemeClr>
          </a:solidFill>
        </p:spPr>
        <p:txBody>
          <a:bodyPr/>
          <a:lstStyle/>
          <a:p>
            <a:r>
              <a:rPr lang="en-US"/>
              <a:t>Click icon to add picture</a:t>
            </a:r>
          </a:p>
        </p:txBody>
      </p:sp>
      <p:sp>
        <p:nvSpPr>
          <p:cNvPr id="7" name="TextBox 6">
            <a:extLst>
              <a:ext uri="{FF2B5EF4-FFF2-40B4-BE49-F238E27FC236}">
                <a16:creationId xmlns:a16="http://schemas.microsoft.com/office/drawing/2014/main" id="{E7E1AB88-4EAB-7302-D460-368C8A95B88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8" name="Text Placeholder 3">
            <a:extLst>
              <a:ext uri="{FF2B5EF4-FFF2-40B4-BE49-F238E27FC236}">
                <a16:creationId xmlns:a16="http://schemas.microsoft.com/office/drawing/2014/main" id="{63BB7D0E-0360-1177-1B37-D40F98E8945C}"/>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5" name="Title 1">
            <a:extLst>
              <a:ext uri="{FF2B5EF4-FFF2-40B4-BE49-F238E27FC236}">
                <a16:creationId xmlns:a16="http://schemas.microsoft.com/office/drawing/2014/main" id="{FC806764-F53B-099D-08F4-9559CEC18F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6" name="Text Placeholder 10">
            <a:extLst>
              <a:ext uri="{FF2B5EF4-FFF2-40B4-BE49-F238E27FC236}">
                <a16:creationId xmlns:a16="http://schemas.microsoft.com/office/drawing/2014/main" id="{93281F56-5810-8527-EA21-EF9D06E82D7E}"/>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24970587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3FF4445-7E43-4943-6564-663F57E4686B}"/>
              </a:ext>
            </a:extLst>
          </p:cNvPr>
          <p:cNvSpPr/>
          <p:nvPr userDrawn="1"/>
        </p:nvSpPr>
        <p:spPr bwMode="auto">
          <a:xfrm>
            <a:off x="0" y="0"/>
            <a:ext cx="610552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2" name="Picture 1">
            <a:extLst>
              <a:ext uri="{FF2B5EF4-FFF2-40B4-BE49-F238E27FC236}">
                <a16:creationId xmlns:a16="http://schemas.microsoft.com/office/drawing/2014/main" id="{E6BCB5CB-662F-D77E-B95C-6FAEB9F5B9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3" name="Title 1">
            <a:extLst>
              <a:ext uri="{FF2B5EF4-FFF2-40B4-BE49-F238E27FC236}">
                <a16:creationId xmlns:a16="http://schemas.microsoft.com/office/drawing/2014/main" id="{AB9A991D-1B79-B376-3D76-EEC73A5EFBAA}"/>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36083D7-1357-B3A0-B2CA-C5879573A124}"/>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1961495"/>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8999" y="0"/>
            <a:ext cx="8763001" cy="6858000"/>
          </a:xfrm>
          <a:prstGeom prst="rect">
            <a:avLst/>
          </a:prstGeom>
        </p:spPr>
        <p:txBody>
          <a:bodyPr/>
          <a:lstStyle/>
          <a:p>
            <a:r>
              <a:rPr lang="en-US"/>
              <a:t>Click icon to add picture</a:t>
            </a:r>
          </a:p>
        </p:txBody>
      </p:sp>
      <p:pic>
        <p:nvPicPr>
          <p:cNvPr id="6" name="Picture 5">
            <a:extLst>
              <a:ext uri="{FF2B5EF4-FFF2-40B4-BE49-F238E27FC236}">
                <a16:creationId xmlns:a16="http://schemas.microsoft.com/office/drawing/2014/main" id="{45215EAA-C348-C006-D714-D17F88664CE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 name="Title 1">
            <a:extLst>
              <a:ext uri="{FF2B5EF4-FFF2-40B4-BE49-F238E27FC236}">
                <a16:creationId xmlns:a16="http://schemas.microsoft.com/office/drawing/2014/main" id="{AEB6FBC1-BEC1-A0F4-57EF-55F4857ABEE1}"/>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8" name="Text Placeholder 10">
            <a:extLst>
              <a:ext uri="{FF2B5EF4-FFF2-40B4-BE49-F238E27FC236}">
                <a16:creationId xmlns:a16="http://schemas.microsoft.com/office/drawing/2014/main" id="{14D7C070-9D88-55A0-43C0-D19D13432502}"/>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66234826"/>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815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6" name="Picture 5">
            <a:extLst>
              <a:ext uri="{FF2B5EF4-FFF2-40B4-BE49-F238E27FC236}">
                <a16:creationId xmlns:a16="http://schemas.microsoft.com/office/drawing/2014/main" id="{1189404C-9543-05AC-0FE7-5F45141B88B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0" name="Title 1">
            <a:extLst>
              <a:ext uri="{FF2B5EF4-FFF2-40B4-BE49-F238E27FC236}">
                <a16:creationId xmlns:a16="http://schemas.microsoft.com/office/drawing/2014/main" id="{7EE2443F-202F-9996-08A0-68D8B34EB25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11" name="Text Placeholder 10">
            <a:extLst>
              <a:ext uri="{FF2B5EF4-FFF2-40B4-BE49-F238E27FC236}">
                <a16:creationId xmlns:a16="http://schemas.microsoft.com/office/drawing/2014/main" id="{75A952B7-2C29-CE80-75CE-F2ED96B6386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62878152"/>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52926" y="0"/>
            <a:ext cx="7839074"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2" name="TextBox 11">
            <a:extLst>
              <a:ext uri="{FF2B5EF4-FFF2-40B4-BE49-F238E27FC236}">
                <a16:creationId xmlns:a16="http://schemas.microsoft.com/office/drawing/2014/main" id="{9D211704-E6A2-554A-83D7-019EF0F003D0}"/>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tx1"/>
                </a:solidFill>
              </a:rPr>
              <a:t>CONFIDENTIAL. Copyright ©</a:t>
            </a:r>
          </a:p>
        </p:txBody>
      </p:sp>
      <p:sp>
        <p:nvSpPr>
          <p:cNvPr id="13" name="Text Placeholder 3">
            <a:extLst>
              <a:ext uri="{FF2B5EF4-FFF2-40B4-BE49-F238E27FC236}">
                <a16:creationId xmlns:a16="http://schemas.microsoft.com/office/drawing/2014/main" id="{C4E06C20-AA8E-8342-A500-79B18C39022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tx1"/>
                </a:solidFill>
              </a:rPr>
              <a:pPr lvl="0"/>
              <a:t>‹#›</a:t>
            </a:fld>
            <a:endParaRPr lang="en-US" sz="1000">
              <a:solidFill>
                <a:schemeClr val="tx1"/>
              </a:solidFill>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52925" y="0"/>
            <a:ext cx="7839075" cy="6858000"/>
          </a:xfrm>
          <a:prstGeom prst="rect">
            <a:avLst/>
          </a:prstGeom>
          <a:solidFill>
            <a:schemeClr val="bg1">
              <a:lumMod val="95000"/>
            </a:schemeClr>
          </a:solidFill>
        </p:spPr>
        <p:txBody>
          <a:bodyPr/>
          <a:lstStyle/>
          <a:p>
            <a:r>
              <a:rPr lang="en-US"/>
              <a:t>Click icon to add picture</a:t>
            </a:r>
          </a:p>
        </p:txBody>
      </p:sp>
      <p:sp>
        <p:nvSpPr>
          <p:cNvPr id="6" name="Title 1">
            <a:extLst>
              <a:ext uri="{FF2B5EF4-FFF2-40B4-BE49-F238E27FC236}">
                <a16:creationId xmlns:a16="http://schemas.microsoft.com/office/drawing/2014/main" id="{50445D59-5D09-D8C1-2EC1-A52718159786}"/>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77EF2F3C-6015-6E2B-6FDD-5205793AA2F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880011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12FD094-0794-063E-2B57-722EE39684F1}"/>
              </a:ext>
            </a:extLst>
          </p:cNvPr>
          <p:cNvSpPr/>
          <p:nvPr userDrawn="1"/>
        </p:nvSpPr>
        <p:spPr bwMode="auto">
          <a:xfrm>
            <a:off x="0" y="0"/>
            <a:ext cx="7143750"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8" name="Picture 7">
            <a:extLst>
              <a:ext uri="{FF2B5EF4-FFF2-40B4-BE49-F238E27FC236}">
                <a16:creationId xmlns:a16="http://schemas.microsoft.com/office/drawing/2014/main" id="{81633583-352F-F956-B6C1-9C86A76DE1E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6" name="Title 1">
            <a:extLst>
              <a:ext uri="{FF2B5EF4-FFF2-40B4-BE49-F238E27FC236}">
                <a16:creationId xmlns:a16="http://schemas.microsoft.com/office/drawing/2014/main" id="{5CB865C5-5C2A-A194-F7E1-984E0B64240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4D86B38F-89DD-F114-5F16-98FE8F50CA3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10795457"/>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9D2A7FA-64FE-D868-11A0-F061891C2469}"/>
              </a:ext>
            </a:extLst>
          </p:cNvPr>
          <p:cNvSpPr/>
          <p:nvPr userDrawn="1"/>
        </p:nvSpPr>
        <p:spPr bwMode="auto">
          <a:xfrm>
            <a:off x="0" y="0"/>
            <a:ext cx="24892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itle 1">
            <a:extLst>
              <a:ext uri="{FF2B5EF4-FFF2-40B4-BE49-F238E27FC236}">
                <a16:creationId xmlns:a16="http://schemas.microsoft.com/office/drawing/2014/main" id="{EAF94430-52EF-289A-6B5B-96C63479C8AD}"/>
              </a:ext>
            </a:extLst>
          </p:cNvPr>
          <p:cNvSpPr>
            <a:spLocks noGrp="1"/>
          </p:cNvSpPr>
          <p:nvPr>
            <p:ph type="title"/>
          </p:nvPr>
        </p:nvSpPr>
        <p:spPr>
          <a:xfrm>
            <a:off x="4354641" y="1600200"/>
            <a:ext cx="4797425" cy="338554"/>
          </a:xfrm>
          <a:prstGeom prst="rect">
            <a:avLst/>
          </a:prstGeom>
        </p:spPr>
        <p:txBody>
          <a:bodyPr>
            <a:spAutoFit/>
          </a:bodyPr>
          <a:lstStyle>
            <a:lvl1pPr>
              <a:defRPr sz="2200" b="1" i="0">
                <a:solidFill>
                  <a:schemeClr val="tx1"/>
                </a:solidFill>
                <a:latin typeface="Calibri" panose="020F0502020204030204" pitchFamily="34" charset="0"/>
                <a:cs typeface="Calibri" panose="020F0502020204030204" pitchFamily="34" charset="0"/>
              </a:defRPr>
            </a:lvl1pPr>
          </a:lstStyle>
          <a:p>
            <a:r>
              <a:rPr lang="en-US"/>
              <a:t>Click to edit Master title style</a:t>
            </a: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54641" y="2286000"/>
            <a:ext cx="4784852" cy="3657600"/>
          </a:xfrm>
          <a:prstGeom prst="rect">
            <a:avLst/>
          </a:prstGeom>
        </p:spPr>
        <p:txBody>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8" name="Picture 7">
            <a:extLst>
              <a:ext uri="{FF2B5EF4-FFF2-40B4-BE49-F238E27FC236}">
                <a16:creationId xmlns:a16="http://schemas.microsoft.com/office/drawing/2014/main" id="{7D27BDED-D894-E63E-2F9E-832F391AA1F8}"/>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3813826399"/>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159595019"/>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846476287"/>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39074" y="1353882"/>
            <a:ext cx="4220135" cy="1107996"/>
          </a:xfrm>
          <a:prstGeom prst="rect">
            <a:avLst/>
          </a:prstGeom>
        </p:spPr>
        <p:txBody>
          <a:bodyPr wrap="square">
            <a:spAutoFit/>
          </a:bodyPr>
          <a:lstStyle>
            <a:lvl1pPr>
              <a:defRPr sz="72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5028228"/>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39074" y="1035424"/>
            <a:ext cx="4648200" cy="1107996"/>
          </a:xfrm>
          <a:prstGeom prst="rect">
            <a:avLst/>
          </a:prstGeom>
        </p:spPr>
        <p:txBody>
          <a:bodyPr wrap="square" lIns="0" tIns="0" rIns="0" bIns="0">
            <a:spAutoFit/>
          </a:bodyPr>
          <a:lstStyle>
            <a:lvl1pPr>
              <a:defRPr lang="en-US" sz="7200" b="0" dirty="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39074"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39074" y="3313799"/>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39074" y="3672220"/>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39074"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39074"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39074"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39074"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235918"/>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chemeClr val="bg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1674905" y="5035401"/>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tx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CD5434AD-5AC2-9852-2EE5-0B7825009419}"/>
              </a:ext>
            </a:extLst>
          </p:cNvPr>
          <p:cNvSpPr txBox="1"/>
          <p:nvPr userDrawn="1"/>
        </p:nvSpPr>
        <p:spPr>
          <a:xfrm>
            <a:off x="-914400" y="274320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5041603"/>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48767483"/>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650261858"/>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91396952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3379480648"/>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3407502645"/>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3" name="TextBox 22">
            <a:extLst>
              <a:ext uri="{FF2B5EF4-FFF2-40B4-BE49-F238E27FC236}">
                <a16:creationId xmlns:a16="http://schemas.microsoft.com/office/drawing/2014/main" id="{05DCFC83-97AB-BE40-9059-9CE8B2021737}"/>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CONFIDENTIAL. Copyright ©</a:t>
            </a:r>
          </a:p>
        </p:txBody>
      </p:sp>
      <p:sp>
        <p:nvSpPr>
          <p:cNvPr id="26" name="Text Placeholder 3">
            <a:extLst>
              <a:ext uri="{FF2B5EF4-FFF2-40B4-BE49-F238E27FC236}">
                <a16:creationId xmlns:a16="http://schemas.microsoft.com/office/drawing/2014/main" id="{AE04C751-FBC9-3B46-AAD4-46BD8DFA5D3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Tree>
    <p:extLst>
      <p:ext uri="{BB962C8B-B14F-4D97-AF65-F5344CB8AC3E}">
        <p14:creationId xmlns:p14="http://schemas.microsoft.com/office/powerpoint/2010/main" val="2629784643"/>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4254146511"/>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8" name="TextBox 27">
            <a:extLst>
              <a:ext uri="{FF2B5EF4-FFF2-40B4-BE49-F238E27FC236}">
                <a16:creationId xmlns:a16="http://schemas.microsoft.com/office/drawing/2014/main" id="{5696A0CB-1C78-8CBF-08C6-7CD08CF1D19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29" name="Text Placeholder 3">
            <a:extLst>
              <a:ext uri="{FF2B5EF4-FFF2-40B4-BE49-F238E27FC236}">
                <a16:creationId xmlns:a16="http://schemas.microsoft.com/office/drawing/2014/main" id="{328107B5-87E9-D299-9F61-658CFC39E3B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3521564650"/>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solidFill>
                  <a:schemeClr val="bg1"/>
                </a:soli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736114600"/>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dirty="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207312826"/>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32032259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4383703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a:spLocks/>
          </p:cNvSpPr>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dirty="0">
                <a:solidFill>
                  <a:schemeClr val="bg1"/>
                </a:solidFill>
                <a:latin typeface="+mj-lt"/>
                <a:ea typeface="Calibri" panose="020F0502020204030204" pitchFamily="34" charset="0"/>
                <a:cs typeface="Calibri Light" panose="020F0302020204030204" pitchFamily="34" charset="0"/>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6000" b="1" i="0" u="none" strike="noStrike" kern="1200" cap="none" spc="0" normalizeH="0" baseline="0" noProof="0">
                <a:ln>
                  <a:noFill/>
                </a:ln>
                <a:solidFill>
                  <a:srgbClr val="FFFFFF"/>
                </a:solidFill>
                <a:effectLst/>
                <a:uLnTx/>
                <a:uFillTx/>
                <a:latin typeface="Calibri Bold"/>
                <a:cs typeface="Calibri Light" panose="020F0302020204030204" pitchFamily="34" charset="0"/>
              </a:rPr>
              <a:t>Disclaimer</a:t>
            </a:r>
          </a:p>
        </p:txBody>
      </p:sp>
      <p:sp>
        <p:nvSpPr>
          <p:cNvPr id="6" name="Rectangle 5">
            <a:extLst>
              <a:ext uri="{FF2B5EF4-FFF2-40B4-BE49-F238E27FC236}">
                <a16:creationId xmlns:a16="http://schemas.microsoft.com/office/drawing/2014/main" id="{EDA858F5-1B5C-FD7A-432D-19F62375A90D}"/>
              </a:ext>
            </a:extLst>
          </p:cNvPr>
          <p:cNvSpPr/>
          <p:nvPr userDrawn="1"/>
        </p:nvSpPr>
        <p:spPr>
          <a:xfrm>
            <a:off x="481264" y="4759456"/>
            <a:ext cx="4267462" cy="986010"/>
          </a:xfrm>
          <a:prstGeom prst="rect">
            <a:avLst/>
          </a:prstGeom>
          <a:noFill/>
          <a:ln>
            <a:noFill/>
          </a:ln>
          <a:extLst>
            <a:ext uri="{909E8E84-426E-40DD-AFC4-6F175D3DCCD1}">
              <a14:hiddenFill xmlns:a14="http://schemas.microsoft.com/office/drawing/2010/main">
                <a:solidFill>
                  <a:schemeClr val="bg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l" defTabSz="914354" rtl="0" eaLnBrk="1" fontAlgn="auto" latinLnBrk="0" hangingPunct="1">
              <a:lnSpc>
                <a:spcPct val="100000"/>
              </a:lnSpc>
              <a:spcBef>
                <a:spcPts val="0"/>
              </a:spcBef>
              <a:spcAft>
                <a:spcPts val="60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This presentation was downloaded from Presales Stories. </a:t>
            </a:r>
          </a:p>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Discover more content about EPAM’s Capabilities at </a:t>
            </a:r>
            <a:br>
              <a:rPr kumimoji="0" lang="en-US" sz="1200" b="1" i="0" u="none" strike="noStrike" kern="1200" cap="none" spc="0" normalizeH="0" baseline="0" noProof="0">
                <a:ln>
                  <a:noFill/>
                </a:ln>
                <a:solidFill>
                  <a:srgbClr val="418DFF"/>
                </a:solidFill>
                <a:effectLst/>
                <a:uLnTx/>
                <a:uFillTx/>
                <a:latin typeface="Calibri"/>
                <a:ea typeface="+mn-ea"/>
                <a:cs typeface="+mn-cs"/>
              </a:rPr>
            </a:br>
            <a:r>
              <a:rPr kumimoji="0" lang="en-US" sz="1200" b="1" i="0" u="sng" strike="noStrike" kern="1200" cap="none" spc="0" normalizeH="0" baseline="0" noProof="0">
                <a:ln>
                  <a:noFill/>
                </a:ln>
                <a:solidFill>
                  <a:srgbClr val="418DFF"/>
                </a:solidFill>
                <a:effectLst/>
                <a:uLnTx/>
                <a:uFillTx/>
                <a:latin typeface="Calibri"/>
                <a:ea typeface="+mn-ea"/>
                <a:cs typeface="+mn-cs"/>
                <a:hlinkClick r:id="rId3">
                  <a:extLst>
                    <a:ext uri="{A12FA001-AC4F-418D-AE19-62706E023703}">
                      <ahyp:hlinkClr xmlns:ahyp="http://schemas.microsoft.com/office/drawing/2018/hyperlinkcolor" val="tx"/>
                    </a:ext>
                  </a:extLst>
                </a:hlinkClick>
              </a:rPr>
              <a:t>https://epa.ms/stories</a:t>
            </a:r>
            <a:endParaRPr kumimoji="0" lang="en-US" sz="1200" b="1" i="0" u="none" strike="noStrike" kern="1200" cap="none" spc="0" normalizeH="0" baseline="0" noProof="0">
              <a:ln>
                <a:noFill/>
              </a:ln>
              <a:solidFill>
                <a:srgbClr val="418DFF"/>
              </a:solidFill>
              <a:effectLst/>
              <a:uLnTx/>
              <a:uFillTx/>
              <a:latin typeface="Calibri"/>
              <a:ea typeface="+mn-ea"/>
              <a:cs typeface="+mn-cs"/>
            </a:endParaRPr>
          </a:p>
        </p:txBody>
      </p:sp>
      <p:sp>
        <p:nvSpPr>
          <p:cNvPr id="7" name="Title 4">
            <a:extLst>
              <a:ext uri="{FF2B5EF4-FFF2-40B4-BE49-F238E27FC236}">
                <a16:creationId xmlns:a16="http://schemas.microsoft.com/office/drawing/2014/main" id="{5C60129C-ED73-46C0-0FB7-BB32CA2BD978}"/>
              </a:ext>
            </a:extLst>
          </p:cNvPr>
          <p:cNvSpPr txBox="1">
            <a:spLocks/>
          </p:cNvSpPr>
          <p:nvPr userDrawn="1"/>
        </p:nvSpPr>
        <p:spPr>
          <a:xfrm>
            <a:off x="481264" y="2919114"/>
            <a:ext cx="6388966" cy="1604735"/>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marL="0" marR="0" lvl="0" indent="0" algn="l" defTabSz="914400" rtl="0" eaLnBrk="1" fontAlgn="auto" latinLnBrk="0" hangingPunct="1">
              <a:lnSpc>
                <a:spcPct val="150000"/>
              </a:lnSpc>
              <a:spcBef>
                <a:spcPct val="0"/>
              </a:spcBef>
              <a:spcAft>
                <a:spcPts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All provided material can only be used under NDA</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Slides can contain confidential notes</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Convert to PDF before sharing</a:t>
            </a: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268968994"/>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222512767"/>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650290873"/>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1692201138"/>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4033234568"/>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101120849"/>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US"/>
              <a:t>Click to edit Master title style</a:t>
            </a:r>
          </a:p>
        </p:txBody>
      </p:sp>
    </p:spTree>
    <p:extLst>
      <p:ext uri="{BB962C8B-B14F-4D97-AF65-F5344CB8AC3E}">
        <p14:creationId xmlns:p14="http://schemas.microsoft.com/office/powerpoint/2010/main" val="31037432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97884110"/>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02969503"/>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1769223"/>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534525221"/>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7642970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US"/>
              <a:t>Click to edit Master title style</a:t>
            </a:r>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24932763"/>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3606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0193833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18471840"/>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9" name="TextBox 8">
            <a:extLst>
              <a:ext uri="{FF2B5EF4-FFF2-40B4-BE49-F238E27FC236}">
                <a16:creationId xmlns:a16="http://schemas.microsoft.com/office/drawing/2014/main" id="{70991B0C-C540-A449-1C7D-F3AE627558A1}"/>
              </a:ext>
            </a:extLst>
          </p:cNvPr>
          <p:cNvSpPr txBox="1"/>
          <p:nvPr userDrawn="1"/>
        </p:nvSpPr>
        <p:spPr>
          <a:xfrm>
            <a:off x="10054041"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19382AE5-9D01-6839-5979-7A3921E0574F}"/>
              </a:ext>
            </a:extLst>
          </p:cNvPr>
          <p:cNvSpPr txBox="1">
            <a:spLocks/>
          </p:cNvSpPr>
          <p:nvPr userDrawn="1"/>
        </p:nvSpPr>
        <p:spPr>
          <a:xfrm>
            <a:off x="11503260"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74784563"/>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182739138"/>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9" name="TextBox 8">
            <a:extLst>
              <a:ext uri="{FF2B5EF4-FFF2-40B4-BE49-F238E27FC236}">
                <a16:creationId xmlns:a16="http://schemas.microsoft.com/office/drawing/2014/main" id="{F1B4A2EA-2922-26E5-D797-A05E70DB9B02}"/>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9C8D5290-AB1A-98C0-647E-05F429722D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3598037"/>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572188152"/>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a:spLocks/>
          </p:cNvSpPr>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96924457"/>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44080907"/>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9012256"/>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031678274"/>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a:spLocks/>
          </p:cNvSpPr>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3899835"/>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634477942"/>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70954117"/>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99885947"/>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4468544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918841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2668829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62904587"/>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US"/>
              <a:t>Click to edit Master title style</a:t>
            </a:r>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7909309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666875391"/>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US"/>
              <a:t>Click to edit Master title style</a:t>
            </a:r>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004447087"/>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8544099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66718560"/>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2726603"/>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1768151"/>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852413614"/>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Tree>
    <p:extLst>
      <p:ext uri="{BB962C8B-B14F-4D97-AF65-F5344CB8AC3E}">
        <p14:creationId xmlns:p14="http://schemas.microsoft.com/office/powerpoint/2010/main" val="49343681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08880661"/>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889560726"/>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397075"/>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dirty="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9876047"/>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Tx/>
              <a:buNone/>
              <a:tabLst/>
              <a:defRPr/>
            </a:pPr>
            <a:endParaRPr kumimoji="0" lang="en-US" sz="1200" b="0" i="0" u="none" strike="noStrike" kern="1200" cap="none" spc="0" normalizeH="0" baseline="0" noProof="0" err="1">
              <a:ln>
                <a:noFill/>
              </a:ln>
              <a:solidFill>
                <a:srgbClr val="000000"/>
              </a:solidFill>
              <a:effectLst/>
              <a:uLnTx/>
              <a:uFillTx/>
              <a:latin typeface="Calibri"/>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800" b="0" i="0" u="none" strike="noStrike" kern="1200" cap="none" spc="0" normalizeH="0" baseline="0" noProof="0" smtClean="0">
                <a:ln>
                  <a:noFill/>
                </a:ln>
                <a:solidFill>
                  <a:srgbClr val="000000"/>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000000"/>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121217838"/>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18328652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2694802863"/>
      </p:ext>
    </p:extLst>
  </p:cSld>
  <p:clrMapOvr>
    <a:masterClrMapping/>
  </p:clrMapOvr>
  <p:transition/>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Cover-BG-Light">
    <p:bg>
      <p:bgPr>
        <a:solidFill>
          <a:schemeClr val="bg1"/>
        </a:solidFill>
        <a:effectLst/>
      </p:bgPr>
    </p:bg>
    <p:spTree>
      <p:nvGrpSpPr>
        <p:cNvPr id="1" name=""/>
        <p:cNvGrpSpPr/>
        <p:nvPr/>
      </p:nvGrpSpPr>
      <p:grpSpPr>
        <a:xfrm>
          <a:off x="0" y="0"/>
          <a:ext cx="0" cy="0"/>
          <a:chOff x="0" y="0"/>
          <a:chExt cx="0" cy="0"/>
        </a:xfrm>
      </p:grpSpPr>
      <p:pic>
        <p:nvPicPr>
          <p:cNvPr id="2" name="Picture 1" descr="Background pattern  Description automatically generated">
            <a:extLst>
              <a:ext uri="{FF2B5EF4-FFF2-40B4-BE49-F238E27FC236}">
                <a16:creationId xmlns:a16="http://schemas.microsoft.com/office/drawing/2014/main" id="{DE3A7CEE-E1C9-5E29-7BD1-4DC1A1B47F8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tx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tx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3" name="Graphic 2">
            <a:extLst>
              <a:ext uri="{FF2B5EF4-FFF2-40B4-BE49-F238E27FC236}">
                <a16:creationId xmlns:a16="http://schemas.microsoft.com/office/drawing/2014/main" id="{D046FBA0-34E7-8BA0-8C70-B6AFD4D64D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85414" y="748727"/>
            <a:ext cx="1226857" cy="432373"/>
          </a:xfrm>
          <a:prstGeom prst="rect">
            <a:avLst/>
          </a:prstGeom>
        </p:spPr>
      </p:pic>
      <p:pic>
        <p:nvPicPr>
          <p:cNvPr id="4" name="Picture 2">
            <a:extLst>
              <a:ext uri="{FF2B5EF4-FFF2-40B4-BE49-F238E27FC236}">
                <a16:creationId xmlns:a16="http://schemas.microsoft.com/office/drawing/2014/main" id="{CBF502CF-1A1A-CC59-E387-0D13F988CF5D}"/>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2067622" y="720619"/>
            <a:ext cx="1658252" cy="391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0313667"/>
      </p:ext>
    </p:extLst>
  </p:cSld>
  <p:clrMapOvr>
    <a:masterClrMapping/>
  </p:clrMapOvr>
  <p:transition/>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r>
              <a:rPr lang="en-GB"/>
              <a:t>Click icon to add picture</a:t>
            </a:r>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4040502134"/>
      </p:ext>
    </p:extLst>
  </p:cSld>
  <p:clrMapOvr>
    <a:masterClrMapping/>
  </p:clrMapOvr>
  <p:transition/>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r>
              <a:rPr lang="en-GB"/>
              <a:t>Click icon to add picture</a:t>
            </a:r>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537534567"/>
      </p:ext>
    </p:extLst>
  </p:cSld>
  <p:clrMapOvr>
    <a:masterClrMapping/>
  </p:clrMapOvr>
  <p:transition/>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2155033612"/>
      </p:ext>
    </p:extLst>
  </p:cSld>
  <p:clrMapOvr>
    <a:masterClrMapping/>
  </p:clrMapOvr>
  <p:transition/>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 name="TextBox 2">
            <a:extLst>
              <a:ext uri="{FF2B5EF4-FFF2-40B4-BE49-F238E27FC236}">
                <a16:creationId xmlns:a16="http://schemas.microsoft.com/office/drawing/2014/main" id="{A90CA163-9EEA-54E4-57D2-BFE989F6F9C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8A0B6ADF-5C55-9945-3F05-7FFC190F1FD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178355418"/>
      </p:ext>
    </p:extLst>
  </p:cSld>
  <p:clrMapOvr>
    <a:masterClrMapping/>
  </p:clrMapOvr>
  <p:transition/>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2434639255"/>
      </p:ext>
    </p:extLst>
  </p:cSld>
  <p:clrMapOvr>
    <a:masterClrMapping/>
  </p:clrMapOvr>
  <p:transition/>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 name="TextBox 1">
            <a:extLst>
              <a:ext uri="{FF2B5EF4-FFF2-40B4-BE49-F238E27FC236}">
                <a16:creationId xmlns:a16="http://schemas.microsoft.com/office/drawing/2014/main" id="{D3634F95-D03F-BB17-0BA8-0AB623989FD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50C2139A-0FDA-8116-257B-67457AE6A971}"/>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84245527"/>
      </p:ext>
    </p:extLst>
  </p:cSld>
  <p:clrMapOvr>
    <a:masterClrMapping/>
  </p:clrMapOvr>
  <p:transition/>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133732388"/>
      </p:ext>
    </p:extLst>
  </p:cSld>
  <p:clrMapOvr>
    <a:masterClrMapping/>
  </p:clrMapOvr>
  <p:transition/>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318384777"/>
      </p:ext>
    </p:extLst>
  </p:cSld>
  <p:clrMapOvr>
    <a:masterClrMapping/>
  </p:clrMapOvr>
  <p:transition/>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035082586"/>
      </p:ext>
    </p:extLst>
  </p:cSld>
  <p:clrMapOvr>
    <a:masterClrMapping/>
  </p:clrMapOvr>
  <p:transition/>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503341541"/>
      </p:ext>
    </p:extLst>
  </p:cSld>
  <p:clrMapOvr>
    <a:masterClrMapping/>
  </p:clrMapOvr>
  <p:transition/>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a:solidFill>
                  <a:schemeClr val="bg1"/>
                </a:solidFill>
                <a:latin typeface="+mj-lt"/>
                <a:ea typeface="Calibri" panose="020F0502020204030204" pitchFamily="34" charset="0"/>
                <a:cs typeface="Calibri Light" panose="020F0302020204030204" pitchFamily="34" charset="0"/>
              </a:defRPr>
            </a:lvl1pPr>
          </a:lstStyle>
          <a:p>
            <a:pPr lvl="0"/>
            <a:r>
              <a:rPr lang="en-US"/>
              <a:t>Disclaimer</a:t>
            </a:r>
          </a:p>
        </p:txBody>
      </p:sp>
      <p:sp>
        <p:nvSpPr>
          <p:cNvPr id="7" name="Title 4">
            <a:extLst>
              <a:ext uri="{FF2B5EF4-FFF2-40B4-BE49-F238E27FC236}">
                <a16:creationId xmlns:a16="http://schemas.microsoft.com/office/drawing/2014/main" id="{5C60129C-ED73-46C0-0FB7-BB32CA2BD978}"/>
              </a:ext>
            </a:extLst>
          </p:cNvPr>
          <p:cNvSpPr txBox="1"/>
          <p:nvPr userDrawn="1"/>
        </p:nvSpPr>
        <p:spPr>
          <a:xfrm>
            <a:off x="481263" y="2919114"/>
            <a:ext cx="6664971" cy="1050737"/>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a:lnSpc>
                <a:spcPct val="150000"/>
              </a:lnSpc>
            </a:pPr>
            <a:r>
              <a:rPr lang="en-US" sz="2400" b="0">
                <a:solidFill>
                  <a:schemeClr val="bg1"/>
                </a:solidFill>
                <a:latin typeface="Calibri Light"/>
                <a:cs typeface="Calibri Light"/>
              </a:rPr>
              <a:t>Do not share this presentation without a signed NDA.</a:t>
            </a:r>
            <a:endParaRPr lang="en-US" sz="2400">
              <a:solidFill>
                <a:schemeClr val="bg1"/>
              </a:solidFill>
              <a:latin typeface="Calibri Light"/>
              <a:cs typeface="Calibri Light"/>
            </a:endParaRPr>
          </a:p>
          <a:p>
            <a:pPr>
              <a:lnSpc>
                <a:spcPct val="150000"/>
              </a:lnSpc>
            </a:pPr>
            <a:r>
              <a:rPr lang="en-US" sz="2400" b="0">
                <a:solidFill>
                  <a:schemeClr val="bg1"/>
                </a:solidFill>
                <a:latin typeface="Calibri Light"/>
                <a:cs typeface="Calibri Light"/>
              </a:rPr>
              <a:t>Convert to PDF to protect sensitive slide notes.</a:t>
            </a:r>
            <a:endParaRPr lang="en-US" sz="2400">
              <a:solidFill>
                <a:schemeClr val="bg1"/>
              </a:solidFill>
              <a:latin typeface="Calibri Light"/>
              <a:cs typeface="Calibri Light"/>
            </a:endParaRP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833522333"/>
      </p:ext>
    </p:extLst>
  </p:cSld>
  <p:clrMapOvr>
    <a:masterClrMapping/>
  </p:clrMapOvr>
  <p:transition/>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9" name="Picture 2">
            <a:extLst>
              <a:ext uri="{FF2B5EF4-FFF2-40B4-BE49-F238E27FC236}">
                <a16:creationId xmlns:a16="http://schemas.microsoft.com/office/drawing/2014/main" id="{349F0370-3C02-C444-CD0F-D08D4C64C812}"/>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8B8C06E9-2078-665E-8F91-DD96B11840B5}"/>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8733420"/>
      </p:ext>
    </p:extLst>
  </p:cSld>
  <p:clrMapOvr>
    <a:masterClrMapping/>
  </p:clrMapOvr>
  <p:transition/>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7" name="Picture 2">
            <a:extLst>
              <a:ext uri="{FF2B5EF4-FFF2-40B4-BE49-F238E27FC236}">
                <a16:creationId xmlns:a16="http://schemas.microsoft.com/office/drawing/2014/main" id="{6B0B6AD7-E17D-5B29-EE8B-DE7A43E27261}"/>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280268E6-2586-CF04-C3CF-40BE4A3273CD}"/>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2846967"/>
      </p:ext>
    </p:extLst>
  </p:cSld>
  <p:clrMapOvr>
    <a:masterClrMapping/>
  </p:clrMapOvr>
  <p:transition/>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330182175"/>
      </p:ext>
    </p:extLst>
  </p:cSld>
  <p:clrMapOvr>
    <a:masterClrMapping/>
  </p:clrMapOvr>
  <p:transition/>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825178884"/>
      </p:ext>
    </p:extLst>
  </p:cSld>
  <p:clrMapOvr>
    <a:masterClrMapping/>
  </p:clrMapOvr>
  <p:transition/>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2" name="Picture 2">
            <a:extLst>
              <a:ext uri="{FF2B5EF4-FFF2-40B4-BE49-F238E27FC236}">
                <a16:creationId xmlns:a16="http://schemas.microsoft.com/office/drawing/2014/main" id="{4D99E3E8-278A-7766-B327-68617ED8B6D4}"/>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91B8E301-B96C-BCEE-DBCB-1F1C7C748F69}"/>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1819629"/>
      </p:ext>
    </p:extLst>
  </p:cSld>
  <p:clrMapOvr>
    <a:masterClrMapping/>
  </p:clrMapOvr>
  <p:transition/>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GB"/>
              <a:t>Click to edit Master title style</a:t>
            </a:r>
            <a:endParaRPr lang="en-US"/>
          </a:p>
        </p:txBody>
      </p:sp>
    </p:spTree>
    <p:extLst>
      <p:ext uri="{BB962C8B-B14F-4D97-AF65-F5344CB8AC3E}">
        <p14:creationId xmlns:p14="http://schemas.microsoft.com/office/powerpoint/2010/main" val="231450848"/>
      </p:ext>
    </p:extLst>
  </p:cSld>
  <p:clrMapOvr>
    <a:masterClrMapping/>
  </p:clrMapOvr>
  <p:transition/>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951538398"/>
      </p:ext>
    </p:extLst>
  </p:cSld>
  <p:clrMapOvr>
    <a:masterClrMapping/>
  </p:clrMapOvr>
  <p:transition/>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80123782"/>
      </p:ext>
    </p:extLst>
  </p:cSld>
  <p:clrMapOvr>
    <a:masterClrMapping/>
  </p:clrMapOvr>
  <p:transition/>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028170"/>
      </p:ext>
    </p:extLst>
  </p:cSld>
  <p:clrMapOvr>
    <a:masterClrMapping/>
  </p:clrMapOvr>
  <p:transition/>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19541210"/>
      </p:ext>
    </p:extLst>
  </p:cSld>
  <p:clrMapOvr>
    <a:masterClrMapping/>
  </p:clrMapOvr>
  <p:transition/>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2309905968"/>
      </p:ext>
    </p:extLst>
  </p:cSld>
  <p:clrMapOvr>
    <a:masterClrMapping/>
  </p:clrMapOvr>
  <p:transition/>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5"/>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70810068"/>
      </p:ext>
    </p:extLst>
  </p:cSld>
  <p:clrMapOvr>
    <a:masterClrMapping/>
  </p:clrMapOvr>
  <p:transition/>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3" name="Graphic 2">
            <a:extLst>
              <a:ext uri="{FF2B5EF4-FFF2-40B4-BE49-F238E27FC236}">
                <a16:creationId xmlns:a16="http://schemas.microsoft.com/office/drawing/2014/main" id="{99CE1444-B151-5430-2753-A94BFE598634}"/>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2058051714"/>
      </p:ext>
    </p:extLst>
  </p:cSld>
  <p:clrMapOvr>
    <a:masterClrMapping/>
  </p:clrMapOvr>
  <p:transition/>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2590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69631191"/>
      </p:ext>
    </p:extLst>
  </p:cSld>
  <p:clrMapOvr>
    <a:masterClrMapping/>
  </p:clrMapOvr>
  <p:transition/>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256062868"/>
      </p:ext>
    </p:extLst>
  </p:cSld>
  <p:clrMapOvr>
    <a:masterClrMapping/>
  </p:clrMapOvr>
  <p:transition/>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5966486"/>
      </p:ext>
    </p:extLst>
  </p:cSld>
  <p:clrMapOvr>
    <a:masterClrMapping/>
  </p:clrMapOvr>
  <p:transition/>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07BD1CA3-DE0B-7A9B-CE98-826ACE3DFEB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05F033AD-4765-5FA3-B45B-9232B4A16A8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20671219"/>
      </p:ext>
    </p:extLst>
  </p:cSld>
  <p:clrMapOvr>
    <a:masterClrMapping/>
  </p:clrMapOvr>
  <p:transition/>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875880171"/>
      </p:ext>
    </p:extLst>
  </p:cSld>
  <p:clrMapOvr>
    <a:masterClrMapping/>
  </p:clrMapOvr>
  <p:transition/>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64ACC802-5D81-6EBD-4496-14A01AE49DB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E233E5D9-D527-CAC4-3B1E-44AA802D724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39122009"/>
      </p:ext>
    </p:extLst>
  </p:cSld>
  <p:clrMapOvr>
    <a:masterClrMapping/>
  </p:clrMapOvr>
  <p:transition/>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34956762"/>
      </p:ext>
    </p:extLst>
  </p:cSld>
  <p:clrMapOvr>
    <a:masterClrMapping/>
  </p:clrMapOvr>
  <p:transition/>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038812970"/>
      </p:ext>
    </p:extLst>
  </p:cSld>
  <p:clrMapOvr>
    <a:masterClrMapping/>
  </p:clrMapOvr>
  <p:transition/>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95534371"/>
      </p:ext>
    </p:extLst>
  </p:cSld>
  <p:clrMapOvr>
    <a:masterClrMapping/>
  </p:clrMapOvr>
  <p:transition/>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3856165808"/>
      </p:ext>
    </p:extLst>
  </p:cSld>
  <p:clrMapOvr>
    <a:masterClrMapping/>
  </p:clrMapOvr>
  <p:transition/>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364103"/>
      </p:ext>
    </p:extLst>
  </p:cSld>
  <p:clrMapOvr>
    <a:masterClrMapping/>
  </p:clrMapOvr>
  <p:transition/>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GB"/>
              <a:t>Click to edit Master title style</a:t>
            </a:r>
            <a:endParaRPr lang="en-US"/>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37514984"/>
      </p:ext>
    </p:extLst>
  </p:cSld>
  <p:clrMapOvr>
    <a:masterClrMapping/>
  </p:clrMapOvr>
  <p:transition/>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50272952"/>
      </p:ext>
    </p:extLst>
  </p:cSld>
  <p:clrMapOvr>
    <a:masterClrMapping/>
  </p:clrMapOvr>
  <p:transition/>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401347417"/>
      </p:ext>
    </p:extLst>
  </p:cSld>
  <p:clrMapOvr>
    <a:masterClrMapping/>
  </p:clrMapOvr>
  <p:transition/>
</p:sldLayout>
</file>

<file path=ppt/slideLayouts/slideLayout257.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645765844"/>
      </p:ext>
    </p:extLst>
  </p:cSld>
  <p:clrMapOvr>
    <a:masterClrMapping/>
  </p:clrMapOvr>
  <p:transition/>
</p:sldLayout>
</file>

<file path=ppt/slideLayouts/slideLayout258.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62490085"/>
      </p:ext>
    </p:extLst>
  </p:cSld>
  <p:clrMapOvr>
    <a:masterClrMapping/>
  </p:clrMapOvr>
  <p:transition/>
</p:sldLayout>
</file>

<file path=ppt/slideLayouts/slideLayout259.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53752613"/>
      </p:ext>
    </p:extLst>
  </p:cSld>
  <p:clrMapOvr>
    <a:masterClrMapping/>
  </p:clrMapOvr>
  <p:transition/>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Picture 2">
            <a:extLst>
              <a:ext uri="{FF2B5EF4-FFF2-40B4-BE49-F238E27FC236}">
                <a16:creationId xmlns:a16="http://schemas.microsoft.com/office/drawing/2014/main" id="{C0C50A8A-9A68-8867-6063-F396C14291FA}"/>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B7E2FC71-43F2-A59B-16E6-F20AFDCEFA56}"/>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6738609"/>
      </p:ext>
    </p:extLst>
  </p:cSld>
  <p:clrMapOvr>
    <a:masterClrMapping/>
  </p:clrMapOvr>
  <p:transition/>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602611254"/>
      </p:ext>
    </p:extLst>
  </p:cSld>
  <p:clrMapOvr>
    <a:masterClrMapping/>
  </p:clrMapOvr>
  <p:transition/>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GB"/>
              <a:t>Click to edit Master title style</a:t>
            </a:r>
            <a:endParaRPr lang="en-US"/>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049040808"/>
      </p:ext>
    </p:extLst>
  </p:cSld>
  <p:clrMapOvr>
    <a:masterClrMapping/>
  </p:clrMapOvr>
  <p:transition/>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07480216"/>
      </p:ext>
    </p:extLst>
  </p:cSld>
  <p:clrMapOvr>
    <a:masterClrMapping/>
  </p:clrMapOvr>
  <p:transition/>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893720160"/>
      </p:ext>
    </p:extLst>
  </p:cSld>
  <p:clrMapOvr>
    <a:masterClrMapping/>
  </p:clrMapOvr>
  <p:transition/>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N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E104305F-427E-7B08-9801-43AF5256FF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pic>
        <p:nvPicPr>
          <p:cNvPr id="6" name="Picture 2">
            <a:extLst>
              <a:ext uri="{FF2B5EF4-FFF2-40B4-BE49-F238E27FC236}">
                <a16:creationId xmlns:a16="http://schemas.microsoft.com/office/drawing/2014/main" id="{CC22BEC5-5214-0AD1-E19D-3BAABAC83BD6}"/>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C04544DD-03A3-1973-04BC-E0B48594B4EA}"/>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2795057"/>
      </p:ext>
    </p:extLst>
  </p:cSld>
  <p:clrMapOvr>
    <a:masterClrMapping/>
  </p:clrMapOvr>
  <p:transition/>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853147867"/>
      </p:ext>
    </p:extLst>
  </p:cSld>
  <p:clrMapOvr>
    <a:masterClrMapping/>
  </p:clrMapOvr>
  <p:transition/>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71930555"/>
      </p:ext>
    </p:extLst>
  </p:cSld>
  <p:clrMapOvr>
    <a:masterClrMapping/>
  </p:clrMapOvr>
  <p:transition/>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Case Study-2/3 Black-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75DC425F-9CC1-9DF3-3F54-17DAA0EB5E7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cxnSp>
        <p:nvCxnSpPr>
          <p:cNvPr id="7" name="Straight Connector 6">
            <a:extLst>
              <a:ext uri="{FF2B5EF4-FFF2-40B4-BE49-F238E27FC236}">
                <a16:creationId xmlns:a16="http://schemas.microsoft.com/office/drawing/2014/main" id="{53EACEBC-C641-FA16-DA3A-4422E44228CB}"/>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523124"/>
      </p:ext>
    </p:extLst>
  </p:cSld>
  <p:clrMapOvr>
    <a:masterClrMapping/>
  </p:clrMapOvr>
  <p:transition/>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53299339"/>
      </p:ext>
    </p:extLst>
  </p:cSld>
  <p:clrMapOvr>
    <a:masterClrMapping/>
  </p:clrMapOvr>
  <p:transition/>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414723857"/>
      </p:ext>
    </p:extLst>
  </p:cSld>
  <p:clrMapOvr>
    <a:masterClrMapping/>
  </p:clrMapOvr>
  <p:transition/>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3-Column Pictures-Leila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192"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192"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4307656"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4307656"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8147867"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8147867"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23"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4307338"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8140700"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76408271"/>
      </p:ext>
    </p:extLst>
  </p:cSld>
  <p:clrMapOvr>
    <a:masterClrMapping/>
  </p:clrMapOvr>
  <p:transition/>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r>
              <a:rPr lang="en-GB"/>
              <a:t>Click icon to add picture</a:t>
            </a:r>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Tree>
    <p:extLst>
      <p:ext uri="{BB962C8B-B14F-4D97-AF65-F5344CB8AC3E}">
        <p14:creationId xmlns:p14="http://schemas.microsoft.com/office/powerpoint/2010/main" val="780417994"/>
      </p:ext>
    </p:extLst>
  </p:cSld>
  <p:clrMapOvr>
    <a:masterClrMapping/>
  </p:clrMapOvr>
  <p:transition/>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Case Study-4 Pictures-Leil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600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3043999" y="0"/>
            <a:ext cx="3060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6087999" y="0"/>
            <a:ext cx="3060000" cy="3429000"/>
          </a:xfrm>
          <a:prstGeom prst="rect">
            <a:avLst/>
          </a:prstGeom>
          <a:solidFill>
            <a:schemeClr val="bg2"/>
          </a:solidFill>
        </p:spPr>
        <p:txBody>
          <a:bodyPr/>
          <a:lstStyle/>
          <a:p>
            <a:r>
              <a:rPr lang="en-GB"/>
              <a:t>Click icon to add picture</a:t>
            </a:r>
            <a:endParaRPr lang="en-US"/>
          </a:p>
        </p:txBody>
      </p:sp>
      <p:sp>
        <p:nvSpPr>
          <p:cNvPr id="2" name="Picture Placeholder 12">
            <a:extLst>
              <a:ext uri="{FF2B5EF4-FFF2-40B4-BE49-F238E27FC236}">
                <a16:creationId xmlns:a16="http://schemas.microsoft.com/office/drawing/2014/main" id="{4C3044EB-579C-1960-F9EB-F116665A7292}"/>
              </a:ext>
            </a:extLst>
          </p:cNvPr>
          <p:cNvSpPr>
            <a:spLocks noGrp="1"/>
          </p:cNvSpPr>
          <p:nvPr>
            <p:ph type="pic" sz="quarter" idx="25"/>
          </p:nvPr>
        </p:nvSpPr>
        <p:spPr>
          <a:xfrm>
            <a:off x="9132000" y="0"/>
            <a:ext cx="3060000" cy="3429000"/>
          </a:xfrm>
          <a:prstGeom prst="rect">
            <a:avLst/>
          </a:prstGeom>
          <a:solidFill>
            <a:schemeClr val="bg2"/>
          </a:solidFill>
        </p:spPr>
        <p:txBody>
          <a:bodyPr/>
          <a:lstStyle/>
          <a:p>
            <a:r>
              <a:rPr lang="en-GB"/>
              <a:t>Click icon to add picture</a:t>
            </a:r>
            <a:endParaRPr lang="en-US"/>
          </a:p>
        </p:txBody>
      </p:sp>
      <p:sp>
        <p:nvSpPr>
          <p:cNvPr id="3" name="Text Placeholder 2">
            <a:extLst>
              <a:ext uri="{FF2B5EF4-FFF2-40B4-BE49-F238E27FC236}">
                <a16:creationId xmlns:a16="http://schemas.microsoft.com/office/drawing/2014/main" id="{C9D6271A-50EF-A83C-8073-0A6628457E18}"/>
              </a:ext>
            </a:extLst>
          </p:cNvPr>
          <p:cNvSpPr>
            <a:spLocks noGrp="1"/>
          </p:cNvSpPr>
          <p:nvPr>
            <p:ph type="body" sz="quarter" idx="16" hasCustomPrompt="1"/>
          </p:nvPr>
        </p:nvSpPr>
        <p:spPr>
          <a:xfrm>
            <a:off x="45720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5" name="Text Placeholder 2">
            <a:extLst>
              <a:ext uri="{FF2B5EF4-FFF2-40B4-BE49-F238E27FC236}">
                <a16:creationId xmlns:a16="http://schemas.microsoft.com/office/drawing/2014/main" id="{33A26170-4FED-69CC-E7CF-6F163320DA0C}"/>
              </a:ext>
            </a:extLst>
          </p:cNvPr>
          <p:cNvSpPr>
            <a:spLocks noGrp="1"/>
          </p:cNvSpPr>
          <p:nvPr>
            <p:ph type="body" sz="quarter" idx="26" hasCustomPrompt="1"/>
          </p:nvPr>
        </p:nvSpPr>
        <p:spPr>
          <a:xfrm>
            <a:off x="45720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7" name="Text Placeholder 2">
            <a:extLst>
              <a:ext uri="{FF2B5EF4-FFF2-40B4-BE49-F238E27FC236}">
                <a16:creationId xmlns:a16="http://schemas.microsoft.com/office/drawing/2014/main" id="{EFF5574A-DA2F-79E2-5257-E464C4DCBED9}"/>
              </a:ext>
            </a:extLst>
          </p:cNvPr>
          <p:cNvSpPr>
            <a:spLocks noGrp="1"/>
          </p:cNvSpPr>
          <p:nvPr>
            <p:ph type="body" sz="quarter" idx="27" hasCustomPrompt="1"/>
          </p:nvPr>
        </p:nvSpPr>
        <p:spPr>
          <a:xfrm>
            <a:off x="3370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8" name="Text Placeholder 2">
            <a:extLst>
              <a:ext uri="{FF2B5EF4-FFF2-40B4-BE49-F238E27FC236}">
                <a16:creationId xmlns:a16="http://schemas.microsoft.com/office/drawing/2014/main" id="{2E50C4C1-6951-43AE-9158-49572E0C92C6}"/>
              </a:ext>
            </a:extLst>
          </p:cNvPr>
          <p:cNvSpPr>
            <a:spLocks noGrp="1"/>
          </p:cNvSpPr>
          <p:nvPr>
            <p:ph type="body" sz="quarter" idx="28" hasCustomPrompt="1"/>
          </p:nvPr>
        </p:nvSpPr>
        <p:spPr>
          <a:xfrm>
            <a:off x="3370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9" name="Text Placeholder 2">
            <a:extLst>
              <a:ext uri="{FF2B5EF4-FFF2-40B4-BE49-F238E27FC236}">
                <a16:creationId xmlns:a16="http://schemas.microsoft.com/office/drawing/2014/main" id="{7000C3D5-7B7C-EDA2-9F53-869EC3327CCF}"/>
              </a:ext>
            </a:extLst>
          </p:cNvPr>
          <p:cNvSpPr>
            <a:spLocks noGrp="1"/>
          </p:cNvSpPr>
          <p:nvPr>
            <p:ph type="body" sz="quarter" idx="21" hasCustomPrompt="1"/>
          </p:nvPr>
        </p:nvSpPr>
        <p:spPr>
          <a:xfrm>
            <a:off x="6414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2" name="Text Placeholder 2">
            <a:extLst>
              <a:ext uri="{FF2B5EF4-FFF2-40B4-BE49-F238E27FC236}">
                <a16:creationId xmlns:a16="http://schemas.microsoft.com/office/drawing/2014/main" id="{E9AE19AD-1845-6345-DD33-3FC9CF1784E4}"/>
              </a:ext>
            </a:extLst>
          </p:cNvPr>
          <p:cNvSpPr>
            <a:spLocks noGrp="1"/>
          </p:cNvSpPr>
          <p:nvPr>
            <p:ph type="body" sz="quarter" idx="22" hasCustomPrompt="1"/>
          </p:nvPr>
        </p:nvSpPr>
        <p:spPr>
          <a:xfrm>
            <a:off x="6414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16" name="Text Placeholder 2">
            <a:extLst>
              <a:ext uri="{FF2B5EF4-FFF2-40B4-BE49-F238E27FC236}">
                <a16:creationId xmlns:a16="http://schemas.microsoft.com/office/drawing/2014/main" id="{EFF38F98-219B-60E4-DEE4-A49FED7181F5}"/>
              </a:ext>
            </a:extLst>
          </p:cNvPr>
          <p:cNvSpPr>
            <a:spLocks noGrp="1"/>
          </p:cNvSpPr>
          <p:nvPr>
            <p:ph type="body" sz="quarter" idx="23" hasCustomPrompt="1"/>
          </p:nvPr>
        </p:nvSpPr>
        <p:spPr>
          <a:xfrm>
            <a:off x="932688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8" name="Text Placeholder 2">
            <a:extLst>
              <a:ext uri="{FF2B5EF4-FFF2-40B4-BE49-F238E27FC236}">
                <a16:creationId xmlns:a16="http://schemas.microsoft.com/office/drawing/2014/main" id="{76073D28-63C4-4EAB-D10E-E4C9A179B803}"/>
              </a:ext>
            </a:extLst>
          </p:cNvPr>
          <p:cNvSpPr>
            <a:spLocks noGrp="1"/>
          </p:cNvSpPr>
          <p:nvPr>
            <p:ph type="body" sz="quarter" idx="24" hasCustomPrompt="1"/>
          </p:nvPr>
        </p:nvSpPr>
        <p:spPr>
          <a:xfrm>
            <a:off x="932688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Tree>
    <p:extLst>
      <p:ext uri="{BB962C8B-B14F-4D97-AF65-F5344CB8AC3E}">
        <p14:creationId xmlns:p14="http://schemas.microsoft.com/office/powerpoint/2010/main" val="2986077741"/>
      </p:ext>
    </p:extLst>
  </p:cSld>
  <p:clrMapOvr>
    <a:masterClrMapping/>
  </p:clrMapOvr>
  <p:transition/>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r>
              <a:rPr lang="en-GB"/>
              <a:t>Click icon to add picture</a:t>
            </a:r>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r>
              <a:rPr lang="en-GB"/>
              <a:t>Click icon to add picture</a:t>
            </a:r>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r>
              <a:rPr lang="en-GB"/>
              <a:t>Click icon to add picture</a:t>
            </a:r>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r>
              <a:rPr lang="en-GB"/>
              <a:t>Click icon to add picture</a:t>
            </a:r>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480115392"/>
      </p:ext>
    </p:extLst>
  </p:cSld>
  <p:clrMapOvr>
    <a:masterClrMapping/>
  </p:clrMapOvr>
  <p:transition/>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r>
              <a:rPr lang="en-GB"/>
              <a:t>Click icon to add picture</a:t>
            </a:r>
            <a:endParaRPr lang="en-US"/>
          </a:p>
        </p:txBody>
      </p:sp>
    </p:spTree>
    <p:extLst>
      <p:ext uri="{BB962C8B-B14F-4D97-AF65-F5344CB8AC3E}">
        <p14:creationId xmlns:p14="http://schemas.microsoft.com/office/powerpoint/2010/main" val="3219030050"/>
      </p:ext>
    </p:extLst>
  </p:cSld>
  <p:clrMapOvr>
    <a:masterClrMapping/>
  </p:clrMapOvr>
  <p:transition/>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2DEA7B-FE87-E4A3-0E28-5A6940077AAF}"/>
              </a:ext>
            </a:extLst>
          </p:cNvPr>
          <p:cNvSpPr/>
          <p:nvPr userDrawn="1"/>
        </p:nvSpPr>
        <p:spPr bwMode="auto">
          <a:xfrm>
            <a:off x="1020000" y="999000"/>
            <a:ext cx="10152000" cy="4860000"/>
          </a:xfrm>
          <a:prstGeom prst="rect">
            <a:avLst/>
          </a:prstGeom>
          <a:gradFill>
            <a:gsLst>
              <a:gs pos="66000">
                <a:schemeClr val="accent5"/>
              </a:gs>
              <a:gs pos="0">
                <a:schemeClr val="accent2"/>
              </a:gs>
              <a:gs pos="100000">
                <a:schemeClr val="accent4"/>
              </a:gs>
            </a:gsLst>
            <a:lin ang="1800000" scaled="0"/>
          </a:gradFill>
          <a:ln>
            <a:noFill/>
          </a:ln>
          <a:effectLst/>
        </p:spPr>
        <p:txBody>
          <a:bodyPr wrap="square" lIns="0" tIns="0" rIns="0" bIns="0" rtlCol="0" anchor="ctr"/>
          <a:lstStyle/>
          <a:p>
            <a:pPr lvl="0"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itle 8">
            <a:extLst>
              <a:ext uri="{FF2B5EF4-FFF2-40B4-BE49-F238E27FC236}">
                <a16:creationId xmlns:a16="http://schemas.microsoft.com/office/drawing/2014/main" id="{388A2ACC-EFED-3CEF-B58F-EA44CFA34596}"/>
              </a:ext>
            </a:extLst>
          </p:cNvPr>
          <p:cNvSpPr>
            <a:spLocks noGrp="1"/>
          </p:cNvSpPr>
          <p:nvPr>
            <p:ph type="title" hasCustomPrompt="1"/>
          </p:nvPr>
        </p:nvSpPr>
        <p:spPr>
          <a:xfrm>
            <a:off x="2149475" y="2464175"/>
            <a:ext cx="7899400" cy="615553"/>
          </a:xfrm>
          <a:prstGeom prst="rect">
            <a:avLst/>
          </a:prstGeom>
        </p:spPr>
        <p:txBody>
          <a:bodyPr vert="horz" wrap="square" lIns="0" tIns="0" rIns="0" bIns="0" rtlCol="0" anchor="t">
            <a:spAutoFit/>
          </a:bodyPr>
          <a:lstStyle>
            <a:lvl1pPr>
              <a:defRPr lang="en-US" sz="4000" b="0" i="0" spc="0">
                <a:solidFill>
                  <a:schemeClr val="bg1"/>
                </a:solidFill>
                <a:effectLst/>
                <a:latin typeface="Calibri Light" panose="020F0302020204030204" pitchFamily="34" charset="0"/>
                <a:cs typeface="Calibri Light" panose="020F0302020204030204" pitchFamily="34" charset="0"/>
              </a:defRPr>
            </a:lvl1pPr>
          </a:lstStyle>
          <a:p>
            <a:pPr lvl="0"/>
            <a:r>
              <a:rPr lang="en-US"/>
              <a:t>Insert your quote here</a:t>
            </a:r>
          </a:p>
        </p:txBody>
      </p:sp>
      <p:sp>
        <p:nvSpPr>
          <p:cNvPr id="2" name="Title 8">
            <a:extLst>
              <a:ext uri="{FF2B5EF4-FFF2-40B4-BE49-F238E27FC236}">
                <a16:creationId xmlns:a16="http://schemas.microsoft.com/office/drawing/2014/main" id="{A967559A-5EC8-8B92-65E3-76928C972876}"/>
              </a:ext>
            </a:extLst>
          </p:cNvPr>
          <p:cNvSpPr txBox="1"/>
          <p:nvPr userDrawn="1"/>
        </p:nvSpPr>
        <p:spPr>
          <a:xfrm>
            <a:off x="2062976" y="1531155"/>
            <a:ext cx="1248633" cy="147732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lang="en-US" sz="4000" b="0" i="0" kern="1200" spc="0">
                <a:gradFill>
                  <a:gsLst>
                    <a:gs pos="50000">
                      <a:schemeClr val="accent2"/>
                    </a:gs>
                    <a:gs pos="70000">
                      <a:schemeClr val="accent5"/>
                    </a:gs>
                    <a:gs pos="100000">
                      <a:schemeClr val="accent4"/>
                    </a:gs>
                  </a:gsLst>
                  <a:lin ang="1200000" scaled="0"/>
                </a:gradFill>
                <a:effectLst/>
                <a:latin typeface="Calibri Light" panose="020F0302020204030204" pitchFamily="34" charset="0"/>
                <a:ea typeface="Calibri" panose="020F0502020204030204" pitchFamily="34" charset="0"/>
                <a:cs typeface="Calibri Light" panose="020F0302020204030204" pitchFamily="34" charset="0"/>
              </a:defRPr>
            </a:lvl1pPr>
          </a:lstStyle>
          <a:p>
            <a:r>
              <a:rPr lang="en-GB" sz="9600">
                <a:solidFill>
                  <a:schemeClr val="bg1"/>
                </a:solidFill>
              </a:rPr>
              <a:t>“</a:t>
            </a:r>
          </a:p>
        </p:txBody>
      </p:sp>
    </p:spTree>
    <p:extLst>
      <p:ext uri="{BB962C8B-B14F-4D97-AF65-F5344CB8AC3E}">
        <p14:creationId xmlns:p14="http://schemas.microsoft.com/office/powerpoint/2010/main" val="3033242562"/>
      </p:ext>
    </p:extLst>
  </p:cSld>
  <p:clrMapOvr>
    <a:masterClrMapping/>
  </p:clrMapOvr>
  <p:transition/>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2" name="Graphic 1">
            <a:extLst>
              <a:ext uri="{FF2B5EF4-FFF2-40B4-BE49-F238E27FC236}">
                <a16:creationId xmlns:a16="http://schemas.microsoft.com/office/drawing/2014/main" id="{84736574-B51A-9653-821A-E3F5C3FCDF5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6191EA3E-7B20-955D-0C59-DF85A915365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9BB0EE7-0219-6A5E-BA7F-872F2C48D7E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80696283"/>
      </p:ext>
    </p:extLst>
  </p:cSld>
  <p:clrMapOvr>
    <a:masterClrMapping/>
  </p:clrMapOvr>
  <p:transition/>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Thank_you-Light">
    <p:bg>
      <p:bgPr>
        <a:blipFill dpi="0" rotWithShape="1">
          <a:blip r:embed="rId2">
            <a:lum/>
          </a:blip>
          <a:stretch>
            <a:fillRect/>
          </a:stretch>
        </a:blip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tx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tx2">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8544534"/>
      </p:ext>
    </p:extLst>
  </p:cSld>
  <p:clrMapOvr>
    <a:masterClrMapping/>
  </p:clrMapOvr>
  <p:transition/>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GB"/>
              <a:t>Click icon to add picture</a:t>
            </a:r>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cxnSp>
        <p:nvCxnSpPr>
          <p:cNvPr id="11" name="Straight Connector 10">
            <a:extLst>
              <a:ext uri="{FF2B5EF4-FFF2-40B4-BE49-F238E27FC236}">
                <a16:creationId xmlns:a16="http://schemas.microsoft.com/office/drawing/2014/main" id="{68FF80AE-E38B-EC18-E1B5-2B5AAE36C2F4}"/>
              </a:ext>
            </a:extLst>
          </p:cNvPr>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B5E39841-8080-2E83-D8BB-7AD807F024A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2" name="TextBox 11">
            <a:extLst>
              <a:ext uri="{FF2B5EF4-FFF2-40B4-BE49-F238E27FC236}">
                <a16:creationId xmlns:a16="http://schemas.microsoft.com/office/drawing/2014/main" id="{598728A8-4504-9979-0928-94780E8A451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68625CBB-5BC8-9235-54D3-C8F265017D7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211579025"/>
      </p:ext>
    </p:extLst>
  </p:cSld>
  <p:clrMapOvr>
    <a:masterClrMapping/>
  </p:clrMapOvr>
  <p:transition/>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GB"/>
              <a:t>Click icon to add picture</a:t>
            </a:r>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584775"/>
          </a:xfrm>
          <a:prstGeom prst="rect">
            <a:avLst/>
          </a:prstGeom>
        </p:spPr>
        <p:txBody>
          <a:bodyPr wrap="square">
            <a:spAutoFit/>
          </a:bodyPr>
          <a:lstStyle>
            <a:lvl1pPr>
              <a:lnSpc>
                <a:spcPct val="100000"/>
              </a:lnSpc>
              <a:spcBef>
                <a:spcPct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Thank you!</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ct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EPAM</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flipH="1">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4048103568"/>
      </p:ext>
    </p:extLst>
  </p:cSld>
  <p:clrMapOvr>
    <a:masterClrMapping/>
  </p:clrMapOvr>
  <p:transition/>
</p:sldLayout>
</file>

<file path=ppt/slideLayouts/slideLayout281.xml><?xml version="1.0" encoding="utf-8"?>
<p:sldLayout xmlns:a="http://schemas.openxmlformats.org/drawingml/2006/main" xmlns:r="http://schemas.openxmlformats.org/officeDocument/2006/relationships" xmlns:p="http://schemas.openxmlformats.org/presentationml/2006/main"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16503484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86994413"/>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34885023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slideLayout" Target="../slideLayouts/slideLayout27.xml"/><Relationship Id="rId16" Type="http://schemas.openxmlformats.org/officeDocument/2006/relationships/slideLayout" Target="../slideLayouts/slideLayout28.xml"/><Relationship Id="rId17" Type="http://schemas.openxmlformats.org/officeDocument/2006/relationships/slideLayout" Target="../slideLayouts/slideLayout29.xml"/><Relationship Id="rId18" Type="http://schemas.openxmlformats.org/officeDocument/2006/relationships/slideLayout" Target="../slideLayouts/slideLayout30.xml"/><Relationship Id="rId19" Type="http://schemas.openxmlformats.org/officeDocument/2006/relationships/slideLayout" Target="../slideLayouts/slideLayout31.xml"/><Relationship Id="rId20" Type="http://schemas.openxmlformats.org/officeDocument/2006/relationships/slideLayout" Target="../slideLayouts/slideLayout32.xml"/><Relationship Id="rId21" Type="http://schemas.openxmlformats.org/officeDocument/2006/relationships/slideLayout" Target="../slideLayouts/slideLayout33.xml"/><Relationship Id="rId22" Type="http://schemas.openxmlformats.org/officeDocument/2006/relationships/slideLayout" Target="../slideLayouts/slideLayout34.xml"/><Relationship Id="rId23" Type="http://schemas.openxmlformats.org/officeDocument/2006/relationships/slideLayout" Target="../slideLayouts/slideLayout35.xml"/><Relationship Id="rId24" Type="http://schemas.openxmlformats.org/officeDocument/2006/relationships/slideLayout" Target="../slideLayouts/slideLayout36.xml"/><Relationship Id="rId25" Type="http://schemas.openxmlformats.org/officeDocument/2006/relationships/slideLayout" Target="../slideLayouts/slideLayout37.xml"/><Relationship Id="rId26" Type="http://schemas.openxmlformats.org/officeDocument/2006/relationships/slideLayout" Target="../slideLayouts/slideLayout38.xml"/><Relationship Id="rId27" Type="http://schemas.openxmlformats.org/officeDocument/2006/relationships/slideLayout" Target="../slideLayouts/slideLayout39.xml"/><Relationship Id="rId28" Type="http://schemas.openxmlformats.org/officeDocument/2006/relationships/slideLayout" Target="../slideLayouts/slideLayout40.xml"/><Relationship Id="rId29" Type="http://schemas.openxmlformats.org/officeDocument/2006/relationships/slideLayout" Target="../slideLayouts/slideLayout41.xml"/><Relationship Id="rId30" Type="http://schemas.openxmlformats.org/officeDocument/2006/relationships/slideLayout" Target="../slideLayouts/slideLayout42.xml"/><Relationship Id="rId31" Type="http://schemas.openxmlformats.org/officeDocument/2006/relationships/slideLayout" Target="../slideLayouts/slideLayout43.xml"/><Relationship Id="rId32" Type="http://schemas.openxmlformats.org/officeDocument/2006/relationships/slideLayout" Target="../slideLayouts/slideLayout44.xml"/><Relationship Id="rId33" Type="http://schemas.openxmlformats.org/officeDocument/2006/relationships/slideLayout" Target="../slideLayouts/slideLayout45.xml"/><Relationship Id="rId34" Type="http://schemas.openxmlformats.org/officeDocument/2006/relationships/slideLayout" Target="../slideLayouts/slideLayout46.xml"/><Relationship Id="rId35" Type="http://schemas.openxmlformats.org/officeDocument/2006/relationships/slideLayout" Target="../slideLayouts/slideLayout47.xml"/><Relationship Id="rId36" Type="http://schemas.openxmlformats.org/officeDocument/2006/relationships/slideLayout" Target="../slideLayouts/slideLayout48.xml"/><Relationship Id="rId37" Type="http://schemas.openxmlformats.org/officeDocument/2006/relationships/slideLayout" Target="../slideLayouts/slideLayout49.xml"/><Relationship Id="rId38" Type="http://schemas.openxmlformats.org/officeDocument/2006/relationships/slideLayout" Target="../slideLayouts/slideLayout50.xml"/><Relationship Id="rId39" Type="http://schemas.openxmlformats.org/officeDocument/2006/relationships/slideLayout" Target="../slideLayouts/slideLayout51.xml"/><Relationship Id="rId40" Type="http://schemas.openxmlformats.org/officeDocument/2006/relationships/slideLayout" Target="../slideLayouts/slideLayout52.xml"/><Relationship Id="rId41" Type="http://schemas.openxmlformats.org/officeDocument/2006/relationships/slideLayout" Target="../slideLayouts/slideLayout53.xml"/><Relationship Id="rId42" Type="http://schemas.openxmlformats.org/officeDocument/2006/relationships/slideLayout" Target="../slideLayouts/slideLayout54.xml"/><Relationship Id="rId43" Type="http://schemas.openxmlformats.org/officeDocument/2006/relationships/slideLayout" Target="../slideLayouts/slideLayout55.xml"/><Relationship Id="rId44" Type="http://schemas.openxmlformats.org/officeDocument/2006/relationships/slideLayout" Target="../slideLayouts/slideLayout56.xml"/><Relationship Id="rId45" Type="http://schemas.openxmlformats.org/officeDocument/2006/relationships/slideLayout" Target="../slideLayouts/slideLayout57.xml"/><Relationship Id="rId46" Type="http://schemas.openxmlformats.org/officeDocument/2006/relationships/slideLayout" Target="../slideLayouts/slideLayout58.xml"/><Relationship Id="rId47" Type="http://schemas.openxmlformats.org/officeDocument/2006/relationships/slideLayout" Target="../slideLayouts/slideLayout59.xml"/><Relationship Id="rId48" Type="http://schemas.openxmlformats.org/officeDocument/2006/relationships/slideLayout" Target="../slideLayouts/slideLayout60.xml"/><Relationship Id="rId49" Type="http://schemas.openxmlformats.org/officeDocument/2006/relationships/slideLayout" Target="../slideLayouts/slideLayout61.xml"/><Relationship Id="rId50" Type="http://schemas.openxmlformats.org/officeDocument/2006/relationships/slideLayout" Target="../slideLayouts/slideLayout62.xml"/><Relationship Id="rId51" Type="http://schemas.openxmlformats.org/officeDocument/2006/relationships/slideLayout" Target="../slideLayouts/slideLayout63.xml"/><Relationship Id="rId52" Type="http://schemas.openxmlformats.org/officeDocument/2006/relationships/slideLayout" Target="../slideLayouts/slideLayout64.xml"/><Relationship Id="rId53" Type="http://schemas.openxmlformats.org/officeDocument/2006/relationships/slideLayout" Target="../slideLayouts/slideLayout65.xml"/><Relationship Id="rId54" Type="http://schemas.openxmlformats.org/officeDocument/2006/relationships/slideLayout" Target="../slideLayouts/slideLayout66.xml"/><Relationship Id="rId55" Type="http://schemas.openxmlformats.org/officeDocument/2006/relationships/slideLayout" Target="../slideLayouts/slideLayout67.xml"/><Relationship Id="rId56" Type="http://schemas.openxmlformats.org/officeDocument/2006/relationships/slideLayout" Target="../slideLayouts/slideLayout68.xml"/><Relationship Id="rId57" Type="http://schemas.openxmlformats.org/officeDocument/2006/relationships/slideLayout" Target="../slideLayouts/slideLayout69.xml"/><Relationship Id="rId58" Type="http://schemas.openxmlformats.org/officeDocument/2006/relationships/slideLayout" Target="../slideLayouts/slideLayout70.xml"/><Relationship Id="rId59" Type="http://schemas.openxmlformats.org/officeDocument/2006/relationships/slideLayout" Target="../slideLayouts/slideLayout71.xml"/><Relationship Id="rId60" Type="http://schemas.openxmlformats.org/officeDocument/2006/relationships/slideLayout" Target="../slideLayouts/slideLayout72.xml"/><Relationship Id="rId61" Type="http://schemas.openxmlformats.org/officeDocument/2006/relationships/slideLayout" Target="../slideLayouts/slideLayout73.xml"/><Relationship Id="rId62" Type="http://schemas.openxmlformats.org/officeDocument/2006/relationships/slideLayout" Target="../slideLayouts/slideLayout74.xml"/><Relationship Id="rId63" Type="http://schemas.openxmlformats.org/officeDocument/2006/relationships/slideLayout" Target="../slideLayouts/slideLayout75.xml"/><Relationship Id="rId64" Type="http://schemas.openxmlformats.org/officeDocument/2006/relationships/slideLayout" Target="../slideLayouts/slideLayout76.xml"/><Relationship Id="rId65" Type="http://schemas.openxmlformats.org/officeDocument/2006/relationships/slideLayout" Target="../slideLayouts/slideLayout77.xml"/><Relationship Id="rId66" Type="http://schemas.openxmlformats.org/officeDocument/2006/relationships/slideLayout" Target="../slideLayouts/slideLayout78.xml"/><Relationship Id="rId67" Type="http://schemas.openxmlformats.org/officeDocument/2006/relationships/slideLayout" Target="../slideLayouts/slideLayout79.xml"/><Relationship Id="rId68" Type="http://schemas.openxmlformats.org/officeDocument/2006/relationships/slideLayout" Target="../slideLayouts/slideLayout80.xml"/><Relationship Id="rId69" Type="http://schemas.openxmlformats.org/officeDocument/2006/relationships/slideLayout" Target="../slideLayouts/slideLayout81.xml"/><Relationship Id="rId70" Type="http://schemas.openxmlformats.org/officeDocument/2006/relationships/slideLayout" Target="../slideLayouts/slideLayout82.xml"/><Relationship Id="rId71" Type="http://schemas.openxmlformats.org/officeDocument/2006/relationships/slideLayout" Target="../slideLayouts/slideLayout83.xml"/><Relationship Id="rId72" Type="http://schemas.openxmlformats.org/officeDocument/2006/relationships/slideLayout" Target="../slideLayouts/slideLayout84.xml"/><Relationship Id="rId73" Type="http://schemas.openxmlformats.org/officeDocument/2006/relationships/slideLayout" Target="../slideLayouts/slideLayout85.xml"/><Relationship Id="rId74" Type="http://schemas.openxmlformats.org/officeDocument/2006/relationships/slideLayout" Target="../slideLayouts/slideLayout86.xml"/><Relationship Id="rId75" Type="http://schemas.openxmlformats.org/officeDocument/2006/relationships/theme" Target="../theme/theme2.xml"/><Relationship Id="rId76" Type="http://schemas.openxmlformats.org/officeDocument/2006/relationships/image" Target="../media/image2.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slideLayout" Target="../slideLayouts/slideLayout88.xml"/><Relationship Id="rId3" Type="http://schemas.openxmlformats.org/officeDocument/2006/relationships/slideLayout" Target="../slideLayouts/slideLayout89.xml"/><Relationship Id="rId4" Type="http://schemas.openxmlformats.org/officeDocument/2006/relationships/slideLayout" Target="../slideLayouts/slideLayout90.xml"/><Relationship Id="rId5" Type="http://schemas.openxmlformats.org/officeDocument/2006/relationships/slideLayout" Target="../slideLayouts/slideLayout91.xml"/><Relationship Id="rId6" Type="http://schemas.openxmlformats.org/officeDocument/2006/relationships/slideLayout" Target="../slideLayouts/slideLayout92.xml"/><Relationship Id="rId7" Type="http://schemas.openxmlformats.org/officeDocument/2006/relationships/slideLayout" Target="../slideLayouts/slideLayout93.xml"/><Relationship Id="rId8" Type="http://schemas.openxmlformats.org/officeDocument/2006/relationships/slideLayout" Target="../slideLayouts/slideLayout94.xml"/><Relationship Id="rId9" Type="http://schemas.openxmlformats.org/officeDocument/2006/relationships/slideLayout" Target="../slideLayouts/slideLayout95.xml"/><Relationship Id="rId10" Type="http://schemas.openxmlformats.org/officeDocument/2006/relationships/slideLayout" Target="../slideLayouts/slideLayout96.xml"/><Relationship Id="rId11" Type="http://schemas.openxmlformats.org/officeDocument/2006/relationships/slideLayout" Target="../slideLayouts/slideLayout97.xml"/><Relationship Id="rId12" Type="http://schemas.openxmlformats.org/officeDocument/2006/relationships/slideLayout" Target="../slideLayouts/slideLayout98.xml"/><Relationship Id="rId13" Type="http://schemas.openxmlformats.org/officeDocument/2006/relationships/slideLayout" Target="../slideLayouts/slideLayout99.xml"/><Relationship Id="rId14" Type="http://schemas.openxmlformats.org/officeDocument/2006/relationships/slideLayout" Target="../slideLayouts/slideLayout100.xml"/><Relationship Id="rId15" Type="http://schemas.openxmlformats.org/officeDocument/2006/relationships/slideLayout" Target="../slideLayouts/slideLayout101.xml"/><Relationship Id="rId16" Type="http://schemas.openxmlformats.org/officeDocument/2006/relationships/slideLayout" Target="../slideLayouts/slideLayout102.xml"/><Relationship Id="rId17" Type="http://schemas.openxmlformats.org/officeDocument/2006/relationships/slideLayout" Target="../slideLayouts/slideLayout103.xml"/><Relationship Id="rId18" Type="http://schemas.openxmlformats.org/officeDocument/2006/relationships/slideLayout" Target="../slideLayouts/slideLayout104.xml"/><Relationship Id="rId19" Type="http://schemas.openxmlformats.org/officeDocument/2006/relationships/slideLayout" Target="../slideLayouts/slideLayout105.xml"/><Relationship Id="rId20" Type="http://schemas.openxmlformats.org/officeDocument/2006/relationships/slideLayout" Target="../slideLayouts/slideLayout106.xml"/><Relationship Id="rId21" Type="http://schemas.openxmlformats.org/officeDocument/2006/relationships/slideLayout" Target="../slideLayouts/slideLayout107.xml"/><Relationship Id="rId22" Type="http://schemas.openxmlformats.org/officeDocument/2006/relationships/slideLayout" Target="../slideLayouts/slideLayout108.xml"/><Relationship Id="rId23" Type="http://schemas.openxmlformats.org/officeDocument/2006/relationships/slideLayout" Target="../slideLayouts/slideLayout109.xml"/><Relationship Id="rId24" Type="http://schemas.openxmlformats.org/officeDocument/2006/relationships/slideLayout" Target="../slideLayouts/slideLayout110.xml"/><Relationship Id="rId25" Type="http://schemas.openxmlformats.org/officeDocument/2006/relationships/slideLayout" Target="../slideLayouts/slideLayout111.xml"/><Relationship Id="rId26" Type="http://schemas.openxmlformats.org/officeDocument/2006/relationships/slideLayout" Target="../slideLayouts/slideLayout112.xml"/><Relationship Id="rId27" Type="http://schemas.openxmlformats.org/officeDocument/2006/relationships/slideLayout" Target="../slideLayouts/slideLayout113.xml"/><Relationship Id="rId28" Type="http://schemas.openxmlformats.org/officeDocument/2006/relationships/slideLayout" Target="../slideLayouts/slideLayout114.xml"/><Relationship Id="rId29" Type="http://schemas.openxmlformats.org/officeDocument/2006/relationships/slideLayout" Target="../slideLayouts/slideLayout115.xml"/><Relationship Id="rId30" Type="http://schemas.openxmlformats.org/officeDocument/2006/relationships/slideLayout" Target="../slideLayouts/slideLayout116.xml"/><Relationship Id="rId31" Type="http://schemas.openxmlformats.org/officeDocument/2006/relationships/slideLayout" Target="../slideLayouts/slideLayout117.xml"/><Relationship Id="rId32" Type="http://schemas.openxmlformats.org/officeDocument/2006/relationships/slideLayout" Target="../slideLayouts/slideLayout118.xml"/><Relationship Id="rId33" Type="http://schemas.openxmlformats.org/officeDocument/2006/relationships/slideLayout" Target="../slideLayouts/slideLayout119.xml"/><Relationship Id="rId34" Type="http://schemas.openxmlformats.org/officeDocument/2006/relationships/slideLayout" Target="../slideLayouts/slideLayout120.xml"/><Relationship Id="rId35" Type="http://schemas.openxmlformats.org/officeDocument/2006/relationships/slideLayout" Target="../slideLayouts/slideLayout121.xml"/><Relationship Id="rId36" Type="http://schemas.openxmlformats.org/officeDocument/2006/relationships/slideLayout" Target="../slideLayouts/slideLayout122.xml"/><Relationship Id="rId37" Type="http://schemas.openxmlformats.org/officeDocument/2006/relationships/slideLayout" Target="../slideLayouts/slideLayout123.xml"/><Relationship Id="rId38" Type="http://schemas.openxmlformats.org/officeDocument/2006/relationships/slideLayout" Target="../slideLayouts/slideLayout124.xml"/><Relationship Id="rId39" Type="http://schemas.openxmlformats.org/officeDocument/2006/relationships/slideLayout" Target="../slideLayouts/slideLayout125.xml"/><Relationship Id="rId40" Type="http://schemas.openxmlformats.org/officeDocument/2006/relationships/slideLayout" Target="../slideLayouts/slideLayout126.xml"/><Relationship Id="rId41" Type="http://schemas.openxmlformats.org/officeDocument/2006/relationships/slideLayout" Target="../slideLayouts/slideLayout127.xml"/><Relationship Id="rId42" Type="http://schemas.openxmlformats.org/officeDocument/2006/relationships/slideLayout" Target="../slideLayouts/slideLayout128.xml"/><Relationship Id="rId43" Type="http://schemas.openxmlformats.org/officeDocument/2006/relationships/slideLayout" Target="../slideLayouts/slideLayout129.xml"/><Relationship Id="rId44" Type="http://schemas.openxmlformats.org/officeDocument/2006/relationships/slideLayout" Target="../slideLayouts/slideLayout130.xml"/><Relationship Id="rId45" Type="http://schemas.openxmlformats.org/officeDocument/2006/relationships/slideLayout" Target="../slideLayouts/slideLayout131.xml"/><Relationship Id="rId46" Type="http://schemas.openxmlformats.org/officeDocument/2006/relationships/slideLayout" Target="../slideLayouts/slideLayout132.xml"/><Relationship Id="rId47" Type="http://schemas.openxmlformats.org/officeDocument/2006/relationships/slideLayout" Target="../slideLayouts/slideLayout133.xml"/><Relationship Id="rId48" Type="http://schemas.openxmlformats.org/officeDocument/2006/relationships/slideLayout" Target="../slideLayouts/slideLayout134.xml"/><Relationship Id="rId49" Type="http://schemas.openxmlformats.org/officeDocument/2006/relationships/slideLayout" Target="../slideLayouts/slideLayout135.xml"/><Relationship Id="rId50" Type="http://schemas.openxmlformats.org/officeDocument/2006/relationships/slideLayout" Target="../slideLayouts/slideLayout136.xml"/><Relationship Id="rId51" Type="http://schemas.openxmlformats.org/officeDocument/2006/relationships/slideLayout" Target="../slideLayouts/slideLayout137.xml"/><Relationship Id="rId52" Type="http://schemas.openxmlformats.org/officeDocument/2006/relationships/slideLayout" Target="../slideLayouts/slideLayout138.xml"/><Relationship Id="rId53" Type="http://schemas.openxmlformats.org/officeDocument/2006/relationships/slideLayout" Target="../slideLayouts/slideLayout139.xml"/><Relationship Id="rId54" Type="http://schemas.openxmlformats.org/officeDocument/2006/relationships/slideLayout" Target="../slideLayouts/slideLayout140.xml"/><Relationship Id="rId55" Type="http://schemas.openxmlformats.org/officeDocument/2006/relationships/slideLayout" Target="../slideLayouts/slideLayout141.xml"/><Relationship Id="rId56" Type="http://schemas.openxmlformats.org/officeDocument/2006/relationships/slideLayout" Target="../slideLayouts/slideLayout142.xml"/><Relationship Id="rId57" Type="http://schemas.openxmlformats.org/officeDocument/2006/relationships/slideLayout" Target="../slideLayouts/slideLayout143.xml"/><Relationship Id="rId58" Type="http://schemas.openxmlformats.org/officeDocument/2006/relationships/slideLayout" Target="../slideLayouts/slideLayout144.xml"/><Relationship Id="rId59" Type="http://schemas.openxmlformats.org/officeDocument/2006/relationships/slideLayout" Target="../slideLayouts/slideLayout145.xml"/><Relationship Id="rId60" Type="http://schemas.openxmlformats.org/officeDocument/2006/relationships/slideLayout" Target="../slideLayouts/slideLayout146.xml"/><Relationship Id="rId61" Type="http://schemas.openxmlformats.org/officeDocument/2006/relationships/slideLayout" Target="../slideLayouts/slideLayout147.xml"/><Relationship Id="rId62" Type="http://schemas.openxmlformats.org/officeDocument/2006/relationships/slideLayout" Target="../slideLayouts/slideLayout148.xml"/><Relationship Id="rId63" Type="http://schemas.openxmlformats.org/officeDocument/2006/relationships/slideLayout" Target="../slideLayouts/slideLayout149.xml"/><Relationship Id="rId64" Type="http://schemas.openxmlformats.org/officeDocument/2006/relationships/slideLayout" Target="../slideLayouts/slideLayout150.xml"/><Relationship Id="rId65" Type="http://schemas.openxmlformats.org/officeDocument/2006/relationships/slideLayout" Target="../slideLayouts/slideLayout151.xml"/><Relationship Id="rId66" Type="http://schemas.openxmlformats.org/officeDocument/2006/relationships/slideLayout" Target="../slideLayouts/slideLayout152.xml"/><Relationship Id="rId67" Type="http://schemas.openxmlformats.org/officeDocument/2006/relationships/slideLayout" Target="../slideLayouts/slideLayout153.xml"/><Relationship Id="rId68" Type="http://schemas.openxmlformats.org/officeDocument/2006/relationships/slideLayout" Target="../slideLayouts/slideLayout154.xml"/><Relationship Id="rId69" Type="http://schemas.openxmlformats.org/officeDocument/2006/relationships/slideLayout" Target="../slideLayouts/slideLayout155.xml"/><Relationship Id="rId70" Type="http://schemas.openxmlformats.org/officeDocument/2006/relationships/slideLayout" Target="../slideLayouts/slideLayout156.xml"/><Relationship Id="rId71" Type="http://schemas.openxmlformats.org/officeDocument/2006/relationships/slideLayout" Target="../slideLayouts/slideLayout157.xml"/><Relationship Id="rId72" Type="http://schemas.openxmlformats.org/officeDocument/2006/relationships/slideLayout" Target="../slideLayouts/slideLayout158.xml"/><Relationship Id="rId73" Type="http://schemas.openxmlformats.org/officeDocument/2006/relationships/theme" Target="../theme/theme3.xml"/><Relationship Id="rId74" Type="http://schemas.openxmlformats.org/officeDocument/2006/relationships/image" Target="../media/image15.emf"/></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59.xml"/><Relationship Id="rId2" Type="http://schemas.openxmlformats.org/officeDocument/2006/relationships/theme" Target="../theme/theme4.xml"/><Relationship Id="rId3" Type="http://schemas.openxmlformats.org/officeDocument/2006/relationships/image" Target="../media/image27.sv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60.xml"/><Relationship Id="rId2" Type="http://schemas.openxmlformats.org/officeDocument/2006/relationships/slideLayout" Target="../slideLayouts/slideLayout161.xml"/><Relationship Id="rId3" Type="http://schemas.openxmlformats.org/officeDocument/2006/relationships/slideLayout" Target="../slideLayouts/slideLayout162.xml"/><Relationship Id="rId4" Type="http://schemas.openxmlformats.org/officeDocument/2006/relationships/slideLayout" Target="../slideLayouts/slideLayout163.xml"/><Relationship Id="rId5" Type="http://schemas.openxmlformats.org/officeDocument/2006/relationships/slideLayout" Target="../slideLayouts/slideLayout164.xml"/><Relationship Id="rId6" Type="http://schemas.openxmlformats.org/officeDocument/2006/relationships/slideLayout" Target="../slideLayouts/slideLayout165.xml"/><Relationship Id="rId7" Type="http://schemas.openxmlformats.org/officeDocument/2006/relationships/slideLayout" Target="../slideLayouts/slideLayout166.xml"/><Relationship Id="rId8" Type="http://schemas.openxmlformats.org/officeDocument/2006/relationships/slideLayout" Target="../slideLayouts/slideLayout167.xml"/><Relationship Id="rId9" Type="http://schemas.openxmlformats.org/officeDocument/2006/relationships/slideLayout" Target="../slideLayouts/slideLayout168.xml"/><Relationship Id="rId10" Type="http://schemas.openxmlformats.org/officeDocument/2006/relationships/slideLayout" Target="../slideLayouts/slideLayout169.xml"/><Relationship Id="rId11" Type="http://schemas.openxmlformats.org/officeDocument/2006/relationships/slideLayout" Target="../slideLayouts/slideLayout170.xml"/><Relationship Id="rId12" Type="http://schemas.openxmlformats.org/officeDocument/2006/relationships/slideLayout" Target="../slideLayouts/slideLayout171.xml"/><Relationship Id="rId13" Type="http://schemas.openxmlformats.org/officeDocument/2006/relationships/slideLayout" Target="../slideLayouts/slideLayout172.xml"/><Relationship Id="rId14" Type="http://schemas.openxmlformats.org/officeDocument/2006/relationships/slideLayout" Target="../slideLayouts/slideLayout173.xml"/><Relationship Id="rId15" Type="http://schemas.openxmlformats.org/officeDocument/2006/relationships/slideLayout" Target="../slideLayouts/slideLayout174.xml"/><Relationship Id="rId16" Type="http://schemas.openxmlformats.org/officeDocument/2006/relationships/slideLayout" Target="../slideLayouts/slideLayout175.xml"/><Relationship Id="rId17" Type="http://schemas.openxmlformats.org/officeDocument/2006/relationships/slideLayout" Target="../slideLayouts/slideLayout176.xml"/><Relationship Id="rId18" Type="http://schemas.openxmlformats.org/officeDocument/2006/relationships/slideLayout" Target="../slideLayouts/slideLayout177.xml"/><Relationship Id="rId19" Type="http://schemas.openxmlformats.org/officeDocument/2006/relationships/slideLayout" Target="../slideLayouts/slideLayout178.xml"/><Relationship Id="rId20" Type="http://schemas.openxmlformats.org/officeDocument/2006/relationships/slideLayout" Target="../slideLayouts/slideLayout179.xml"/><Relationship Id="rId21" Type="http://schemas.openxmlformats.org/officeDocument/2006/relationships/slideLayout" Target="../slideLayouts/slideLayout180.xml"/><Relationship Id="rId22" Type="http://schemas.openxmlformats.org/officeDocument/2006/relationships/slideLayout" Target="../slideLayouts/slideLayout181.xml"/><Relationship Id="rId23" Type="http://schemas.openxmlformats.org/officeDocument/2006/relationships/slideLayout" Target="../slideLayouts/slideLayout182.xml"/><Relationship Id="rId24" Type="http://schemas.openxmlformats.org/officeDocument/2006/relationships/slideLayout" Target="../slideLayouts/slideLayout183.xml"/><Relationship Id="rId25" Type="http://schemas.openxmlformats.org/officeDocument/2006/relationships/slideLayout" Target="../slideLayouts/slideLayout184.xml"/><Relationship Id="rId26" Type="http://schemas.openxmlformats.org/officeDocument/2006/relationships/slideLayout" Target="../slideLayouts/slideLayout185.xml"/><Relationship Id="rId27" Type="http://schemas.openxmlformats.org/officeDocument/2006/relationships/slideLayout" Target="../slideLayouts/slideLayout186.xml"/><Relationship Id="rId28" Type="http://schemas.openxmlformats.org/officeDocument/2006/relationships/slideLayout" Target="../slideLayouts/slideLayout187.xml"/><Relationship Id="rId29" Type="http://schemas.openxmlformats.org/officeDocument/2006/relationships/slideLayout" Target="../slideLayouts/slideLayout188.xml"/><Relationship Id="rId30" Type="http://schemas.openxmlformats.org/officeDocument/2006/relationships/slideLayout" Target="../slideLayouts/slideLayout189.xml"/><Relationship Id="rId31" Type="http://schemas.openxmlformats.org/officeDocument/2006/relationships/slideLayout" Target="../slideLayouts/slideLayout190.xml"/><Relationship Id="rId32" Type="http://schemas.openxmlformats.org/officeDocument/2006/relationships/slideLayout" Target="../slideLayouts/slideLayout191.xml"/><Relationship Id="rId33" Type="http://schemas.openxmlformats.org/officeDocument/2006/relationships/slideLayout" Target="../slideLayouts/slideLayout192.xml"/><Relationship Id="rId34" Type="http://schemas.openxmlformats.org/officeDocument/2006/relationships/slideLayout" Target="../slideLayouts/slideLayout193.xml"/><Relationship Id="rId35" Type="http://schemas.openxmlformats.org/officeDocument/2006/relationships/slideLayout" Target="../slideLayouts/slideLayout194.xml"/><Relationship Id="rId36" Type="http://schemas.openxmlformats.org/officeDocument/2006/relationships/slideLayout" Target="../slideLayouts/slideLayout195.xml"/><Relationship Id="rId37" Type="http://schemas.openxmlformats.org/officeDocument/2006/relationships/slideLayout" Target="../slideLayouts/slideLayout196.xml"/><Relationship Id="rId38" Type="http://schemas.openxmlformats.org/officeDocument/2006/relationships/slideLayout" Target="../slideLayouts/slideLayout197.xml"/><Relationship Id="rId39" Type="http://schemas.openxmlformats.org/officeDocument/2006/relationships/slideLayout" Target="../slideLayouts/slideLayout198.xml"/><Relationship Id="rId40" Type="http://schemas.openxmlformats.org/officeDocument/2006/relationships/slideLayout" Target="../slideLayouts/slideLayout199.xml"/><Relationship Id="rId41" Type="http://schemas.openxmlformats.org/officeDocument/2006/relationships/slideLayout" Target="../slideLayouts/slideLayout200.xml"/><Relationship Id="rId42" Type="http://schemas.openxmlformats.org/officeDocument/2006/relationships/slideLayout" Target="../slideLayouts/slideLayout201.xml"/><Relationship Id="rId43" Type="http://schemas.openxmlformats.org/officeDocument/2006/relationships/slideLayout" Target="../slideLayouts/slideLayout202.xml"/><Relationship Id="rId44" Type="http://schemas.openxmlformats.org/officeDocument/2006/relationships/slideLayout" Target="../slideLayouts/slideLayout203.xml"/><Relationship Id="rId45" Type="http://schemas.openxmlformats.org/officeDocument/2006/relationships/slideLayout" Target="../slideLayouts/slideLayout204.xml"/><Relationship Id="rId46" Type="http://schemas.openxmlformats.org/officeDocument/2006/relationships/slideLayout" Target="../slideLayouts/slideLayout205.xml"/><Relationship Id="rId47" Type="http://schemas.openxmlformats.org/officeDocument/2006/relationships/slideLayout" Target="../slideLayouts/slideLayout206.xml"/><Relationship Id="rId48" Type="http://schemas.openxmlformats.org/officeDocument/2006/relationships/slideLayout" Target="../slideLayouts/slideLayout207.xml"/><Relationship Id="rId49" Type="http://schemas.openxmlformats.org/officeDocument/2006/relationships/slideLayout" Target="../slideLayouts/slideLayout208.xml"/><Relationship Id="rId50" Type="http://schemas.openxmlformats.org/officeDocument/2006/relationships/slideLayout" Target="../slideLayouts/slideLayout209.xml"/><Relationship Id="rId51" Type="http://schemas.openxmlformats.org/officeDocument/2006/relationships/slideLayout" Target="../slideLayouts/slideLayout210.xml"/><Relationship Id="rId52" Type="http://schemas.openxmlformats.org/officeDocument/2006/relationships/slideLayout" Target="../slideLayouts/slideLayout211.xml"/><Relationship Id="rId53" Type="http://schemas.openxmlformats.org/officeDocument/2006/relationships/slideLayout" Target="../slideLayouts/slideLayout212.xml"/><Relationship Id="rId54" Type="http://schemas.openxmlformats.org/officeDocument/2006/relationships/slideLayout" Target="../slideLayouts/slideLayout213.xml"/><Relationship Id="rId55" Type="http://schemas.openxmlformats.org/officeDocument/2006/relationships/slideLayout" Target="../slideLayouts/slideLayout214.xml"/><Relationship Id="rId56" Type="http://schemas.openxmlformats.org/officeDocument/2006/relationships/slideLayout" Target="../slideLayouts/slideLayout215.xml"/><Relationship Id="rId57" Type="http://schemas.openxmlformats.org/officeDocument/2006/relationships/slideLayout" Target="../slideLayouts/slideLayout216.xml"/><Relationship Id="rId58" Type="http://schemas.openxmlformats.org/officeDocument/2006/relationships/theme" Target="../theme/theme5.xml"/><Relationship Id="rId59" Type="http://schemas.openxmlformats.org/officeDocument/2006/relationships/image" Target="../media/image29.sv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slideLayout" Target="../slideLayouts/slideLayout218.xml"/><Relationship Id="rId3" Type="http://schemas.openxmlformats.org/officeDocument/2006/relationships/slideLayout" Target="../slideLayouts/slideLayout219.xml"/><Relationship Id="rId4" Type="http://schemas.openxmlformats.org/officeDocument/2006/relationships/slideLayout" Target="../slideLayouts/slideLayout220.xml"/><Relationship Id="rId5" Type="http://schemas.openxmlformats.org/officeDocument/2006/relationships/slideLayout" Target="../slideLayouts/slideLayout221.xml"/><Relationship Id="rId6" Type="http://schemas.openxmlformats.org/officeDocument/2006/relationships/slideLayout" Target="../slideLayouts/slideLayout222.xml"/><Relationship Id="rId7" Type="http://schemas.openxmlformats.org/officeDocument/2006/relationships/slideLayout" Target="../slideLayouts/slideLayout223.xml"/><Relationship Id="rId8" Type="http://schemas.openxmlformats.org/officeDocument/2006/relationships/slideLayout" Target="../slideLayouts/slideLayout224.xml"/><Relationship Id="rId9" Type="http://schemas.openxmlformats.org/officeDocument/2006/relationships/slideLayout" Target="../slideLayouts/slideLayout225.xml"/><Relationship Id="rId10" Type="http://schemas.openxmlformats.org/officeDocument/2006/relationships/slideLayout" Target="../slideLayouts/slideLayout226.xml"/><Relationship Id="rId11" Type="http://schemas.openxmlformats.org/officeDocument/2006/relationships/slideLayout" Target="../slideLayouts/slideLayout227.xml"/><Relationship Id="rId12" Type="http://schemas.openxmlformats.org/officeDocument/2006/relationships/slideLayout" Target="../slideLayouts/slideLayout228.xml"/><Relationship Id="rId13" Type="http://schemas.openxmlformats.org/officeDocument/2006/relationships/slideLayout" Target="../slideLayouts/slideLayout229.xml"/><Relationship Id="rId14" Type="http://schemas.openxmlformats.org/officeDocument/2006/relationships/slideLayout" Target="../slideLayouts/slideLayout230.xml"/><Relationship Id="rId15" Type="http://schemas.openxmlformats.org/officeDocument/2006/relationships/slideLayout" Target="../slideLayouts/slideLayout231.xml"/><Relationship Id="rId16" Type="http://schemas.openxmlformats.org/officeDocument/2006/relationships/slideLayout" Target="../slideLayouts/slideLayout232.xml"/><Relationship Id="rId17" Type="http://schemas.openxmlformats.org/officeDocument/2006/relationships/slideLayout" Target="../slideLayouts/slideLayout233.xml"/><Relationship Id="rId18" Type="http://schemas.openxmlformats.org/officeDocument/2006/relationships/slideLayout" Target="../slideLayouts/slideLayout234.xml"/><Relationship Id="rId19" Type="http://schemas.openxmlformats.org/officeDocument/2006/relationships/slideLayout" Target="../slideLayouts/slideLayout235.xml"/><Relationship Id="rId20" Type="http://schemas.openxmlformats.org/officeDocument/2006/relationships/slideLayout" Target="../slideLayouts/slideLayout236.xml"/><Relationship Id="rId21" Type="http://schemas.openxmlformats.org/officeDocument/2006/relationships/slideLayout" Target="../slideLayouts/slideLayout237.xml"/><Relationship Id="rId22" Type="http://schemas.openxmlformats.org/officeDocument/2006/relationships/slideLayout" Target="../slideLayouts/slideLayout238.xml"/><Relationship Id="rId23" Type="http://schemas.openxmlformats.org/officeDocument/2006/relationships/slideLayout" Target="../slideLayouts/slideLayout239.xml"/><Relationship Id="rId24" Type="http://schemas.openxmlformats.org/officeDocument/2006/relationships/slideLayout" Target="../slideLayouts/slideLayout240.xml"/><Relationship Id="rId25" Type="http://schemas.openxmlformats.org/officeDocument/2006/relationships/slideLayout" Target="../slideLayouts/slideLayout241.xml"/><Relationship Id="rId26" Type="http://schemas.openxmlformats.org/officeDocument/2006/relationships/slideLayout" Target="../slideLayouts/slideLayout242.xml"/><Relationship Id="rId27" Type="http://schemas.openxmlformats.org/officeDocument/2006/relationships/slideLayout" Target="../slideLayouts/slideLayout243.xml"/><Relationship Id="rId28" Type="http://schemas.openxmlformats.org/officeDocument/2006/relationships/slideLayout" Target="../slideLayouts/slideLayout244.xml"/><Relationship Id="rId29" Type="http://schemas.openxmlformats.org/officeDocument/2006/relationships/slideLayout" Target="../slideLayouts/slideLayout245.xml"/><Relationship Id="rId30" Type="http://schemas.openxmlformats.org/officeDocument/2006/relationships/slideLayout" Target="../slideLayouts/slideLayout246.xml"/><Relationship Id="rId31" Type="http://schemas.openxmlformats.org/officeDocument/2006/relationships/slideLayout" Target="../slideLayouts/slideLayout247.xml"/><Relationship Id="rId32" Type="http://schemas.openxmlformats.org/officeDocument/2006/relationships/slideLayout" Target="../slideLayouts/slideLayout248.xml"/><Relationship Id="rId33" Type="http://schemas.openxmlformats.org/officeDocument/2006/relationships/slideLayout" Target="../slideLayouts/slideLayout249.xml"/><Relationship Id="rId34" Type="http://schemas.openxmlformats.org/officeDocument/2006/relationships/slideLayout" Target="../slideLayouts/slideLayout250.xml"/><Relationship Id="rId35" Type="http://schemas.openxmlformats.org/officeDocument/2006/relationships/slideLayout" Target="../slideLayouts/slideLayout251.xml"/><Relationship Id="rId36" Type="http://schemas.openxmlformats.org/officeDocument/2006/relationships/slideLayout" Target="../slideLayouts/slideLayout252.xml"/><Relationship Id="rId37" Type="http://schemas.openxmlformats.org/officeDocument/2006/relationships/slideLayout" Target="../slideLayouts/slideLayout253.xml"/><Relationship Id="rId38" Type="http://schemas.openxmlformats.org/officeDocument/2006/relationships/slideLayout" Target="../slideLayouts/slideLayout254.xml"/><Relationship Id="rId39" Type="http://schemas.openxmlformats.org/officeDocument/2006/relationships/slideLayout" Target="../slideLayouts/slideLayout255.xml"/><Relationship Id="rId40" Type="http://schemas.openxmlformats.org/officeDocument/2006/relationships/slideLayout" Target="../slideLayouts/slideLayout256.xml"/><Relationship Id="rId41" Type="http://schemas.openxmlformats.org/officeDocument/2006/relationships/slideLayout" Target="../slideLayouts/slideLayout257.xml"/><Relationship Id="rId42" Type="http://schemas.openxmlformats.org/officeDocument/2006/relationships/slideLayout" Target="../slideLayouts/slideLayout258.xml"/><Relationship Id="rId43" Type="http://schemas.openxmlformats.org/officeDocument/2006/relationships/slideLayout" Target="../slideLayouts/slideLayout259.xml"/><Relationship Id="rId44" Type="http://schemas.openxmlformats.org/officeDocument/2006/relationships/slideLayout" Target="../slideLayouts/slideLayout260.xml"/><Relationship Id="rId45" Type="http://schemas.openxmlformats.org/officeDocument/2006/relationships/slideLayout" Target="../slideLayouts/slideLayout261.xml"/><Relationship Id="rId46" Type="http://schemas.openxmlformats.org/officeDocument/2006/relationships/slideLayout" Target="../slideLayouts/slideLayout262.xml"/><Relationship Id="rId47" Type="http://schemas.openxmlformats.org/officeDocument/2006/relationships/slideLayout" Target="../slideLayouts/slideLayout263.xml"/><Relationship Id="rId48" Type="http://schemas.openxmlformats.org/officeDocument/2006/relationships/slideLayout" Target="../slideLayouts/slideLayout264.xml"/><Relationship Id="rId49" Type="http://schemas.openxmlformats.org/officeDocument/2006/relationships/slideLayout" Target="../slideLayouts/slideLayout265.xml"/><Relationship Id="rId50" Type="http://schemas.openxmlformats.org/officeDocument/2006/relationships/slideLayout" Target="../slideLayouts/slideLayout266.xml"/><Relationship Id="rId51" Type="http://schemas.openxmlformats.org/officeDocument/2006/relationships/slideLayout" Target="../slideLayouts/slideLayout267.xml"/><Relationship Id="rId52" Type="http://schemas.openxmlformats.org/officeDocument/2006/relationships/slideLayout" Target="../slideLayouts/slideLayout268.xml"/><Relationship Id="rId53" Type="http://schemas.openxmlformats.org/officeDocument/2006/relationships/slideLayout" Target="../slideLayouts/slideLayout269.xml"/><Relationship Id="rId54" Type="http://schemas.openxmlformats.org/officeDocument/2006/relationships/slideLayout" Target="../slideLayouts/slideLayout270.xml"/><Relationship Id="rId55" Type="http://schemas.openxmlformats.org/officeDocument/2006/relationships/slideLayout" Target="../slideLayouts/slideLayout271.xml"/><Relationship Id="rId56" Type="http://schemas.openxmlformats.org/officeDocument/2006/relationships/slideLayout" Target="../slideLayouts/slideLayout272.xml"/><Relationship Id="rId57" Type="http://schemas.openxmlformats.org/officeDocument/2006/relationships/slideLayout" Target="../slideLayouts/slideLayout273.xml"/><Relationship Id="rId58" Type="http://schemas.openxmlformats.org/officeDocument/2006/relationships/slideLayout" Target="../slideLayouts/slideLayout274.xml"/><Relationship Id="rId59" Type="http://schemas.openxmlformats.org/officeDocument/2006/relationships/slideLayout" Target="../slideLayouts/slideLayout275.xml"/><Relationship Id="rId60" Type="http://schemas.openxmlformats.org/officeDocument/2006/relationships/slideLayout" Target="../slideLayouts/slideLayout276.xml"/><Relationship Id="rId61" Type="http://schemas.openxmlformats.org/officeDocument/2006/relationships/slideLayout" Target="../slideLayouts/slideLayout277.xml"/><Relationship Id="rId62" Type="http://schemas.openxmlformats.org/officeDocument/2006/relationships/slideLayout" Target="../slideLayouts/slideLayout278.xml"/><Relationship Id="rId63" Type="http://schemas.openxmlformats.org/officeDocument/2006/relationships/slideLayout" Target="../slideLayouts/slideLayout279.xml"/><Relationship Id="rId64" Type="http://schemas.openxmlformats.org/officeDocument/2006/relationships/slideLayout" Target="../slideLayouts/slideLayout280.xml"/><Relationship Id="rId65" Type="http://schemas.openxmlformats.org/officeDocument/2006/relationships/slideLayout" Target="../slideLayouts/slideLayout281.xml"/><Relationship Id="rId66" Type="http://schemas.openxmlformats.org/officeDocument/2006/relationships/slideLayout" Target="../slideLayouts/slideLayout282.xml"/><Relationship Id="rId67" Type="http://schemas.openxmlformats.org/officeDocument/2006/relationships/slideLayout" Target="../slideLayouts/slideLayout283.xml"/><Relationship Id="rId68" Type="http://schemas.openxmlformats.org/officeDocument/2006/relationships/theme" Target="../theme/theme6.xml"/><Relationship Id="rId69" Type="http://schemas.openxmlformats.org/officeDocument/2006/relationships/image" Target="../media/image29.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FEC2A0-B5D4-4D3B-AF65-8A98434EA04A}" type="datetimeFigureOut">
              <a:rPr lang="de-CH" smtClean="0"/>
              <a:t>19.05.26</a:t>
            </a:fld>
            <a:endParaRPr lang="de-CH"/>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3981CE-EA90-44DC-A09B-8F784406CB9D}" type="slidenum">
              <a:rPr lang="de-CH" smtClean="0"/>
              <a:t>‹#›</a:t>
            </a:fld>
            <a:endParaRPr lang="de-CH"/>
          </a:p>
        </p:txBody>
      </p:sp>
    </p:spTree>
    <p:extLst>
      <p:ext uri="{BB962C8B-B14F-4D97-AF65-F5344CB8AC3E}">
        <p14:creationId xmlns:p14="http://schemas.microsoft.com/office/powerpoint/2010/main" val="20538446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06060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0713" y="717613"/>
            <a:ext cx="10965687" cy="338554"/>
          </a:xfrm>
          <a:prstGeom prst="rect">
            <a:avLst/>
          </a:prstGeom>
        </p:spPr>
        <p:txBody>
          <a:bodyPr lIns="0" tIns="0" rIns="0" bIns="0">
            <a:noAutofit/>
          </a:bodyPr>
          <a:lstStyle/>
          <a:p>
            <a:pPr marL="0" lvl="0" indent="0">
              <a:spcBef>
                <a:spcPts val="0"/>
              </a:spcBef>
              <a:spcAft>
                <a:spcPts val="0"/>
              </a:spcAft>
              <a:buFont typeface="Arial" panose="020B0604020202020204" pitchFamily="34" charset="0"/>
            </a:pPr>
            <a:r>
              <a:rPr lang="en-US"/>
              <a:t>Click to edit Master title style</a:t>
            </a:r>
          </a:p>
        </p:txBody>
      </p:sp>
      <p:pic>
        <p:nvPicPr>
          <p:cNvPr id="4" name="Picture 3">
            <a:extLst>
              <a:ext uri="{FF2B5EF4-FFF2-40B4-BE49-F238E27FC236}">
                <a16:creationId xmlns:a16="http://schemas.microsoft.com/office/drawing/2014/main" id="{07D14E4D-CAE3-3A0B-B3F8-465622E4D6E8}"/>
              </a:ext>
            </a:extLst>
          </p:cNvPr>
          <p:cNvPicPr>
            <a:picLocks noChangeAspect="1"/>
          </p:cNvPicPr>
          <p:nvPr userDrawn="1"/>
        </p:nvPicPr>
        <p:blipFill>
          <a:blip r:embed="rId76"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086C1CD2-C3C3-99BC-1F71-5CF176EF164E}"/>
              </a:ext>
            </a:extLst>
          </p:cNvPr>
          <p:cNvSpPr txBox="1"/>
          <p:nvPr userDrawn="1"/>
        </p:nvSpPr>
        <p:spPr>
          <a:xfrm>
            <a:off x="-579120" y="45923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7" name="TextBox 6">
            <a:extLst>
              <a:ext uri="{FF2B5EF4-FFF2-40B4-BE49-F238E27FC236}">
                <a16:creationId xmlns:a16="http://schemas.microsoft.com/office/drawing/2014/main" id="{33D7453A-FF25-1748-B091-91F29105A245}"/>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8" name="Text Placeholder 3">
            <a:extLst>
              <a:ext uri="{FF2B5EF4-FFF2-40B4-BE49-F238E27FC236}">
                <a16:creationId xmlns:a16="http://schemas.microsoft.com/office/drawing/2014/main" id="{B3E5B4CB-0A41-3758-17D3-77CB4387DBA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ext Placeholder 5">
            <a:extLst>
              <a:ext uri="{FF2B5EF4-FFF2-40B4-BE49-F238E27FC236}">
                <a16:creationId xmlns:a16="http://schemas.microsoft.com/office/drawing/2014/main" id="{A94283C5-7CEB-C3A6-3D15-0C58149D104F}"/>
              </a:ext>
            </a:extLst>
          </p:cNvPr>
          <p:cNvSpPr>
            <a:spLocks noGrp="1"/>
          </p:cNvSpPr>
          <p:nvPr>
            <p:ph type="body" idx="1"/>
          </p:nvPr>
        </p:nvSpPr>
        <p:spPr>
          <a:xfrm>
            <a:off x="636410" y="1581502"/>
            <a:ext cx="10948386" cy="4628797"/>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02336422"/>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 id="2147483688" r:id="rId18"/>
    <p:sldLayoutId id="2147483689" r:id="rId19"/>
    <p:sldLayoutId id="2147483690" r:id="rId20"/>
    <p:sldLayoutId id="2147483691" r:id="rId21"/>
    <p:sldLayoutId id="2147483692" r:id="rId22"/>
    <p:sldLayoutId id="2147483693" r:id="rId23"/>
    <p:sldLayoutId id="2147483694" r:id="rId24"/>
    <p:sldLayoutId id="2147483695" r:id="rId25"/>
    <p:sldLayoutId id="2147483696" r:id="rId26"/>
    <p:sldLayoutId id="2147483697" r:id="rId27"/>
    <p:sldLayoutId id="2147483698" r:id="rId28"/>
    <p:sldLayoutId id="2147483699" r:id="rId29"/>
    <p:sldLayoutId id="2147483700" r:id="rId30"/>
    <p:sldLayoutId id="2147483701" r:id="rId31"/>
    <p:sldLayoutId id="2147483702" r:id="rId32"/>
    <p:sldLayoutId id="2147483703" r:id="rId33"/>
    <p:sldLayoutId id="2147483704" r:id="rId34"/>
    <p:sldLayoutId id="2147483705" r:id="rId35"/>
    <p:sldLayoutId id="2147483706" r:id="rId36"/>
    <p:sldLayoutId id="2147483707" r:id="rId37"/>
    <p:sldLayoutId id="2147483708" r:id="rId38"/>
    <p:sldLayoutId id="2147483709" r:id="rId39"/>
    <p:sldLayoutId id="2147483710" r:id="rId40"/>
    <p:sldLayoutId id="2147483711" r:id="rId41"/>
    <p:sldLayoutId id="2147483712" r:id="rId42"/>
    <p:sldLayoutId id="2147483713" r:id="rId43"/>
    <p:sldLayoutId id="2147483714" r:id="rId44"/>
    <p:sldLayoutId id="2147483715" r:id="rId45"/>
    <p:sldLayoutId id="2147483716" r:id="rId46"/>
    <p:sldLayoutId id="2147483717" r:id="rId47"/>
    <p:sldLayoutId id="2147483718" r:id="rId48"/>
    <p:sldLayoutId id="2147483719" r:id="rId49"/>
    <p:sldLayoutId id="2147483720" r:id="rId50"/>
    <p:sldLayoutId id="2147483721" r:id="rId51"/>
    <p:sldLayoutId id="2147483722" r:id="rId52"/>
    <p:sldLayoutId id="2147483723" r:id="rId53"/>
    <p:sldLayoutId id="2147483724" r:id="rId54"/>
    <p:sldLayoutId id="2147483725" r:id="rId55"/>
    <p:sldLayoutId id="2147483726" r:id="rId56"/>
    <p:sldLayoutId id="2147483727" r:id="rId57"/>
    <p:sldLayoutId id="2147483728" r:id="rId58"/>
    <p:sldLayoutId id="2147483729" r:id="rId59"/>
    <p:sldLayoutId id="2147483730" r:id="rId60"/>
    <p:sldLayoutId id="2147483731" r:id="rId61"/>
    <p:sldLayoutId id="2147483732" r:id="rId62"/>
    <p:sldLayoutId id="2147483733" r:id="rId63"/>
    <p:sldLayoutId id="2147483734" r:id="rId64"/>
    <p:sldLayoutId id="2147483735" r:id="rId65"/>
    <p:sldLayoutId id="2147483736" r:id="rId66"/>
    <p:sldLayoutId id="2147483737" r:id="rId67"/>
    <p:sldLayoutId id="2147483738" r:id="rId68"/>
    <p:sldLayoutId id="2147483739" r:id="rId69"/>
    <p:sldLayoutId id="2147483740" r:id="rId70"/>
    <p:sldLayoutId id="2147483741" r:id="rId71"/>
    <p:sldLayoutId id="2147483743" r:id="rId72"/>
    <p:sldLayoutId id="2147483744" r:id="rId73"/>
    <p:sldLayoutId id="2147483818" r:id="rId74"/>
  </p:sldLayoutIdLst>
  <p:hf hdr="0" dt="0"/>
  <p:txStyles>
    <p:titleStyle>
      <a:lvl1pPr algn="l" defTabSz="914400" rtl="0" eaLnBrk="1" latinLnBrk="0" hangingPunct="1">
        <a:lnSpc>
          <a:spcPct val="100000"/>
        </a:lnSpc>
        <a:spcBef>
          <a:spcPct val="0"/>
        </a:spcBef>
        <a:buNone/>
        <a:defRPr lang="en-US" sz="2200" b="1" i="0" kern="1200" spc="0" dirty="0">
          <a:solidFill>
            <a:schemeClr val="bg1"/>
          </a:solidFill>
          <a:effectLst/>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1">
          <p15:clr>
            <a:srgbClr val="F26B43"/>
          </p15:clr>
        </p15:guide>
        <p15:guide id="3" pos="7301">
          <p15:clr>
            <a:srgbClr val="F26B43"/>
          </p15:clr>
        </p15:guide>
        <p15:guide id="12" orient="horz" pos="3912">
          <p15:clr>
            <a:srgbClr val="F26B43"/>
          </p15:clr>
        </p15:guide>
        <p15:guide id="13" pos="826">
          <p15:clr>
            <a:srgbClr val="F26B43"/>
          </p15:clr>
        </p15:guide>
        <p15:guide id="14" pos="981">
          <p15:clr>
            <a:srgbClr val="F26B43"/>
          </p15:clr>
        </p15:guide>
        <p15:guide id="15" pos="1392">
          <p15:clr>
            <a:srgbClr val="F26B43"/>
          </p15:clr>
        </p15:guide>
        <p15:guide id="16" pos="1536">
          <p15:clr>
            <a:srgbClr val="F26B43"/>
          </p15:clr>
        </p15:guide>
        <p15:guide id="17" pos="2000">
          <p15:clr>
            <a:srgbClr val="F26B43"/>
          </p15:clr>
        </p15:guide>
        <p15:guide id="18" pos="2152">
          <p15:clr>
            <a:srgbClr val="F26B43"/>
          </p15:clr>
        </p15:guide>
        <p15:guide id="19" pos="2590">
          <p15:clr>
            <a:srgbClr val="F26B43"/>
          </p15:clr>
        </p15:guide>
        <p15:guide id="20" pos="2743">
          <p15:clr>
            <a:srgbClr val="F26B43"/>
          </p15:clr>
        </p15:guide>
        <p15:guide id="21" pos="3182">
          <p15:clr>
            <a:srgbClr val="F26B43"/>
          </p15:clr>
        </p15:guide>
        <p15:guide id="22" pos="3329">
          <p15:clr>
            <a:srgbClr val="F26B43"/>
          </p15:clr>
        </p15:guide>
        <p15:guide id="23" pos="3764">
          <p15:clr>
            <a:srgbClr val="F26B43"/>
          </p15:clr>
        </p15:guide>
        <p15:guide id="24" pos="3916">
          <p15:clr>
            <a:srgbClr val="F26B43"/>
          </p15:clr>
        </p15:guide>
        <p15:guide id="25" pos="4353">
          <p15:clr>
            <a:srgbClr val="F26B43"/>
          </p15:clr>
        </p15:guide>
        <p15:guide id="26" pos="4508">
          <p15:clr>
            <a:srgbClr val="F26B43"/>
          </p15:clr>
        </p15:guide>
        <p15:guide id="27" pos="4950">
          <p15:clr>
            <a:srgbClr val="F26B43"/>
          </p15:clr>
        </p15:guide>
        <p15:guide id="28" pos="5100">
          <p15:clr>
            <a:srgbClr val="F26B43"/>
          </p15:clr>
        </p15:guide>
        <p15:guide id="29" pos="5536">
          <p15:clr>
            <a:srgbClr val="F26B43"/>
          </p15:clr>
        </p15:guide>
        <p15:guide id="30" pos="5689">
          <p15:clr>
            <a:srgbClr val="F26B43"/>
          </p15:clr>
        </p15:guide>
        <p15:guide id="31" pos="6123">
          <p15:clr>
            <a:srgbClr val="F26B43"/>
          </p15:clr>
        </p15:guide>
        <p15:guide id="32" pos="6278">
          <p15:clr>
            <a:srgbClr val="F26B43"/>
          </p15:clr>
        </p15:guide>
        <p15:guide id="33" pos="6712">
          <p15:clr>
            <a:srgbClr val="F26B43"/>
          </p15:clr>
        </p15:guide>
        <p15:guide id="34" pos="6865">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orient="horz" pos="672">
          <p15:clr>
            <a:srgbClr val="F26B43"/>
          </p15:clr>
        </p15:guide>
        <p15:guide id="40" pos="38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7" name="Picture 6">
            <a:extLst>
              <a:ext uri="{FF2B5EF4-FFF2-40B4-BE49-F238E27FC236}">
                <a16:creationId xmlns:a16="http://schemas.microsoft.com/office/drawing/2014/main" id="{A92B80E9-585F-C9B1-8576-376264F29854}"/>
              </a:ext>
            </a:extLst>
          </p:cNvPr>
          <p:cNvPicPr>
            <a:picLocks noChangeAspect="1"/>
          </p:cNvPicPr>
          <p:nvPr userDrawn="1"/>
        </p:nvPicPr>
        <p:blipFill>
          <a:blip r:embed="rId74"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3" name="TextBox 22">
            <a:extLst>
              <a:ext uri="{FF2B5EF4-FFF2-40B4-BE49-F238E27FC236}">
                <a16:creationId xmlns:a16="http://schemas.microsoft.com/office/drawing/2014/main" id="{D0E024EE-FD6A-B6AB-A3B4-33DB1D9D4C9F}"/>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24" name="Text Placeholder 3">
            <a:extLst>
              <a:ext uri="{FF2B5EF4-FFF2-40B4-BE49-F238E27FC236}">
                <a16:creationId xmlns:a16="http://schemas.microsoft.com/office/drawing/2014/main" id="{B05241D2-DD60-6811-5E6D-C8C5BC3FBCBF}"/>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8" name="Title Placeholder 1">
            <a:extLst>
              <a:ext uri="{FF2B5EF4-FFF2-40B4-BE49-F238E27FC236}">
                <a16:creationId xmlns:a16="http://schemas.microsoft.com/office/drawing/2014/main" id="{1FAF5EB5-8EED-D1BB-C0DC-9C6119D2219E}"/>
              </a:ext>
            </a:extLst>
          </p:cNvPr>
          <p:cNvSpPr>
            <a:spLocks noGrp="1"/>
          </p:cNvSpPr>
          <p:nvPr>
            <p:ph type="title"/>
          </p:nvPr>
        </p:nvSpPr>
        <p:spPr>
          <a:xfrm>
            <a:off x="627063" y="880646"/>
            <a:ext cx="10929937" cy="338554"/>
          </a:xfrm>
          <a:prstGeom prst="rect">
            <a:avLst/>
          </a:prstGeom>
        </p:spPr>
        <p:txBody>
          <a:bodyPr lIns="0" tIns="0" rIns="0" bIns="0">
            <a:noAutofit/>
          </a:body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t>Click to edit Master title style</a:t>
            </a:r>
          </a:p>
        </p:txBody>
      </p:sp>
      <p:sp>
        <p:nvSpPr>
          <p:cNvPr id="3" name="Text Placeholder 2">
            <a:extLst>
              <a:ext uri="{FF2B5EF4-FFF2-40B4-BE49-F238E27FC236}">
                <a16:creationId xmlns:a16="http://schemas.microsoft.com/office/drawing/2014/main" id="{B53470F6-1A75-436F-5B3A-ECBBB52824AC}"/>
              </a:ext>
            </a:extLst>
          </p:cNvPr>
          <p:cNvSpPr>
            <a:spLocks noGrp="1"/>
          </p:cNvSpPr>
          <p:nvPr>
            <p:ph type="body" idx="1"/>
          </p:nvPr>
        </p:nvSpPr>
        <p:spPr>
          <a:xfrm>
            <a:off x="639419" y="1726856"/>
            <a:ext cx="10929937" cy="448344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64984764"/>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51" r:id="rId6"/>
    <p:sldLayoutId id="2147483752" r:id="rId7"/>
    <p:sldLayoutId id="2147483753" r:id="rId8"/>
    <p:sldLayoutId id="2147483754" r:id="rId9"/>
    <p:sldLayoutId id="2147483755" r:id="rId10"/>
    <p:sldLayoutId id="2147483756" r:id="rId11"/>
    <p:sldLayoutId id="2147483757" r:id="rId12"/>
    <p:sldLayoutId id="2147483758" r:id="rId13"/>
    <p:sldLayoutId id="2147483759" r:id="rId14"/>
    <p:sldLayoutId id="2147483760" r:id="rId15"/>
    <p:sldLayoutId id="2147483761" r:id="rId16"/>
    <p:sldLayoutId id="2147483762" r:id="rId17"/>
    <p:sldLayoutId id="2147483763" r:id="rId18"/>
    <p:sldLayoutId id="2147483764" r:id="rId19"/>
    <p:sldLayoutId id="2147483765" r:id="rId20"/>
    <p:sldLayoutId id="2147483766" r:id="rId21"/>
    <p:sldLayoutId id="2147483767" r:id="rId22"/>
    <p:sldLayoutId id="2147483768" r:id="rId23"/>
    <p:sldLayoutId id="2147483769" r:id="rId24"/>
    <p:sldLayoutId id="2147483770" r:id="rId25"/>
    <p:sldLayoutId id="2147483771" r:id="rId26"/>
    <p:sldLayoutId id="2147483772" r:id="rId27"/>
    <p:sldLayoutId id="2147483773" r:id="rId28"/>
    <p:sldLayoutId id="2147483774" r:id="rId29"/>
    <p:sldLayoutId id="2147483775" r:id="rId30"/>
    <p:sldLayoutId id="2147483776" r:id="rId31"/>
    <p:sldLayoutId id="2147483777" r:id="rId32"/>
    <p:sldLayoutId id="2147483778" r:id="rId33"/>
    <p:sldLayoutId id="2147483779" r:id="rId34"/>
    <p:sldLayoutId id="2147483780" r:id="rId35"/>
    <p:sldLayoutId id="2147483781" r:id="rId36"/>
    <p:sldLayoutId id="2147483782" r:id="rId37"/>
    <p:sldLayoutId id="2147483783" r:id="rId38"/>
    <p:sldLayoutId id="2147483784" r:id="rId39"/>
    <p:sldLayoutId id="2147483785" r:id="rId40"/>
    <p:sldLayoutId id="2147483786" r:id="rId41"/>
    <p:sldLayoutId id="2147483787" r:id="rId42"/>
    <p:sldLayoutId id="2147483788" r:id="rId43"/>
    <p:sldLayoutId id="2147483789" r:id="rId44"/>
    <p:sldLayoutId id="2147483790" r:id="rId45"/>
    <p:sldLayoutId id="2147483791" r:id="rId46"/>
    <p:sldLayoutId id="2147483792" r:id="rId47"/>
    <p:sldLayoutId id="2147483793" r:id="rId48"/>
    <p:sldLayoutId id="2147483794" r:id="rId49"/>
    <p:sldLayoutId id="2147483795" r:id="rId50"/>
    <p:sldLayoutId id="2147483796" r:id="rId51"/>
    <p:sldLayoutId id="2147483797" r:id="rId52"/>
    <p:sldLayoutId id="2147483798" r:id="rId53"/>
    <p:sldLayoutId id="2147483799" r:id="rId54"/>
    <p:sldLayoutId id="2147483800" r:id="rId55"/>
    <p:sldLayoutId id="2147483801" r:id="rId56"/>
    <p:sldLayoutId id="2147483802" r:id="rId57"/>
    <p:sldLayoutId id="2147483803" r:id="rId58"/>
    <p:sldLayoutId id="2147483804" r:id="rId59"/>
    <p:sldLayoutId id="2147483805" r:id="rId60"/>
    <p:sldLayoutId id="2147483806" r:id="rId61"/>
    <p:sldLayoutId id="2147483807" r:id="rId62"/>
    <p:sldLayoutId id="2147483808" r:id="rId63"/>
    <p:sldLayoutId id="2147483809" r:id="rId64"/>
    <p:sldLayoutId id="2147483810" r:id="rId65"/>
    <p:sldLayoutId id="2147483811" r:id="rId66"/>
    <p:sldLayoutId id="2147483812" r:id="rId67"/>
    <p:sldLayoutId id="2147483813" r:id="rId68"/>
    <p:sldLayoutId id="2147483814" r:id="rId69"/>
    <p:sldLayoutId id="2147483815" r:id="rId70"/>
    <p:sldLayoutId id="2147483816" r:id="rId71"/>
    <p:sldLayoutId id="2147483817" r:id="rId72"/>
  </p:sldLayoutIdLst>
  <p:hf hdr="0" dt="0"/>
  <p:txStyles>
    <p:titleStyle>
      <a:lvl1pPr algn="l" defTabSz="914400" rtl="0" eaLnBrk="1" latinLnBrk="0" hangingPunct="1">
        <a:lnSpc>
          <a:spcPct val="100000"/>
        </a:lnSpc>
        <a:spcBef>
          <a:spcPct val="0"/>
        </a:spcBef>
        <a:buNone/>
        <a:defRPr lang="en-US" sz="2200" b="1" i="0" kern="1200" spc="0" dirty="0">
          <a:solidFill>
            <a:schemeClr val="tx1"/>
          </a:solidFill>
          <a:effectLst/>
          <a:latin typeface="+mj-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accent1"/>
          </a:solidFill>
          <a:latin typeface="+mn-lt"/>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tx1"/>
        </a:buClr>
        <a:buFont typeface="Arial" panose="020B0604020202020204" pitchFamily="34" charset="0"/>
        <a:buChar char="•"/>
        <a:defRPr lang="en-US" sz="1400" b="0" i="0" kern="1200" dirty="0" smtClean="0">
          <a:solidFill>
            <a:schemeClr val="tx1"/>
          </a:solidFill>
          <a:latin typeface="+mn-lt"/>
          <a:ea typeface="Human Sans"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Font typeface="Courier New" panose="02070309020205020404" pitchFamily="49" charset="0"/>
        <a:buChar char="o"/>
        <a:defRPr lang="en-US" sz="1200" b="0" i="0" kern="1200" dirty="0" smtClean="0">
          <a:solidFill>
            <a:schemeClr val="tx1"/>
          </a:solidFill>
          <a:latin typeface="+mn-lt"/>
          <a:ea typeface="Human Sans"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5">
          <p15:clr>
            <a:srgbClr val="F26B43"/>
          </p15:clr>
        </p15:guide>
        <p15:guide id="3" pos="7280">
          <p15:clr>
            <a:srgbClr val="F26B43"/>
          </p15:clr>
        </p15:guide>
        <p15:guide id="4" orient="horz" pos="3912">
          <p15:clr>
            <a:srgbClr val="F26B43"/>
          </p15:clr>
        </p15:guide>
        <p15:guide id="12" orient="horz" pos="768">
          <p15:clr>
            <a:srgbClr val="F26B43"/>
          </p15:clr>
        </p15:guide>
        <p15:guide id="13" pos="830">
          <p15:clr>
            <a:srgbClr val="F26B43"/>
          </p15:clr>
        </p15:guide>
        <p15:guide id="14" pos="984">
          <p15:clr>
            <a:srgbClr val="F26B43"/>
          </p15:clr>
        </p15:guide>
        <p15:guide id="15" pos="1416">
          <p15:clr>
            <a:srgbClr val="F26B43"/>
          </p15:clr>
        </p15:guide>
        <p15:guide id="16" pos="1568">
          <p15:clr>
            <a:srgbClr val="F26B43"/>
          </p15:clr>
        </p15:guide>
        <p15:guide id="17" pos="2004">
          <p15:clr>
            <a:srgbClr val="F26B43"/>
          </p15:clr>
        </p15:guide>
        <p15:guide id="18" pos="2156">
          <p15:clr>
            <a:srgbClr val="F26B43"/>
          </p15:clr>
        </p15:guide>
        <p15:guide id="19" pos="2589">
          <p15:clr>
            <a:srgbClr val="F26B43"/>
          </p15:clr>
        </p15:guide>
        <p15:guide id="20" pos="2742">
          <p15:clr>
            <a:srgbClr val="F26B43"/>
          </p15:clr>
        </p15:guide>
        <p15:guide id="21" pos="3168">
          <p15:clr>
            <a:srgbClr val="F26B43"/>
          </p15:clr>
        </p15:guide>
        <p15:guide id="22" pos="3326">
          <p15:clr>
            <a:srgbClr val="F26B43"/>
          </p15:clr>
        </p15:guide>
        <p15:guide id="23" pos="3762">
          <p15:clr>
            <a:srgbClr val="F26B43"/>
          </p15:clr>
        </p15:guide>
        <p15:guide id="24" pos="3912">
          <p15:clr>
            <a:srgbClr val="F26B43"/>
          </p15:clr>
        </p15:guide>
        <p15:guide id="25" pos="4346">
          <p15:clr>
            <a:srgbClr val="F26B43"/>
          </p15:clr>
        </p15:guide>
        <p15:guide id="26" pos="4500">
          <p15:clr>
            <a:srgbClr val="F26B43"/>
          </p15:clr>
        </p15:guide>
        <p15:guide id="27" pos="4934">
          <p15:clr>
            <a:srgbClr val="F26B43"/>
          </p15:clr>
        </p15:guide>
        <p15:guide id="28" pos="5086">
          <p15:clr>
            <a:srgbClr val="F26B43"/>
          </p15:clr>
        </p15:guide>
        <p15:guide id="29" pos="5520">
          <p15:clr>
            <a:srgbClr val="F26B43"/>
          </p15:clr>
        </p15:guide>
        <p15:guide id="30" pos="5674">
          <p15:clr>
            <a:srgbClr val="F26B43"/>
          </p15:clr>
        </p15:guide>
        <p15:guide id="31" pos="6108">
          <p15:clr>
            <a:srgbClr val="F26B43"/>
          </p15:clr>
        </p15:guide>
        <p15:guide id="32" pos="6262">
          <p15:clr>
            <a:srgbClr val="F26B43"/>
          </p15:clr>
        </p15:guide>
        <p15:guide id="33" pos="6692">
          <p15:clr>
            <a:srgbClr val="F26B43"/>
          </p15:clr>
        </p15:guide>
        <p15:guide id="34" pos="6846">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pos="384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9" name="Text Placeholder 2">
            <a:extLst>
              <a:ext uri="{FF2B5EF4-FFF2-40B4-BE49-F238E27FC236}">
                <a16:creationId xmlns:a16="http://schemas.microsoft.com/office/drawing/2014/main" id="{E8369E08-22C8-4CA0-8BC3-06B27EF317DD}"/>
              </a:ext>
            </a:extLst>
          </p:cNvPr>
          <p:cNvSpPr>
            <a:spLocks noGrp="1"/>
          </p:cNvSpPr>
          <p:nvPr>
            <p:ph type="body" idx="1"/>
          </p:nvPr>
        </p:nvSpPr>
        <p:spPr>
          <a:xfrm>
            <a:off x="457200" y="1676400"/>
            <a:ext cx="11277600" cy="4495800"/>
          </a:xfrm>
          <a:prstGeom prst="rect">
            <a:avLst/>
          </a:prstGeom>
        </p:spPr>
        <p:txBody>
          <a:bodyPr vert="horz"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 typeface="Arial" panose="020B0604020202020204" pitchFamily="34" charset="0"/>
              <a:buNone/>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Edit Master text styles</a:t>
            </a:r>
          </a:p>
          <a:p>
            <a:pPr marL="182880" marR="0" lvl="1" indent="-182880" algn="l" defTabSz="914400" rtl="0" eaLnBrk="1" fontAlgn="auto" latinLnBrk="0" hangingPunct="1">
              <a:lnSpc>
                <a:spcPct val="100000"/>
              </a:lnSpc>
              <a:spcBef>
                <a:spcPts val="600"/>
              </a:spcBef>
              <a:spcAft>
                <a:spcPts val="0"/>
              </a:spcAft>
              <a:buClr>
                <a:srgbClr val="76CDD8"/>
              </a:buClr>
              <a:buSzTx/>
              <a:buFont typeface="Arial" panose="020B0604020202020204" pitchFamily="34" charset="0"/>
              <a:buChar char="•"/>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Second level</a:t>
            </a:r>
          </a:p>
          <a:p>
            <a:pPr marL="365760" marR="0" lvl="2" indent="-182880" algn="l" defTabSz="914400" rtl="0" eaLnBrk="1" fontAlgn="auto" latinLnBrk="0" hangingPunct="1">
              <a:lnSpc>
                <a:spcPct val="100000"/>
              </a:lnSpc>
              <a:spcBef>
                <a:spcPts val="600"/>
              </a:spcBef>
              <a:spcAft>
                <a:spcPts val="0"/>
              </a:spcAft>
              <a:buClr>
                <a:srgbClr val="A0A0A0"/>
              </a:buClr>
              <a:buSzTx/>
              <a:buFont typeface="Calibri" panose="020F0502020204030204" pitchFamily="34" charset="0"/>
              <a:buChar char="→"/>
              <a:tabLst/>
              <a:defRPr/>
            </a:pPr>
            <a:r>
              <a:rPr kumimoji="0" lang="en-US" sz="1200" b="0" i="0" u="none" strike="noStrike" kern="1200" cap="none" spc="0" normalizeH="0" baseline="0" noProof="0">
                <a:ln>
                  <a:noFill/>
                </a:ln>
                <a:solidFill>
                  <a:srgbClr val="222222"/>
                </a:solidFill>
                <a:effectLst/>
                <a:uLnTx/>
                <a:uFillTx/>
                <a:latin typeface="Calibri"/>
                <a:cs typeface="Calibri" panose="020F0502020204030204" pitchFamily="34" charset="0"/>
              </a:rPr>
              <a:t>Third level</a:t>
            </a:r>
            <a:endParaRPr lang="en-US"/>
          </a:p>
        </p:txBody>
      </p:sp>
      <p:sp>
        <p:nvSpPr>
          <p:cNvPr id="11" name="TextBox 10">
            <a:extLst>
              <a:ext uri="{FF2B5EF4-FFF2-40B4-BE49-F238E27FC236}">
                <a16:creationId xmlns:a16="http://schemas.microsoft.com/office/drawing/2014/main" id="{3F641FF6-5DCC-D34B-9DD7-29931472CBC7}"/>
              </a:ext>
            </a:extLst>
          </p:cNvPr>
          <p:cNvSpPr txBox="1"/>
          <p:nvPr/>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a:pPr lvl="0"/>
              <a:t>‹#›</a:t>
            </a:fld>
            <a:endParaRPr lang="en-US" sz="1000"/>
          </a:p>
        </p:txBody>
      </p:sp>
    </p:spTree>
    <p:extLst>
      <p:ext uri="{BB962C8B-B14F-4D97-AF65-F5344CB8AC3E}">
        <p14:creationId xmlns:p14="http://schemas.microsoft.com/office/powerpoint/2010/main" val="4203257405"/>
      </p:ext>
    </p:extLst>
  </p:cSld>
  <p:clrMap bg1="lt1" tx1="dk1" bg2="lt2" tx2="dk2" accent1="accent1" accent2="accent2" accent3="accent3" accent4="accent4" accent5="accent5" accent6="accent6" hlink="hlink" folHlink="folHlink"/>
  <p:sldLayoutIdLst>
    <p:sldLayoutId id="2147483820" r:id="rId1"/>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200" b="0" i="0" kern="1200">
          <a:solidFill>
            <a:schemeClr val="tx1"/>
          </a:solidFill>
          <a:latin typeface="+mn-lt"/>
          <a:ea typeface="Calibri" panose="020F0502020204030204" pitchFamily="34" charset="0"/>
          <a:cs typeface="Calibri" panose="020F0502020204030204" pitchFamily="34" charset="0"/>
        </a:defRPr>
      </a:lvl1pPr>
      <a:lvl2pPr marL="685800" indent="-228600" algn="l" defTabSz="914400" rtl="0" eaLnBrk="1" latinLnBrk="0" hangingPunct="1">
        <a:lnSpc>
          <a:spcPct val="110000"/>
        </a:lnSpc>
        <a:spcBef>
          <a:spcPts val="600"/>
        </a:spcBef>
        <a:spcAft>
          <a:spcPts val="0"/>
        </a:spcAft>
        <a:buClr>
          <a:schemeClr val="tx1"/>
        </a:buClr>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2pPr>
      <a:lvl3pPr marL="11430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spTree>
    <p:extLst>
      <p:ext uri="{BB962C8B-B14F-4D97-AF65-F5344CB8AC3E}">
        <p14:creationId xmlns:p14="http://schemas.microsoft.com/office/powerpoint/2010/main" val="4144819782"/>
      </p:ext>
    </p:extLst>
  </p:cSld>
  <p:clrMap bg1="lt1" tx1="dk1" bg2="lt2" tx2="dk2" accent1="accent1" accent2="accent2" accent3="accent3" accent4="accent4" accent5="accent5" accent6="accent6" hlink="hlink" folHlink="folHlink"/>
  <p:sldLayoutIdLst>
    <p:sldLayoutId id="2147483883" r:id="rId1"/>
    <p:sldLayoutId id="2147483884" r:id="rId2"/>
    <p:sldLayoutId id="2147483885" r:id="rId3"/>
    <p:sldLayoutId id="2147483886" r:id="rId4"/>
    <p:sldLayoutId id="2147483887" r:id="rId5"/>
    <p:sldLayoutId id="2147483888" r:id="rId6"/>
    <p:sldLayoutId id="2147483889" r:id="rId7"/>
    <p:sldLayoutId id="2147483890" r:id="rId8"/>
    <p:sldLayoutId id="2147483891" r:id="rId9"/>
    <p:sldLayoutId id="2147483892" r:id="rId10"/>
    <p:sldLayoutId id="2147483893" r:id="rId11"/>
    <p:sldLayoutId id="2147483894" r:id="rId12"/>
    <p:sldLayoutId id="2147483895" r:id="rId13"/>
    <p:sldLayoutId id="2147483896" r:id="rId14"/>
    <p:sldLayoutId id="2147483897" r:id="rId15"/>
    <p:sldLayoutId id="2147483898" r:id="rId16"/>
    <p:sldLayoutId id="2147483899" r:id="rId17"/>
    <p:sldLayoutId id="2147483900" r:id="rId18"/>
    <p:sldLayoutId id="2147483901" r:id="rId19"/>
    <p:sldLayoutId id="2147483902" r:id="rId20"/>
    <p:sldLayoutId id="2147483903" r:id="rId21"/>
    <p:sldLayoutId id="2147483904" r:id="rId22"/>
    <p:sldLayoutId id="2147483905" r:id="rId23"/>
    <p:sldLayoutId id="2147483906" r:id="rId24"/>
    <p:sldLayoutId id="2147483907" r:id="rId25"/>
    <p:sldLayoutId id="2147483908" r:id="rId26"/>
    <p:sldLayoutId id="2147483909" r:id="rId27"/>
    <p:sldLayoutId id="2147483910" r:id="rId28"/>
    <p:sldLayoutId id="2147483911" r:id="rId29"/>
    <p:sldLayoutId id="2147483912" r:id="rId30"/>
    <p:sldLayoutId id="2147483913" r:id="rId31"/>
    <p:sldLayoutId id="2147483914" r:id="rId32"/>
    <p:sldLayoutId id="2147483915" r:id="rId33"/>
    <p:sldLayoutId id="2147483916" r:id="rId34"/>
    <p:sldLayoutId id="2147483917" r:id="rId35"/>
    <p:sldLayoutId id="2147483918" r:id="rId36"/>
    <p:sldLayoutId id="2147483919" r:id="rId37"/>
    <p:sldLayoutId id="2147483920" r:id="rId38"/>
    <p:sldLayoutId id="2147483921" r:id="rId39"/>
    <p:sldLayoutId id="2147483922" r:id="rId40"/>
    <p:sldLayoutId id="2147483923" r:id="rId41"/>
    <p:sldLayoutId id="2147483924" r:id="rId42"/>
    <p:sldLayoutId id="2147483925" r:id="rId43"/>
    <p:sldLayoutId id="2147483926" r:id="rId44"/>
    <p:sldLayoutId id="2147483927" r:id="rId45"/>
    <p:sldLayoutId id="2147483928" r:id="rId46"/>
    <p:sldLayoutId id="2147483929" r:id="rId47"/>
    <p:sldLayoutId id="2147483930" r:id="rId48"/>
    <p:sldLayoutId id="2147483931" r:id="rId49"/>
    <p:sldLayoutId id="2147483932" r:id="rId50"/>
    <p:sldLayoutId id="2147483933" r:id="rId51"/>
    <p:sldLayoutId id="2147483934" r:id="rId52"/>
    <p:sldLayoutId id="2147483935" r:id="rId53"/>
    <p:sldLayoutId id="2147483936" r:id="rId54"/>
    <p:sldLayoutId id="2147483937" r:id="rId55"/>
    <p:sldLayoutId id="2147483938" r:id="rId56"/>
    <p:sldLayoutId id="2147483939" r:id="rId57"/>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GB"/>
              <a:t>Click to edit Master title style</a:t>
            </a:r>
            <a:endParaRPr lang="en-US"/>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6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cxnSp>
        <p:nvCxnSpPr>
          <p:cNvPr id="5" name="Straight Connector 4">
            <a:extLst>
              <a:ext uri="{FF2B5EF4-FFF2-40B4-BE49-F238E27FC236}">
                <a16:creationId xmlns:a16="http://schemas.microsoft.com/office/drawing/2014/main" id="{1C54E357-47A9-B003-7E36-215C0CF70453}"/>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9795773"/>
      </p:ext>
    </p:extLst>
  </p:cSld>
  <p:clrMap bg1="lt1" tx1="dk1" bg2="lt2" tx2="dk2" accent1="accent1" accent2="accent2" accent3="accent3" accent4="accent4" accent5="accent5" accent6="accent6" hlink="hlink" folHlink="folHlink"/>
  <p:sldLayoutIdLst>
    <p:sldLayoutId id="2147483941" r:id="rId1"/>
    <p:sldLayoutId id="2147483942" r:id="rId2"/>
    <p:sldLayoutId id="2147483943" r:id="rId3"/>
    <p:sldLayoutId id="2147483944" r:id="rId4"/>
    <p:sldLayoutId id="2147483945" r:id="rId5"/>
    <p:sldLayoutId id="2147483946" r:id="rId6"/>
    <p:sldLayoutId id="2147483947" r:id="rId7"/>
    <p:sldLayoutId id="2147483948" r:id="rId8"/>
    <p:sldLayoutId id="2147483949" r:id="rId9"/>
    <p:sldLayoutId id="2147483950" r:id="rId10"/>
    <p:sldLayoutId id="2147483951" r:id="rId11"/>
    <p:sldLayoutId id="2147483952" r:id="rId12"/>
    <p:sldLayoutId id="2147483953" r:id="rId13"/>
    <p:sldLayoutId id="2147483954" r:id="rId14"/>
    <p:sldLayoutId id="2147483955" r:id="rId15"/>
    <p:sldLayoutId id="2147483956" r:id="rId16"/>
    <p:sldLayoutId id="2147483957" r:id="rId17"/>
    <p:sldLayoutId id="2147483958" r:id="rId18"/>
    <p:sldLayoutId id="2147483959" r:id="rId19"/>
    <p:sldLayoutId id="2147483960" r:id="rId20"/>
    <p:sldLayoutId id="2147483961" r:id="rId21"/>
    <p:sldLayoutId id="2147483962" r:id="rId22"/>
    <p:sldLayoutId id="2147483963" r:id="rId23"/>
    <p:sldLayoutId id="2147483964" r:id="rId24"/>
    <p:sldLayoutId id="2147483965" r:id="rId25"/>
    <p:sldLayoutId id="2147483966" r:id="rId26"/>
    <p:sldLayoutId id="2147483967" r:id="rId27"/>
    <p:sldLayoutId id="2147483968" r:id="rId28"/>
    <p:sldLayoutId id="2147483969" r:id="rId29"/>
    <p:sldLayoutId id="2147483970" r:id="rId30"/>
    <p:sldLayoutId id="2147483971" r:id="rId31"/>
    <p:sldLayoutId id="2147483972" r:id="rId32"/>
    <p:sldLayoutId id="2147483973" r:id="rId33"/>
    <p:sldLayoutId id="2147483974" r:id="rId34"/>
    <p:sldLayoutId id="2147483975" r:id="rId35"/>
    <p:sldLayoutId id="2147483976" r:id="rId36"/>
    <p:sldLayoutId id="2147483977" r:id="rId37"/>
    <p:sldLayoutId id="2147483978" r:id="rId38"/>
    <p:sldLayoutId id="2147483979" r:id="rId39"/>
    <p:sldLayoutId id="2147483980" r:id="rId40"/>
    <p:sldLayoutId id="2147483981" r:id="rId41"/>
    <p:sldLayoutId id="2147483982" r:id="rId42"/>
    <p:sldLayoutId id="2147483983" r:id="rId43"/>
    <p:sldLayoutId id="2147483984" r:id="rId44"/>
    <p:sldLayoutId id="2147483985" r:id="rId45"/>
    <p:sldLayoutId id="2147483986" r:id="rId46"/>
    <p:sldLayoutId id="2147483987" r:id="rId47"/>
    <p:sldLayoutId id="2147483988" r:id="rId48"/>
    <p:sldLayoutId id="2147483989" r:id="rId49"/>
    <p:sldLayoutId id="2147483990" r:id="rId50"/>
    <p:sldLayoutId id="2147483991" r:id="rId51"/>
    <p:sldLayoutId id="2147483992" r:id="rId52"/>
    <p:sldLayoutId id="2147483993" r:id="rId53"/>
    <p:sldLayoutId id="2147483994" r:id="rId54"/>
    <p:sldLayoutId id="2147483995" r:id="rId55"/>
    <p:sldLayoutId id="2147483996" r:id="rId56"/>
    <p:sldLayoutId id="2147483997" r:id="rId57"/>
    <p:sldLayoutId id="2147483998" r:id="rId58"/>
    <p:sldLayoutId id="2147483999" r:id="rId59"/>
    <p:sldLayoutId id="2147484000" r:id="rId60"/>
    <p:sldLayoutId id="2147484001" r:id="rId61"/>
    <p:sldLayoutId id="2147484002" r:id="rId62"/>
    <p:sldLayoutId id="2147484003" r:id="rId63"/>
    <p:sldLayoutId id="2147484004" r:id="rId64"/>
    <p:sldLayoutId id="2147484005" r:id="rId65"/>
    <p:sldLayoutId id="2147484006" r:id="rId66"/>
    <p:sldLayoutId id="2147484007" r:id="rId67"/>
  </p:sldLayoutIdLst>
  <p:transition/>
  <p:hf hdr="0" dt="0"/>
  <p:txStyles>
    <p:titleStyle>
      <a:lvl1pPr algn="l" defTabSz="914400" rtl="0" eaLnBrk="1" latinLnBrk="0" hangingPunct="1">
        <a:lnSpc>
          <a:spcPct val="100000"/>
        </a:lnSpc>
        <a:spcBef>
          <a:spcPct val="0"/>
        </a:spcBef>
        <a:buNone/>
        <a:defRPr lang="en-US" sz="2200" b="1"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ct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47.png"/><Relationship Id="rId4" Type="http://schemas.microsoft.com/office/2007/relationships/hdphoto" Target="../media/hdphoto1.wdp"/><Relationship Id="rId5" Type="http://schemas.openxmlformats.org/officeDocument/2006/relationships/image" Target="../media/image2.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6.xml"/><Relationship Id="rId2" Type="http://schemas.openxmlformats.org/officeDocument/2006/relationships/notesSlide" Target="../notesSlides/notesSlide4.xml"/><Relationship Id="rId3" Type="http://schemas.openxmlformats.org/officeDocument/2006/relationships/image" Target="../media/image4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5.xml"/><Relationship Id="rId3" Type="http://schemas.openxmlformats.org/officeDocument/2006/relationships/image" Target="../media/image4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6.xml"/><Relationship Id="rId3" Type="http://schemas.openxmlformats.org/officeDocument/2006/relationships/image" Target="../media/image48.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7.xml"/><Relationship Id="rId3" Type="http://schemas.openxmlformats.org/officeDocument/2006/relationships/image" Target="../media/image4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8.xml"/><Relationship Id="rId3" Type="http://schemas.openxmlformats.org/officeDocument/2006/relationships/image" Target="../media/image48.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 Id="rId3"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 Id="rId3"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3.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 Id="rId3" Type="http://schemas.openxmlformats.org/officeDocument/2006/relationships/image" Target="../media/image5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49.png"/><Relationship Id="rId4" Type="http://schemas.openxmlformats.org/officeDocument/2006/relationships/image" Target="../media/image53.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notesSlide" Target="../notesSlides/notesSlide15.xml"/><Relationship Id="rId3" Type="http://schemas.openxmlformats.org/officeDocument/2006/relationships/image" Target="../media/image54.jpeg"/><Relationship Id="rId4"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me">
            <a:extLst>
              <a:ext uri="{FF2B5EF4-FFF2-40B4-BE49-F238E27FC236}">
                <a16:creationId xmlns:a16="http://schemas.microsoft.com/office/drawing/2014/main" id="{8BC19A9A-ADEF-FA5A-41B0-C158BAAC6A94}"/>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saturation sat="103000"/>
                    </a14:imgEffect>
                  </a14:imgLayer>
                </a14:imgProps>
              </a:ext>
              <a:ext uri="{28A0092B-C50C-407E-A947-70E740481C1C}">
                <a14:useLocalDpi xmlns:a14="http://schemas.microsoft.com/office/drawing/2010/main" val="0"/>
              </a:ext>
            </a:extLst>
          </a:blip>
          <a:stretch>
            <a:fillRect/>
          </a:stretch>
        </p:blipFill>
        <p:spPr bwMode="auto">
          <a:xfrm>
            <a:off x="-3156" y="6999"/>
            <a:ext cx="12236788" cy="6883728"/>
          </a:xfrm>
          <a:prstGeom prst="rect">
            <a:avLst/>
          </a:prstGeom>
          <a:solidFill>
            <a:srgbClr val="FFFFFF"/>
          </a:solidFill>
        </p:spPr>
      </p:pic>
      <p:sp>
        <p:nvSpPr>
          <p:cNvPr id="4" name="TextBox 3">
            <a:extLst>
              <a:ext uri="{FF2B5EF4-FFF2-40B4-BE49-F238E27FC236}">
                <a16:creationId xmlns:a16="http://schemas.microsoft.com/office/drawing/2014/main" id="{EB8CB420-00AE-C238-7526-7F5B31CBD664}"/>
              </a:ext>
            </a:extLst>
          </p:cNvPr>
          <p:cNvSpPr txBox="1"/>
          <p:nvPr/>
        </p:nvSpPr>
        <p:spPr>
          <a:xfrm>
            <a:off x="647699" y="3809007"/>
            <a:ext cx="3722281" cy="1169551"/>
          </a:xfrm>
          <a:prstGeom prst="rect">
            <a:avLst/>
          </a:prstGeom>
        </p:spPr>
        <p:txBody>
          <a:bodyPr vert="horz" wrap="square" lIns="0" tIns="0" rIns="0" bIns="0" rtlCol="0">
            <a:normAutofit/>
          </a:bodyPr>
          <a:lstStyle/>
          <a:p>
            <a:pPr>
              <a:lnSpc>
                <a:spcPct val="90000"/>
              </a:lnSpc>
              <a:spcAft>
                <a:spcPts val="600"/>
              </a:spcAft>
            </a:pPr>
            <a:endParaRPr lang="en-US" sz="1000" b="0" i="0" kern="1200">
              <a:solidFill>
                <a:schemeClr val="bg1"/>
              </a:solidFill>
              <a:latin typeface="Calibri Light" panose="020F0302020204030204" pitchFamily="34" charset="0"/>
              <a:ea typeface="Calibri" panose="020F0502020204030204" pitchFamily="34" charset="0"/>
              <a:cs typeface="Calibri Light" panose="020F0302020204030204" pitchFamily="34" charset="0"/>
            </a:endParaRPr>
          </a:p>
        </p:txBody>
      </p:sp>
      <p:sp>
        <p:nvSpPr>
          <p:cNvPr id="2" name="Rectangle 1">
            <a:extLst>
              <a:ext uri="{FF2B5EF4-FFF2-40B4-BE49-F238E27FC236}">
                <a16:creationId xmlns:a16="http://schemas.microsoft.com/office/drawing/2014/main" id="{D7FA8BB1-0DA1-1880-2910-6CC574E10790}"/>
              </a:ext>
            </a:extLst>
          </p:cNvPr>
          <p:cNvSpPr/>
          <p:nvPr/>
        </p:nvSpPr>
        <p:spPr>
          <a:xfrm>
            <a:off x="-5605" y="-2831"/>
            <a:ext cx="12229531" cy="6890688"/>
          </a:xfrm>
          <a:prstGeom prst="rect">
            <a:avLst/>
          </a:prstGeom>
          <a:solidFill>
            <a:srgbClr val="162A3D">
              <a:alpha val="64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A1C9038D-004C-9EF6-1BD8-4C110AEE3955}"/>
              </a:ext>
            </a:extLst>
          </p:cNvPr>
          <p:cNvSpPr txBox="1">
            <a:spLocks/>
          </p:cNvSpPr>
          <p:nvPr/>
        </p:nvSpPr>
        <p:spPr>
          <a:xfrm>
            <a:off x="349112" y="1403582"/>
            <a:ext cx="9674563" cy="1846612"/>
          </a:xfrm>
          <a:prstGeom prst="rect">
            <a:avLst/>
          </a:prstGeom>
        </p:spPr>
        <p:txBody>
          <a:bodyPr vert="horz" lIns="91440" tIns="45720" rIns="91440" bIns="45720" anchor="t">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6800" dirty="0">
                <a:gradFill>
                  <a:gsLst>
                    <a:gs pos="0">
                      <a:srgbClr val="00FFF0"/>
                    </a:gs>
                    <a:gs pos="72000">
                      <a:srgbClr val="00F6FF"/>
                    </a:gs>
                    <a:gs pos="100000">
                      <a:srgbClr val="B896FF"/>
                    </a:gs>
                  </a:gsLst>
                  <a:lin ang="1200000" scaled="0"/>
                </a:gradFill>
                <a:latin typeface="Calibri"/>
                <a:ea typeface="Calibri"/>
                <a:cs typeface="Calibri"/>
              </a:rPr>
              <a:t>Code Review — ZDMS_UPLOAD_FILES</a:t>
            </a:r>
          </a:p>
        </p:txBody>
      </p:sp>
      <p:pic>
        <p:nvPicPr>
          <p:cNvPr id="11" name="Picture 10">
            <a:extLst>
              <a:ext uri="{FF2B5EF4-FFF2-40B4-BE49-F238E27FC236}">
                <a16:creationId xmlns:a16="http://schemas.microsoft.com/office/drawing/2014/main" id="{341AEE80-7363-D4EE-14E0-0AC29CE48C77}"/>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1358409" y="6463700"/>
            <a:ext cx="658001" cy="241912"/>
          </a:xfrm>
          <a:prstGeom prst="rect">
            <a:avLst/>
          </a:prstGeom>
        </p:spPr>
      </p:pic>
      <p:sp>
        <p:nvSpPr>
          <p:cNvPr id="13" name="Text Placeholder 12">
            <a:extLst>
              <a:ext uri="{FF2B5EF4-FFF2-40B4-BE49-F238E27FC236}">
                <a16:creationId xmlns:a16="http://schemas.microsoft.com/office/drawing/2014/main" id="{B49ACE86-8869-17E1-2522-3180377E1794}"/>
              </a:ext>
            </a:extLst>
          </p:cNvPr>
          <p:cNvSpPr txBox="1">
            <a:spLocks/>
          </p:cNvSpPr>
          <p:nvPr/>
        </p:nvSpPr>
        <p:spPr>
          <a:xfrm>
            <a:off x="436078" y="4774983"/>
            <a:ext cx="1939735" cy="400110"/>
          </a:xfrm>
          <a:prstGeom prst="rect">
            <a:avLst/>
          </a:prstGeom>
        </p:spPr>
        <p:txBody>
          <a:bodyPr vert="horz" wrap="square" lIns="0" tIns="0" rIns="0" bIns="0" rtlCol="0" anchor="t">
            <a:sp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300" b="1" i="0" kern="1200" spc="400" baseline="0">
                <a:solidFill>
                  <a:srgbClr val="00F6FF"/>
                </a:solidFill>
                <a:latin typeface="Calibri" panose="020F0502020204030204" pitchFamily="34" charset="0"/>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None/>
              <a:defRPr lang="en-US" sz="1400" b="0" i="0" kern="120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300" b="1" i="0" u="none" strike="noStrike" kern="1200" cap="none" spc="400" normalizeH="0" baseline="0" noProof="0" dirty="0">
                <a:ln>
                  <a:noFill/>
                </a:ln>
                <a:solidFill>
                  <a:srgbClr val="00F6FF"/>
                </a:solidFill>
                <a:effectLst/>
                <a:uLnTx/>
                <a:uFillTx/>
                <a:latin typeface="Calibri"/>
                <a:ea typeface="Calibri"/>
                <a:cs typeface="Calibri"/>
              </a:rPr>
              <a:t>EPAM</a:t>
            </a:r>
          </a:p>
          <a:p>
            <a:pPr>
              <a:defRPr/>
            </a:pPr>
            <a:r>
              <a:rPr lang="en-US" dirty="0">
                <a:latin typeface="Calibri"/>
                <a:ea typeface="Calibri"/>
                <a:cs typeface="Calibri"/>
              </a:rPr>
              <a:t>April 2026</a:t>
            </a:r>
            <a:endParaRPr lang="en-US" dirty="0"/>
          </a:p>
        </p:txBody>
      </p:sp>
      <p:sp>
        <p:nvSpPr>
          <p:cNvPr id="1027" name="TextBox 1026"/>
          <p:cNvSpPr txBox="1"/>
          <p:nvPr/>
        </p:nvSpPr>
        <p:spPr>
          <a:xfrm>
            <a:off x="640080" y="3749039"/>
            <a:ext cx="8686800" cy="457200"/>
          </a:xfrm>
          <a:prstGeom prst="rect">
            <a:avLst/>
          </a:prstGeom>
          <a:noFill/>
        </p:spPr>
        <p:txBody>
          <a:bodyPr wrap="square">
            <a:spAutoFit/>
          </a:bodyPr>
          <a:lstStyle/>
          <a:p>
            <a:r>
              <a:rPr sz="1600">
                <a:solidFill>
                  <a:srgbClr val="C0EAE8"/>
                </a:solidFill>
                <a:latin typeface="Calibri"/>
              </a:rPr>
              <a:t>Package Z001 · destination DS4_CLH · 4 parallel category checks · 30 findings, all listed</a:t>
            </a:r>
          </a:p>
        </p:txBody>
      </p:sp>
    </p:spTree>
    <p:extLst>
      <p:ext uri="{BB962C8B-B14F-4D97-AF65-F5344CB8AC3E}">
        <p14:creationId xmlns:p14="http://schemas.microsoft.com/office/powerpoint/2010/main" val="3228384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5410F-7028-79CE-3B9F-75C5D0ADB350}"/>
              </a:ext>
            </a:extLst>
          </p:cNvPr>
          <p:cNvSpPr>
            <a:spLocks noGrp="1"/>
          </p:cNvSpPr>
          <p:nvPr>
            <p:ph type="title"/>
          </p:nvPr>
        </p:nvSpPr>
        <p:spPr>
          <a:xfrm>
            <a:off x="635825" y="1353882"/>
            <a:ext cx="3594735" cy="923330"/>
          </a:xfrm>
        </p:spPr>
        <p:txBody>
          <a:bodyPr/>
          <a:lstStyle/>
          <a:p>
            <a:r>
              <a:rPr lang="en-US"/>
              <a:t>Agenda</a:t>
            </a:r>
            <a:r>
              <a:rPr lang="en-US" sz="2400">
                <a:solidFill>
                  <a:srgbClr val="00B0F0"/>
                </a:solidFill>
              </a:rPr>
              <a:t> </a:t>
            </a:r>
          </a:p>
        </p:txBody>
      </p:sp>
      <p:sp>
        <p:nvSpPr>
          <p:cNvPr id="3" name="Text Placeholder 2">
            <a:extLst>
              <a:ext uri="{FF2B5EF4-FFF2-40B4-BE49-F238E27FC236}">
                <a16:creationId xmlns:a16="http://schemas.microsoft.com/office/drawing/2014/main" id="{A6522717-1C46-549B-6615-DDE037BFA467}"/>
              </a:ext>
            </a:extLst>
          </p:cNvPr>
          <p:cNvSpPr>
            <a:spLocks noGrp="1"/>
          </p:cNvSpPr>
          <p:nvPr>
            <p:ph type="body" sz="quarter" idx="10"/>
          </p:nvPr>
        </p:nvSpPr>
        <p:spPr/>
        <p:txBody>
          <a:bodyPr/>
          <a:lstStyle/>
          <a:p>
            <a:r>
              <a:rPr lang="en-US"/>
              <a:t>01</a:t>
            </a:r>
          </a:p>
        </p:txBody>
      </p:sp>
      <p:sp>
        <p:nvSpPr>
          <p:cNvPr id="4" name="Text Placeholder 3">
            <a:extLst>
              <a:ext uri="{FF2B5EF4-FFF2-40B4-BE49-F238E27FC236}">
                <a16:creationId xmlns:a16="http://schemas.microsoft.com/office/drawing/2014/main" id="{0A40B3CE-4FCC-C3A3-3618-83BE168CD889}"/>
              </a:ext>
            </a:extLst>
          </p:cNvPr>
          <p:cNvSpPr>
            <a:spLocks noGrp="1"/>
          </p:cNvSpPr>
          <p:nvPr>
            <p:ph type="body" sz="quarter" idx="16"/>
          </p:nvPr>
        </p:nvSpPr>
        <p:spPr/>
        <p:txBody>
          <a:bodyPr/>
          <a:lstStyle/>
          <a:p>
            <a:r>
              <a:rPr lang="en-US" dirty="0">
                <a:latin typeface="Calibri Light"/>
                <a:ea typeface="Calibri"/>
                <a:cs typeface="Calibri Light"/>
              </a:rPr>
              <a:t>Cloud LLM Hub &amp; Use Cases</a:t>
            </a:r>
            <a:endParaRPr lang="en-US" dirty="0"/>
          </a:p>
        </p:txBody>
      </p:sp>
      <p:sp>
        <p:nvSpPr>
          <p:cNvPr id="7" name="Text Placeholder 6">
            <a:extLst>
              <a:ext uri="{FF2B5EF4-FFF2-40B4-BE49-F238E27FC236}">
                <a16:creationId xmlns:a16="http://schemas.microsoft.com/office/drawing/2014/main" id="{445FF093-4F14-0B1D-66BC-3B40D9E4D6FF}"/>
              </a:ext>
            </a:extLst>
          </p:cNvPr>
          <p:cNvSpPr>
            <a:spLocks noGrp="1"/>
          </p:cNvSpPr>
          <p:nvPr>
            <p:ph type="body" sz="quarter" idx="24"/>
          </p:nvPr>
        </p:nvSpPr>
        <p:spPr/>
        <p:txBody>
          <a:bodyPr/>
          <a:lstStyle/>
          <a:p>
            <a:r>
              <a:rPr lang="en-US"/>
              <a:t>02</a:t>
            </a:r>
          </a:p>
        </p:txBody>
      </p:sp>
      <p:sp>
        <p:nvSpPr>
          <p:cNvPr id="8" name="Text Placeholder 7">
            <a:extLst>
              <a:ext uri="{FF2B5EF4-FFF2-40B4-BE49-F238E27FC236}">
                <a16:creationId xmlns:a16="http://schemas.microsoft.com/office/drawing/2014/main" id="{88F86118-DFD6-B7F8-44BF-705B73C354E5}"/>
              </a:ext>
            </a:extLst>
          </p:cNvPr>
          <p:cNvSpPr>
            <a:spLocks noGrp="1"/>
          </p:cNvSpPr>
          <p:nvPr>
            <p:ph type="body" sz="quarter" idx="25"/>
          </p:nvPr>
        </p:nvSpPr>
        <p:spPr>
          <a:xfrm>
            <a:off x="6248400" y="2237970"/>
            <a:ext cx="5295900" cy="307777"/>
          </a:xfrm>
        </p:spPr>
        <p:txBody>
          <a:bodyPr/>
          <a:lstStyle/>
          <a:p>
            <a:r>
              <a:rPr lang="en-US" dirty="0">
                <a:latin typeface="Calibri Light"/>
                <a:ea typeface="Calibri"/>
                <a:cs typeface="Calibri Light"/>
              </a:rPr>
              <a:t>Deployment Options</a:t>
            </a:r>
            <a:endParaRPr lang="pl-PL" dirty="0">
              <a:latin typeface="Calibri Light"/>
              <a:ea typeface="Calibri"/>
              <a:cs typeface="Calibri Light"/>
            </a:endParaRPr>
          </a:p>
        </p:txBody>
      </p:sp>
      <p:sp>
        <p:nvSpPr>
          <p:cNvPr id="9" name="Text Placeholder 8">
            <a:extLst>
              <a:ext uri="{FF2B5EF4-FFF2-40B4-BE49-F238E27FC236}">
                <a16:creationId xmlns:a16="http://schemas.microsoft.com/office/drawing/2014/main" id="{E96781BA-740C-74CE-718D-0ACE0E58F340}"/>
              </a:ext>
            </a:extLst>
          </p:cNvPr>
          <p:cNvSpPr>
            <a:spLocks noGrp="1"/>
          </p:cNvSpPr>
          <p:nvPr>
            <p:ph type="body" sz="quarter" idx="26"/>
          </p:nvPr>
        </p:nvSpPr>
        <p:spPr/>
        <p:txBody>
          <a:bodyPr/>
          <a:lstStyle/>
          <a:p>
            <a:r>
              <a:rPr lang="en-US"/>
              <a:t>03</a:t>
            </a:r>
          </a:p>
        </p:txBody>
      </p:sp>
      <p:sp>
        <p:nvSpPr>
          <p:cNvPr id="10" name="Text Placeholder 9">
            <a:extLst>
              <a:ext uri="{FF2B5EF4-FFF2-40B4-BE49-F238E27FC236}">
                <a16:creationId xmlns:a16="http://schemas.microsoft.com/office/drawing/2014/main" id="{36DA3684-072C-83C7-E644-F8D45922D3CC}"/>
              </a:ext>
            </a:extLst>
          </p:cNvPr>
          <p:cNvSpPr>
            <a:spLocks noGrp="1"/>
          </p:cNvSpPr>
          <p:nvPr>
            <p:ph type="body" sz="quarter" idx="27"/>
          </p:nvPr>
        </p:nvSpPr>
        <p:spPr>
          <a:xfrm>
            <a:off x="6248400" y="2931516"/>
            <a:ext cx="5382426" cy="307777"/>
          </a:xfrm>
        </p:spPr>
        <p:txBody>
          <a:bodyPr/>
          <a:lstStyle/>
          <a:p>
            <a:r>
              <a:rPr lang="en-US" dirty="0">
                <a:latin typeface="Calibri Light"/>
                <a:ea typeface="Calibri"/>
                <a:cs typeface="Calibri Light"/>
              </a:rPr>
              <a:t>AI-Powered Support Assistant</a:t>
            </a:r>
            <a:endParaRPr lang="pl-PL" dirty="0" err="1">
              <a:latin typeface="Calibri Light"/>
              <a:ea typeface="Calibri"/>
              <a:cs typeface="Calibri Light"/>
            </a:endParaRPr>
          </a:p>
        </p:txBody>
      </p:sp>
      <p:sp>
        <p:nvSpPr>
          <p:cNvPr id="6" name="Text Placeholder 5">
            <a:extLst>
              <a:ext uri="{FF2B5EF4-FFF2-40B4-BE49-F238E27FC236}">
                <a16:creationId xmlns:a16="http://schemas.microsoft.com/office/drawing/2014/main" id="{E1304ED9-EB3B-0A17-2277-8AAB6E6B3FC8}"/>
              </a:ext>
            </a:extLst>
          </p:cNvPr>
          <p:cNvSpPr>
            <a:spLocks noGrp="1"/>
          </p:cNvSpPr>
          <p:nvPr>
            <p:ph type="body" sz="quarter" idx="28"/>
          </p:nvPr>
        </p:nvSpPr>
        <p:spPr/>
        <p:txBody>
          <a:bodyPr/>
          <a:lstStyle/>
          <a:p>
            <a:r>
              <a:rPr lang="en-US" dirty="0"/>
              <a:t>04</a:t>
            </a:r>
          </a:p>
        </p:txBody>
      </p:sp>
      <p:sp>
        <p:nvSpPr>
          <p:cNvPr id="16" name="Text Placeholder 15">
            <a:extLst>
              <a:ext uri="{FF2B5EF4-FFF2-40B4-BE49-F238E27FC236}">
                <a16:creationId xmlns:a16="http://schemas.microsoft.com/office/drawing/2014/main" id="{2B879604-E65B-F23E-7005-A3CF3056B968}"/>
              </a:ext>
            </a:extLst>
          </p:cNvPr>
          <p:cNvSpPr>
            <a:spLocks noGrp="1"/>
          </p:cNvSpPr>
          <p:nvPr>
            <p:ph type="body" sz="quarter" idx="29"/>
          </p:nvPr>
        </p:nvSpPr>
        <p:spPr/>
        <p:txBody>
          <a:bodyPr/>
          <a:lstStyle/>
          <a:p>
            <a:r>
              <a:rPr lang="en-US" dirty="0"/>
              <a:t>Q&amp;A and Next Steps</a:t>
            </a:r>
          </a:p>
        </p:txBody>
      </p:sp>
      <p:sp>
        <p:nvSpPr>
          <p:cNvPr id="19" name="Rectangle 18"/>
          <p:cNvSpPr/>
          <p:nvPr/>
        </p:nvSpPr>
        <p:spPr>
          <a:xfrm>
            <a:off x="4023360" y="4160520"/>
            <a:ext cx="8138160" cy="19202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1201297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E0C41-1181-D328-016D-55B2CFF120F7}"/>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Cloud LLM </a:t>
            </a:r>
            <a:r>
              <a:rPr lang="pl-PL">
                <a:latin typeface="Calibri Light"/>
                <a:ea typeface="Calibri"/>
                <a:cs typeface="Calibri Light"/>
              </a:rPr>
              <a:t>Hub </a:t>
            </a:r>
            <a:br>
              <a:rPr lang="pl-PL">
                <a:latin typeface="Calibri Light"/>
                <a:ea typeface="Calibri"/>
                <a:cs typeface="Calibri Light"/>
              </a:rPr>
            </a:br>
            <a:r>
              <a:rPr lang="pl-PL">
                <a:latin typeface="Calibri Light"/>
                <a:ea typeface="Calibri"/>
                <a:cs typeface="Calibri Light"/>
              </a:rPr>
              <a:t>Use</a:t>
            </a:r>
            <a:r>
              <a:rPr lang="pl-PL" dirty="0">
                <a:latin typeface="Calibri Light"/>
                <a:ea typeface="Calibri"/>
                <a:cs typeface="Calibri Light"/>
              </a:rPr>
              <a:t> Cases</a:t>
            </a:r>
          </a:p>
        </p:txBody>
      </p:sp>
      <p:sp>
        <p:nvSpPr>
          <p:cNvPr id="5" name="Text Placeholder 4">
            <a:extLst>
              <a:ext uri="{FF2B5EF4-FFF2-40B4-BE49-F238E27FC236}">
                <a16:creationId xmlns:a16="http://schemas.microsoft.com/office/drawing/2014/main" id="{9A3869EB-1D9A-931F-FE33-AE0DAA8CE781}"/>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01</a:t>
            </a:r>
            <a:endParaRPr lang="en-US">
              <a:solidFill>
                <a:srgbClr val="00FFF0"/>
              </a:solidFill>
            </a:endParaRPr>
          </a:p>
        </p:txBody>
      </p:sp>
    </p:spTree>
    <p:extLst>
      <p:ext uri="{BB962C8B-B14F-4D97-AF65-F5344CB8AC3E}">
        <p14:creationId xmlns:p14="http://schemas.microsoft.com/office/powerpoint/2010/main" val="23929350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A74B6-3AA7-D624-DF7B-2ED8F07ED833}"/>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7855F61-61EC-8471-F2A3-5F7E7BC02591}"/>
              </a:ext>
            </a:extLst>
          </p:cNvPr>
          <p:cNvSpPr>
            <a:spLocks noGrp="1"/>
          </p:cNvSpPr>
          <p:nvPr>
            <p:ph type="title"/>
          </p:nvPr>
        </p:nvSpPr>
        <p:spPr>
          <a:xfrm>
            <a:off x="457200" y="723900"/>
            <a:ext cx="2586789" cy="307777"/>
          </a:xfrm>
        </p:spPr>
        <p:txBody>
          <a:bodyPr vert="horz" wrap="square" lIns="0" tIns="0" rIns="0" bIns="0" rtlCol="0" anchor="t">
            <a:spAutoFit/>
          </a:bodyPr>
          <a:lstStyle/>
          <a:p>
            <a:r>
              <a:rPr lang="en-GB" sz="2000">
                <a:ea typeface="Calibri"/>
                <a:cs typeface="Calibri"/>
              </a:rPr>
              <a:t>Verdict at a glance</a:t>
            </a:r>
            <a:endParaRPr lang="en-US" sz="2000">
              <a:solidFill>
                <a:srgbClr val="FF4E33"/>
              </a:solidFill>
            </a:endParaRPr>
          </a:p>
        </p:txBody>
      </p:sp>
      <p:sp>
        <p:nvSpPr>
          <p:cNvPr id="49" name="Text Placeholder 48">
            <a:extLst>
              <a:ext uri="{FF2B5EF4-FFF2-40B4-BE49-F238E27FC236}">
                <a16:creationId xmlns:a16="http://schemas.microsoft.com/office/drawing/2014/main" id="{9E94733F-C407-4D25-3890-DDAC7C428A8C}"/>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3F3D8C96-5624-6127-B967-E7D3C81CDBCB}"/>
              </a:ext>
            </a:extLst>
          </p:cNvPr>
          <p:cNvSpPr txBox="1"/>
          <p:nvPr/>
        </p:nvSpPr>
        <p:spPr>
          <a:xfrm>
            <a:off x="449197" y="2559887"/>
            <a:ext cx="2454778" cy="2462213"/>
          </a:xfrm>
          <a:prstGeom prst="rect">
            <a:avLst/>
          </a:prstGeom>
          <a:noFill/>
        </p:spPr>
        <p:txBody>
          <a:bodyPr wrap="square" lIns="0" tIns="45720" rIns="91440" bIns="45720" anchor="t">
            <a:spAutoFit/>
          </a:bodyPr>
          <a:lstStyle/>
          <a:p>
            <a:pPr marL="0" marR="0" lvl="0" indent="0" algn="l" defTabSz="914400" rtl="0" eaLnBrk="1" fontAlgn="auto" latinLnBrk="0" hangingPunct="1">
              <a:lnSpc>
                <a:spcPct val="100000"/>
              </a:lnSpc>
              <a:spcBef>
                <a:spcPts val="600"/>
              </a:spcBef>
              <a:spcAft>
                <a:spcPts val="600"/>
              </a:spcAft>
              <a:buClrTx/>
              <a:buSzTx/>
              <a:buFontTx/>
              <a:buNone/>
              <a:tabLst/>
              <a:defRPr/>
            </a:pPr>
            <a:r>
              <a:rPr kumimoji="0" lang="en-US" sz="1600" b="1" i="0" u="none" strike="noStrike" kern="1200" cap="none" spc="0" normalizeH="0" baseline="0" noProof="0">
                <a:ln>
                  <a:noFill/>
                </a:ln>
                <a:solidFill>
                  <a:srgbClr val="000000"/>
                </a:solidFill>
                <a:effectLst/>
                <a:uLnTx/>
                <a:uFillTx/>
                <a:latin typeface="Calibri"/>
                <a:ea typeface="+mn-ea"/>
                <a:cs typeface="Arial"/>
              </a:rPr>
              <a:t>OBJECT UNDER REVIEW</a:t>
            </a:r>
            <a:endParaRPr kumimoji="0" lang="ru-RU" sz="1600" b="1" i="0" u="none" strike="noStrike" kern="1200" cap="none" spc="0" normalizeH="0" baseline="0" noProof="0">
              <a:ln>
                <a:noFill/>
              </a:ln>
              <a:solidFill>
                <a:srgbClr val="000000"/>
              </a:solidFill>
              <a:effectLst/>
              <a:uLnTx/>
              <a:uFillTx/>
              <a:latin typeface="Calibri"/>
              <a:ea typeface="+mn-ea"/>
              <a:cs typeface="Arial"/>
            </a:endParaRPr>
          </a:p>
          <a:p>
            <a:r>
              <a:t>Object: ZDMS_UPLOAD_FILES</a:t>
            </a:r>
          </a:p>
          <a:p>
            <a:r>
              <a:t>Type: PROG</a:t>
            </a:r>
          </a:p>
          <a:p>
            <a:r>
              <a:t>Package: Z001</a:t>
            </a:r>
          </a:p>
          <a:p>
            <a:r>
              <a:t>Destination: DS4_CLH</a:t>
            </a:r>
          </a:p>
          <a:p>
            <a:r>
              <a:t>Includes: ZDMS_UPLOAD_FILES_F01</a:t>
            </a:r>
          </a:p>
          <a:p/>
          <a:p>
            <a:r>
              <a:t>METHOD</a:t>
            </a:r>
          </a:p>
          <a:p>
            <a:r>
              <a:t>4 parallel category checks</a:t>
            </a:r>
          </a:p>
          <a:p>
            <a:r>
              <a:t>Light read-only tools</a:t>
            </a:r>
          </a:p>
          <a:p>
            <a:r>
              <a:t>~5 min, ~381k tokens</a:t>
            </a:r>
          </a:p>
        </p:txBody>
      </p:sp>
      <p:sp>
        <p:nvSpPr>
          <p:cNvPr id="4" name="Oval 3">
            <a:extLst>
              <a:ext uri="{FF2B5EF4-FFF2-40B4-BE49-F238E27FC236}">
                <a16:creationId xmlns:a16="http://schemas.microsoft.com/office/drawing/2014/main" id="{383BCBEB-21E8-70C8-7E5B-837EB6504CDE}"/>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01D3CD05-FD08-9CA7-4974-6F831271265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sp>
        <p:nvSpPr>
          <p:cNvPr id="50" name="Rectangle 49"/>
          <p:cNvSpPr/>
          <p:nvPr/>
        </p:nvSpPr>
        <p:spPr>
          <a:xfrm>
            <a:off x="3474720" y="731520"/>
            <a:ext cx="2697480" cy="146304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a:solidFill>
                  <a:srgbClr val="FFFFFF"/>
                </a:solidFill>
                <a:latin typeface="Calibri Light"/>
              </a:defRPr>
            </a:pPr>
            <a:r>
              <a:t>30</a:t>
            </a:r>
          </a:p>
          <a:p>
            <a:pPr algn="ctr">
              <a:defRPr sz="1100">
                <a:solidFill>
                  <a:srgbClr val="FFFFFF"/>
                </a:solidFill>
                <a:latin typeface="Calibri"/>
              </a:defRPr>
            </a:pPr>
            <a:r>
              <a:t>total findings</a:t>
            </a:r>
          </a:p>
        </p:txBody>
      </p:sp>
      <p:sp>
        <p:nvSpPr>
          <p:cNvPr id="51" name="Rectangle 50"/>
          <p:cNvSpPr/>
          <p:nvPr/>
        </p:nvSpPr>
        <p:spPr>
          <a:xfrm>
            <a:off x="6309360" y="731520"/>
            <a:ext cx="2697480" cy="1463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a:solidFill>
                  <a:srgbClr val="FFFFFF"/>
                </a:solidFill>
                <a:latin typeface="Calibri Light"/>
              </a:defRPr>
            </a:pPr>
            <a:r>
              <a:t>10</a:t>
            </a:r>
          </a:p>
          <a:p>
            <a:pPr algn="ctr">
              <a:defRPr sz="1100">
                <a:solidFill>
                  <a:srgbClr val="FFFFFF"/>
                </a:solidFill>
                <a:latin typeface="Calibri"/>
              </a:defRPr>
            </a:pPr>
            <a:r>
              <a:t>HIGH severity</a:t>
            </a:r>
          </a:p>
        </p:txBody>
      </p:sp>
      <p:sp>
        <p:nvSpPr>
          <p:cNvPr id="52" name="Rectangle 51"/>
          <p:cNvSpPr/>
          <p:nvPr/>
        </p:nvSpPr>
        <p:spPr>
          <a:xfrm>
            <a:off x="9144000" y="731520"/>
            <a:ext cx="2697480" cy="1463040"/>
          </a:xfrm>
          <a:prstGeom prst="rect">
            <a:avLst/>
          </a:prstGeom>
          <a:solidFill>
            <a:srgbClr val="C8363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000">
                <a:solidFill>
                  <a:srgbClr val="FFFFFF"/>
                </a:solidFill>
                <a:latin typeface="Calibri Light"/>
              </a:defRPr>
            </a:pPr>
            <a:r>
              <a:t>6</a:t>
            </a:r>
          </a:p>
          <a:p>
            <a:pPr algn="ctr">
              <a:defRPr sz="1100">
                <a:solidFill>
                  <a:srgbClr val="FFFFFF"/>
                </a:solidFill>
                <a:latin typeface="Calibri"/>
              </a:defRPr>
            </a:pPr>
            <a:r>
              <a:t>CleanCore blockers</a:t>
            </a:r>
          </a:p>
        </p:txBody>
      </p:sp>
      <p:graphicFrame>
        <p:nvGraphicFramePr>
          <p:cNvPr id="53" name="Table 52"/>
          <p:cNvGraphicFramePr>
            <a:graphicFrameLocks noGrp="1"/>
          </p:cNvGraphicFramePr>
          <p:nvPr/>
        </p:nvGraphicFramePr>
        <p:xfrm>
          <a:off x="3474720" y="2468880"/>
          <a:ext cx="7315200" cy="2194560"/>
        </p:xfrm>
        <a:graphic>
          <a:graphicData uri="http://schemas.openxmlformats.org/drawingml/2006/table">
            <a:tbl>
              <a:tblPr firstRow="1" bandRow="1">
                <a:tableStyleId>{5C22544A-7EE6-4342-B048-85BDC9FD1C3A}</a:tableStyleId>
              </a:tblPr>
              <a:tblGrid>
                <a:gridCol w="2194560"/>
                <a:gridCol w="914400"/>
                <a:gridCol w="914400"/>
                <a:gridCol w="914400"/>
                <a:gridCol w="914400"/>
                <a:gridCol w="1463040"/>
              </a:tblGrid>
              <a:tr h="365760">
                <a:tc>
                  <a:txBody>
                    <a:bodyPr/>
                    <a:lstStyle/>
                    <a:p>
                      <a:pPr>
                        <a:defRPr sz="1000" b="1">
                          <a:solidFill>
                            <a:srgbClr val="FFFFFF"/>
                          </a:solidFill>
                          <a:latin typeface="Calibri"/>
                        </a:defRPr>
                      </a:pPr>
                      <a:r>
                        <a:t>Category</a:t>
                      </a:r>
                    </a:p>
                  </a:txBody>
                  <a:tcPr>
                    <a:solidFill>
                      <a:srgbClr val="161616"/>
                    </a:solidFill>
                  </a:tcPr>
                </a:tc>
                <a:tc>
                  <a:txBody>
                    <a:bodyPr/>
                    <a:lstStyle/>
                    <a:p>
                      <a:pPr>
                        <a:defRPr sz="1000" b="1">
                          <a:solidFill>
                            <a:srgbClr val="FFFFFF"/>
                          </a:solidFill>
                          <a:latin typeface="Calibri"/>
                        </a:defRPr>
                      </a:pPr>
                      <a:r>
                        <a:t>CRITICAL</a:t>
                      </a:r>
                    </a:p>
                  </a:txBody>
                  <a:tcPr>
                    <a:solidFill>
                      <a:srgbClr val="161616"/>
                    </a:solidFill>
                  </a:tcPr>
                </a:tc>
                <a:tc>
                  <a:txBody>
                    <a:bodyPr/>
                    <a:lstStyle/>
                    <a:p>
                      <a:pPr>
                        <a:defRPr sz="1000" b="1">
                          <a:solidFill>
                            <a:srgbClr val="FFFFFF"/>
                          </a:solidFill>
                          <a:latin typeface="Calibri"/>
                        </a:defRPr>
                      </a:pPr>
                      <a:r>
                        <a:t>HIGH</a:t>
                      </a:r>
                    </a:p>
                  </a:txBody>
                  <a:tcPr>
                    <a:solidFill>
                      <a:srgbClr val="161616"/>
                    </a:solidFill>
                  </a:tcPr>
                </a:tc>
                <a:tc>
                  <a:txBody>
                    <a:bodyPr/>
                    <a:lstStyle/>
                    <a:p>
                      <a:pPr>
                        <a:defRPr sz="1000" b="1">
                          <a:solidFill>
                            <a:srgbClr val="FFFFFF"/>
                          </a:solidFill>
                          <a:latin typeface="Calibri"/>
                        </a:defRPr>
                      </a:pPr>
                      <a:r>
                        <a:t>MEDIUM</a:t>
                      </a:r>
                    </a:p>
                  </a:txBody>
                  <a:tcPr>
                    <a:solidFill>
                      <a:srgbClr val="161616"/>
                    </a:solidFill>
                  </a:tcPr>
                </a:tc>
                <a:tc>
                  <a:txBody>
                    <a:bodyPr/>
                    <a:lstStyle/>
                    <a:p>
                      <a:pPr>
                        <a:defRPr sz="1000" b="1">
                          <a:solidFill>
                            <a:srgbClr val="FFFFFF"/>
                          </a:solidFill>
                          <a:latin typeface="Calibri"/>
                        </a:defRPr>
                      </a:pPr>
                      <a:r>
                        <a:t>LOW</a:t>
                      </a:r>
                    </a:p>
                  </a:txBody>
                  <a:tcPr>
                    <a:solidFill>
                      <a:srgbClr val="161616"/>
                    </a:solidFill>
                  </a:tcPr>
                </a:tc>
                <a:tc>
                  <a:txBody>
                    <a:bodyPr/>
                    <a:lstStyle/>
                    <a:p>
                      <a:pPr>
                        <a:defRPr sz="1000" b="1">
                          <a:solidFill>
                            <a:srgbClr val="FFFFFF"/>
                          </a:solidFill>
                          <a:latin typeface="Calibri"/>
                        </a:defRPr>
                      </a:pPr>
                      <a:r>
                        <a:t>Total</a:t>
                      </a:r>
                    </a:p>
                  </a:txBody>
                  <a:tcPr>
                    <a:solidFill>
                      <a:srgbClr val="161616"/>
                    </a:solidFill>
                  </a:tcPr>
                </a:tc>
              </a:tr>
              <a:tr h="365760">
                <a:tc>
                  <a:txBody>
                    <a:bodyPr/>
                    <a:lstStyle/>
                    <a:p>
                      <a:pPr>
                        <a:defRPr sz="1000">
                          <a:solidFill>
                            <a:srgbClr val="333333"/>
                          </a:solidFill>
                          <a:latin typeface="Calibri"/>
                        </a:defRPr>
                      </a:pPr>
                      <a:r>
                        <a:t>Security</a:t>
                      </a:r>
                    </a:p>
                  </a:txBody>
                  <a:tcPr>
                    <a:solidFill>
                      <a:srgbClr val="FFFFFF"/>
                    </a:solidFill>
                  </a:tcPr>
                </a:tc>
                <a:tc>
                  <a:txBody>
                    <a:bodyPr/>
                    <a:lstStyle/>
                    <a:p>
                      <a:pPr>
                        <a:defRPr sz="1000">
                          <a:solidFill>
                            <a:srgbClr val="333333"/>
                          </a:solidFill>
                          <a:latin typeface="Calibri"/>
                        </a:defRPr>
                      </a:pPr>
                      <a:r>
                        <a:t>0</a:t>
                      </a:r>
                    </a:p>
                  </a:txBody>
                  <a:tcPr>
                    <a:solidFill>
                      <a:srgbClr val="FFFFFF"/>
                    </a:solidFill>
                  </a:tcPr>
                </a:tc>
                <a:tc>
                  <a:txBody>
                    <a:bodyPr/>
                    <a:lstStyle/>
                    <a:p>
                      <a:pPr>
                        <a:defRPr sz="1000">
                          <a:solidFill>
                            <a:srgbClr val="333333"/>
                          </a:solidFill>
                          <a:latin typeface="Calibri"/>
                        </a:defRPr>
                      </a:pPr>
                      <a:r>
                        <a:t>2</a:t>
                      </a:r>
                    </a:p>
                  </a:txBody>
                  <a:tcPr>
                    <a:solidFill>
                      <a:srgbClr val="FFFFFF"/>
                    </a:solidFill>
                  </a:tcPr>
                </a:tc>
                <a:tc>
                  <a:txBody>
                    <a:bodyPr/>
                    <a:lstStyle/>
                    <a:p>
                      <a:pPr>
                        <a:defRPr sz="1000">
                          <a:solidFill>
                            <a:srgbClr val="333333"/>
                          </a:solidFill>
                          <a:latin typeface="Calibri"/>
                        </a:defRPr>
                      </a:pPr>
                      <a:r>
                        <a:t>1</a:t>
                      </a:r>
                    </a:p>
                  </a:txBody>
                  <a:tcPr>
                    <a:solidFill>
                      <a:srgbClr val="FFFFFF"/>
                    </a:solidFill>
                  </a:tcPr>
                </a:tc>
                <a:tc>
                  <a:txBody>
                    <a:bodyPr/>
                    <a:lstStyle/>
                    <a:p>
                      <a:pPr>
                        <a:defRPr sz="1000">
                          <a:solidFill>
                            <a:srgbClr val="333333"/>
                          </a:solidFill>
                          <a:latin typeface="Calibri"/>
                        </a:defRPr>
                      </a:pPr>
                      <a:r>
                        <a:t>1</a:t>
                      </a:r>
                    </a:p>
                  </a:txBody>
                  <a:tcPr>
                    <a:solidFill>
                      <a:srgbClr val="FFFFFF"/>
                    </a:solidFill>
                  </a:tcPr>
                </a:tc>
                <a:tc>
                  <a:txBody>
                    <a:bodyPr/>
                    <a:lstStyle/>
                    <a:p>
                      <a:pPr>
                        <a:defRPr sz="1000">
                          <a:solidFill>
                            <a:srgbClr val="333333"/>
                          </a:solidFill>
                          <a:latin typeface="Calibri"/>
                        </a:defRPr>
                      </a:pPr>
                      <a:r>
                        <a:t>4</a:t>
                      </a:r>
                    </a:p>
                  </a:txBody>
                  <a:tcPr>
                    <a:solidFill>
                      <a:srgbClr val="FFFFFF"/>
                    </a:solidFill>
                  </a:tcPr>
                </a:tc>
              </a:tr>
              <a:tr h="365760">
                <a:tc>
                  <a:txBody>
                    <a:bodyPr/>
                    <a:lstStyle/>
                    <a:p>
                      <a:pPr>
                        <a:defRPr sz="1000">
                          <a:solidFill>
                            <a:srgbClr val="333333"/>
                          </a:solidFill>
                          <a:latin typeface="Calibri"/>
                        </a:defRPr>
                      </a:pPr>
                      <a:r>
                        <a:t>Performance</a:t>
                      </a:r>
                    </a:p>
                  </a:txBody>
                  <a:tcPr>
                    <a:solidFill>
                      <a:srgbClr val="F5F5F5"/>
                    </a:solidFill>
                  </a:tcPr>
                </a:tc>
                <a:tc>
                  <a:txBody>
                    <a:bodyPr/>
                    <a:lstStyle/>
                    <a:p>
                      <a:pPr>
                        <a:defRPr sz="1000">
                          <a:solidFill>
                            <a:srgbClr val="333333"/>
                          </a:solidFill>
                          <a:latin typeface="Calibri"/>
                        </a:defRPr>
                      </a:pPr>
                      <a:r>
                        <a:t>0</a:t>
                      </a:r>
                    </a:p>
                  </a:txBody>
                  <a:tcPr>
                    <a:solidFill>
                      <a:srgbClr val="F5F5F5"/>
                    </a:solidFill>
                  </a:tcPr>
                </a:tc>
                <a:tc>
                  <a:txBody>
                    <a:bodyPr/>
                    <a:lstStyle/>
                    <a:p>
                      <a:pPr>
                        <a:defRPr sz="1000">
                          <a:solidFill>
                            <a:srgbClr val="333333"/>
                          </a:solidFill>
                          <a:latin typeface="Calibri"/>
                        </a:defRPr>
                      </a:pPr>
                      <a:r>
                        <a:t>2</a:t>
                      </a:r>
                    </a:p>
                  </a:txBody>
                  <a:tcPr>
                    <a:solidFill>
                      <a:srgbClr val="F5F5F5"/>
                    </a:solidFill>
                  </a:tcPr>
                </a:tc>
                <a:tc>
                  <a:txBody>
                    <a:bodyPr/>
                    <a:lstStyle/>
                    <a:p>
                      <a:pPr>
                        <a:defRPr sz="1000">
                          <a:solidFill>
                            <a:srgbClr val="333333"/>
                          </a:solidFill>
                          <a:latin typeface="Calibri"/>
                        </a:defRPr>
                      </a:pPr>
                      <a:r>
                        <a:t>2</a:t>
                      </a:r>
                    </a:p>
                  </a:txBody>
                  <a:tcPr>
                    <a:solidFill>
                      <a:srgbClr val="F5F5F5"/>
                    </a:solidFill>
                  </a:tcPr>
                </a:tc>
                <a:tc>
                  <a:txBody>
                    <a:bodyPr/>
                    <a:lstStyle/>
                    <a:p>
                      <a:pPr>
                        <a:defRPr sz="1000">
                          <a:solidFill>
                            <a:srgbClr val="333333"/>
                          </a:solidFill>
                          <a:latin typeface="Calibri"/>
                        </a:defRPr>
                      </a:pPr>
                      <a:r>
                        <a:t>0</a:t>
                      </a:r>
                    </a:p>
                  </a:txBody>
                  <a:tcPr>
                    <a:solidFill>
                      <a:srgbClr val="F5F5F5"/>
                    </a:solidFill>
                  </a:tcPr>
                </a:tc>
                <a:tc>
                  <a:txBody>
                    <a:bodyPr/>
                    <a:lstStyle/>
                    <a:p>
                      <a:pPr>
                        <a:defRPr sz="1000">
                          <a:solidFill>
                            <a:srgbClr val="333333"/>
                          </a:solidFill>
                          <a:latin typeface="Calibri"/>
                        </a:defRPr>
                      </a:pPr>
                      <a:r>
                        <a:t>4</a:t>
                      </a:r>
                    </a:p>
                  </a:txBody>
                  <a:tcPr>
                    <a:solidFill>
                      <a:srgbClr val="F5F5F5"/>
                    </a:solidFill>
                  </a:tcPr>
                </a:tc>
              </a:tr>
              <a:tr h="365760">
                <a:tc>
                  <a:txBody>
                    <a:bodyPr/>
                    <a:lstStyle/>
                    <a:p>
                      <a:pPr>
                        <a:defRPr sz="1000">
                          <a:solidFill>
                            <a:srgbClr val="333333"/>
                          </a:solidFill>
                          <a:latin typeface="Calibri"/>
                        </a:defRPr>
                      </a:pPr>
                      <a:r>
                        <a:t>CleanCore</a:t>
                      </a:r>
                    </a:p>
                  </a:txBody>
                  <a:tcPr>
                    <a:solidFill>
                      <a:srgbClr val="FFFFFF"/>
                    </a:solidFill>
                  </a:tcPr>
                </a:tc>
                <a:tc>
                  <a:txBody>
                    <a:bodyPr/>
                    <a:lstStyle/>
                    <a:p>
                      <a:pPr>
                        <a:defRPr sz="1000">
                          <a:solidFill>
                            <a:srgbClr val="333333"/>
                          </a:solidFill>
                          <a:latin typeface="Calibri"/>
                        </a:defRPr>
                      </a:pPr>
                      <a:r>
                        <a:t>0</a:t>
                      </a:r>
                    </a:p>
                  </a:txBody>
                  <a:tcPr>
                    <a:solidFill>
                      <a:srgbClr val="FFFFFF"/>
                    </a:solidFill>
                  </a:tcPr>
                </a:tc>
                <a:tc>
                  <a:txBody>
                    <a:bodyPr/>
                    <a:lstStyle/>
                    <a:p>
                      <a:pPr>
                        <a:defRPr sz="1000">
                          <a:solidFill>
                            <a:srgbClr val="333333"/>
                          </a:solidFill>
                          <a:latin typeface="Calibri"/>
                        </a:defRPr>
                      </a:pPr>
                      <a:r>
                        <a:t>6</a:t>
                      </a:r>
                    </a:p>
                  </a:txBody>
                  <a:tcPr>
                    <a:solidFill>
                      <a:srgbClr val="FFFFFF"/>
                    </a:solidFill>
                  </a:tcPr>
                </a:tc>
                <a:tc>
                  <a:txBody>
                    <a:bodyPr/>
                    <a:lstStyle/>
                    <a:p>
                      <a:pPr>
                        <a:defRPr sz="1000">
                          <a:solidFill>
                            <a:srgbClr val="333333"/>
                          </a:solidFill>
                          <a:latin typeface="Calibri"/>
                        </a:defRPr>
                      </a:pPr>
                      <a:r>
                        <a:t>0</a:t>
                      </a:r>
                    </a:p>
                  </a:txBody>
                  <a:tcPr>
                    <a:solidFill>
                      <a:srgbClr val="FFFFFF"/>
                    </a:solidFill>
                  </a:tcPr>
                </a:tc>
                <a:tc>
                  <a:txBody>
                    <a:bodyPr/>
                    <a:lstStyle/>
                    <a:p>
                      <a:pPr>
                        <a:defRPr sz="1000">
                          <a:solidFill>
                            <a:srgbClr val="333333"/>
                          </a:solidFill>
                          <a:latin typeface="Calibri"/>
                        </a:defRPr>
                      </a:pPr>
                      <a:r>
                        <a:t>0</a:t>
                      </a:r>
                    </a:p>
                  </a:txBody>
                  <a:tcPr>
                    <a:solidFill>
                      <a:srgbClr val="FFFFFF"/>
                    </a:solidFill>
                  </a:tcPr>
                </a:tc>
                <a:tc>
                  <a:txBody>
                    <a:bodyPr/>
                    <a:lstStyle/>
                    <a:p>
                      <a:pPr>
                        <a:defRPr sz="1000">
                          <a:solidFill>
                            <a:srgbClr val="333333"/>
                          </a:solidFill>
                          <a:latin typeface="Calibri"/>
                        </a:defRPr>
                      </a:pPr>
                      <a:r>
                        <a:t>6</a:t>
                      </a:r>
                    </a:p>
                  </a:txBody>
                  <a:tcPr>
                    <a:solidFill>
                      <a:srgbClr val="FFFFFF"/>
                    </a:solidFill>
                  </a:tcPr>
                </a:tc>
              </a:tr>
              <a:tr h="365760">
                <a:tc>
                  <a:txBody>
                    <a:bodyPr/>
                    <a:lstStyle/>
                    <a:p>
                      <a:pPr>
                        <a:defRPr sz="1000">
                          <a:solidFill>
                            <a:srgbClr val="333333"/>
                          </a:solidFill>
                          <a:latin typeface="Calibri"/>
                        </a:defRPr>
                      </a:pPr>
                      <a:r>
                        <a:t>Maintainability</a:t>
                      </a:r>
                    </a:p>
                  </a:txBody>
                  <a:tcPr>
                    <a:solidFill>
                      <a:srgbClr val="F5F5F5"/>
                    </a:solidFill>
                  </a:tcPr>
                </a:tc>
                <a:tc>
                  <a:txBody>
                    <a:bodyPr/>
                    <a:lstStyle/>
                    <a:p>
                      <a:pPr>
                        <a:defRPr sz="1000">
                          <a:solidFill>
                            <a:srgbClr val="333333"/>
                          </a:solidFill>
                          <a:latin typeface="Calibri"/>
                        </a:defRPr>
                      </a:pPr>
                      <a:r>
                        <a:t>0</a:t>
                      </a:r>
                    </a:p>
                  </a:txBody>
                  <a:tcPr>
                    <a:solidFill>
                      <a:srgbClr val="F5F5F5"/>
                    </a:solidFill>
                  </a:tcPr>
                </a:tc>
                <a:tc>
                  <a:txBody>
                    <a:bodyPr/>
                    <a:lstStyle/>
                    <a:p>
                      <a:pPr>
                        <a:defRPr sz="1000">
                          <a:solidFill>
                            <a:srgbClr val="333333"/>
                          </a:solidFill>
                          <a:latin typeface="Calibri"/>
                        </a:defRPr>
                      </a:pPr>
                      <a:r>
                        <a:t>0</a:t>
                      </a:r>
                    </a:p>
                  </a:txBody>
                  <a:tcPr>
                    <a:solidFill>
                      <a:srgbClr val="F5F5F5"/>
                    </a:solidFill>
                  </a:tcPr>
                </a:tc>
                <a:tc>
                  <a:txBody>
                    <a:bodyPr/>
                    <a:lstStyle/>
                    <a:p>
                      <a:pPr>
                        <a:defRPr sz="1000">
                          <a:solidFill>
                            <a:srgbClr val="333333"/>
                          </a:solidFill>
                          <a:latin typeface="Calibri"/>
                        </a:defRPr>
                      </a:pPr>
                      <a:r>
                        <a:t>0</a:t>
                      </a:r>
                    </a:p>
                  </a:txBody>
                  <a:tcPr>
                    <a:solidFill>
                      <a:srgbClr val="F5F5F5"/>
                    </a:solidFill>
                  </a:tcPr>
                </a:tc>
                <a:tc>
                  <a:txBody>
                    <a:bodyPr/>
                    <a:lstStyle/>
                    <a:p>
                      <a:pPr>
                        <a:defRPr sz="1000">
                          <a:solidFill>
                            <a:srgbClr val="333333"/>
                          </a:solidFill>
                          <a:latin typeface="Calibri"/>
                        </a:defRPr>
                      </a:pPr>
                      <a:r>
                        <a:t>16</a:t>
                      </a:r>
                    </a:p>
                  </a:txBody>
                  <a:tcPr>
                    <a:solidFill>
                      <a:srgbClr val="F5F5F5"/>
                    </a:solidFill>
                  </a:tcPr>
                </a:tc>
                <a:tc>
                  <a:txBody>
                    <a:bodyPr/>
                    <a:lstStyle/>
                    <a:p>
                      <a:pPr>
                        <a:defRPr sz="1000">
                          <a:solidFill>
                            <a:srgbClr val="333333"/>
                          </a:solidFill>
                          <a:latin typeface="Calibri"/>
                        </a:defRPr>
                      </a:pPr>
                      <a:r>
                        <a:t>16</a:t>
                      </a:r>
                    </a:p>
                  </a:txBody>
                  <a:tcPr>
                    <a:solidFill>
                      <a:srgbClr val="F5F5F5"/>
                    </a:solidFill>
                  </a:tcPr>
                </a:tc>
              </a:tr>
              <a:tr h="365760">
                <a:tc>
                  <a:txBody>
                    <a:bodyPr/>
                    <a:lstStyle/>
                    <a:p>
                      <a:pPr>
                        <a:defRPr sz="1000" b="1">
                          <a:solidFill>
                            <a:srgbClr val="333333"/>
                          </a:solidFill>
                          <a:latin typeface="Calibri"/>
                        </a:defRPr>
                      </a:pPr>
                      <a:r>
                        <a:t>TOTAL</a:t>
                      </a:r>
                    </a:p>
                  </a:txBody>
                  <a:tcPr>
                    <a:solidFill>
                      <a:srgbClr val="FFFFFF"/>
                    </a:solidFill>
                  </a:tcPr>
                </a:tc>
                <a:tc>
                  <a:txBody>
                    <a:bodyPr/>
                    <a:lstStyle/>
                    <a:p>
                      <a:pPr>
                        <a:defRPr sz="1000" b="1">
                          <a:solidFill>
                            <a:srgbClr val="333333"/>
                          </a:solidFill>
                          <a:latin typeface="Calibri"/>
                        </a:defRPr>
                      </a:pPr>
                      <a:r>
                        <a:t>0</a:t>
                      </a:r>
                    </a:p>
                  </a:txBody>
                  <a:tcPr>
                    <a:solidFill>
                      <a:srgbClr val="FFFFFF"/>
                    </a:solidFill>
                  </a:tcPr>
                </a:tc>
                <a:tc>
                  <a:txBody>
                    <a:bodyPr/>
                    <a:lstStyle/>
                    <a:p>
                      <a:pPr>
                        <a:defRPr sz="1000" b="1">
                          <a:solidFill>
                            <a:srgbClr val="333333"/>
                          </a:solidFill>
                          <a:latin typeface="Calibri"/>
                        </a:defRPr>
                      </a:pPr>
                      <a:r>
                        <a:t>10</a:t>
                      </a:r>
                    </a:p>
                  </a:txBody>
                  <a:tcPr>
                    <a:solidFill>
                      <a:srgbClr val="FFFFFF"/>
                    </a:solidFill>
                  </a:tcPr>
                </a:tc>
                <a:tc>
                  <a:txBody>
                    <a:bodyPr/>
                    <a:lstStyle/>
                    <a:p>
                      <a:pPr>
                        <a:defRPr sz="1000" b="1">
                          <a:solidFill>
                            <a:srgbClr val="333333"/>
                          </a:solidFill>
                          <a:latin typeface="Calibri"/>
                        </a:defRPr>
                      </a:pPr>
                      <a:r>
                        <a:t>3</a:t>
                      </a:r>
                    </a:p>
                  </a:txBody>
                  <a:tcPr>
                    <a:solidFill>
                      <a:srgbClr val="FFFFFF"/>
                    </a:solidFill>
                  </a:tcPr>
                </a:tc>
                <a:tc>
                  <a:txBody>
                    <a:bodyPr/>
                    <a:lstStyle/>
                    <a:p>
                      <a:pPr>
                        <a:defRPr sz="1000" b="1">
                          <a:solidFill>
                            <a:srgbClr val="333333"/>
                          </a:solidFill>
                          <a:latin typeface="Calibri"/>
                        </a:defRPr>
                      </a:pPr>
                      <a:r>
                        <a:t>17</a:t>
                      </a:r>
                    </a:p>
                  </a:txBody>
                  <a:tcPr>
                    <a:solidFill>
                      <a:srgbClr val="FFFFFF"/>
                    </a:solidFill>
                  </a:tcPr>
                </a:tc>
                <a:tc>
                  <a:txBody>
                    <a:bodyPr/>
                    <a:lstStyle/>
                    <a:p>
                      <a:pPr>
                        <a:defRPr sz="1000" b="1">
                          <a:solidFill>
                            <a:srgbClr val="333333"/>
                          </a:solidFill>
                          <a:latin typeface="Calibri"/>
                        </a:defRPr>
                      </a:pPr>
                      <a:r>
                        <a:t>30</a:t>
                      </a:r>
                    </a:p>
                  </a:txBody>
                  <a:tcPr>
                    <a:solidFill>
                      <a:srgbClr val="FFFFFF"/>
                    </a:solidFill>
                  </a:tcPr>
                </a:tc>
              </a:tr>
            </a:tbl>
          </a:graphicData>
        </a:graphic>
      </p:graphicFrame>
      <p:sp>
        <p:nvSpPr>
          <p:cNvPr id="54" name="TextBox 53"/>
          <p:cNvSpPr txBox="1"/>
          <p:nvPr/>
        </p:nvSpPr>
        <p:spPr>
          <a:xfrm>
            <a:off x="3474720" y="4846320"/>
            <a:ext cx="8229600" cy="1371600"/>
          </a:xfrm>
          <a:prstGeom prst="rect">
            <a:avLst/>
          </a:prstGeom>
          <a:noFill/>
        </p:spPr>
        <p:txBody>
          <a:bodyPr wrap="square">
            <a:spAutoFit/>
          </a:bodyPr>
          <a:lstStyle/>
          <a:p>
            <a:pPr>
              <a:defRPr sz="1000" b="0">
                <a:solidFill>
                  <a:srgbClr val="333333"/>
                </a:solidFill>
                <a:latin typeface="Calibri"/>
              </a:defRPr>
            </a:pPr>
            <a:r>
              <a:t>• 0 CRITICAL — no immediate blockers on existing functionality.</a:t>
            </a:r>
          </a:p>
          <a:p>
            <a:pPr>
              <a:defRPr sz="1000" b="0">
                <a:solidFill>
                  <a:srgbClr val="333333"/>
                </a:solidFill>
                <a:latin typeface="Calibri"/>
              </a:defRPr>
            </a:pPr>
            <a:r>
              <a:t>• 10 HIGH — 6 CleanCore, 2 security, 2 performance. Fix this quarter.</a:t>
            </a:r>
          </a:p>
          <a:p>
            <a:pPr>
              <a:defRPr sz="1000" b="0">
                <a:solidFill>
                  <a:srgbClr val="333333"/>
                </a:solidFill>
                <a:latin typeface="Calibri"/>
              </a:defRPr>
            </a:pPr>
            <a:r>
              <a:t>• If S/4HANA Cloud is on the roadmap, this object cannot run as-is.</a:t>
            </a:r>
          </a:p>
          <a:p>
            <a:pPr>
              <a:defRPr sz="1000" b="0">
                <a:solidFill>
                  <a:srgbClr val="333333"/>
                </a:solidFill>
                <a:latin typeface="Calibri"/>
              </a:defRPr>
            </a:pPr>
            <a:r>
              <a:t>• All 30 findings listed by category on the following slides.</a:t>
            </a:r>
          </a:p>
        </p:txBody>
      </p:sp>
    </p:spTree>
    <p:extLst>
      <p:ext uri="{BB962C8B-B14F-4D97-AF65-F5344CB8AC3E}">
        <p14:creationId xmlns:p14="http://schemas.microsoft.com/office/powerpoint/2010/main" val="776662744"/>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All CleanCore findings</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marL="0" marR="0" lvl="0" indent="0" algn="l" defTabSz="914400" rtl="0" eaLnBrk="1" fontAlgn="auto" latinLnBrk="0" hangingPunct="1">
              <a:lnSpc>
                <a:spcPct val="100000"/>
              </a:lnSpc>
              <a:spcBef>
                <a:spcPts val="600"/>
              </a:spcBef>
              <a:spcAft>
                <a:spcPts val="600"/>
              </a:spcAft>
              <a:buClrTx/>
              <a:buSzTx/>
              <a:buFontTx/>
              <a:buNone/>
              <a:tabLst/>
              <a:defRPr/>
            </a:pPr>
            <a:r>
              <a:rPr kumimoji="0" lang="en-US" sz="1600" b="1" i="0" u="none" strike="noStrike" kern="1200" cap="none" spc="0" normalizeH="0" baseline="0" noProof="0">
                <a:ln>
                  <a:noFill/>
                </a:ln>
                <a:solidFill>
                  <a:srgbClr val="000000"/>
                </a:solidFill>
                <a:effectLst/>
                <a:uLnTx/>
                <a:uFillTx/>
                <a:latin typeface="Calibri"/>
                <a:ea typeface="+mn-ea"/>
                <a:cs typeface="Arial"/>
              </a:rPr>
              <a:t>FINDING COUNTS</a:t>
            </a:r>
            <a:endParaRPr kumimoji="0" lang="ru-RU" sz="1600" b="1" i="0" u="none" strike="noStrike" kern="1200" cap="none" spc="0" normalizeH="0" baseline="0" noProof="0">
              <a:ln>
                <a:noFill/>
              </a:ln>
              <a:solidFill>
                <a:srgbClr val="000000"/>
              </a:solidFill>
              <a:effectLst/>
              <a:uLnTx/>
              <a:uFillTx/>
              <a:latin typeface="Calibri"/>
              <a:ea typeface="+mn-ea"/>
              <a:cs typeface="Arial"/>
            </a:endParaRPr>
          </a:p>
          <a:p>
            <a:r>
              <a:t>Total: 6</a:t>
            </a:r>
          </a:p>
          <a:p>
            <a:r>
              <a:t>HIGH: 6</a:t>
            </a:r>
          </a:p>
          <a:p>
            <a:r>
              <a:t>MEDIUM: 0</a:t>
            </a:r>
          </a:p>
          <a:p>
            <a:r>
              <a:t>LOW: 0</a:t>
            </a:r>
          </a:p>
          <a:p/>
          <a:p>
            <a:r>
              <a:t>All listed on this slide.</a:t>
            </a:r>
          </a:p>
          <a:p/>
          <a:p>
            <a:r>
              <a:t>All HIGH severity blocks</a:t>
            </a:r>
          </a:p>
          <a:p>
            <a:r>
              <a:t>S/4HANA Cloud migration</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731520"/>
          <a:ext cx="8412480" cy="2121408"/>
        </p:xfrm>
        <a:graphic>
          <a:graphicData uri="http://schemas.openxmlformats.org/drawingml/2006/table">
            <a:tbl>
              <a:tblPr firstRow="1" bandRow="1">
                <a:tableStyleId>{5C22544A-7EE6-4342-B048-85BDC9FD1C3A}</a:tableStyleId>
              </a:tblPr>
              <a:tblGrid>
                <a:gridCol w="365760"/>
                <a:gridCol w="640080"/>
                <a:gridCol w="5029200"/>
                <a:gridCol w="2377440"/>
              </a:tblGrid>
              <a:tr h="303058">
                <a:tc>
                  <a:txBody>
                    <a:bodyPr/>
                    <a:lstStyle/>
                    <a:p>
                      <a:pPr>
                        <a:defRPr sz="1000" b="1">
                          <a:solidFill>
                            <a:srgbClr val="FFFFFF"/>
                          </a:solidFill>
                          <a:latin typeface="Calibri"/>
                        </a:defRPr>
                      </a:pPr>
                      <a:r>
                        <a:t>#</a:t>
                      </a:r>
                    </a:p>
                  </a:txBody>
                  <a:tcPr>
                    <a:solidFill>
                      <a:srgbClr val="161616"/>
                    </a:solidFill>
                  </a:tcPr>
                </a:tc>
                <a:tc>
                  <a:txBody>
                    <a:bodyPr/>
                    <a:lstStyle/>
                    <a:p>
                      <a:pPr>
                        <a:defRPr sz="1000" b="1">
                          <a:solidFill>
                            <a:srgbClr val="FFFFFF"/>
                          </a:solidFill>
                          <a:latin typeface="Calibri"/>
                        </a:defRPr>
                      </a:pPr>
                      <a:r>
                        <a:t>Sev</a:t>
                      </a:r>
                    </a:p>
                  </a:txBody>
                  <a:tcPr>
                    <a:solidFill>
                      <a:srgbClr val="161616"/>
                    </a:solidFill>
                  </a:tcPr>
                </a:tc>
                <a:tc>
                  <a:txBody>
                    <a:bodyPr/>
                    <a:lstStyle/>
                    <a:p>
                      <a:pPr>
                        <a:defRPr sz="1000" b="1">
                          <a:solidFill>
                            <a:srgbClr val="FFFFFF"/>
                          </a:solidFill>
                          <a:latin typeface="Calibri"/>
                        </a:defRPr>
                      </a:pPr>
                      <a:r>
                        <a:t>Finding title</a:t>
                      </a:r>
                    </a:p>
                  </a:txBody>
                  <a:tcPr>
                    <a:solidFill>
                      <a:srgbClr val="161616"/>
                    </a:solidFill>
                  </a:tcPr>
                </a:tc>
                <a:tc>
                  <a:txBody>
                    <a:bodyPr/>
                    <a:lstStyle/>
                    <a:p>
                      <a:pPr>
                        <a:defRPr sz="1000" b="1">
                          <a:solidFill>
                            <a:srgbClr val="FFFFFF"/>
                          </a:solidFill>
                          <a:latin typeface="Calibri"/>
                        </a:defRPr>
                      </a:pPr>
                      <a:r>
                        <a:t>Location</a:t>
                      </a:r>
                    </a:p>
                  </a:txBody>
                  <a:tcPr>
                    <a:solidFill>
                      <a:srgbClr val="161616"/>
                    </a:solidFill>
                  </a:tcPr>
                </a:tc>
              </a:tr>
              <a:tr h="303058">
                <a:tc>
                  <a:txBody>
                    <a:bodyPr/>
                    <a:lstStyle/>
                    <a:p>
                      <a:pPr>
                        <a:defRPr sz="900">
                          <a:solidFill>
                            <a:srgbClr val="333333"/>
                          </a:solidFill>
                          <a:latin typeface="Calibri"/>
                        </a:defRPr>
                      </a:pPr>
                      <a:r>
                        <a:t>1</a:t>
                      </a:r>
                    </a:p>
                  </a:txBody>
                  <a:tcPr>
                    <a:solidFill>
                      <a:srgbClr val="FFFFFF"/>
                    </a:solidFill>
                  </a:tcPr>
                </a:tc>
                <a:tc>
                  <a:txBody>
                    <a:bodyPr/>
                    <a:lstStyle/>
                    <a:p>
                      <a:pPr>
                        <a:defRPr sz="900" b="1">
                          <a:solidFill>
                            <a:srgbClr val="E67E22"/>
                          </a:solidFill>
                          <a:latin typeface="Calibri"/>
                        </a:defRPr>
                      </a:pPr>
                      <a:r>
                        <a:t>HIGH</a:t>
                      </a:r>
                    </a:p>
                  </a:txBody>
                  <a:tcPr>
                    <a:solidFill>
                      <a:srgbClr val="FFFFFF"/>
                    </a:solidFill>
                  </a:tcPr>
                </a:tc>
                <a:tc>
                  <a:txBody>
                    <a:bodyPr/>
                    <a:lstStyle/>
                    <a:p>
                      <a:pPr>
                        <a:defRPr sz="900">
                          <a:solidFill>
                            <a:srgbClr val="333333"/>
                          </a:solidFill>
                          <a:latin typeface="Calibri"/>
                        </a:defRPr>
                      </a:pPr>
                      <a:r>
                        <a:t>OS command execution via `SXPG_COMMAND_EXECUTE` (shell access)</a:t>
                      </a:r>
                    </a:p>
                  </a:txBody>
                  <a:tcPr>
                    <a:solidFill>
                      <a:srgbClr val="FFFFFF"/>
                    </a:solidFill>
                  </a:tcPr>
                </a:tc>
                <a:tc>
                  <a:txBody>
                    <a:bodyPr/>
                    <a:lstStyle/>
                    <a:p>
                      <a:pPr>
                        <a:defRPr sz="900">
                          <a:solidFill>
                            <a:srgbClr val="333333"/>
                          </a:solidFill>
                          <a:latin typeface="Consolas"/>
                        </a:defRPr>
                      </a:pPr>
                      <a:r>
                        <a:t>ZDMS_UPLOAD_FILES_F01:~325</a:t>
                      </a:r>
                    </a:p>
                  </a:txBody>
                  <a:tcPr>
                    <a:solidFill>
                      <a:srgbClr val="FFFFFF"/>
                    </a:solidFill>
                  </a:tcPr>
                </a:tc>
              </a:tr>
              <a:tr h="303058">
                <a:tc>
                  <a:txBody>
                    <a:bodyPr/>
                    <a:lstStyle/>
                    <a:p>
                      <a:pPr>
                        <a:defRPr sz="900">
                          <a:solidFill>
                            <a:srgbClr val="333333"/>
                          </a:solidFill>
                          <a:latin typeface="Calibri"/>
                        </a:defRPr>
                      </a:pPr>
                      <a:r>
                        <a:t>2</a:t>
                      </a:r>
                    </a:p>
                  </a:txBody>
                  <a:tcPr>
                    <a:solidFill>
                      <a:srgbClr val="F5F5F5"/>
                    </a:solidFill>
                  </a:tcPr>
                </a:tc>
                <a:tc>
                  <a:txBody>
                    <a:bodyPr/>
                    <a:lstStyle/>
                    <a:p>
                      <a:pPr>
                        <a:defRPr sz="900" b="1">
                          <a:solidFill>
                            <a:srgbClr val="E67E22"/>
                          </a:solidFill>
                          <a:latin typeface="Calibri"/>
                        </a:defRPr>
                      </a:pPr>
                      <a:r>
                        <a:t>HIGH</a:t>
                      </a:r>
                    </a:p>
                  </a:txBody>
                  <a:tcPr>
                    <a:solidFill>
                      <a:srgbClr val="F5F5F5"/>
                    </a:solidFill>
                  </a:tcPr>
                </a:tc>
                <a:tc>
                  <a:txBody>
                    <a:bodyPr/>
                    <a:lstStyle/>
                    <a:p>
                      <a:pPr>
                        <a:defRPr sz="900">
                          <a:solidFill>
                            <a:srgbClr val="333333"/>
                          </a:solidFill>
                          <a:latin typeface="Calibri"/>
                        </a:defRPr>
                      </a:pPr>
                      <a:r>
                        <a:t>OS command execution via `SXPG_COMMAND_EXECUTE` (shell access)</a:t>
                      </a:r>
                    </a:p>
                  </a:txBody>
                  <a:tcPr>
                    <a:solidFill>
                      <a:srgbClr val="F5F5F5"/>
                    </a:solidFill>
                  </a:tcPr>
                </a:tc>
                <a:tc>
                  <a:txBody>
                    <a:bodyPr/>
                    <a:lstStyle/>
                    <a:p>
                      <a:pPr>
                        <a:defRPr sz="900">
                          <a:solidFill>
                            <a:srgbClr val="333333"/>
                          </a:solidFill>
                          <a:latin typeface="Consolas"/>
                        </a:defRPr>
                      </a:pPr>
                      <a:r>
                        <a:t>ZDMS_UPLOAD_FILES_F01:~388</a:t>
                      </a:r>
                    </a:p>
                  </a:txBody>
                  <a:tcPr>
                    <a:solidFill>
                      <a:srgbClr val="F5F5F5"/>
                    </a:solidFill>
                  </a:tcPr>
                </a:tc>
              </a:tr>
              <a:tr h="303058">
                <a:tc>
                  <a:txBody>
                    <a:bodyPr/>
                    <a:lstStyle/>
                    <a:p>
                      <a:pPr>
                        <a:defRPr sz="900">
                          <a:solidFill>
                            <a:srgbClr val="333333"/>
                          </a:solidFill>
                          <a:latin typeface="Calibri"/>
                        </a:defRPr>
                      </a:pPr>
                      <a:r>
                        <a:t>3</a:t>
                      </a:r>
                    </a:p>
                  </a:txBody>
                  <a:tcPr>
                    <a:solidFill>
                      <a:srgbClr val="FFFFFF"/>
                    </a:solidFill>
                  </a:tcPr>
                </a:tc>
                <a:tc>
                  <a:txBody>
                    <a:bodyPr/>
                    <a:lstStyle/>
                    <a:p>
                      <a:pPr>
                        <a:defRPr sz="900" b="1">
                          <a:solidFill>
                            <a:srgbClr val="E67E22"/>
                          </a:solidFill>
                          <a:latin typeface="Calibri"/>
                        </a:defRPr>
                      </a:pPr>
                      <a:r>
                        <a:t>HIGH</a:t>
                      </a:r>
                    </a:p>
                  </a:txBody>
                  <a:tcPr>
                    <a:solidFill>
                      <a:srgbClr val="FFFFFF"/>
                    </a:solidFill>
                  </a:tcPr>
                </a:tc>
                <a:tc>
                  <a:txBody>
                    <a:bodyPr/>
                    <a:lstStyle/>
                    <a:p>
                      <a:pPr>
                        <a:defRPr sz="900">
                          <a:solidFill>
                            <a:srgbClr val="333333"/>
                          </a:solidFill>
                          <a:latin typeface="Calibri"/>
                        </a:defRPr>
                      </a:pPr>
                      <a:r>
                        <a:t>File operations on application server via `OPEN DATASET` / `READ DATASET` / `TRANSFER` / `DELETE DATASET` (AL11-style)</a:t>
                      </a:r>
                    </a:p>
                  </a:txBody>
                  <a:tcPr>
                    <a:solidFill>
                      <a:srgbClr val="FFFFFF"/>
                    </a:solidFill>
                  </a:tcPr>
                </a:tc>
                <a:tc>
                  <a:txBody>
                    <a:bodyPr/>
                    <a:lstStyle/>
                    <a:p>
                      <a:pPr>
                        <a:defRPr sz="900">
                          <a:solidFill>
                            <a:srgbClr val="333333"/>
                          </a:solidFill>
                          <a:latin typeface="Consolas"/>
                        </a:defRPr>
                      </a:pPr>
                      <a:r>
                        <a:t>ZDMS_UPLOAD_FILES_F01:~468</a:t>
                      </a:r>
                    </a:p>
                  </a:txBody>
                  <a:tcPr>
                    <a:solidFill>
                      <a:srgbClr val="FFFFFF"/>
                    </a:solidFill>
                  </a:tcPr>
                </a:tc>
              </a:tr>
              <a:tr h="303058">
                <a:tc>
                  <a:txBody>
                    <a:bodyPr/>
                    <a:lstStyle/>
                    <a:p>
                      <a:pPr>
                        <a:defRPr sz="900">
                          <a:solidFill>
                            <a:srgbClr val="333333"/>
                          </a:solidFill>
                          <a:latin typeface="Calibri"/>
                        </a:defRPr>
                      </a:pPr>
                      <a:r>
                        <a:t>4</a:t>
                      </a:r>
                    </a:p>
                  </a:txBody>
                  <a:tcPr>
                    <a:solidFill>
                      <a:srgbClr val="F5F5F5"/>
                    </a:solidFill>
                  </a:tcPr>
                </a:tc>
                <a:tc>
                  <a:txBody>
                    <a:bodyPr/>
                    <a:lstStyle/>
                    <a:p>
                      <a:pPr>
                        <a:defRPr sz="900" b="1">
                          <a:solidFill>
                            <a:srgbClr val="E67E22"/>
                          </a:solidFill>
                          <a:latin typeface="Calibri"/>
                        </a:defRPr>
                      </a:pPr>
                      <a:r>
                        <a:t>HIGH</a:t>
                      </a:r>
                    </a:p>
                  </a:txBody>
                  <a:tcPr>
                    <a:solidFill>
                      <a:srgbClr val="F5F5F5"/>
                    </a:solidFill>
                  </a:tcPr>
                </a:tc>
                <a:tc>
                  <a:txBody>
                    <a:bodyPr/>
                    <a:lstStyle/>
                    <a:p>
                      <a:pPr>
                        <a:defRPr sz="900">
                          <a:solidFill>
                            <a:srgbClr val="333333"/>
                          </a:solidFill>
                          <a:latin typeface="Calibri"/>
                        </a:defRPr>
                      </a:pPr>
                      <a:r>
                        <a:t>File deletion on application server via `DELETE DATASET` (AL11-style)</a:t>
                      </a:r>
                    </a:p>
                  </a:txBody>
                  <a:tcPr>
                    <a:solidFill>
                      <a:srgbClr val="F5F5F5"/>
                    </a:solidFill>
                  </a:tcPr>
                </a:tc>
                <a:tc>
                  <a:txBody>
                    <a:bodyPr/>
                    <a:lstStyle/>
                    <a:p>
                      <a:pPr>
                        <a:defRPr sz="900">
                          <a:solidFill>
                            <a:srgbClr val="333333"/>
                          </a:solidFill>
                          <a:latin typeface="Consolas"/>
                        </a:defRPr>
                      </a:pPr>
                      <a:r>
                        <a:t>ZDMS_UPLOAD_FILES_F01:~494</a:t>
                      </a:r>
                    </a:p>
                  </a:txBody>
                  <a:tcPr>
                    <a:solidFill>
                      <a:srgbClr val="F5F5F5"/>
                    </a:solidFill>
                  </a:tcPr>
                </a:tc>
              </a:tr>
              <a:tr h="303058">
                <a:tc>
                  <a:txBody>
                    <a:bodyPr/>
                    <a:lstStyle/>
                    <a:p>
                      <a:pPr>
                        <a:defRPr sz="900">
                          <a:solidFill>
                            <a:srgbClr val="333333"/>
                          </a:solidFill>
                          <a:latin typeface="Calibri"/>
                        </a:defRPr>
                      </a:pPr>
                      <a:r>
                        <a:t>5</a:t>
                      </a:r>
                    </a:p>
                  </a:txBody>
                  <a:tcPr>
                    <a:solidFill>
                      <a:srgbClr val="FFFFFF"/>
                    </a:solidFill>
                  </a:tcPr>
                </a:tc>
                <a:tc>
                  <a:txBody>
                    <a:bodyPr/>
                    <a:lstStyle/>
                    <a:p>
                      <a:pPr>
                        <a:defRPr sz="900" b="1">
                          <a:solidFill>
                            <a:srgbClr val="E67E22"/>
                          </a:solidFill>
                          <a:latin typeface="Calibri"/>
                        </a:defRPr>
                      </a:pPr>
                      <a:r>
                        <a:t>HIGH</a:t>
                      </a:r>
                    </a:p>
                  </a:txBody>
                  <a:tcPr>
                    <a:solidFill>
                      <a:srgbClr val="FFFFFF"/>
                    </a:solidFill>
                  </a:tcPr>
                </a:tc>
                <a:tc>
                  <a:txBody>
                    <a:bodyPr/>
                    <a:lstStyle/>
                    <a:p>
                      <a:pPr>
                        <a:defRPr sz="900">
                          <a:solidFill>
                            <a:srgbClr val="333333"/>
                          </a:solidFill>
                          <a:latin typeface="Calibri"/>
                        </a:defRPr>
                      </a:pPr>
                      <a:r>
                        <a:t>File deletion on application server via `DELETE DATASET` (AL11-style)</a:t>
                      </a:r>
                    </a:p>
                  </a:txBody>
                  <a:tcPr>
                    <a:solidFill>
                      <a:srgbClr val="FFFFFF"/>
                    </a:solidFill>
                  </a:tcPr>
                </a:tc>
                <a:tc>
                  <a:txBody>
                    <a:bodyPr/>
                    <a:lstStyle/>
                    <a:p>
                      <a:pPr>
                        <a:defRPr sz="900">
                          <a:solidFill>
                            <a:srgbClr val="333333"/>
                          </a:solidFill>
                          <a:latin typeface="Consolas"/>
                        </a:defRPr>
                      </a:pPr>
                      <a:r>
                        <a:t>ZDMS_UPLOAD_FILES_F01:~656</a:t>
                      </a:r>
                    </a:p>
                  </a:txBody>
                  <a:tcPr>
                    <a:solidFill>
                      <a:srgbClr val="FFFFFF"/>
                    </a:solidFill>
                  </a:tcPr>
                </a:tc>
              </a:tr>
              <a:tr h="303060">
                <a:tc>
                  <a:txBody>
                    <a:bodyPr/>
                    <a:lstStyle/>
                    <a:p>
                      <a:pPr>
                        <a:defRPr sz="900">
                          <a:solidFill>
                            <a:srgbClr val="333333"/>
                          </a:solidFill>
                          <a:latin typeface="Calibri"/>
                        </a:defRPr>
                      </a:pPr>
                      <a:r>
                        <a:t>6</a:t>
                      </a:r>
                    </a:p>
                  </a:txBody>
                  <a:tcPr>
                    <a:solidFill>
                      <a:srgbClr val="F5F5F5"/>
                    </a:solidFill>
                  </a:tcPr>
                </a:tc>
                <a:tc>
                  <a:txBody>
                    <a:bodyPr/>
                    <a:lstStyle/>
                    <a:p>
                      <a:pPr>
                        <a:defRPr sz="900" b="1">
                          <a:solidFill>
                            <a:srgbClr val="E67E22"/>
                          </a:solidFill>
                          <a:latin typeface="Calibri"/>
                        </a:defRPr>
                      </a:pPr>
                      <a:r>
                        <a:t>HIGH</a:t>
                      </a:r>
                    </a:p>
                  </a:txBody>
                  <a:tcPr>
                    <a:solidFill>
                      <a:srgbClr val="F5F5F5"/>
                    </a:solidFill>
                  </a:tcPr>
                </a:tc>
                <a:tc>
                  <a:txBody>
                    <a:bodyPr/>
                    <a:lstStyle/>
                    <a:p>
                      <a:pPr>
                        <a:defRPr sz="900">
                          <a:solidFill>
                            <a:srgbClr val="333333"/>
                          </a:solidFill>
                          <a:latin typeface="Calibri"/>
                        </a:defRPr>
                      </a:pPr>
                      <a:r>
                        <a:t>Direct read of standard table `TVARVC` (released API alternative expected)</a:t>
                      </a:r>
                    </a:p>
                  </a:txBody>
                  <a:tcPr>
                    <a:solidFill>
                      <a:srgbClr val="F5F5F5"/>
                    </a:solidFill>
                  </a:tcPr>
                </a:tc>
                <a:tc>
                  <a:txBody>
                    <a:bodyPr/>
                    <a:lstStyle/>
                    <a:p>
                      <a:pPr>
                        <a:defRPr sz="900">
                          <a:solidFill>
                            <a:srgbClr val="333333"/>
                          </a:solidFill>
                          <a:latin typeface="Consolas"/>
                        </a:defRPr>
                      </a:pPr>
                      <a:r>
                        <a:t>ZDMS_UPLOAD_FILES_F01:~164</a:t>
                      </a:r>
                    </a:p>
                  </a:txBody>
                  <a:tcPr>
                    <a:solidFill>
                      <a:srgbClr val="F5F5F5"/>
                    </a:solidFill>
                  </a:tcPr>
                </a:tc>
              </a:tr>
            </a:tbl>
          </a:graphicData>
        </a:graphic>
      </p:graphicFrame>
      <p:sp>
        <p:nvSpPr>
          <p:cNvPr id="51" name="TextBox 50"/>
          <p:cNvSpPr txBox="1"/>
          <p:nvPr/>
        </p:nvSpPr>
        <p:spPr>
          <a:xfrm>
            <a:off x="3474720" y="2898648"/>
            <a:ext cx="8412480" cy="274320"/>
          </a:xfrm>
          <a:prstGeom prst="rect">
            <a:avLst/>
          </a:prstGeom>
          <a:noFill/>
        </p:spPr>
        <p:txBody>
          <a:bodyPr wrap="square">
            <a:spAutoFit/>
          </a:bodyPr>
          <a:lstStyle/>
          <a:p>
            <a:pPr>
              <a:defRPr sz="900" b="1">
                <a:solidFill>
                  <a:srgbClr val="C83636"/>
                </a:solidFill>
                <a:latin typeface="Calibri"/>
              </a:defRPr>
            </a:pPr>
            <a:r>
              <a:t>Representative · #1 · OS command execution via `SXPG_COMMAND_EXECUTE` (shell access)</a:t>
            </a:r>
          </a:p>
        </p:txBody>
      </p:sp>
      <p:sp>
        <p:nvSpPr>
          <p:cNvPr id="52" name="TextBox 51"/>
          <p:cNvSpPr txBox="1"/>
          <p:nvPr/>
        </p:nvSpPr>
        <p:spPr>
          <a:xfrm>
            <a:off x="3474720" y="3218688"/>
            <a:ext cx="8412480" cy="914400"/>
          </a:xfrm>
          <a:prstGeom prst="rect">
            <a:avLst/>
          </a:prstGeom>
          <a:solidFill>
            <a:srgbClr val="F5F5F5"/>
          </a:solidFill>
        </p:spPr>
        <p:txBody>
          <a:bodyPr wrap="square">
            <a:spAutoFit/>
          </a:bodyPr>
          <a:lstStyle/>
          <a:p>
            <a:pPr>
              <a:defRPr sz="900" b="0">
                <a:solidFill>
                  <a:srgbClr val="333333"/>
                </a:solidFill>
                <a:latin typeface="Consolas"/>
              </a:defRPr>
            </a:pPr>
            <a:r>
              <a:t>CALL FUNCTION 'SXPG_COMMAND_EXECUTE'</a:t>
            </a:r>
          </a:p>
          <a:p>
            <a:pPr>
              <a:defRPr sz="900" b="0">
                <a:solidFill>
                  <a:srgbClr val="333333"/>
                </a:solidFill>
                <a:latin typeface="Consolas"/>
              </a:defRPr>
            </a:pPr>
            <a:r>
              <a:t>  EXPORTING</a:t>
            </a:r>
          </a:p>
          <a:p>
            <a:pPr>
              <a:defRPr sz="900" b="0">
                <a:solidFill>
                  <a:srgbClr val="333333"/>
                </a:solidFill>
                <a:latin typeface="Consolas"/>
              </a:defRPr>
            </a:pPr>
            <a:r>
              <a:t>    commandname                   = lv_comm</a:t>
            </a:r>
          </a:p>
          <a:p>
            <a:pPr>
              <a:defRPr sz="900" b="0">
                <a:solidFill>
                  <a:srgbClr val="333333"/>
                </a:solidFill>
                <a:latin typeface="Consolas"/>
              </a:defRPr>
            </a:pPr>
            <a:r>
              <a:t>    additional_parameters         = gv_param</a:t>
            </a:r>
          </a:p>
        </p:txBody>
      </p:sp>
    </p:spTree>
    <p:extLst>
      <p:ext uri="{BB962C8B-B14F-4D97-AF65-F5344CB8AC3E}">
        <p14:creationId xmlns:p14="http://schemas.microsoft.com/office/powerpoint/2010/main" val="2620996960"/>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All Security findings</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marL="0" marR="0" lvl="0" indent="0" algn="l" defTabSz="914400" rtl="0" eaLnBrk="1" fontAlgn="auto" latinLnBrk="0" hangingPunct="1">
              <a:lnSpc>
                <a:spcPct val="100000"/>
              </a:lnSpc>
              <a:spcBef>
                <a:spcPts val="600"/>
              </a:spcBef>
              <a:spcAft>
                <a:spcPts val="600"/>
              </a:spcAft>
              <a:buClrTx/>
              <a:buSzTx/>
              <a:buFontTx/>
              <a:buNone/>
              <a:tabLst/>
              <a:defRPr/>
            </a:pPr>
            <a:r>
              <a:rPr kumimoji="0" lang="en-US" sz="1600" b="1" i="0" u="none" strike="noStrike" kern="1200" cap="none" spc="0" normalizeH="0" baseline="0" noProof="0">
                <a:ln>
                  <a:noFill/>
                </a:ln>
                <a:solidFill>
                  <a:srgbClr val="000000"/>
                </a:solidFill>
                <a:effectLst/>
                <a:uLnTx/>
                <a:uFillTx/>
                <a:latin typeface="Calibri"/>
                <a:ea typeface="+mn-ea"/>
                <a:cs typeface="Arial"/>
              </a:rPr>
              <a:t>FINDING COUNTS</a:t>
            </a:r>
            <a:endParaRPr kumimoji="0" lang="ru-RU" sz="1600" b="1" i="0" u="none" strike="noStrike" kern="1200" cap="none" spc="0" normalizeH="0" baseline="0" noProof="0">
              <a:ln>
                <a:noFill/>
              </a:ln>
              <a:solidFill>
                <a:srgbClr val="000000"/>
              </a:solidFill>
              <a:effectLst/>
              <a:uLnTx/>
              <a:uFillTx/>
              <a:latin typeface="Calibri"/>
              <a:ea typeface="+mn-ea"/>
              <a:cs typeface="Arial"/>
            </a:endParaRPr>
          </a:p>
          <a:p>
            <a:r>
              <a:t>Total: 4</a:t>
            </a:r>
          </a:p>
          <a:p>
            <a:r>
              <a:t>HIGH: 2</a:t>
            </a:r>
          </a:p>
          <a:p>
            <a:r>
              <a:t>MEDIUM: 1</a:t>
            </a:r>
          </a:p>
          <a:p>
            <a:r>
              <a:t>LOW: 1</a:t>
            </a:r>
          </a:p>
          <a:p/>
          <a:p>
            <a:r>
              <a:t>All listed on this slide.</a:t>
            </a:r>
          </a:p>
          <a:p/>
          <a:p>
            <a:r>
              <a:t>Missing AUTHORITY-CHECK</a:t>
            </a:r>
          </a:p>
          <a:p>
            <a:r>
              <a:t>Shell-injection risk</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731520"/>
          <a:ext cx="8412480" cy="1536192"/>
        </p:xfrm>
        <a:graphic>
          <a:graphicData uri="http://schemas.openxmlformats.org/drawingml/2006/table">
            <a:tbl>
              <a:tblPr firstRow="1" bandRow="1">
                <a:tableStyleId>{5C22544A-7EE6-4342-B048-85BDC9FD1C3A}</a:tableStyleId>
              </a:tblPr>
              <a:tblGrid>
                <a:gridCol w="365760"/>
                <a:gridCol w="640080"/>
                <a:gridCol w="5029200"/>
                <a:gridCol w="2377440"/>
              </a:tblGrid>
              <a:tr h="307238">
                <a:tc>
                  <a:txBody>
                    <a:bodyPr/>
                    <a:lstStyle/>
                    <a:p>
                      <a:pPr>
                        <a:defRPr sz="1000" b="1">
                          <a:solidFill>
                            <a:srgbClr val="FFFFFF"/>
                          </a:solidFill>
                          <a:latin typeface="Calibri"/>
                        </a:defRPr>
                      </a:pPr>
                      <a:r>
                        <a:t>#</a:t>
                      </a:r>
                    </a:p>
                  </a:txBody>
                  <a:tcPr>
                    <a:solidFill>
                      <a:srgbClr val="161616"/>
                    </a:solidFill>
                  </a:tcPr>
                </a:tc>
                <a:tc>
                  <a:txBody>
                    <a:bodyPr/>
                    <a:lstStyle/>
                    <a:p>
                      <a:pPr>
                        <a:defRPr sz="1000" b="1">
                          <a:solidFill>
                            <a:srgbClr val="FFFFFF"/>
                          </a:solidFill>
                          <a:latin typeface="Calibri"/>
                        </a:defRPr>
                      </a:pPr>
                      <a:r>
                        <a:t>Sev</a:t>
                      </a:r>
                    </a:p>
                  </a:txBody>
                  <a:tcPr>
                    <a:solidFill>
                      <a:srgbClr val="161616"/>
                    </a:solidFill>
                  </a:tcPr>
                </a:tc>
                <a:tc>
                  <a:txBody>
                    <a:bodyPr/>
                    <a:lstStyle/>
                    <a:p>
                      <a:pPr>
                        <a:defRPr sz="1000" b="1">
                          <a:solidFill>
                            <a:srgbClr val="FFFFFF"/>
                          </a:solidFill>
                          <a:latin typeface="Calibri"/>
                        </a:defRPr>
                      </a:pPr>
                      <a:r>
                        <a:t>Finding title</a:t>
                      </a:r>
                    </a:p>
                  </a:txBody>
                  <a:tcPr>
                    <a:solidFill>
                      <a:srgbClr val="161616"/>
                    </a:solidFill>
                  </a:tcPr>
                </a:tc>
                <a:tc>
                  <a:txBody>
                    <a:bodyPr/>
                    <a:lstStyle/>
                    <a:p>
                      <a:pPr>
                        <a:defRPr sz="1000" b="1">
                          <a:solidFill>
                            <a:srgbClr val="FFFFFF"/>
                          </a:solidFill>
                          <a:latin typeface="Calibri"/>
                        </a:defRPr>
                      </a:pPr>
                      <a:r>
                        <a:t>Location</a:t>
                      </a:r>
                    </a:p>
                  </a:txBody>
                  <a:tcPr>
                    <a:solidFill>
                      <a:srgbClr val="161616"/>
                    </a:solidFill>
                  </a:tcPr>
                </a:tc>
              </a:tr>
              <a:tr h="307238">
                <a:tc>
                  <a:txBody>
                    <a:bodyPr/>
                    <a:lstStyle/>
                    <a:p>
                      <a:pPr>
                        <a:defRPr sz="900">
                          <a:solidFill>
                            <a:srgbClr val="333333"/>
                          </a:solidFill>
                          <a:latin typeface="Calibri"/>
                        </a:defRPr>
                      </a:pPr>
                      <a:r>
                        <a:t>1</a:t>
                      </a:r>
                    </a:p>
                  </a:txBody>
                  <a:tcPr>
                    <a:solidFill>
                      <a:srgbClr val="FFFFFF"/>
                    </a:solidFill>
                  </a:tcPr>
                </a:tc>
                <a:tc>
                  <a:txBody>
                    <a:bodyPr/>
                    <a:lstStyle/>
                    <a:p>
                      <a:pPr>
                        <a:defRPr sz="900" b="1">
                          <a:solidFill>
                            <a:srgbClr val="E67E22"/>
                          </a:solidFill>
                          <a:latin typeface="Calibri"/>
                        </a:defRPr>
                      </a:pPr>
                      <a:r>
                        <a:t>HIGH</a:t>
                      </a:r>
                    </a:p>
                  </a:txBody>
                  <a:tcPr>
                    <a:solidFill>
                      <a:srgbClr val="FFFFFF"/>
                    </a:solidFill>
                  </a:tcPr>
                </a:tc>
                <a:tc>
                  <a:txBody>
                    <a:bodyPr/>
                    <a:lstStyle/>
                    <a:p>
                      <a:pPr>
                        <a:defRPr sz="900">
                          <a:solidFill>
                            <a:srgbClr val="333333"/>
                          </a:solidFill>
                          <a:latin typeface="Calibri"/>
                        </a:defRPr>
                      </a:pPr>
                      <a:r>
                        <a:t>Missing explicit authorization check before OS command execution (SFTP GET)</a:t>
                      </a:r>
                    </a:p>
                  </a:txBody>
                  <a:tcPr>
                    <a:solidFill>
                      <a:srgbClr val="FFFFFF"/>
                    </a:solidFill>
                  </a:tcPr>
                </a:tc>
                <a:tc>
                  <a:txBody>
                    <a:bodyPr/>
                    <a:lstStyle/>
                    <a:p>
                      <a:pPr>
                        <a:defRPr sz="900">
                          <a:solidFill>
                            <a:srgbClr val="333333"/>
                          </a:solidFill>
                          <a:latin typeface="Consolas"/>
                        </a:defRPr>
                      </a:pPr>
                      <a:r>
                        <a:t>ZDMS_UPLOAD_FILES_F01:~250</a:t>
                      </a:r>
                    </a:p>
                  </a:txBody>
                  <a:tcPr>
                    <a:solidFill>
                      <a:srgbClr val="FFFFFF"/>
                    </a:solidFill>
                  </a:tcPr>
                </a:tc>
              </a:tr>
              <a:tr h="307238">
                <a:tc>
                  <a:txBody>
                    <a:bodyPr/>
                    <a:lstStyle/>
                    <a:p>
                      <a:pPr>
                        <a:defRPr sz="900">
                          <a:solidFill>
                            <a:srgbClr val="333333"/>
                          </a:solidFill>
                          <a:latin typeface="Calibri"/>
                        </a:defRPr>
                      </a:pPr>
                      <a:r>
                        <a:t>2</a:t>
                      </a:r>
                    </a:p>
                  </a:txBody>
                  <a:tcPr>
                    <a:solidFill>
                      <a:srgbClr val="F5F5F5"/>
                    </a:solidFill>
                  </a:tcPr>
                </a:tc>
                <a:tc>
                  <a:txBody>
                    <a:bodyPr/>
                    <a:lstStyle/>
                    <a:p>
                      <a:pPr>
                        <a:defRPr sz="900" b="1">
                          <a:solidFill>
                            <a:srgbClr val="E67E22"/>
                          </a:solidFill>
                          <a:latin typeface="Calibri"/>
                        </a:defRPr>
                      </a:pPr>
                      <a:r>
                        <a:t>HIGH</a:t>
                      </a:r>
                    </a:p>
                  </a:txBody>
                  <a:tcPr>
                    <a:solidFill>
                      <a:srgbClr val="F5F5F5"/>
                    </a:solidFill>
                  </a:tcPr>
                </a:tc>
                <a:tc>
                  <a:txBody>
                    <a:bodyPr/>
                    <a:lstStyle/>
                    <a:p>
                      <a:pPr>
                        <a:defRPr sz="900">
                          <a:solidFill>
                            <a:srgbClr val="333333"/>
                          </a:solidFill>
                          <a:latin typeface="Calibri"/>
                        </a:defRPr>
                      </a:pPr>
                      <a:r>
                        <a:t>Missing explicit authorization check before OS command execution (SFTP PUT)</a:t>
                      </a:r>
                    </a:p>
                  </a:txBody>
                  <a:tcPr>
                    <a:solidFill>
                      <a:srgbClr val="F5F5F5"/>
                    </a:solidFill>
                  </a:tcPr>
                </a:tc>
                <a:tc>
                  <a:txBody>
                    <a:bodyPr/>
                    <a:lstStyle/>
                    <a:p>
                      <a:pPr>
                        <a:defRPr sz="900">
                          <a:solidFill>
                            <a:srgbClr val="333333"/>
                          </a:solidFill>
                          <a:latin typeface="Consolas"/>
                        </a:defRPr>
                      </a:pPr>
                      <a:r>
                        <a:t>ZDMS_UPLOAD_FILES_F01:~320</a:t>
                      </a:r>
                    </a:p>
                  </a:txBody>
                  <a:tcPr>
                    <a:solidFill>
                      <a:srgbClr val="F5F5F5"/>
                    </a:solidFill>
                  </a:tcPr>
                </a:tc>
              </a:tr>
              <a:tr h="307238">
                <a:tc>
                  <a:txBody>
                    <a:bodyPr/>
                    <a:lstStyle/>
                    <a:p>
                      <a:pPr>
                        <a:defRPr sz="900">
                          <a:solidFill>
                            <a:srgbClr val="333333"/>
                          </a:solidFill>
                          <a:latin typeface="Calibri"/>
                        </a:defRPr>
                      </a:pPr>
                      <a:r>
                        <a:t>3</a:t>
                      </a:r>
                    </a:p>
                  </a:txBody>
                  <a:tcPr>
                    <a:solidFill>
                      <a:srgbClr val="FFFFFF"/>
                    </a:solidFill>
                  </a:tcPr>
                </a:tc>
                <a:tc>
                  <a:txBody>
                    <a:bodyPr/>
                    <a:lstStyle/>
                    <a:p>
                      <a:pPr>
                        <a:defRPr sz="900" b="1">
                          <a:solidFill>
                            <a:srgbClr val="CC9900"/>
                          </a:solidFill>
                          <a:latin typeface="Calibri"/>
                        </a:defRPr>
                      </a:pPr>
                      <a:r>
                        <a:t>MEDIUM</a:t>
                      </a:r>
                    </a:p>
                  </a:txBody>
                  <a:tcPr>
                    <a:solidFill>
                      <a:srgbClr val="FFFFFF"/>
                    </a:solidFill>
                  </a:tcPr>
                </a:tc>
                <a:tc>
                  <a:txBody>
                    <a:bodyPr/>
                    <a:lstStyle/>
                    <a:p>
                      <a:pPr>
                        <a:defRPr sz="900">
                          <a:solidFill>
                            <a:srgbClr val="333333"/>
                          </a:solidFill>
                          <a:latin typeface="Calibri"/>
                        </a:defRPr>
                      </a:pPr>
                      <a:r>
                        <a:t>Shell-injection risk: building `additional_parameters` via concatenation of configurable values</a:t>
                      </a:r>
                    </a:p>
                  </a:txBody>
                  <a:tcPr>
                    <a:solidFill>
                      <a:srgbClr val="FFFFFF"/>
                    </a:solidFill>
                  </a:tcPr>
                </a:tc>
                <a:tc>
                  <a:txBody>
                    <a:bodyPr/>
                    <a:lstStyle/>
                    <a:p>
                      <a:pPr>
                        <a:defRPr sz="900">
                          <a:solidFill>
                            <a:srgbClr val="333333"/>
                          </a:solidFill>
                          <a:latin typeface="Consolas"/>
                        </a:defRPr>
                      </a:pPr>
                      <a:r>
                        <a:t>ZDMS_UPLOAD_FILES_F01:~420</a:t>
                      </a:r>
                    </a:p>
                  </a:txBody>
                  <a:tcPr>
                    <a:solidFill>
                      <a:srgbClr val="FFFFFF"/>
                    </a:solidFill>
                  </a:tcPr>
                </a:tc>
              </a:tr>
              <a:tr h="307240">
                <a:tc>
                  <a:txBody>
                    <a:bodyPr/>
                    <a:lstStyle/>
                    <a:p>
                      <a:pPr>
                        <a:defRPr sz="900">
                          <a:solidFill>
                            <a:srgbClr val="333333"/>
                          </a:solidFill>
                          <a:latin typeface="Calibri"/>
                        </a:defRPr>
                      </a:pPr>
                      <a:r>
                        <a:t>4</a:t>
                      </a:r>
                    </a:p>
                  </a:txBody>
                  <a:tcPr>
                    <a:solidFill>
                      <a:srgbClr val="F5F5F5"/>
                    </a:solidFill>
                  </a:tcPr>
                </a:tc>
                <a:tc>
                  <a:txBody>
                    <a:bodyPr/>
                    <a:lstStyle/>
                    <a:p>
                      <a:pPr>
                        <a:defRPr sz="900" b="1">
                          <a:solidFill>
                            <a:srgbClr val="707070"/>
                          </a:solidFill>
                          <a:latin typeface="Calibri"/>
                        </a:defRPr>
                      </a:pPr>
                      <a:r>
                        <a:t>LOW</a:t>
                      </a:r>
                    </a:p>
                  </a:txBody>
                  <a:tcPr>
                    <a:solidFill>
                      <a:srgbClr val="F5F5F5"/>
                    </a:solidFill>
                  </a:tcPr>
                </a:tc>
                <a:tc>
                  <a:txBody>
                    <a:bodyPr/>
                    <a:lstStyle/>
                    <a:p>
                      <a:pPr>
                        <a:defRPr sz="900">
                          <a:solidFill>
                            <a:srgbClr val="333333"/>
                          </a:solidFill>
                          <a:latin typeface="Calibri"/>
                        </a:defRPr>
                      </a:pPr>
                      <a:r>
                        <a:t>Sensitive operational details may be exposed via plain report output</a:t>
                      </a:r>
                    </a:p>
                  </a:txBody>
                  <a:tcPr>
                    <a:solidFill>
                      <a:srgbClr val="F5F5F5"/>
                    </a:solidFill>
                  </a:tcPr>
                </a:tc>
                <a:tc>
                  <a:txBody>
                    <a:bodyPr/>
                    <a:lstStyle/>
                    <a:p>
                      <a:pPr>
                        <a:defRPr sz="900">
                          <a:solidFill>
                            <a:srgbClr val="333333"/>
                          </a:solidFill>
                          <a:latin typeface="Consolas"/>
                        </a:defRPr>
                      </a:pPr>
                      <a:r>
                        <a:t>ZDMS_UPLOAD_FILES_F01:~385</a:t>
                      </a:r>
                    </a:p>
                  </a:txBody>
                  <a:tcPr>
                    <a:solidFill>
                      <a:srgbClr val="F5F5F5"/>
                    </a:solidFill>
                  </a:tcPr>
                </a:tc>
              </a:tr>
            </a:tbl>
          </a:graphicData>
        </a:graphic>
      </p:graphicFrame>
      <p:sp>
        <p:nvSpPr>
          <p:cNvPr id="51" name="TextBox 50"/>
          <p:cNvSpPr txBox="1"/>
          <p:nvPr/>
        </p:nvSpPr>
        <p:spPr>
          <a:xfrm>
            <a:off x="3474720" y="2313432"/>
            <a:ext cx="8412480" cy="274320"/>
          </a:xfrm>
          <a:prstGeom prst="rect">
            <a:avLst/>
          </a:prstGeom>
          <a:noFill/>
        </p:spPr>
        <p:txBody>
          <a:bodyPr wrap="square">
            <a:spAutoFit/>
          </a:bodyPr>
          <a:lstStyle/>
          <a:p>
            <a:pPr>
              <a:defRPr sz="900" b="1">
                <a:solidFill>
                  <a:srgbClr val="E67E22"/>
                </a:solidFill>
                <a:latin typeface="Calibri"/>
              </a:defRPr>
            </a:pPr>
            <a:r>
              <a:t>Representative · #1 · Missing explicit authorization check before OS command execution (SFTP GET)</a:t>
            </a:r>
          </a:p>
        </p:txBody>
      </p:sp>
      <p:sp>
        <p:nvSpPr>
          <p:cNvPr id="52" name="TextBox 51"/>
          <p:cNvSpPr txBox="1"/>
          <p:nvPr/>
        </p:nvSpPr>
        <p:spPr>
          <a:xfrm>
            <a:off x="3474720" y="2633472"/>
            <a:ext cx="8412480" cy="914400"/>
          </a:xfrm>
          <a:prstGeom prst="rect">
            <a:avLst/>
          </a:prstGeom>
          <a:solidFill>
            <a:srgbClr val="F5F5F5"/>
          </a:solidFill>
        </p:spPr>
        <p:txBody>
          <a:bodyPr wrap="square">
            <a:spAutoFit/>
          </a:bodyPr>
          <a:lstStyle/>
          <a:p>
            <a:pPr>
              <a:defRPr sz="900" b="0">
                <a:solidFill>
                  <a:srgbClr val="333333"/>
                </a:solidFill>
                <a:latin typeface="Consolas"/>
              </a:defRPr>
            </a:pPr>
            <a:r>
              <a:t>CALL FUNCTION 'SXPG_COMMAND_EXECUTE'</a:t>
            </a:r>
          </a:p>
          <a:p>
            <a:pPr>
              <a:defRPr sz="900" b="0">
                <a:solidFill>
                  <a:srgbClr val="333333"/>
                </a:solidFill>
                <a:latin typeface="Consolas"/>
              </a:defRPr>
            </a:pPr>
            <a:r>
              <a:t>  EXPORTING</a:t>
            </a:r>
          </a:p>
          <a:p>
            <a:pPr>
              <a:defRPr sz="900" b="0">
                <a:solidFill>
                  <a:srgbClr val="333333"/>
                </a:solidFill>
                <a:latin typeface="Consolas"/>
              </a:defRPr>
            </a:pPr>
            <a:r>
              <a:t>    commandname           = lv_comm</a:t>
            </a:r>
          </a:p>
          <a:p>
            <a:pPr>
              <a:defRPr sz="900" b="0">
                <a:solidFill>
                  <a:srgbClr val="333333"/>
                </a:solidFill>
                <a:latin typeface="Consolas"/>
              </a:defRPr>
            </a:pPr>
            <a:r>
              <a:t>    additional_parameters = gv_param</a:t>
            </a:r>
          </a:p>
        </p:txBody>
      </p:sp>
    </p:spTree>
    <p:extLst>
      <p:ext uri="{BB962C8B-B14F-4D97-AF65-F5344CB8AC3E}">
        <p14:creationId xmlns:p14="http://schemas.microsoft.com/office/powerpoint/2010/main" val="2620996960"/>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All Performance findings</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marL="0" marR="0" lvl="0" indent="0" algn="l" defTabSz="914400" rtl="0" eaLnBrk="1" fontAlgn="auto" latinLnBrk="0" hangingPunct="1">
              <a:lnSpc>
                <a:spcPct val="100000"/>
              </a:lnSpc>
              <a:spcBef>
                <a:spcPts val="600"/>
              </a:spcBef>
              <a:spcAft>
                <a:spcPts val="600"/>
              </a:spcAft>
              <a:buClrTx/>
              <a:buSzTx/>
              <a:buFontTx/>
              <a:buNone/>
              <a:tabLst/>
              <a:defRPr/>
            </a:pPr>
            <a:r>
              <a:rPr kumimoji="0" lang="en-US" sz="1600" b="1" i="0" u="none" strike="noStrike" kern="1200" cap="none" spc="0" normalizeH="0" baseline="0" noProof="0">
                <a:ln>
                  <a:noFill/>
                </a:ln>
                <a:solidFill>
                  <a:srgbClr val="000000"/>
                </a:solidFill>
                <a:effectLst/>
                <a:uLnTx/>
                <a:uFillTx/>
                <a:latin typeface="Calibri"/>
                <a:ea typeface="+mn-ea"/>
                <a:cs typeface="Arial"/>
              </a:rPr>
              <a:t>FINDING COUNTS</a:t>
            </a:r>
            <a:endParaRPr kumimoji="0" lang="ru-RU" sz="1600" b="1" i="0" u="none" strike="noStrike" kern="1200" cap="none" spc="0" normalizeH="0" baseline="0" noProof="0">
              <a:ln>
                <a:noFill/>
              </a:ln>
              <a:solidFill>
                <a:srgbClr val="000000"/>
              </a:solidFill>
              <a:effectLst/>
              <a:uLnTx/>
              <a:uFillTx/>
              <a:latin typeface="Calibri"/>
              <a:ea typeface="+mn-ea"/>
              <a:cs typeface="Arial"/>
            </a:endParaRPr>
          </a:p>
          <a:p>
            <a:r>
              <a:t>Total: 4</a:t>
            </a:r>
          </a:p>
          <a:p>
            <a:r>
              <a:t>HIGH: 2</a:t>
            </a:r>
          </a:p>
          <a:p>
            <a:r>
              <a:t>MEDIUM: 2</a:t>
            </a:r>
          </a:p>
          <a:p>
            <a:r>
              <a:t>LOW: 0</a:t>
            </a:r>
          </a:p>
          <a:p/>
          <a:p>
            <a:r>
              <a:t>All listed on this slide.</a:t>
            </a:r>
          </a:p>
          <a:p/>
          <a:p>
            <a:r>
              <a:t>SELECT * + SELECT in LOOP</a:t>
            </a:r>
          </a:p>
          <a:p>
            <a:r>
              <a:t>Hot-path inefficiencies</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731520"/>
          <a:ext cx="8412480" cy="1536192"/>
        </p:xfrm>
        <a:graphic>
          <a:graphicData uri="http://schemas.openxmlformats.org/drawingml/2006/table">
            <a:tbl>
              <a:tblPr firstRow="1" bandRow="1">
                <a:tableStyleId>{5C22544A-7EE6-4342-B048-85BDC9FD1C3A}</a:tableStyleId>
              </a:tblPr>
              <a:tblGrid>
                <a:gridCol w="365760"/>
                <a:gridCol w="640080"/>
                <a:gridCol w="5029200"/>
                <a:gridCol w="2377440"/>
              </a:tblGrid>
              <a:tr h="307238">
                <a:tc>
                  <a:txBody>
                    <a:bodyPr/>
                    <a:lstStyle/>
                    <a:p>
                      <a:pPr>
                        <a:defRPr sz="1000" b="1">
                          <a:solidFill>
                            <a:srgbClr val="FFFFFF"/>
                          </a:solidFill>
                          <a:latin typeface="Calibri"/>
                        </a:defRPr>
                      </a:pPr>
                      <a:r>
                        <a:t>#</a:t>
                      </a:r>
                    </a:p>
                  </a:txBody>
                  <a:tcPr>
                    <a:solidFill>
                      <a:srgbClr val="161616"/>
                    </a:solidFill>
                  </a:tcPr>
                </a:tc>
                <a:tc>
                  <a:txBody>
                    <a:bodyPr/>
                    <a:lstStyle/>
                    <a:p>
                      <a:pPr>
                        <a:defRPr sz="1000" b="1">
                          <a:solidFill>
                            <a:srgbClr val="FFFFFF"/>
                          </a:solidFill>
                          <a:latin typeface="Calibri"/>
                        </a:defRPr>
                      </a:pPr>
                      <a:r>
                        <a:t>Sev</a:t>
                      </a:r>
                    </a:p>
                  </a:txBody>
                  <a:tcPr>
                    <a:solidFill>
                      <a:srgbClr val="161616"/>
                    </a:solidFill>
                  </a:tcPr>
                </a:tc>
                <a:tc>
                  <a:txBody>
                    <a:bodyPr/>
                    <a:lstStyle/>
                    <a:p>
                      <a:pPr>
                        <a:defRPr sz="1000" b="1">
                          <a:solidFill>
                            <a:srgbClr val="FFFFFF"/>
                          </a:solidFill>
                          <a:latin typeface="Calibri"/>
                        </a:defRPr>
                      </a:pPr>
                      <a:r>
                        <a:t>Finding title</a:t>
                      </a:r>
                    </a:p>
                  </a:txBody>
                  <a:tcPr>
                    <a:solidFill>
                      <a:srgbClr val="161616"/>
                    </a:solidFill>
                  </a:tcPr>
                </a:tc>
                <a:tc>
                  <a:txBody>
                    <a:bodyPr/>
                    <a:lstStyle/>
                    <a:p>
                      <a:pPr>
                        <a:defRPr sz="1000" b="1">
                          <a:solidFill>
                            <a:srgbClr val="FFFFFF"/>
                          </a:solidFill>
                          <a:latin typeface="Calibri"/>
                        </a:defRPr>
                      </a:pPr>
                      <a:r>
                        <a:t>Location</a:t>
                      </a:r>
                    </a:p>
                  </a:txBody>
                  <a:tcPr>
                    <a:solidFill>
                      <a:srgbClr val="161616"/>
                    </a:solidFill>
                  </a:tcPr>
                </a:tc>
              </a:tr>
              <a:tr h="307238">
                <a:tc>
                  <a:txBody>
                    <a:bodyPr/>
                    <a:lstStyle/>
                    <a:p>
                      <a:pPr>
                        <a:defRPr sz="900">
                          <a:solidFill>
                            <a:srgbClr val="333333"/>
                          </a:solidFill>
                          <a:latin typeface="Calibri"/>
                        </a:defRPr>
                      </a:pPr>
                      <a:r>
                        <a:t>1</a:t>
                      </a:r>
                    </a:p>
                  </a:txBody>
                  <a:tcPr>
                    <a:solidFill>
                      <a:srgbClr val="FFFFFF"/>
                    </a:solidFill>
                  </a:tcPr>
                </a:tc>
                <a:tc>
                  <a:txBody>
                    <a:bodyPr/>
                    <a:lstStyle/>
                    <a:p>
                      <a:pPr>
                        <a:defRPr sz="900" b="1">
                          <a:solidFill>
                            <a:srgbClr val="CC9900"/>
                          </a:solidFill>
                          <a:latin typeface="Calibri"/>
                        </a:defRPr>
                      </a:pPr>
                      <a:r>
                        <a:t>MEDIUM</a:t>
                      </a:r>
                    </a:p>
                  </a:txBody>
                  <a:tcPr>
                    <a:solidFill>
                      <a:srgbClr val="FFFFFF"/>
                    </a:solidFill>
                  </a:tcPr>
                </a:tc>
                <a:tc>
                  <a:txBody>
                    <a:bodyPr/>
                    <a:lstStyle/>
                    <a:p>
                      <a:pPr>
                        <a:defRPr sz="900">
                          <a:solidFill>
                            <a:srgbClr val="333333"/>
                          </a:solidFill>
                          <a:latin typeface="Calibri"/>
                        </a:defRPr>
                      </a:pPr>
                      <a:r>
                        <a:t>`SELECT *` from TVARVC (unnecessary wide fetch)</a:t>
                      </a:r>
                    </a:p>
                  </a:txBody>
                  <a:tcPr>
                    <a:solidFill>
                      <a:srgbClr val="FFFFFF"/>
                    </a:solidFill>
                  </a:tcPr>
                </a:tc>
                <a:tc>
                  <a:txBody>
                    <a:bodyPr/>
                    <a:lstStyle/>
                    <a:p>
                      <a:pPr>
                        <a:defRPr sz="900">
                          <a:solidFill>
                            <a:srgbClr val="333333"/>
                          </a:solidFill>
                          <a:latin typeface="Consolas"/>
                        </a:defRPr>
                      </a:pPr>
                      <a:r>
                        <a:t>ZDMS_UPLOAD_FILES_F01:~120</a:t>
                      </a:r>
                    </a:p>
                  </a:txBody>
                  <a:tcPr>
                    <a:solidFill>
                      <a:srgbClr val="FFFFFF"/>
                    </a:solidFill>
                  </a:tcPr>
                </a:tc>
              </a:tr>
              <a:tr h="307238">
                <a:tc>
                  <a:txBody>
                    <a:bodyPr/>
                    <a:lstStyle/>
                    <a:p>
                      <a:pPr>
                        <a:defRPr sz="900">
                          <a:solidFill>
                            <a:srgbClr val="333333"/>
                          </a:solidFill>
                          <a:latin typeface="Calibri"/>
                        </a:defRPr>
                      </a:pPr>
                      <a:r>
                        <a:t>2</a:t>
                      </a:r>
                    </a:p>
                  </a:txBody>
                  <a:tcPr>
                    <a:solidFill>
                      <a:srgbClr val="F5F5F5"/>
                    </a:solidFill>
                  </a:tcPr>
                </a:tc>
                <a:tc>
                  <a:txBody>
                    <a:bodyPr/>
                    <a:lstStyle/>
                    <a:p>
                      <a:pPr>
                        <a:defRPr sz="900" b="1">
                          <a:solidFill>
                            <a:srgbClr val="CC9900"/>
                          </a:solidFill>
                          <a:latin typeface="Calibri"/>
                        </a:defRPr>
                      </a:pPr>
                      <a:r>
                        <a:t>MEDIUM</a:t>
                      </a:r>
                    </a:p>
                  </a:txBody>
                  <a:tcPr>
                    <a:solidFill>
                      <a:srgbClr val="F5F5F5"/>
                    </a:solidFill>
                  </a:tcPr>
                </a:tc>
                <a:tc>
                  <a:txBody>
                    <a:bodyPr/>
                    <a:lstStyle/>
                    <a:p>
                      <a:pPr>
                        <a:defRPr sz="900">
                          <a:solidFill>
                            <a:srgbClr val="333333"/>
                          </a:solidFill>
                          <a:latin typeface="Calibri"/>
                        </a:defRPr>
                      </a:pPr>
                      <a:r>
                        <a:t>`SELECT *` from DMS_DOC_FILES (potentially wide table)</a:t>
                      </a:r>
                    </a:p>
                  </a:txBody>
                  <a:tcPr>
                    <a:solidFill>
                      <a:srgbClr val="F5F5F5"/>
                    </a:solidFill>
                  </a:tcPr>
                </a:tc>
                <a:tc>
                  <a:txBody>
                    <a:bodyPr/>
                    <a:lstStyle/>
                    <a:p>
                      <a:pPr>
                        <a:defRPr sz="900">
                          <a:solidFill>
                            <a:srgbClr val="333333"/>
                          </a:solidFill>
                          <a:latin typeface="Consolas"/>
                        </a:defRPr>
                      </a:pPr>
                      <a:r>
                        <a:t>ZDMS_UPLOAD_FILES_F01:~150</a:t>
                      </a:r>
                    </a:p>
                  </a:txBody>
                  <a:tcPr>
                    <a:solidFill>
                      <a:srgbClr val="F5F5F5"/>
                    </a:solidFill>
                  </a:tcPr>
                </a:tc>
              </a:tr>
              <a:tr h="307238">
                <a:tc>
                  <a:txBody>
                    <a:bodyPr/>
                    <a:lstStyle/>
                    <a:p>
                      <a:pPr>
                        <a:defRPr sz="900">
                          <a:solidFill>
                            <a:srgbClr val="333333"/>
                          </a:solidFill>
                          <a:latin typeface="Calibri"/>
                        </a:defRPr>
                      </a:pPr>
                      <a:r>
                        <a:t>3</a:t>
                      </a:r>
                    </a:p>
                  </a:txBody>
                  <a:tcPr>
                    <a:solidFill>
                      <a:srgbClr val="FFFFFF"/>
                    </a:solidFill>
                  </a:tcPr>
                </a:tc>
                <a:tc>
                  <a:txBody>
                    <a:bodyPr/>
                    <a:lstStyle/>
                    <a:p>
                      <a:pPr>
                        <a:defRPr sz="900" b="1">
                          <a:solidFill>
                            <a:srgbClr val="E67E22"/>
                          </a:solidFill>
                          <a:latin typeface="Calibri"/>
                        </a:defRPr>
                      </a:pPr>
                      <a:r>
                        <a:t>HIGH</a:t>
                      </a:r>
                    </a:p>
                  </a:txBody>
                  <a:tcPr>
                    <a:solidFill>
                      <a:srgbClr val="FFFFFF"/>
                    </a:solidFill>
                  </a:tcPr>
                </a:tc>
                <a:tc>
                  <a:txBody>
                    <a:bodyPr/>
                    <a:lstStyle/>
                    <a:p>
                      <a:pPr>
                        <a:defRPr sz="900">
                          <a:solidFill>
                            <a:srgbClr val="333333"/>
                          </a:solidFill>
                          <a:latin typeface="Calibri"/>
                        </a:defRPr>
                      </a:pPr>
                      <a:r>
                        <a:t>Repeated function/module calls inside loop (FORMAT_MESSAGE)</a:t>
                      </a:r>
                    </a:p>
                  </a:txBody>
                  <a:tcPr>
                    <a:solidFill>
                      <a:srgbClr val="FFFFFF"/>
                    </a:solidFill>
                  </a:tcPr>
                </a:tc>
                <a:tc>
                  <a:txBody>
                    <a:bodyPr/>
                    <a:lstStyle/>
                    <a:p>
                      <a:pPr>
                        <a:defRPr sz="900">
                          <a:solidFill>
                            <a:srgbClr val="333333"/>
                          </a:solidFill>
                          <a:latin typeface="Consolas"/>
                        </a:defRPr>
                      </a:pPr>
                      <a:r>
                        <a:t>ZDMS_UPLOAD_FILES_F01:~235</a:t>
                      </a:r>
                    </a:p>
                  </a:txBody>
                  <a:tcPr>
                    <a:solidFill>
                      <a:srgbClr val="FFFFFF"/>
                    </a:solidFill>
                  </a:tcPr>
                </a:tc>
              </a:tr>
              <a:tr h="307240">
                <a:tc>
                  <a:txBody>
                    <a:bodyPr/>
                    <a:lstStyle/>
                    <a:p>
                      <a:pPr>
                        <a:defRPr sz="900">
                          <a:solidFill>
                            <a:srgbClr val="333333"/>
                          </a:solidFill>
                          <a:latin typeface="Calibri"/>
                        </a:defRPr>
                      </a:pPr>
                      <a:r>
                        <a:t>4</a:t>
                      </a:r>
                    </a:p>
                  </a:txBody>
                  <a:tcPr>
                    <a:solidFill>
                      <a:srgbClr val="F5F5F5"/>
                    </a:solidFill>
                  </a:tcPr>
                </a:tc>
                <a:tc>
                  <a:txBody>
                    <a:bodyPr/>
                    <a:lstStyle/>
                    <a:p>
                      <a:pPr>
                        <a:defRPr sz="900" b="1">
                          <a:solidFill>
                            <a:srgbClr val="E67E22"/>
                          </a:solidFill>
                          <a:latin typeface="Calibri"/>
                        </a:defRPr>
                      </a:pPr>
                      <a:r>
                        <a:t>HIGH</a:t>
                      </a:r>
                    </a:p>
                  </a:txBody>
                  <a:tcPr>
                    <a:solidFill>
                      <a:srgbClr val="F5F5F5"/>
                    </a:solidFill>
                  </a:tcPr>
                </a:tc>
                <a:tc>
                  <a:txBody>
                    <a:bodyPr/>
                    <a:lstStyle/>
                    <a:p>
                      <a:pPr>
                        <a:defRPr sz="900">
                          <a:solidFill>
                            <a:srgbClr val="333333"/>
                          </a:solidFill>
                          <a:latin typeface="Calibri"/>
                        </a:defRPr>
                      </a:pPr>
                      <a:r>
                        <a:t>Repeated function/module calls inside loop (ZDMS_UPLOAD_DOCUMENTS)</a:t>
                      </a:r>
                    </a:p>
                  </a:txBody>
                  <a:tcPr>
                    <a:solidFill>
                      <a:srgbClr val="F5F5F5"/>
                    </a:solidFill>
                  </a:tcPr>
                </a:tc>
                <a:tc>
                  <a:txBody>
                    <a:bodyPr/>
                    <a:lstStyle/>
                    <a:p>
                      <a:pPr>
                        <a:defRPr sz="900">
                          <a:solidFill>
                            <a:srgbClr val="333333"/>
                          </a:solidFill>
                          <a:latin typeface="Consolas"/>
                        </a:defRPr>
                      </a:pPr>
                      <a:r>
                        <a:t>ZDMS_UPLOAD_FILES_F01:~205</a:t>
                      </a:r>
                    </a:p>
                  </a:txBody>
                  <a:tcPr>
                    <a:solidFill>
                      <a:srgbClr val="F5F5F5"/>
                    </a:solidFill>
                  </a:tcPr>
                </a:tc>
              </a:tr>
            </a:tbl>
          </a:graphicData>
        </a:graphic>
      </p:graphicFrame>
      <p:sp>
        <p:nvSpPr>
          <p:cNvPr id="51" name="TextBox 50"/>
          <p:cNvSpPr txBox="1"/>
          <p:nvPr/>
        </p:nvSpPr>
        <p:spPr>
          <a:xfrm>
            <a:off x="3474720" y="2313432"/>
            <a:ext cx="8412480" cy="274320"/>
          </a:xfrm>
          <a:prstGeom prst="rect">
            <a:avLst/>
          </a:prstGeom>
          <a:noFill/>
        </p:spPr>
        <p:txBody>
          <a:bodyPr wrap="square">
            <a:spAutoFit/>
          </a:bodyPr>
          <a:lstStyle/>
          <a:p>
            <a:pPr>
              <a:defRPr sz="900" b="1">
                <a:solidFill>
                  <a:srgbClr val="E67E22"/>
                </a:solidFill>
                <a:latin typeface="Calibri"/>
              </a:defRPr>
            </a:pPr>
            <a:r>
              <a:t>Representative · #3 · Repeated function/module calls inside loop (FORMAT_MESSAGE)</a:t>
            </a:r>
          </a:p>
        </p:txBody>
      </p:sp>
      <p:sp>
        <p:nvSpPr>
          <p:cNvPr id="52" name="TextBox 51"/>
          <p:cNvSpPr txBox="1"/>
          <p:nvPr/>
        </p:nvSpPr>
        <p:spPr>
          <a:xfrm>
            <a:off x="3474720" y="2633472"/>
            <a:ext cx="8412480" cy="914400"/>
          </a:xfrm>
          <a:prstGeom prst="rect">
            <a:avLst/>
          </a:prstGeom>
          <a:solidFill>
            <a:srgbClr val="F5F5F5"/>
          </a:solidFill>
        </p:spPr>
        <p:txBody>
          <a:bodyPr wrap="square">
            <a:spAutoFit/>
          </a:bodyPr>
          <a:lstStyle/>
          <a:p>
            <a:pPr>
              <a:defRPr sz="900" b="0">
                <a:solidFill>
                  <a:srgbClr val="333333"/>
                </a:solidFill>
                <a:latin typeface="Consolas"/>
              </a:defRPr>
            </a:pPr>
            <a:r>
              <a:t>LOOP AT pt_data ASSIGNING FIELD-SYMBOL(&lt;fs_data&gt;).</a:t>
            </a:r>
          </a:p>
          <a:p>
            <a:pPr>
              <a:defRPr sz="900" b="0">
                <a:solidFill>
                  <a:srgbClr val="333333"/>
                </a:solidFill>
                <a:latin typeface="Consolas"/>
              </a:defRPr>
            </a:pPr>
            <a:r>
              <a:t>  ...</a:t>
            </a:r>
          </a:p>
          <a:p>
            <a:pPr>
              <a:defRPr sz="900" b="0">
                <a:solidFill>
                  <a:srgbClr val="333333"/>
                </a:solidFill>
                <a:latin typeface="Consolas"/>
              </a:defRPr>
            </a:pPr>
            <a:r>
              <a:t>  CALL FUNCTION 'FORMAT_MESSAGE'</a:t>
            </a:r>
          </a:p>
          <a:p>
            <a:pPr>
              <a:defRPr sz="900" b="0">
                <a:solidFill>
                  <a:srgbClr val="333333"/>
                </a:solidFill>
                <a:latin typeface="Consolas"/>
              </a:defRPr>
            </a:pPr>
            <a:r>
              <a:t>    EXPORTING</a:t>
            </a:r>
          </a:p>
        </p:txBody>
      </p:sp>
    </p:spTree>
    <p:extLst>
      <p:ext uri="{BB962C8B-B14F-4D97-AF65-F5344CB8AC3E}">
        <p14:creationId xmlns:p14="http://schemas.microsoft.com/office/powerpoint/2010/main" val="2620996960"/>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All Maintainability findings</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marL="0" marR="0" lvl="0" indent="0" algn="l" defTabSz="914400" rtl="0" eaLnBrk="1" fontAlgn="auto" latinLnBrk="0" hangingPunct="1">
              <a:lnSpc>
                <a:spcPct val="100000"/>
              </a:lnSpc>
              <a:spcBef>
                <a:spcPts val="600"/>
              </a:spcBef>
              <a:spcAft>
                <a:spcPts val="600"/>
              </a:spcAft>
              <a:buClrTx/>
              <a:buSzTx/>
              <a:buFontTx/>
              <a:buNone/>
              <a:tabLst/>
              <a:defRPr/>
            </a:pPr>
            <a:r>
              <a:rPr kumimoji="0" lang="en-US" sz="1600" b="1" i="0" u="none" strike="noStrike" kern="1200" cap="none" spc="0" normalizeH="0" baseline="0" noProof="0">
                <a:ln>
                  <a:noFill/>
                </a:ln>
                <a:solidFill>
                  <a:srgbClr val="000000"/>
                </a:solidFill>
                <a:effectLst/>
                <a:uLnTx/>
                <a:uFillTx/>
                <a:latin typeface="Calibri"/>
                <a:ea typeface="+mn-ea"/>
                <a:cs typeface="Arial"/>
              </a:rPr>
              <a:t>FINDING COUNTS</a:t>
            </a:r>
            <a:endParaRPr kumimoji="0" lang="ru-RU" sz="1600" b="1" i="0" u="none" strike="noStrike" kern="1200" cap="none" spc="0" normalizeH="0" baseline="0" noProof="0">
              <a:ln>
                <a:noFill/>
              </a:ln>
              <a:solidFill>
                <a:srgbClr val="000000"/>
              </a:solidFill>
              <a:effectLst/>
              <a:uLnTx/>
              <a:uFillTx/>
              <a:latin typeface="Calibri"/>
              <a:ea typeface="+mn-ea"/>
              <a:cs typeface="Arial"/>
            </a:endParaRPr>
          </a:p>
          <a:p>
            <a:r>
              <a:t>Total: 16</a:t>
            </a:r>
          </a:p>
          <a:p>
            <a:r>
              <a:t>HIGH: 0</a:t>
            </a:r>
          </a:p>
          <a:p>
            <a:r>
              <a:t>MEDIUM: 0</a:t>
            </a:r>
          </a:p>
          <a:p>
            <a:r>
              <a:t>LOW: 16</a:t>
            </a:r>
          </a:p>
          <a:p/>
          <a:p>
            <a:r>
              <a:t>Style debt only.</a:t>
            </a:r>
          </a:p>
          <a:p/>
          <a:p>
            <a:r>
              <a:t>Obsolete syntax</a:t>
            </a:r>
          </a:p>
          <a:p>
            <a:r>
              <a:t>Magic literals</a:t>
            </a:r>
          </a:p>
          <a:p>
            <a:r>
              <a:t>Dead code</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640080"/>
          <a:ext cx="8412480" cy="5486400"/>
        </p:xfrm>
        <a:graphic>
          <a:graphicData uri="http://schemas.openxmlformats.org/drawingml/2006/table">
            <a:tbl>
              <a:tblPr firstRow="1" bandRow="1">
                <a:tableStyleId>{5C22544A-7EE6-4342-B048-85BDC9FD1C3A}</a:tableStyleId>
              </a:tblPr>
              <a:tblGrid>
                <a:gridCol w="365760"/>
                <a:gridCol w="640080"/>
                <a:gridCol w="5029200"/>
                <a:gridCol w="2377440"/>
              </a:tblGrid>
              <a:tr h="322729">
                <a:tc>
                  <a:txBody>
                    <a:bodyPr/>
                    <a:lstStyle/>
                    <a:p>
                      <a:pPr>
                        <a:defRPr sz="1000" b="1">
                          <a:solidFill>
                            <a:srgbClr val="FFFFFF"/>
                          </a:solidFill>
                          <a:latin typeface="Calibri"/>
                        </a:defRPr>
                      </a:pPr>
                      <a:r>
                        <a:t>#</a:t>
                      </a:r>
                    </a:p>
                  </a:txBody>
                  <a:tcPr>
                    <a:solidFill>
                      <a:srgbClr val="161616"/>
                    </a:solidFill>
                  </a:tcPr>
                </a:tc>
                <a:tc>
                  <a:txBody>
                    <a:bodyPr/>
                    <a:lstStyle/>
                    <a:p>
                      <a:pPr>
                        <a:defRPr sz="1000" b="1">
                          <a:solidFill>
                            <a:srgbClr val="FFFFFF"/>
                          </a:solidFill>
                          <a:latin typeface="Calibri"/>
                        </a:defRPr>
                      </a:pPr>
                      <a:r>
                        <a:t>Sev</a:t>
                      </a:r>
                    </a:p>
                  </a:txBody>
                  <a:tcPr>
                    <a:solidFill>
                      <a:srgbClr val="161616"/>
                    </a:solidFill>
                  </a:tcPr>
                </a:tc>
                <a:tc>
                  <a:txBody>
                    <a:bodyPr/>
                    <a:lstStyle/>
                    <a:p>
                      <a:pPr>
                        <a:defRPr sz="1000" b="1">
                          <a:solidFill>
                            <a:srgbClr val="FFFFFF"/>
                          </a:solidFill>
                          <a:latin typeface="Calibri"/>
                        </a:defRPr>
                      </a:pPr>
                      <a:r>
                        <a:t>Finding title</a:t>
                      </a:r>
                    </a:p>
                  </a:txBody>
                  <a:tcPr>
                    <a:solidFill>
                      <a:srgbClr val="161616"/>
                    </a:solidFill>
                  </a:tcPr>
                </a:tc>
                <a:tc>
                  <a:txBody>
                    <a:bodyPr/>
                    <a:lstStyle/>
                    <a:p>
                      <a:pPr>
                        <a:defRPr sz="1000" b="1">
                          <a:solidFill>
                            <a:srgbClr val="FFFFFF"/>
                          </a:solidFill>
                          <a:latin typeface="Calibri"/>
                        </a:defRPr>
                      </a:pPr>
                      <a:r>
                        <a:t>Location</a:t>
                      </a:r>
                    </a:p>
                  </a:txBody>
                  <a:tcPr>
                    <a:solidFill>
                      <a:srgbClr val="161616"/>
                    </a:solidFill>
                  </a:tcPr>
                </a:tc>
              </a:tr>
              <a:tr h="322729">
                <a:tc>
                  <a:txBody>
                    <a:bodyPr/>
                    <a:lstStyle/>
                    <a:p>
                      <a:pPr>
                        <a:defRPr sz="900">
                          <a:solidFill>
                            <a:srgbClr val="333333"/>
                          </a:solidFill>
                          <a:latin typeface="Calibri"/>
                        </a:defRPr>
                      </a:pPr>
                      <a:r>
                        <a:t>1</a:t>
                      </a:r>
                    </a:p>
                  </a:txBody>
                  <a:tcPr>
                    <a:solidFill>
                      <a:srgbClr val="FFFFFF"/>
                    </a:solidFill>
                  </a:tcPr>
                </a:tc>
                <a:tc>
                  <a:txBody>
                    <a:bodyPr/>
                    <a:lstStyle/>
                    <a:p>
                      <a:pPr>
                        <a:defRPr sz="900" b="1">
                          <a:solidFill>
                            <a:srgbClr val="707070"/>
                          </a:solidFill>
                          <a:latin typeface="Calibri"/>
                        </a:defRPr>
                      </a:pPr>
                      <a:r>
                        <a:t>LOW</a:t>
                      </a:r>
                    </a:p>
                  </a:txBody>
                  <a:tcPr>
                    <a:solidFill>
                      <a:srgbClr val="FFFFFF"/>
                    </a:solidFill>
                  </a:tcPr>
                </a:tc>
                <a:tc>
                  <a:txBody>
                    <a:bodyPr/>
                    <a:lstStyle/>
                    <a:p>
                      <a:pPr>
                        <a:defRPr sz="900">
                          <a:solidFill>
                            <a:srgbClr val="333333"/>
                          </a:solidFill>
                          <a:latin typeface="Calibri"/>
                        </a:defRPr>
                      </a:pPr>
                      <a:r>
                        <a:t>Obsolete string building with CONCATENATE</a:t>
                      </a:r>
                    </a:p>
                  </a:txBody>
                  <a:tcPr>
                    <a:solidFill>
                      <a:srgbClr val="FFFFFF"/>
                    </a:solidFill>
                  </a:tcPr>
                </a:tc>
                <a:tc>
                  <a:txBody>
                    <a:bodyPr/>
                    <a:lstStyle/>
                    <a:p>
                      <a:pPr>
                        <a:defRPr sz="900">
                          <a:solidFill>
                            <a:srgbClr val="333333"/>
                          </a:solidFill>
                          <a:latin typeface="Consolas"/>
                        </a:defRPr>
                      </a:pPr>
                      <a:r>
                        <a:t>ZDMS_UPLOAD_FILES_F01:33</a:t>
                      </a:r>
                    </a:p>
                  </a:txBody>
                  <a:tcPr>
                    <a:solidFill>
                      <a:srgbClr val="FFFFFF"/>
                    </a:solidFill>
                  </a:tcPr>
                </a:tc>
              </a:tr>
              <a:tr h="322729">
                <a:tc>
                  <a:txBody>
                    <a:bodyPr/>
                    <a:lstStyle/>
                    <a:p>
                      <a:pPr>
                        <a:defRPr sz="900">
                          <a:solidFill>
                            <a:srgbClr val="333333"/>
                          </a:solidFill>
                          <a:latin typeface="Calibri"/>
                        </a:defRPr>
                      </a:pPr>
                      <a:r>
                        <a:t>2</a:t>
                      </a:r>
                    </a:p>
                  </a:txBody>
                  <a:tcPr>
                    <a:solidFill>
                      <a:srgbClr val="F5F5F5"/>
                    </a:solidFill>
                  </a:tcPr>
                </a:tc>
                <a:tc>
                  <a:txBody>
                    <a:bodyPr/>
                    <a:lstStyle/>
                    <a:p>
                      <a:pPr>
                        <a:defRPr sz="900" b="1">
                          <a:solidFill>
                            <a:srgbClr val="707070"/>
                          </a:solidFill>
                          <a:latin typeface="Calibri"/>
                        </a:defRPr>
                      </a:pPr>
                      <a:r>
                        <a:t>LOW</a:t>
                      </a:r>
                    </a:p>
                  </a:txBody>
                  <a:tcPr>
                    <a:solidFill>
                      <a:srgbClr val="F5F5F5"/>
                    </a:solidFill>
                  </a:tcPr>
                </a:tc>
                <a:tc>
                  <a:txBody>
                    <a:bodyPr/>
                    <a:lstStyle/>
                    <a:p>
                      <a:pPr>
                        <a:defRPr sz="900">
                          <a:solidFill>
                            <a:srgbClr val="333333"/>
                          </a:solidFill>
                          <a:latin typeface="Calibri"/>
                        </a:defRPr>
                      </a:pPr>
                      <a:r>
                        <a:t>Magic value for “color” control (unclear semantics)</a:t>
                      </a:r>
                    </a:p>
                  </a:txBody>
                  <a:tcPr>
                    <a:solidFill>
                      <a:srgbClr val="F5F5F5"/>
                    </a:solidFill>
                  </a:tcPr>
                </a:tc>
                <a:tc>
                  <a:txBody>
                    <a:bodyPr/>
                    <a:lstStyle/>
                    <a:p>
                      <a:pPr>
                        <a:defRPr sz="900">
                          <a:solidFill>
                            <a:srgbClr val="333333"/>
                          </a:solidFill>
                          <a:latin typeface="Consolas"/>
                        </a:defRPr>
                      </a:pPr>
                      <a:r>
                        <a:t>ZDMS_UPLOAD_FILES_F01:54</a:t>
                      </a:r>
                    </a:p>
                  </a:txBody>
                  <a:tcPr>
                    <a:solidFill>
                      <a:srgbClr val="F5F5F5"/>
                    </a:solidFill>
                  </a:tcPr>
                </a:tc>
              </a:tr>
              <a:tr h="322729">
                <a:tc>
                  <a:txBody>
                    <a:bodyPr/>
                    <a:lstStyle/>
                    <a:p>
                      <a:pPr>
                        <a:defRPr sz="900">
                          <a:solidFill>
                            <a:srgbClr val="333333"/>
                          </a:solidFill>
                          <a:latin typeface="Calibri"/>
                        </a:defRPr>
                      </a:pPr>
                      <a:r>
                        <a:t>3</a:t>
                      </a:r>
                    </a:p>
                  </a:txBody>
                  <a:tcPr>
                    <a:solidFill>
                      <a:srgbClr val="FFFFFF"/>
                    </a:solidFill>
                  </a:tcPr>
                </a:tc>
                <a:tc>
                  <a:txBody>
                    <a:bodyPr/>
                    <a:lstStyle/>
                    <a:p>
                      <a:pPr>
                        <a:defRPr sz="900" b="1">
                          <a:solidFill>
                            <a:srgbClr val="707070"/>
                          </a:solidFill>
                          <a:latin typeface="Calibri"/>
                        </a:defRPr>
                      </a:pPr>
                      <a:r>
                        <a:t>LOW</a:t>
                      </a:r>
                    </a:p>
                  </a:txBody>
                  <a:tcPr>
                    <a:solidFill>
                      <a:srgbClr val="FFFFFF"/>
                    </a:solidFill>
                  </a:tcPr>
                </a:tc>
                <a:tc>
                  <a:txBody>
                    <a:bodyPr/>
                    <a:lstStyle/>
                    <a:p>
                      <a:pPr>
                        <a:defRPr sz="900">
                          <a:solidFill>
                            <a:srgbClr val="333333"/>
                          </a:solidFill>
                          <a:latin typeface="Calibri"/>
                        </a:defRPr>
                      </a:pPr>
                      <a:r>
                        <a:t>Magic literals for color codes</a:t>
                      </a:r>
                    </a:p>
                  </a:txBody>
                  <a:tcPr>
                    <a:solidFill>
                      <a:srgbClr val="FFFFFF"/>
                    </a:solidFill>
                  </a:tcPr>
                </a:tc>
                <a:tc>
                  <a:txBody>
                    <a:bodyPr/>
                    <a:lstStyle/>
                    <a:p>
                      <a:pPr>
                        <a:defRPr sz="900">
                          <a:solidFill>
                            <a:srgbClr val="333333"/>
                          </a:solidFill>
                          <a:latin typeface="Consolas"/>
                        </a:defRPr>
                      </a:pPr>
                      <a:r>
                        <a:t>ZDMS_UPLOAD_FILES_F01:61</a:t>
                      </a:r>
                    </a:p>
                  </a:txBody>
                  <a:tcPr>
                    <a:solidFill>
                      <a:srgbClr val="FFFFFF"/>
                    </a:solidFill>
                  </a:tcPr>
                </a:tc>
              </a:tr>
              <a:tr h="322729">
                <a:tc>
                  <a:txBody>
                    <a:bodyPr/>
                    <a:lstStyle/>
                    <a:p>
                      <a:pPr>
                        <a:defRPr sz="900">
                          <a:solidFill>
                            <a:srgbClr val="333333"/>
                          </a:solidFill>
                          <a:latin typeface="Calibri"/>
                        </a:defRPr>
                      </a:pPr>
                      <a:r>
                        <a:t>4</a:t>
                      </a:r>
                    </a:p>
                  </a:txBody>
                  <a:tcPr>
                    <a:solidFill>
                      <a:srgbClr val="F5F5F5"/>
                    </a:solidFill>
                  </a:tcPr>
                </a:tc>
                <a:tc>
                  <a:txBody>
                    <a:bodyPr/>
                    <a:lstStyle/>
                    <a:p>
                      <a:pPr>
                        <a:defRPr sz="900" b="1">
                          <a:solidFill>
                            <a:srgbClr val="707070"/>
                          </a:solidFill>
                          <a:latin typeface="Calibri"/>
                        </a:defRPr>
                      </a:pPr>
                      <a:r>
                        <a:t>LOW</a:t>
                      </a:r>
                    </a:p>
                  </a:txBody>
                  <a:tcPr>
                    <a:solidFill>
                      <a:srgbClr val="F5F5F5"/>
                    </a:solidFill>
                  </a:tcPr>
                </a:tc>
                <a:tc>
                  <a:txBody>
                    <a:bodyPr/>
                    <a:lstStyle/>
                    <a:p>
                      <a:pPr>
                        <a:defRPr sz="900">
                          <a:solidFill>
                            <a:srgbClr val="333333"/>
                          </a:solidFill>
                          <a:latin typeface="Calibri"/>
                        </a:defRPr>
                      </a:pPr>
                      <a:r>
                        <a:t>Obsolete internal table declaration with HEADER LINE</a:t>
                      </a:r>
                    </a:p>
                  </a:txBody>
                  <a:tcPr>
                    <a:solidFill>
                      <a:srgbClr val="F5F5F5"/>
                    </a:solidFill>
                  </a:tcPr>
                </a:tc>
                <a:tc>
                  <a:txBody>
                    <a:bodyPr/>
                    <a:lstStyle/>
                    <a:p>
                      <a:pPr>
                        <a:defRPr sz="900">
                          <a:solidFill>
                            <a:srgbClr val="333333"/>
                          </a:solidFill>
                          <a:latin typeface="Consolas"/>
                        </a:defRPr>
                      </a:pPr>
                      <a:r>
                        <a:t>ZDMS_UPLOAD_FILES_F01:332</a:t>
                      </a:r>
                    </a:p>
                  </a:txBody>
                  <a:tcPr>
                    <a:solidFill>
                      <a:srgbClr val="F5F5F5"/>
                    </a:solidFill>
                  </a:tcPr>
                </a:tc>
              </a:tr>
              <a:tr h="322729">
                <a:tc>
                  <a:txBody>
                    <a:bodyPr/>
                    <a:lstStyle/>
                    <a:p>
                      <a:pPr>
                        <a:defRPr sz="900">
                          <a:solidFill>
                            <a:srgbClr val="333333"/>
                          </a:solidFill>
                          <a:latin typeface="Calibri"/>
                        </a:defRPr>
                      </a:pPr>
                      <a:r>
                        <a:t>5</a:t>
                      </a:r>
                    </a:p>
                  </a:txBody>
                  <a:tcPr>
                    <a:solidFill>
                      <a:srgbClr val="FFFFFF"/>
                    </a:solidFill>
                  </a:tcPr>
                </a:tc>
                <a:tc>
                  <a:txBody>
                    <a:bodyPr/>
                    <a:lstStyle/>
                    <a:p>
                      <a:pPr>
                        <a:defRPr sz="900" b="1">
                          <a:solidFill>
                            <a:srgbClr val="707070"/>
                          </a:solidFill>
                          <a:latin typeface="Calibri"/>
                        </a:defRPr>
                      </a:pPr>
                      <a:r>
                        <a:t>LOW</a:t>
                      </a:r>
                    </a:p>
                  </a:txBody>
                  <a:tcPr>
                    <a:solidFill>
                      <a:srgbClr val="FFFFFF"/>
                    </a:solidFill>
                  </a:tcPr>
                </a:tc>
                <a:tc>
                  <a:txBody>
                    <a:bodyPr/>
                    <a:lstStyle/>
                    <a:p>
                      <a:pPr>
                        <a:defRPr sz="900">
                          <a:solidFill>
                            <a:srgbClr val="333333"/>
                          </a:solidFill>
                          <a:latin typeface="Calibri"/>
                        </a:defRPr>
                      </a:pPr>
                      <a:r>
                        <a:t>Obsolete internal table declaration with HEADER LINE (second instance)</a:t>
                      </a:r>
                    </a:p>
                  </a:txBody>
                  <a:tcPr>
                    <a:solidFill>
                      <a:srgbClr val="FFFFFF"/>
                    </a:solidFill>
                  </a:tcPr>
                </a:tc>
                <a:tc>
                  <a:txBody>
                    <a:bodyPr/>
                    <a:lstStyle/>
                    <a:p>
                      <a:pPr>
                        <a:defRPr sz="900">
                          <a:solidFill>
                            <a:srgbClr val="333333"/>
                          </a:solidFill>
                          <a:latin typeface="Consolas"/>
                        </a:defRPr>
                      </a:pPr>
                      <a:r>
                        <a:t>ZDMS_UPLOAD_FILES_F01:411</a:t>
                      </a:r>
                    </a:p>
                  </a:txBody>
                  <a:tcPr>
                    <a:solidFill>
                      <a:srgbClr val="FFFFFF"/>
                    </a:solidFill>
                  </a:tcPr>
                </a:tc>
              </a:tr>
              <a:tr h="322729">
                <a:tc>
                  <a:txBody>
                    <a:bodyPr/>
                    <a:lstStyle/>
                    <a:p>
                      <a:pPr>
                        <a:defRPr sz="900">
                          <a:solidFill>
                            <a:srgbClr val="333333"/>
                          </a:solidFill>
                          <a:latin typeface="Calibri"/>
                        </a:defRPr>
                      </a:pPr>
                      <a:r>
                        <a:t>6</a:t>
                      </a:r>
                    </a:p>
                  </a:txBody>
                  <a:tcPr>
                    <a:solidFill>
                      <a:srgbClr val="F5F5F5"/>
                    </a:solidFill>
                  </a:tcPr>
                </a:tc>
                <a:tc>
                  <a:txBody>
                    <a:bodyPr/>
                    <a:lstStyle/>
                    <a:p>
                      <a:pPr>
                        <a:defRPr sz="900" b="1">
                          <a:solidFill>
                            <a:srgbClr val="707070"/>
                          </a:solidFill>
                          <a:latin typeface="Calibri"/>
                        </a:defRPr>
                      </a:pPr>
                      <a:r>
                        <a:t>LOW</a:t>
                      </a:r>
                    </a:p>
                  </a:txBody>
                  <a:tcPr>
                    <a:solidFill>
                      <a:srgbClr val="F5F5F5"/>
                    </a:solidFill>
                  </a:tcPr>
                </a:tc>
                <a:tc>
                  <a:txBody>
                    <a:bodyPr/>
                    <a:lstStyle/>
                    <a:p>
                      <a:pPr>
                        <a:defRPr sz="900">
                          <a:solidFill>
                            <a:srgbClr val="333333"/>
                          </a:solidFill>
                          <a:latin typeface="Calibri"/>
                        </a:defRPr>
                      </a:pPr>
                      <a:r>
                        <a:t>Commented-out code left in place</a:t>
                      </a:r>
                    </a:p>
                  </a:txBody>
                  <a:tcPr>
                    <a:solidFill>
                      <a:srgbClr val="F5F5F5"/>
                    </a:solidFill>
                  </a:tcPr>
                </a:tc>
                <a:tc>
                  <a:txBody>
                    <a:bodyPr/>
                    <a:lstStyle/>
                    <a:p>
                      <a:pPr>
                        <a:defRPr sz="900">
                          <a:solidFill>
                            <a:srgbClr val="333333"/>
                          </a:solidFill>
                          <a:latin typeface="Consolas"/>
                        </a:defRPr>
                      </a:pPr>
                      <a:r>
                        <a:t>ZDMS_UPLOAD_FILES_F01:103</a:t>
                      </a:r>
                    </a:p>
                  </a:txBody>
                  <a:tcPr>
                    <a:solidFill>
                      <a:srgbClr val="F5F5F5"/>
                    </a:solidFill>
                  </a:tcPr>
                </a:tc>
              </a:tr>
              <a:tr h="322729">
                <a:tc>
                  <a:txBody>
                    <a:bodyPr/>
                    <a:lstStyle/>
                    <a:p>
                      <a:pPr>
                        <a:defRPr sz="900">
                          <a:solidFill>
                            <a:srgbClr val="333333"/>
                          </a:solidFill>
                          <a:latin typeface="Calibri"/>
                        </a:defRPr>
                      </a:pPr>
                      <a:r>
                        <a:t>7</a:t>
                      </a:r>
                    </a:p>
                  </a:txBody>
                  <a:tcPr>
                    <a:solidFill>
                      <a:srgbClr val="FFFFFF"/>
                    </a:solidFill>
                  </a:tcPr>
                </a:tc>
                <a:tc>
                  <a:txBody>
                    <a:bodyPr/>
                    <a:lstStyle/>
                    <a:p>
                      <a:pPr>
                        <a:defRPr sz="900" b="1">
                          <a:solidFill>
                            <a:srgbClr val="707070"/>
                          </a:solidFill>
                          <a:latin typeface="Calibri"/>
                        </a:defRPr>
                      </a:pPr>
                      <a:r>
                        <a:t>LOW</a:t>
                      </a:r>
                    </a:p>
                  </a:txBody>
                  <a:tcPr>
                    <a:solidFill>
                      <a:srgbClr val="FFFFFF"/>
                    </a:solidFill>
                  </a:tcPr>
                </a:tc>
                <a:tc>
                  <a:txBody>
                    <a:bodyPr/>
                    <a:lstStyle/>
                    <a:p>
                      <a:pPr>
                        <a:defRPr sz="900">
                          <a:solidFill>
                            <a:srgbClr val="333333"/>
                          </a:solidFill>
                          <a:latin typeface="Calibri"/>
                        </a:defRPr>
                      </a:pPr>
                      <a:r>
                        <a:t>Obsolete string parsing with SPLIT</a:t>
                      </a:r>
                    </a:p>
                  </a:txBody>
                  <a:tcPr>
                    <a:solidFill>
                      <a:srgbClr val="FFFFFF"/>
                    </a:solidFill>
                  </a:tcPr>
                </a:tc>
                <a:tc>
                  <a:txBody>
                    <a:bodyPr/>
                    <a:lstStyle/>
                    <a:p>
                      <a:pPr>
                        <a:defRPr sz="900">
                          <a:solidFill>
                            <a:srgbClr val="333333"/>
                          </a:solidFill>
                          <a:latin typeface="Consolas"/>
                        </a:defRPr>
                      </a:pPr>
                      <a:r>
                        <a:t>ZDMS_UPLOAD_FILES_F01:137</a:t>
                      </a:r>
                    </a:p>
                  </a:txBody>
                  <a:tcPr>
                    <a:solidFill>
                      <a:srgbClr val="FFFFFF"/>
                    </a:solidFill>
                  </a:tcPr>
                </a:tc>
              </a:tr>
              <a:tr h="322729">
                <a:tc>
                  <a:txBody>
                    <a:bodyPr/>
                    <a:lstStyle/>
                    <a:p>
                      <a:pPr>
                        <a:defRPr sz="900">
                          <a:solidFill>
                            <a:srgbClr val="333333"/>
                          </a:solidFill>
                          <a:latin typeface="Calibri"/>
                        </a:defRPr>
                      </a:pPr>
                      <a:r>
                        <a:t>8</a:t>
                      </a:r>
                    </a:p>
                  </a:txBody>
                  <a:tcPr>
                    <a:solidFill>
                      <a:srgbClr val="F5F5F5"/>
                    </a:solidFill>
                  </a:tcPr>
                </a:tc>
                <a:tc>
                  <a:txBody>
                    <a:bodyPr/>
                    <a:lstStyle/>
                    <a:p>
                      <a:pPr>
                        <a:defRPr sz="900" b="1">
                          <a:solidFill>
                            <a:srgbClr val="707070"/>
                          </a:solidFill>
                          <a:latin typeface="Calibri"/>
                        </a:defRPr>
                      </a:pPr>
                      <a:r>
                        <a:t>LOW</a:t>
                      </a:r>
                    </a:p>
                  </a:txBody>
                  <a:tcPr>
                    <a:solidFill>
                      <a:srgbClr val="F5F5F5"/>
                    </a:solidFill>
                  </a:tcPr>
                </a:tc>
                <a:tc>
                  <a:txBody>
                    <a:bodyPr/>
                    <a:lstStyle/>
                    <a:p>
                      <a:pPr>
                        <a:defRPr sz="900">
                          <a:solidFill>
                            <a:srgbClr val="333333"/>
                          </a:solidFill>
                          <a:latin typeface="Calibri"/>
                        </a:defRPr>
                      </a:pPr>
                      <a:r>
                        <a:t>Dead code: variable declared but never used</a:t>
                      </a:r>
                    </a:p>
                  </a:txBody>
                  <a:tcPr>
                    <a:solidFill>
                      <a:srgbClr val="F5F5F5"/>
                    </a:solidFill>
                  </a:tcPr>
                </a:tc>
                <a:tc>
                  <a:txBody>
                    <a:bodyPr/>
                    <a:lstStyle/>
                    <a:p>
                      <a:pPr>
                        <a:defRPr sz="900">
                          <a:solidFill>
                            <a:srgbClr val="333333"/>
                          </a:solidFill>
                          <a:latin typeface="Consolas"/>
                        </a:defRPr>
                      </a:pPr>
                      <a:r>
                        <a:t>ZDMS_UPLOAD_FILES_F01:90</a:t>
                      </a:r>
                    </a:p>
                  </a:txBody>
                  <a:tcPr>
                    <a:solidFill>
                      <a:srgbClr val="F5F5F5"/>
                    </a:solidFill>
                  </a:tcPr>
                </a:tc>
              </a:tr>
              <a:tr h="322729">
                <a:tc>
                  <a:txBody>
                    <a:bodyPr/>
                    <a:lstStyle/>
                    <a:p>
                      <a:pPr>
                        <a:defRPr sz="900">
                          <a:solidFill>
                            <a:srgbClr val="333333"/>
                          </a:solidFill>
                          <a:latin typeface="Calibri"/>
                        </a:defRPr>
                      </a:pPr>
                      <a:r>
                        <a:t>9</a:t>
                      </a:r>
                    </a:p>
                  </a:txBody>
                  <a:tcPr>
                    <a:solidFill>
                      <a:srgbClr val="FFFFFF"/>
                    </a:solidFill>
                  </a:tcPr>
                </a:tc>
                <a:tc>
                  <a:txBody>
                    <a:bodyPr/>
                    <a:lstStyle/>
                    <a:p>
                      <a:pPr>
                        <a:defRPr sz="900" b="1">
                          <a:solidFill>
                            <a:srgbClr val="707070"/>
                          </a:solidFill>
                          <a:latin typeface="Calibri"/>
                        </a:defRPr>
                      </a:pPr>
                      <a:r>
                        <a:t>LOW</a:t>
                      </a:r>
                    </a:p>
                  </a:txBody>
                  <a:tcPr>
                    <a:solidFill>
                      <a:srgbClr val="FFFFFF"/>
                    </a:solidFill>
                  </a:tcPr>
                </a:tc>
                <a:tc>
                  <a:txBody>
                    <a:bodyPr/>
                    <a:lstStyle/>
                    <a:p>
                      <a:pPr>
                        <a:defRPr sz="900">
                          <a:solidFill>
                            <a:srgbClr val="333333"/>
                          </a:solidFill>
                          <a:latin typeface="Calibri"/>
                        </a:defRPr>
                      </a:pPr>
                      <a:r>
                        <a:t>Mixed inline and explicit DATA declarations in same routine</a:t>
                      </a:r>
                    </a:p>
                  </a:txBody>
                  <a:tcPr>
                    <a:solidFill>
                      <a:srgbClr val="FFFFFF"/>
                    </a:solidFill>
                  </a:tcPr>
                </a:tc>
                <a:tc>
                  <a:txBody>
                    <a:bodyPr/>
                    <a:lstStyle/>
                    <a:p>
                      <a:pPr>
                        <a:defRPr sz="900">
                          <a:solidFill>
                            <a:srgbClr val="333333"/>
                          </a:solidFill>
                          <a:latin typeface="Consolas"/>
                        </a:defRPr>
                      </a:pPr>
                      <a:r>
                        <a:t>ZDMS_UPLOAD_FILES_F01:237</a:t>
                      </a:r>
                    </a:p>
                  </a:txBody>
                  <a:tcPr>
                    <a:solidFill>
                      <a:srgbClr val="FFFFFF"/>
                    </a:solidFill>
                  </a:tcPr>
                </a:tc>
              </a:tr>
              <a:tr h="322729">
                <a:tc>
                  <a:txBody>
                    <a:bodyPr/>
                    <a:lstStyle/>
                    <a:p>
                      <a:pPr>
                        <a:defRPr sz="900">
                          <a:solidFill>
                            <a:srgbClr val="333333"/>
                          </a:solidFill>
                          <a:latin typeface="Calibri"/>
                        </a:defRPr>
                      </a:pPr>
                      <a:r>
                        <a:t>10</a:t>
                      </a:r>
                    </a:p>
                  </a:txBody>
                  <a:tcPr>
                    <a:solidFill>
                      <a:srgbClr val="F5F5F5"/>
                    </a:solidFill>
                  </a:tcPr>
                </a:tc>
                <a:tc>
                  <a:txBody>
                    <a:bodyPr/>
                    <a:lstStyle/>
                    <a:p>
                      <a:pPr>
                        <a:defRPr sz="900" b="1">
                          <a:solidFill>
                            <a:srgbClr val="707070"/>
                          </a:solidFill>
                          <a:latin typeface="Calibri"/>
                        </a:defRPr>
                      </a:pPr>
                      <a:r>
                        <a:t>LOW</a:t>
                      </a:r>
                    </a:p>
                  </a:txBody>
                  <a:tcPr>
                    <a:solidFill>
                      <a:srgbClr val="F5F5F5"/>
                    </a:solidFill>
                  </a:tcPr>
                </a:tc>
                <a:tc>
                  <a:txBody>
                    <a:bodyPr/>
                    <a:lstStyle/>
                    <a:p>
                      <a:pPr>
                        <a:defRPr sz="900">
                          <a:solidFill>
                            <a:srgbClr val="333333"/>
                          </a:solidFill>
                          <a:latin typeface="Calibri"/>
                        </a:defRPr>
                      </a:pPr>
                      <a:r>
                        <a:t>Magic literals used for business rules / messages</a:t>
                      </a:r>
                    </a:p>
                  </a:txBody>
                  <a:tcPr>
                    <a:solidFill>
                      <a:srgbClr val="F5F5F5"/>
                    </a:solidFill>
                  </a:tcPr>
                </a:tc>
                <a:tc>
                  <a:txBody>
                    <a:bodyPr/>
                    <a:lstStyle/>
                    <a:p>
                      <a:pPr>
                        <a:defRPr sz="900">
                          <a:solidFill>
                            <a:srgbClr val="333333"/>
                          </a:solidFill>
                          <a:latin typeface="Consolas"/>
                        </a:defRPr>
                      </a:pPr>
                      <a:r>
                        <a:t>ZDMS_UPLOAD_FILES_F01:171</a:t>
                      </a:r>
                    </a:p>
                  </a:txBody>
                  <a:tcPr>
                    <a:solidFill>
                      <a:srgbClr val="F5F5F5"/>
                    </a:solidFill>
                  </a:tcPr>
                </a:tc>
              </a:tr>
              <a:tr h="322729">
                <a:tc>
                  <a:txBody>
                    <a:bodyPr/>
                    <a:lstStyle/>
                    <a:p>
                      <a:pPr>
                        <a:defRPr sz="900">
                          <a:solidFill>
                            <a:srgbClr val="333333"/>
                          </a:solidFill>
                          <a:latin typeface="Calibri"/>
                        </a:defRPr>
                      </a:pPr>
                      <a:r>
                        <a:t>11</a:t>
                      </a:r>
                    </a:p>
                  </a:txBody>
                  <a:tcPr>
                    <a:solidFill>
                      <a:srgbClr val="FFFFFF"/>
                    </a:solidFill>
                  </a:tcPr>
                </a:tc>
                <a:tc>
                  <a:txBody>
                    <a:bodyPr/>
                    <a:lstStyle/>
                    <a:p>
                      <a:pPr>
                        <a:defRPr sz="900" b="1">
                          <a:solidFill>
                            <a:srgbClr val="707070"/>
                          </a:solidFill>
                          <a:latin typeface="Calibri"/>
                        </a:defRPr>
                      </a:pPr>
                      <a:r>
                        <a:t>LOW</a:t>
                      </a:r>
                    </a:p>
                  </a:txBody>
                  <a:tcPr>
                    <a:solidFill>
                      <a:srgbClr val="FFFFFF"/>
                    </a:solidFill>
                  </a:tcPr>
                </a:tc>
                <a:tc>
                  <a:txBody>
                    <a:bodyPr/>
                    <a:lstStyle/>
                    <a:p>
                      <a:pPr>
                        <a:defRPr sz="900">
                          <a:solidFill>
                            <a:srgbClr val="333333"/>
                          </a:solidFill>
                          <a:latin typeface="Calibri"/>
                        </a:defRPr>
                      </a:pPr>
                      <a:r>
                        <a:t>Obsolete string building with CONCATENATE (message construction)</a:t>
                      </a:r>
                    </a:p>
                  </a:txBody>
                  <a:tcPr>
                    <a:solidFill>
                      <a:srgbClr val="FFFFFF"/>
                    </a:solidFill>
                  </a:tcPr>
                </a:tc>
                <a:tc>
                  <a:txBody>
                    <a:bodyPr/>
                    <a:lstStyle/>
                    <a:p>
                      <a:pPr>
                        <a:defRPr sz="900">
                          <a:solidFill>
                            <a:srgbClr val="333333"/>
                          </a:solidFill>
                          <a:latin typeface="Consolas"/>
                        </a:defRPr>
                      </a:pPr>
                      <a:r>
                        <a:t>ZDMS_UPLOAD_FILES_F01:171</a:t>
                      </a:r>
                    </a:p>
                  </a:txBody>
                  <a:tcPr>
                    <a:solidFill>
                      <a:srgbClr val="FFFFFF"/>
                    </a:solidFill>
                  </a:tcPr>
                </a:tc>
              </a:tr>
              <a:tr h="322729">
                <a:tc>
                  <a:txBody>
                    <a:bodyPr/>
                    <a:lstStyle/>
                    <a:p>
                      <a:pPr>
                        <a:defRPr sz="900">
                          <a:solidFill>
                            <a:srgbClr val="333333"/>
                          </a:solidFill>
                          <a:latin typeface="Calibri"/>
                        </a:defRPr>
                      </a:pPr>
                      <a:r>
                        <a:t>12</a:t>
                      </a:r>
                    </a:p>
                  </a:txBody>
                  <a:tcPr>
                    <a:solidFill>
                      <a:srgbClr val="F5F5F5"/>
                    </a:solidFill>
                  </a:tcPr>
                </a:tc>
                <a:tc>
                  <a:txBody>
                    <a:bodyPr/>
                    <a:lstStyle/>
                    <a:p>
                      <a:pPr>
                        <a:defRPr sz="900" b="1">
                          <a:solidFill>
                            <a:srgbClr val="707070"/>
                          </a:solidFill>
                          <a:latin typeface="Calibri"/>
                        </a:defRPr>
                      </a:pPr>
                      <a:r>
                        <a:t>LOW</a:t>
                      </a:r>
                    </a:p>
                  </a:txBody>
                  <a:tcPr>
                    <a:solidFill>
                      <a:srgbClr val="F5F5F5"/>
                    </a:solidFill>
                  </a:tcPr>
                </a:tc>
                <a:tc>
                  <a:txBody>
                    <a:bodyPr/>
                    <a:lstStyle/>
                    <a:p>
                      <a:pPr>
                        <a:defRPr sz="900">
                          <a:solidFill>
                            <a:srgbClr val="333333"/>
                          </a:solidFill>
                          <a:latin typeface="Calibri"/>
                        </a:defRPr>
                      </a:pPr>
                      <a:r>
                        <a:t>Magic constants for document type</a:t>
                      </a:r>
                    </a:p>
                  </a:txBody>
                  <a:tcPr>
                    <a:solidFill>
                      <a:srgbClr val="F5F5F5"/>
                    </a:solidFill>
                  </a:tcPr>
                </a:tc>
                <a:tc>
                  <a:txBody>
                    <a:bodyPr/>
                    <a:lstStyle/>
                    <a:p>
                      <a:pPr>
                        <a:defRPr sz="900">
                          <a:solidFill>
                            <a:srgbClr val="333333"/>
                          </a:solidFill>
                          <a:latin typeface="Consolas"/>
                        </a:defRPr>
                      </a:pPr>
                      <a:r>
                        <a:t>ZDMS_UPLOAD_FILES_F01:237</a:t>
                      </a:r>
                    </a:p>
                  </a:txBody>
                  <a:tcPr>
                    <a:solidFill>
                      <a:srgbClr val="F5F5F5"/>
                    </a:solidFill>
                  </a:tcPr>
                </a:tc>
              </a:tr>
              <a:tr h="322729">
                <a:tc>
                  <a:txBody>
                    <a:bodyPr/>
                    <a:lstStyle/>
                    <a:p>
                      <a:pPr>
                        <a:defRPr sz="900">
                          <a:solidFill>
                            <a:srgbClr val="333333"/>
                          </a:solidFill>
                          <a:latin typeface="Calibri"/>
                        </a:defRPr>
                      </a:pPr>
                      <a:r>
                        <a:t>13</a:t>
                      </a:r>
                    </a:p>
                  </a:txBody>
                  <a:tcPr>
                    <a:solidFill>
                      <a:srgbClr val="FFFFFF"/>
                    </a:solidFill>
                  </a:tcPr>
                </a:tc>
                <a:tc>
                  <a:txBody>
                    <a:bodyPr/>
                    <a:lstStyle/>
                    <a:p>
                      <a:pPr>
                        <a:defRPr sz="900" b="1">
                          <a:solidFill>
                            <a:srgbClr val="707070"/>
                          </a:solidFill>
                          <a:latin typeface="Calibri"/>
                        </a:defRPr>
                      </a:pPr>
                      <a:r>
                        <a:t>LOW</a:t>
                      </a:r>
                    </a:p>
                  </a:txBody>
                  <a:tcPr>
                    <a:solidFill>
                      <a:srgbClr val="FFFFFF"/>
                    </a:solidFill>
                  </a:tcPr>
                </a:tc>
                <a:tc>
                  <a:txBody>
                    <a:bodyPr/>
                    <a:lstStyle/>
                    <a:p>
                      <a:pPr>
                        <a:defRPr sz="900">
                          <a:solidFill>
                            <a:srgbClr val="333333"/>
                          </a:solidFill>
                          <a:latin typeface="Calibri"/>
                        </a:defRPr>
                      </a:pPr>
                      <a:r>
                        <a:t>Commented-out ENDIF left behind</a:t>
                      </a:r>
                    </a:p>
                  </a:txBody>
                  <a:tcPr>
                    <a:solidFill>
                      <a:srgbClr val="FFFFFF"/>
                    </a:solidFill>
                  </a:tcPr>
                </a:tc>
                <a:tc>
                  <a:txBody>
                    <a:bodyPr/>
                    <a:lstStyle/>
                    <a:p>
                      <a:pPr>
                        <a:defRPr sz="900">
                          <a:solidFill>
                            <a:srgbClr val="333333"/>
                          </a:solidFill>
                          <a:latin typeface="Consolas"/>
                        </a:defRPr>
                      </a:pPr>
                      <a:r>
                        <a:t>ZDMS_UPLOAD_FILES_F01:192</a:t>
                      </a:r>
                    </a:p>
                  </a:txBody>
                  <a:tcPr>
                    <a:solidFill>
                      <a:srgbClr val="FFFFFF"/>
                    </a:solidFill>
                  </a:tcPr>
                </a:tc>
              </a:tr>
              <a:tr h="322729">
                <a:tc>
                  <a:txBody>
                    <a:bodyPr/>
                    <a:lstStyle/>
                    <a:p>
                      <a:pPr>
                        <a:defRPr sz="900">
                          <a:solidFill>
                            <a:srgbClr val="333333"/>
                          </a:solidFill>
                          <a:latin typeface="Calibri"/>
                        </a:defRPr>
                      </a:pPr>
                      <a:r>
                        <a:t>14</a:t>
                      </a:r>
                    </a:p>
                  </a:txBody>
                  <a:tcPr>
                    <a:solidFill>
                      <a:srgbClr val="F5F5F5"/>
                    </a:solidFill>
                  </a:tcPr>
                </a:tc>
                <a:tc>
                  <a:txBody>
                    <a:bodyPr/>
                    <a:lstStyle/>
                    <a:p>
                      <a:pPr>
                        <a:defRPr sz="900" b="1">
                          <a:solidFill>
                            <a:srgbClr val="707070"/>
                          </a:solidFill>
                          <a:latin typeface="Calibri"/>
                        </a:defRPr>
                      </a:pPr>
                      <a:r>
                        <a:t>LOW</a:t>
                      </a:r>
                    </a:p>
                  </a:txBody>
                  <a:tcPr>
                    <a:solidFill>
                      <a:srgbClr val="F5F5F5"/>
                    </a:solidFill>
                  </a:tcPr>
                </a:tc>
                <a:tc>
                  <a:txBody>
                    <a:bodyPr/>
                    <a:lstStyle/>
                    <a:p>
                      <a:pPr>
                        <a:defRPr sz="900">
                          <a:solidFill>
                            <a:srgbClr val="333333"/>
                          </a:solidFill>
                          <a:latin typeface="Calibri"/>
                        </a:defRPr>
                      </a:pPr>
                      <a:r>
                        <a:t>Hard-coded “allowed characters” string (magic literal)</a:t>
                      </a:r>
                    </a:p>
                  </a:txBody>
                  <a:tcPr>
                    <a:solidFill>
                      <a:srgbClr val="F5F5F5"/>
                    </a:solidFill>
                  </a:tcPr>
                </a:tc>
                <a:tc>
                  <a:txBody>
                    <a:bodyPr/>
                    <a:lstStyle/>
                    <a:p>
                      <a:pPr>
                        <a:defRPr sz="900">
                          <a:solidFill>
                            <a:srgbClr val="333333"/>
                          </a:solidFill>
                          <a:latin typeface="Consolas"/>
                        </a:defRPr>
                      </a:pPr>
                      <a:r>
                        <a:t>ZDMS_UPLOAD_FILES_F01:260</a:t>
                      </a:r>
                    </a:p>
                  </a:txBody>
                  <a:tcPr>
                    <a:solidFill>
                      <a:srgbClr val="F5F5F5"/>
                    </a:solidFill>
                  </a:tcPr>
                </a:tc>
              </a:tr>
              <a:tr h="322729">
                <a:tc>
                  <a:txBody>
                    <a:bodyPr/>
                    <a:lstStyle/>
                    <a:p>
                      <a:pPr>
                        <a:defRPr sz="900">
                          <a:solidFill>
                            <a:srgbClr val="333333"/>
                          </a:solidFill>
                          <a:latin typeface="Calibri"/>
                        </a:defRPr>
                      </a:pPr>
                      <a:r>
                        <a:t>15</a:t>
                      </a:r>
                    </a:p>
                  </a:txBody>
                  <a:tcPr>
                    <a:solidFill>
                      <a:srgbClr val="FFFFFF"/>
                    </a:solidFill>
                  </a:tcPr>
                </a:tc>
                <a:tc>
                  <a:txBody>
                    <a:bodyPr/>
                    <a:lstStyle/>
                    <a:p>
                      <a:pPr>
                        <a:defRPr sz="900" b="1">
                          <a:solidFill>
                            <a:srgbClr val="707070"/>
                          </a:solidFill>
                          <a:latin typeface="Calibri"/>
                        </a:defRPr>
                      </a:pPr>
                      <a:r>
                        <a:t>LOW</a:t>
                      </a:r>
                    </a:p>
                  </a:txBody>
                  <a:tcPr>
                    <a:solidFill>
                      <a:srgbClr val="FFFFFF"/>
                    </a:solidFill>
                  </a:tcPr>
                </a:tc>
                <a:tc>
                  <a:txBody>
                    <a:bodyPr/>
                    <a:lstStyle/>
                    <a:p>
                      <a:pPr>
                        <a:defRPr sz="900">
                          <a:solidFill>
                            <a:srgbClr val="333333"/>
                          </a:solidFill>
                          <a:latin typeface="Calibri"/>
                        </a:defRPr>
                      </a:pPr>
                      <a:r>
                        <a:t>Obsolete string building with CONCATENATE (path construction)</a:t>
                      </a:r>
                    </a:p>
                  </a:txBody>
                  <a:tcPr>
                    <a:solidFill>
                      <a:srgbClr val="FFFFFF"/>
                    </a:solidFill>
                  </a:tcPr>
                </a:tc>
                <a:tc>
                  <a:txBody>
                    <a:bodyPr/>
                    <a:lstStyle/>
                    <a:p>
                      <a:pPr>
                        <a:defRPr sz="900">
                          <a:solidFill>
                            <a:srgbClr val="333333"/>
                          </a:solidFill>
                          <a:latin typeface="Consolas"/>
                        </a:defRPr>
                      </a:pPr>
                      <a:r>
                        <a:t>ZDMS_UPLOAD_FILES_F01:509</a:t>
                      </a:r>
                    </a:p>
                  </a:txBody>
                  <a:tcPr>
                    <a:solidFill>
                      <a:srgbClr val="FFFFFF"/>
                    </a:solidFill>
                  </a:tcPr>
                </a:tc>
              </a:tr>
              <a:tr h="322736">
                <a:tc>
                  <a:txBody>
                    <a:bodyPr/>
                    <a:lstStyle/>
                    <a:p>
                      <a:pPr>
                        <a:defRPr sz="900">
                          <a:solidFill>
                            <a:srgbClr val="333333"/>
                          </a:solidFill>
                          <a:latin typeface="Calibri"/>
                        </a:defRPr>
                      </a:pPr>
                      <a:r>
                        <a:t>16</a:t>
                      </a:r>
                    </a:p>
                  </a:txBody>
                  <a:tcPr>
                    <a:solidFill>
                      <a:srgbClr val="F5F5F5"/>
                    </a:solidFill>
                  </a:tcPr>
                </a:tc>
                <a:tc>
                  <a:txBody>
                    <a:bodyPr/>
                    <a:lstStyle/>
                    <a:p>
                      <a:pPr>
                        <a:defRPr sz="900" b="1">
                          <a:solidFill>
                            <a:srgbClr val="707070"/>
                          </a:solidFill>
                          <a:latin typeface="Calibri"/>
                        </a:defRPr>
                      </a:pPr>
                      <a:r>
                        <a:t>LOW</a:t>
                      </a:r>
                    </a:p>
                  </a:txBody>
                  <a:tcPr>
                    <a:solidFill>
                      <a:srgbClr val="F5F5F5"/>
                    </a:solidFill>
                  </a:tcPr>
                </a:tc>
                <a:tc>
                  <a:txBody>
                    <a:bodyPr/>
                    <a:lstStyle/>
                    <a:p>
                      <a:pPr>
                        <a:defRPr sz="900">
                          <a:solidFill>
                            <a:srgbClr val="333333"/>
                          </a:solidFill>
                          <a:latin typeface="Calibri"/>
                        </a:defRPr>
                      </a:pPr>
                      <a:r>
                        <a:t>Missing typing for FORM parameters (implicit ANY)</a:t>
                      </a:r>
                    </a:p>
                  </a:txBody>
                  <a:tcPr>
                    <a:solidFill>
                      <a:srgbClr val="F5F5F5"/>
                    </a:solidFill>
                  </a:tcPr>
                </a:tc>
                <a:tc>
                  <a:txBody>
                    <a:bodyPr/>
                    <a:lstStyle/>
                    <a:p>
                      <a:pPr>
                        <a:defRPr sz="900">
                          <a:solidFill>
                            <a:srgbClr val="333333"/>
                          </a:solidFill>
                          <a:latin typeface="Consolas"/>
                        </a:defRPr>
                      </a:pPr>
                      <a:r>
                        <a:t>ZDMS_UPLOAD_FILES_F01:579</a:t>
                      </a:r>
                    </a:p>
                  </a:txBody>
                  <a:tcPr>
                    <a:solidFill>
                      <a:srgbClr val="F5F5F5"/>
                    </a:solidFill>
                  </a:tcPr>
                </a:tc>
              </a:tr>
            </a:tbl>
          </a:graphicData>
        </a:graphic>
      </p:graphicFrame>
    </p:spTree>
    <p:extLst>
      <p:ext uri="{BB962C8B-B14F-4D97-AF65-F5344CB8AC3E}">
        <p14:creationId xmlns:p14="http://schemas.microsoft.com/office/powerpoint/2010/main" val="2620996960"/>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DBE58-2271-B964-37D4-40D73B2C07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773121-C558-3667-080E-78A69BC8D9A5}"/>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Method &amp; Cost</a:t>
            </a:r>
          </a:p>
        </p:txBody>
      </p:sp>
      <p:sp>
        <p:nvSpPr>
          <p:cNvPr id="5" name="Text Placeholder 4">
            <a:extLst>
              <a:ext uri="{FF2B5EF4-FFF2-40B4-BE49-F238E27FC236}">
                <a16:creationId xmlns:a16="http://schemas.microsoft.com/office/drawing/2014/main" id="{3B501ABD-2182-3E7E-066E-303490DA5384}"/>
              </a:ext>
            </a:extLst>
          </p:cNvPr>
          <p:cNvSpPr>
            <a:spLocks noGrp="1"/>
          </p:cNvSpPr>
          <p:nvPr>
            <p:ph type="body" sz="quarter" idx="10"/>
          </p:nvPr>
        </p:nvSpPr>
        <p:spPr>
          <a:xfrm>
            <a:off x="647700" y="1315415"/>
            <a:ext cx="1561346" cy="307777"/>
          </a:xfrm>
        </p:spPr>
        <p:txBody>
          <a:bodyPr/>
          <a:lstStyle/>
          <a:p>
            <a:r>
              <a:rPr lang="en-US" dirty="0">
                <a:solidFill>
                  <a:srgbClr val="00FFF0"/>
                </a:solidFill>
                <a:ea typeface="Calibri"/>
                <a:cs typeface="Calibri"/>
              </a:rPr>
              <a:t>Section 02</a:t>
            </a:r>
            <a:endParaRPr lang="en-US" dirty="0">
              <a:solidFill>
                <a:srgbClr val="00FFF0"/>
              </a:solidFill>
            </a:endParaRPr>
          </a:p>
        </p:txBody>
      </p:sp>
      <p:pic>
        <p:nvPicPr>
          <p:cNvPr id="6" name="Picture 2" descr="News - Page 2 of 13 :: medartis AG">
            <a:extLst>
              <a:ext uri="{FF2B5EF4-FFF2-40B4-BE49-F238E27FC236}">
                <a16:creationId xmlns:a16="http://schemas.microsoft.com/office/drawing/2014/main" id="{37D2743F-BBC7-C117-D219-030FB6E75904}"/>
              </a:ext>
            </a:extLst>
          </p:cNvPr>
          <p:cNvPicPr>
            <a:picLocks noChangeAspect="1" noChangeArrowheads="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431780" y="-182880"/>
            <a:ext cx="1945958" cy="1094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50124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4696-00D2-8935-61D6-820EE039B907}"/>
            </a:ext>
          </a:extLst>
        </p:cNvPr>
        <p:cNvGrpSpPr/>
        <p:nvPr/>
      </p:nvGrpSpPr>
      <p:grpSpPr>
        <a:xfrm>
          <a:off x="0" y="0"/>
          <a:ext cx="0" cy="0"/>
          <a:chOff x="0" y="0"/>
          <a:chExt cx="0" cy="0"/>
        </a:xfrm>
      </p:grpSpPr>
      <p:pic>
        <p:nvPicPr>
          <p:cNvPr id="16" name="Picture 2" descr="News - Page 2 of 13 :: medartis AG">
            <a:extLst>
              <a:ext uri="{FF2B5EF4-FFF2-40B4-BE49-F238E27FC236}">
                <a16:creationId xmlns:a16="http://schemas.microsoft.com/office/drawing/2014/main" id="{29481BEF-D6DD-7BC3-9E75-32556E8E004C}"/>
              </a:ext>
            </a:extLst>
          </p:cNvPr>
          <p:cNvPicPr>
            <a:picLocks noChangeAspect="1" noChangeArrowheads="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380821" y="-205740"/>
            <a:ext cx="1945958" cy="1094804"/>
          </a:xfrm>
          <a:prstGeom prst="rect">
            <a:avLst/>
          </a:prstGeom>
          <a:noFill/>
          <a:extLst>
            <a:ext uri="{909E8E84-426E-40DD-AFC4-6F175D3DCCD1}">
              <a14:hiddenFill xmlns:a14="http://schemas.microsoft.com/office/drawing/2010/main">
                <a:solidFill>
                  <a:srgbClr val="FFFFFF"/>
                </a:solidFill>
              </a14:hiddenFill>
            </a:ext>
          </a:extLst>
        </p:spPr>
      </p:pic>
      <p:sp>
        <p:nvSpPr>
          <p:cNvPr id="24" name="Title 1">
            <a:extLst>
              <a:ext uri="{FF2B5EF4-FFF2-40B4-BE49-F238E27FC236}">
                <a16:creationId xmlns:a16="http://schemas.microsoft.com/office/drawing/2014/main" id="{79742186-0D54-B3A5-DA59-ED1610196916}"/>
              </a:ext>
            </a:extLst>
          </p:cNvPr>
          <p:cNvSpPr txBox="1">
            <a:spLocks/>
          </p:cNvSpPr>
          <p:nvPr/>
        </p:nvSpPr>
        <p:spPr>
          <a:xfrm>
            <a:off x="633632" y="641527"/>
            <a:ext cx="10896600" cy="494627"/>
          </a:xfrm>
          <a:prstGeom prst="rect">
            <a:avLst/>
          </a:prstGeom>
        </p:spPr>
        <p:txBody>
          <a:bodyPr lIns="0" tIns="0" rIns="0" bIns="0" anchor="t">
            <a:noAutofit/>
          </a:bodyPr>
          <a:lstStyle>
            <a:lvl1pPr algn="l" defTabSz="914400" rtl="0" eaLnBrk="1" latinLnBrk="0" hangingPunct="1">
              <a:lnSpc>
                <a:spcPct val="100000"/>
              </a:lnSpc>
              <a:spcBef>
                <a:spcPct val="0"/>
              </a:spcBef>
              <a:buNone/>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r>
              <a:rPr lang="en-US" sz="2800" dirty="0">
                <a:ea typeface="Calibri"/>
                <a:cs typeface="Calibri"/>
              </a:rPr>
              <a:t>EPAM Cloud LLM Hub Deployment Options Summary</a:t>
            </a:r>
          </a:p>
        </p:txBody>
      </p:sp>
      <p:graphicFrame>
        <p:nvGraphicFramePr>
          <p:cNvPr id="3" name="Table 2">
            <a:extLst>
              <a:ext uri="{FF2B5EF4-FFF2-40B4-BE49-F238E27FC236}">
                <a16:creationId xmlns:a16="http://schemas.microsoft.com/office/drawing/2014/main" id="{0A0C366B-BD94-4FE2-C9E7-57F9D3E979A3}"/>
              </a:ext>
            </a:extLst>
          </p:cNvPr>
          <p:cNvGraphicFramePr>
            <a:graphicFrameLocks noGrp="1"/>
          </p:cNvGraphicFramePr>
          <p:nvPr>
            <p:extLst>
              <p:ext uri="{D42A27DB-BD31-4B8C-83A1-F6EECF244321}">
                <p14:modId xmlns:p14="http://schemas.microsoft.com/office/powerpoint/2010/main" val="2794496320"/>
              </p:ext>
            </p:extLst>
          </p:nvPr>
        </p:nvGraphicFramePr>
        <p:xfrm>
          <a:off x="718506" y="2135821"/>
          <a:ext cx="10896599" cy="3078816"/>
        </p:xfrm>
        <a:graphic>
          <a:graphicData uri="http://schemas.openxmlformats.org/drawingml/2006/table">
            <a:tbl>
              <a:tblPr firstRow="1" bandRow="1">
                <a:tableStyleId>{8A107856-5554-42FB-B03E-39F5DBC370BA}</a:tableStyleId>
              </a:tblPr>
              <a:tblGrid>
                <a:gridCol w="908578">
                  <a:extLst>
                    <a:ext uri="{9D8B030D-6E8A-4147-A177-3AD203B41FA5}">
                      <a16:colId xmlns:a16="http://schemas.microsoft.com/office/drawing/2014/main" val="3885842577"/>
                    </a:ext>
                  </a:extLst>
                </a:gridCol>
                <a:gridCol w="2486826">
                  <a:extLst>
                    <a:ext uri="{9D8B030D-6E8A-4147-A177-3AD203B41FA5}">
                      <a16:colId xmlns:a16="http://schemas.microsoft.com/office/drawing/2014/main" val="320100040"/>
                    </a:ext>
                  </a:extLst>
                </a:gridCol>
                <a:gridCol w="1563880">
                  <a:extLst>
                    <a:ext uri="{9D8B030D-6E8A-4147-A177-3AD203B41FA5}">
                      <a16:colId xmlns:a16="http://schemas.microsoft.com/office/drawing/2014/main" val="1497452102"/>
                    </a:ext>
                  </a:extLst>
                </a:gridCol>
                <a:gridCol w="1367327">
                  <a:extLst>
                    <a:ext uri="{9D8B030D-6E8A-4147-A177-3AD203B41FA5}">
                      <a16:colId xmlns:a16="http://schemas.microsoft.com/office/drawing/2014/main" val="1370042847"/>
                    </a:ext>
                  </a:extLst>
                </a:gridCol>
                <a:gridCol w="2068083">
                  <a:extLst>
                    <a:ext uri="{9D8B030D-6E8A-4147-A177-3AD203B41FA5}">
                      <a16:colId xmlns:a16="http://schemas.microsoft.com/office/drawing/2014/main" val="2207875867"/>
                    </a:ext>
                  </a:extLst>
                </a:gridCol>
                <a:gridCol w="2501905">
                  <a:extLst>
                    <a:ext uri="{9D8B030D-6E8A-4147-A177-3AD203B41FA5}">
                      <a16:colId xmlns:a16="http://schemas.microsoft.com/office/drawing/2014/main" val="2960585917"/>
                    </a:ext>
                  </a:extLst>
                </a:gridCol>
              </a:tblGrid>
              <a:tr h="826454">
                <a:tc>
                  <a:txBody>
                    <a:bodyPr/>
                    <a:lstStyle/>
                    <a:p>
                      <a:r>
                        <a:rPr lang="en-US" sz="1600" dirty="0"/>
                        <a:t>Option #</a:t>
                      </a:r>
                    </a:p>
                  </a:txBody>
                  <a:tcPr/>
                </a:tc>
                <a:tc>
                  <a:txBody>
                    <a:bodyPr/>
                    <a:lstStyle/>
                    <a:p>
                      <a:r>
                        <a:rPr lang="en-US" sz="1600" dirty="0"/>
                        <a:t>Environment</a:t>
                      </a:r>
                    </a:p>
                  </a:txBody>
                  <a:tcPr/>
                </a:tc>
                <a:tc>
                  <a:txBody>
                    <a:bodyPr/>
                    <a:lstStyle/>
                    <a:p>
                      <a:r>
                        <a:rPr lang="en-US" sz="1600" dirty="0"/>
                        <a:t>Implementation costs</a:t>
                      </a:r>
                    </a:p>
                  </a:txBody>
                  <a:tcPr/>
                </a:tc>
                <a:tc>
                  <a:txBody>
                    <a:bodyPr/>
                    <a:lstStyle/>
                    <a:p>
                      <a:r>
                        <a:rPr lang="en-US" sz="1600" dirty="0"/>
                        <a:t>Maintenance costs</a:t>
                      </a:r>
                    </a:p>
                  </a:txBody>
                  <a:tcPr/>
                </a:tc>
                <a:tc>
                  <a:txBody>
                    <a:bodyPr/>
                    <a:lstStyle/>
                    <a:p>
                      <a:r>
                        <a:rPr lang="en-US" sz="1600" dirty="0"/>
                        <a:t>Pros</a:t>
                      </a:r>
                    </a:p>
                  </a:txBody>
                  <a:tcPr/>
                </a:tc>
                <a:tc>
                  <a:txBody>
                    <a:bodyPr/>
                    <a:lstStyle/>
                    <a:p>
                      <a:r>
                        <a:rPr lang="en-US" sz="1600" dirty="0"/>
                        <a:t>Cons</a:t>
                      </a:r>
                    </a:p>
                  </a:txBody>
                  <a:tcPr/>
                </a:tc>
                <a:extLst>
                  <a:ext uri="{0D108BD9-81ED-4DB2-BD59-A6C34878D82A}">
                    <a16:rowId xmlns:a16="http://schemas.microsoft.com/office/drawing/2014/main" val="1905123738"/>
                  </a:ext>
                </a:extLst>
              </a:tr>
              <a:tr h="606442">
                <a:tc>
                  <a:txBody>
                    <a:bodyPr/>
                    <a:lstStyle/>
                    <a:p>
                      <a:r>
                        <a:rPr lang="en-US" sz="1600"/>
                        <a:t>1</a:t>
                      </a:r>
                    </a:p>
                  </a:txBody>
                  <a:tcPr/>
                </a:tc>
                <a:tc>
                  <a:txBody>
                    <a:bodyPr/>
                    <a:lstStyle/>
                    <a:p>
                      <a:pPr lvl="0">
                        <a:buNone/>
                      </a:pPr>
                      <a:r>
                        <a:rPr lang="en-US" sz="1600" b="0" i="0" u="none" strike="noStrike" noProof="0" dirty="0">
                          <a:latin typeface="Calibri"/>
                          <a:ea typeface="Calibri"/>
                          <a:cs typeface="Calibri"/>
                        </a:rPr>
                        <a:t>EPAM BTP (LLM Hub + Vector DB)</a:t>
                      </a:r>
                      <a:endParaRPr lang="en-US" dirty="0"/>
                    </a:p>
                  </a:txBody>
                  <a:tcPr/>
                </a:tc>
                <a:tc>
                  <a:txBody>
                    <a:bodyPr/>
                    <a:lstStyle/>
                    <a:p>
                      <a:pPr lvl="0">
                        <a:buNone/>
                      </a:pPr>
                      <a:r>
                        <a:rPr lang="en-US" sz="1600" b="0" i="0" u="none" strike="noStrike" noProof="0" dirty="0">
                          <a:latin typeface="Calibri"/>
                          <a:ea typeface="Calibri"/>
                          <a:cs typeface="Calibri"/>
                        </a:rPr>
                        <a:t>Medium</a:t>
                      </a:r>
                      <a:endParaRPr lang="en-US" dirty="0"/>
                    </a:p>
                  </a:txBody>
                  <a:tcPr/>
                </a:tc>
                <a:tc>
                  <a:txBody>
                    <a:bodyPr/>
                    <a:lstStyle/>
                    <a:p>
                      <a:pPr lvl="0">
                        <a:buNone/>
                      </a:pPr>
                      <a:r>
                        <a:rPr lang="en-US" sz="1600" b="0" i="0" u="none" strike="noStrike" noProof="0" dirty="0">
                          <a:latin typeface="Calibri"/>
                          <a:ea typeface="Calibri"/>
                          <a:cs typeface="Calibri"/>
                        </a:rPr>
                        <a:t>Low-Medium</a:t>
                      </a:r>
                      <a:endParaRPr lang="en-US" dirty="0"/>
                    </a:p>
                  </a:txBody>
                  <a:tcPr/>
                </a:tc>
                <a:tc>
                  <a:txBody>
                    <a:bodyPr/>
                    <a:lstStyle/>
                    <a:p>
                      <a:pPr lvl="0">
                        <a:buNone/>
                      </a:pPr>
                      <a:r>
                        <a:rPr lang="en-US" sz="1600" b="0" i="0" u="none" strike="noStrike" noProof="0">
                          <a:latin typeface="Calibri"/>
                          <a:ea typeface="Calibri"/>
                          <a:cs typeface="Calibri"/>
                        </a:rPr>
                        <a:t>High scalability; Low load on customer BTP; EPAM managed</a:t>
                      </a:r>
                      <a:endParaRPr lang="en-US"/>
                    </a:p>
                  </a:txBody>
                  <a:tcPr/>
                </a:tc>
                <a:tc>
                  <a:txBody>
                    <a:bodyPr/>
                    <a:lstStyle/>
                    <a:p>
                      <a:pPr lvl="0">
                        <a:buNone/>
                      </a:pPr>
                      <a:r>
                        <a:rPr lang="en-US" sz="1600" b="0" i="0" u="none" strike="noStrike" noProof="0">
                          <a:latin typeface="Calibri"/>
                          <a:ea typeface="Calibri"/>
                          <a:cs typeface="Calibri"/>
                        </a:rPr>
                        <a:t>Data leaves customer perimeter; Trust in EPAM infrastructure</a:t>
                      </a:r>
                      <a:endParaRPr lang="en-US"/>
                    </a:p>
                  </a:txBody>
                  <a:tcPr/>
                </a:tc>
                <a:extLst>
                  <a:ext uri="{0D108BD9-81ED-4DB2-BD59-A6C34878D82A}">
                    <a16:rowId xmlns:a16="http://schemas.microsoft.com/office/drawing/2014/main" val="3606255265"/>
                  </a:ext>
                </a:extLst>
              </a:tr>
              <a:tr h="606442">
                <a:tc>
                  <a:txBody>
                    <a:bodyPr/>
                    <a:lstStyle/>
                    <a:p>
                      <a:r>
                        <a:rPr lang="en-US" sz="1600" dirty="0"/>
                        <a:t>2</a:t>
                      </a:r>
                    </a:p>
                  </a:txBody>
                  <a:tcPr/>
                </a:tc>
                <a:tc>
                  <a:txBody>
                    <a:bodyPr/>
                    <a:lstStyle/>
                    <a:p>
                      <a:pPr lvl="0">
                        <a:buNone/>
                      </a:pPr>
                      <a:r>
                        <a:rPr lang="en-US" sz="1600" b="0" i="0" u="none" strike="noStrike" noProof="0">
                          <a:latin typeface="Calibri"/>
                          <a:ea typeface="Calibri"/>
                          <a:cs typeface="Calibri"/>
                        </a:rPr>
                        <a:t>Medartis BTP (all components)</a:t>
                      </a:r>
                      <a:endParaRPr lang="en-US"/>
                    </a:p>
                  </a:txBody>
                  <a:tcPr/>
                </a:tc>
                <a:tc>
                  <a:txBody>
                    <a:bodyPr/>
                    <a:lstStyle/>
                    <a:p>
                      <a:pPr lvl="0">
                        <a:buNone/>
                      </a:pPr>
                      <a:r>
                        <a:rPr lang="en-US" sz="1600" b="0" i="0" u="none" strike="noStrike" noProof="0">
                          <a:latin typeface="Calibri"/>
                          <a:ea typeface="Calibri"/>
                          <a:cs typeface="Calibri"/>
                        </a:rPr>
                        <a:t>Medium-High</a:t>
                      </a:r>
                      <a:endParaRPr lang="en-US"/>
                    </a:p>
                  </a:txBody>
                  <a:tcPr/>
                </a:tc>
                <a:tc>
                  <a:txBody>
                    <a:bodyPr/>
                    <a:lstStyle/>
                    <a:p>
                      <a:pPr lvl="0">
                        <a:buNone/>
                      </a:pPr>
                      <a:r>
                        <a:rPr lang="en-US" sz="1600" b="0" i="0" u="none" strike="noStrike" noProof="0" dirty="0">
                          <a:latin typeface="Calibri"/>
                          <a:ea typeface="Calibri"/>
                          <a:cs typeface="Calibri"/>
                        </a:rPr>
                        <a:t>High</a:t>
                      </a:r>
                      <a:endParaRPr lang="en-US" dirty="0"/>
                    </a:p>
                  </a:txBody>
                  <a:tcPr/>
                </a:tc>
                <a:tc>
                  <a:txBody>
                    <a:bodyPr/>
                    <a:lstStyle/>
                    <a:p>
                      <a:pPr lvl="0">
                        <a:buNone/>
                      </a:pPr>
                      <a:r>
                        <a:rPr lang="en-US" sz="1600" b="0" i="0" u="none" strike="noStrike" noProof="0" dirty="0">
                          <a:latin typeface="Calibri"/>
                          <a:ea typeface="Calibri"/>
                          <a:cs typeface="Calibri"/>
                        </a:rPr>
                        <a:t>Full customer control; Simplified compliance</a:t>
                      </a:r>
                      <a:endParaRPr lang="en-US" dirty="0"/>
                    </a:p>
                  </a:txBody>
                  <a:tcPr/>
                </a:tc>
                <a:tc>
                  <a:txBody>
                    <a:bodyPr/>
                    <a:lstStyle/>
                    <a:p>
                      <a:pPr lvl="0">
                        <a:buNone/>
                      </a:pPr>
                      <a:r>
                        <a:rPr lang="en-US" sz="1600" b="0" i="0" u="none" strike="noStrike" noProof="0">
                          <a:latin typeface="Calibri"/>
                          <a:ea typeface="Calibri"/>
                          <a:cs typeface="Calibri"/>
                        </a:rPr>
                        <a:t>Limited scalability; Higher operational load</a:t>
                      </a:r>
                      <a:endParaRPr lang="en-US"/>
                    </a:p>
                  </a:txBody>
                  <a:tcPr/>
                </a:tc>
                <a:extLst>
                  <a:ext uri="{0D108BD9-81ED-4DB2-BD59-A6C34878D82A}">
                    <a16:rowId xmlns:a16="http://schemas.microsoft.com/office/drawing/2014/main" val="2614377542"/>
                  </a:ext>
                </a:extLst>
              </a:tr>
              <a:tr h="0">
                <a:tc>
                  <a:txBody>
                    <a:bodyPr/>
                    <a:lstStyle/>
                    <a:p>
                      <a:r>
                        <a:rPr lang="en-US" sz="1600" dirty="0"/>
                        <a:t>3</a:t>
                      </a:r>
                    </a:p>
                  </a:txBody>
                  <a:tcPr/>
                </a:tc>
                <a:tc>
                  <a:txBody>
                    <a:bodyPr/>
                    <a:lstStyle/>
                    <a:p>
                      <a:pPr lvl="0">
                        <a:buNone/>
                      </a:pPr>
                      <a:r>
                        <a:rPr lang="en-US" sz="1600" b="0" i="0" u="none" strike="noStrike" noProof="0" dirty="0">
                          <a:latin typeface="Calibri"/>
                          <a:ea typeface="Calibri"/>
                          <a:cs typeface="Calibri"/>
                        </a:rPr>
                        <a:t>Hybrid (</a:t>
                      </a:r>
                      <a:r>
                        <a:rPr lang="en-US" sz="1600" b="0" i="0" u="none" strike="noStrike" noProof="0" dirty="0" err="1">
                          <a:latin typeface="Calibri"/>
                          <a:ea typeface="Calibri"/>
                          <a:cs typeface="Calibri"/>
                        </a:rPr>
                        <a:t>Medartis</a:t>
                      </a:r>
                      <a:r>
                        <a:rPr lang="en-US" sz="1600" b="0" i="0" u="none" strike="noStrike" noProof="0" dirty="0">
                          <a:latin typeface="Calibri"/>
                          <a:ea typeface="Calibri"/>
                          <a:cs typeface="Calibri"/>
                        </a:rPr>
                        <a:t> + EPAM BTP)</a:t>
                      </a:r>
                      <a:endParaRPr lang="en-US" dirty="0"/>
                    </a:p>
                  </a:txBody>
                  <a:tcPr/>
                </a:tc>
                <a:tc>
                  <a:txBody>
                    <a:bodyPr/>
                    <a:lstStyle/>
                    <a:p>
                      <a:pPr lvl="0">
                        <a:buNone/>
                      </a:pPr>
                      <a:r>
                        <a:rPr lang="en-US" sz="1600" b="0" i="0" u="none" strike="noStrike" noProof="0">
                          <a:latin typeface="Calibri"/>
                          <a:ea typeface="Calibri"/>
                          <a:cs typeface="Calibri"/>
                        </a:rPr>
                        <a:t>High</a:t>
                      </a:r>
                      <a:endParaRPr lang="en-US"/>
                    </a:p>
                  </a:txBody>
                  <a:tcPr/>
                </a:tc>
                <a:tc>
                  <a:txBody>
                    <a:bodyPr/>
                    <a:lstStyle/>
                    <a:p>
                      <a:pPr lvl="0">
                        <a:buNone/>
                      </a:pPr>
                      <a:r>
                        <a:rPr lang="en-US" sz="1600" b="0" i="0" u="none" strike="noStrike" noProof="0">
                          <a:latin typeface="Calibri"/>
                          <a:ea typeface="Calibri"/>
                          <a:cs typeface="Calibri"/>
                        </a:rPr>
                        <a:t>Medium-High</a:t>
                      </a:r>
                      <a:endParaRPr lang="en-US"/>
                    </a:p>
                  </a:txBody>
                  <a:tcPr/>
                </a:tc>
                <a:tc>
                  <a:txBody>
                    <a:bodyPr/>
                    <a:lstStyle/>
                    <a:p>
                      <a:pPr lvl="0">
                        <a:buNone/>
                      </a:pPr>
                      <a:r>
                        <a:rPr lang="en-US" sz="1600" b="0" i="0" u="none" strike="noStrike" noProof="0" dirty="0">
                          <a:latin typeface="Calibri"/>
                          <a:ea typeface="Calibri"/>
                          <a:cs typeface="Calibri"/>
                        </a:rPr>
                        <a:t>Sensitive data stays in </a:t>
                      </a:r>
                      <a:r>
                        <a:rPr lang="en-US" sz="1600" b="0" i="0" u="none" strike="noStrike" noProof="0" dirty="0" err="1">
                          <a:latin typeface="Calibri"/>
                          <a:ea typeface="Calibri"/>
                          <a:cs typeface="Calibri"/>
                        </a:rPr>
                        <a:t>Medartis</a:t>
                      </a:r>
                      <a:r>
                        <a:rPr lang="en-US" sz="1600" b="0" i="0" u="none" strike="noStrike" noProof="0" dirty="0">
                          <a:latin typeface="Calibri"/>
                          <a:ea typeface="Calibri"/>
                          <a:cs typeface="Calibri"/>
                        </a:rPr>
                        <a:t>; Scalable processing in EPAM</a:t>
                      </a:r>
                      <a:endParaRPr lang="en-US" dirty="0"/>
                    </a:p>
                  </a:txBody>
                  <a:tcPr/>
                </a:tc>
                <a:tc>
                  <a:txBody>
                    <a:bodyPr/>
                    <a:lstStyle/>
                    <a:p>
                      <a:pPr lvl="0">
                        <a:buNone/>
                      </a:pPr>
                      <a:r>
                        <a:rPr lang="en-US" sz="1600" b="0" i="0" u="none" strike="noStrike" noProof="0" dirty="0">
                          <a:latin typeface="Calibri"/>
                          <a:ea typeface="Calibri"/>
                          <a:cs typeface="Calibri"/>
                        </a:rPr>
                        <a:t>Architecture complexity; More components to manage</a:t>
                      </a:r>
                      <a:endParaRPr lang="en-US" dirty="0"/>
                    </a:p>
                  </a:txBody>
                  <a:tcPr/>
                </a:tc>
                <a:extLst>
                  <a:ext uri="{0D108BD9-81ED-4DB2-BD59-A6C34878D82A}">
                    <a16:rowId xmlns:a16="http://schemas.microsoft.com/office/drawing/2014/main" val="906533541"/>
                  </a:ext>
                </a:extLst>
              </a:tr>
            </a:tbl>
          </a:graphicData>
        </a:graphic>
      </p:graphicFrame>
    </p:spTree>
    <p:extLst>
      <p:ext uri="{BB962C8B-B14F-4D97-AF65-F5344CB8AC3E}">
        <p14:creationId xmlns:p14="http://schemas.microsoft.com/office/powerpoint/2010/main" val="28017217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3768A963-6A65-98F8-CD46-91B53A4AC80E}"/>
              </a:ext>
            </a:extLst>
          </p:cNvPr>
          <p:cNvSpPr>
            <a:spLocks noGrp="1"/>
          </p:cNvSpPr>
          <p:nvPr>
            <p:ph type="title"/>
          </p:nvPr>
        </p:nvSpPr>
        <p:spPr>
          <a:xfrm>
            <a:off x="633632" y="722843"/>
            <a:ext cx="2618014" cy="338554"/>
          </a:xfrm>
        </p:spPr>
        <p:txBody>
          <a:bodyPr lIns="0" tIns="0" rIns="0" bIns="0" anchor="t">
            <a:noAutofit/>
          </a:bodyPr>
          <a:lstStyle/>
          <a:p>
            <a:r>
              <a:rPr lang="en-US" sz="2800" b="0" dirty="0">
                <a:latin typeface="Calibri Light"/>
                <a:ea typeface="Calibri"/>
                <a:cs typeface="Calibri"/>
              </a:rPr>
              <a:t>How this review ran</a:t>
            </a:r>
          </a:p>
        </p:txBody>
      </p:sp>
      <p:sp>
        <p:nvSpPr>
          <p:cNvPr id="2" name="TextBox 6">
            <a:extLst>
              <a:ext uri="{FF2B5EF4-FFF2-40B4-BE49-F238E27FC236}">
                <a16:creationId xmlns:a16="http://schemas.microsoft.com/office/drawing/2014/main" id="{4822731F-2ADD-68C9-EDC9-0CEA86688B52}"/>
              </a:ext>
            </a:extLst>
          </p:cNvPr>
          <p:cNvSpPr txBox="1"/>
          <p:nvPr/>
        </p:nvSpPr>
        <p:spPr>
          <a:xfrm>
            <a:off x="1683248" y="1555054"/>
            <a:ext cx="3144345" cy="3754874"/>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Cloud‑LLM‑Hub deployed in </a:t>
            </a:r>
            <a:r>
              <a:rPr lang="en-US" sz="1100" b="1" dirty="0">
                <a:solidFill>
                  <a:schemeClr val="bg1"/>
                </a:solidFill>
                <a:latin typeface="Segoe UI"/>
                <a:ea typeface="Segoe UI"/>
                <a:cs typeface="Segoe UI"/>
              </a:rPr>
              <a:t>EPAM BTP CF</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Vector DB for RAG also hosted in EPAM BTP</a:t>
            </a:r>
            <a:endParaRPr lang="en-US" sz="1100" dirty="0">
              <a:solidFill>
                <a:schemeClr val="bg1"/>
              </a:solidFill>
              <a:latin typeface="Segoe UI"/>
              <a:cs typeface="Segoe UI"/>
            </a:endParaRPr>
          </a:p>
          <a:p>
            <a:pPr marL="285750" indent="-285750">
              <a:buFont typeface="Arial"/>
              <a:buChar char="•"/>
            </a:pPr>
            <a:r>
              <a:rPr lang="en-US" sz="1100" dirty="0">
                <a:solidFill>
                  <a:schemeClr val="bg1"/>
                </a:solidFill>
                <a:latin typeface="Segoe UI"/>
                <a:ea typeface="Segoe UI"/>
                <a:cs typeface="Segoe UI"/>
              </a:rPr>
              <a:t>On‑Prem ABAP systems accessed through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Cloud Connector → EPAM Destination</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LLM provider accessed from EPAM BTP runtime</a:t>
            </a:r>
            <a:endParaRPr lang="en-US" dirty="0">
              <a:solidFill>
                <a:schemeClr val="bg1"/>
              </a:solidFill>
              <a:ea typeface="Calibri"/>
              <a:cs typeface="Calibri"/>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Easy horizontal scaling in EPAM cloud</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Reduced load on customer’s BTP tenant</a:t>
            </a:r>
            <a:endParaRPr lang="en-US" sz="1100" dirty="0">
              <a:solidFill>
                <a:schemeClr val="bg1"/>
              </a:solidFill>
              <a:latin typeface="Segoe UI"/>
              <a:cs typeface="Segoe UI"/>
            </a:endParaRPr>
          </a:p>
          <a:p>
            <a:pPr marL="285750" indent="-285750">
              <a:buFont typeface="Arial"/>
              <a:buChar char="•"/>
            </a:pPr>
            <a:r>
              <a:rPr lang="en-US" sz="1100" dirty="0">
                <a:solidFill>
                  <a:schemeClr val="bg1"/>
                </a:solidFill>
                <a:latin typeface="Segoe UI"/>
                <a:cs typeface="Segoe UI"/>
              </a:rPr>
              <a:t>Dedicated environment managed by EPAM</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Some technical data leaves customer‑controlled perimeter</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Higher governance requirements for sensitive metadata</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Trust dependency on EPAM‑managed infrastructure</a:t>
            </a:r>
            <a:endParaRPr lang="en-US" sz="1100" dirty="0">
              <a:solidFill>
                <a:schemeClr val="bg1"/>
              </a:solidFill>
              <a:latin typeface="Segoe UI"/>
            </a:endParaRPr>
          </a:p>
          <a:p>
            <a:endParaRPr lang="en-US" sz="1400" b="1" dirty="0">
              <a:solidFill>
                <a:schemeClr val="bg1"/>
              </a:solidFill>
              <a:latin typeface="Calibri Light"/>
              <a:ea typeface="Segoe UI"/>
              <a:cs typeface="Segoe UI"/>
            </a:endParaRPr>
          </a:p>
        </p:txBody>
      </p:sp>
      <p:sp>
        <p:nvSpPr>
          <p:cNvPr id="6" name="Text Placeholder 3">
            <a:extLst>
              <a:ext uri="{FF2B5EF4-FFF2-40B4-BE49-F238E27FC236}">
                <a16:creationId xmlns:a16="http://schemas.microsoft.com/office/drawing/2014/main" id="{AD7E56BD-6160-8471-2538-AB4638F59B0E}"/>
              </a:ext>
            </a:extLst>
          </p:cNvPr>
          <p:cNvSpPr txBox="1">
            <a:spLocks/>
          </p:cNvSpPr>
          <p:nvPr/>
        </p:nvSpPr>
        <p:spPr>
          <a:xfrm>
            <a:off x="633632" y="497137"/>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9" name="TextBox 8"/>
          <p:cNvSpPr txBox="1"/>
          <p:nvPr/>
        </p:nvSpPr>
        <p:spPr>
          <a:xfrm>
            <a:off x="3474720" y="640080"/>
            <a:ext cx="8229600" cy="5486400"/>
          </a:xfrm>
          <a:prstGeom prst="rect">
            <a:avLst/>
          </a:prstGeom>
          <a:noFill/>
        </p:spPr>
        <p:txBody>
          <a:bodyPr wrap="square">
            <a:spAutoFit/>
          </a:bodyPr>
          <a:lstStyle/>
          <a:p>
            <a:pPr>
              <a:defRPr sz="1100" b="0">
                <a:solidFill>
                  <a:srgbClr val="333333"/>
                </a:solidFill>
                <a:latin typeface="Calibri"/>
              </a:defRPr>
            </a:pPr>
            <a:r>
              <a:t>Tutorial: docs/tutorials/code-review/  (6 skill files + worked example)</a:t>
            </a:r>
          </a:p>
          <a:p>
            <a:pPr>
              <a:defRPr sz="1100" b="0">
                <a:solidFill>
                  <a:srgbClr val="333333"/>
                </a:solidFill>
                <a:latin typeface="Calibri"/>
              </a:defRPr>
            </a:pPr>
          </a:p>
          <a:p>
            <a:pPr>
              <a:defRPr sz="1100" b="0">
                <a:solidFill>
                  <a:srgbClr val="333333"/>
                </a:solidFill>
                <a:latin typeface="Calibri"/>
              </a:defRPr>
            </a:pPr>
            <a:r>
              <a:t>Pipeline:</a:t>
            </a:r>
          </a:p>
          <a:p>
            <a:pPr>
              <a:defRPr sz="1100" b="0">
                <a:solidFill>
                  <a:srgbClr val="333333"/>
                </a:solidFill>
                <a:latin typeface="Calibri"/>
              </a:defRPr>
            </a:pPr>
            <a:r>
              <a:t>    Stage 1 — Formalize target (object, scope, severity scale)</a:t>
            </a:r>
          </a:p>
          <a:p>
            <a:pPr>
              <a:defRPr sz="1100" b="0">
                <a:solidFill>
                  <a:srgbClr val="333333"/>
                </a:solidFill>
                <a:latin typeface="Calibri"/>
              </a:defRPr>
            </a:pPr>
            <a:r>
              <a:t>    Stages 2-5 — Independent checks: Security / Performance / CleanCore / Maintainability (parallel, ~30-45s each)</a:t>
            </a:r>
          </a:p>
          <a:p>
            <a:pPr>
              <a:defRPr sz="1100" b="0">
                <a:solidFill>
                  <a:srgbClr val="333333"/>
                </a:solidFill>
                <a:latin typeface="Calibri"/>
              </a:defRPr>
            </a:pPr>
            <a:r>
              <a:t>    Stage 6 — Aggregate with severity ranking and verdict</a:t>
            </a:r>
          </a:p>
          <a:p>
            <a:pPr>
              <a:defRPr sz="1100" b="0">
                <a:solidFill>
                  <a:srgbClr val="333333"/>
                </a:solidFill>
                <a:latin typeface="Calibri"/>
              </a:defRPr>
            </a:pPr>
          </a:p>
          <a:p>
            <a:pPr>
              <a:defRPr sz="1100" b="0">
                <a:solidFill>
                  <a:srgbClr val="333333"/>
                </a:solidFill>
                <a:latin typeface="Calibri"/>
              </a:defRPr>
            </a:pPr>
            <a:r>
              <a:t>Why parallel safe: light read-only tools (ReadProgram, GetIncludesList, GetInclude).</a:t>
            </a:r>
          </a:p>
          <a:p>
            <a:pPr>
              <a:defRPr sz="1100" b="0">
                <a:solidFill>
                  <a:srgbClr val="333333"/>
                </a:solidFill>
                <a:latin typeface="Calibri"/>
              </a:defRPr>
            </a:pPr>
            <a:r>
              <a:t>No SearchSource here — that's a codebase-analysis tool, not a per-object review tool.</a:t>
            </a:r>
          </a:p>
          <a:p>
            <a:pPr>
              <a:defRPr sz="1100" b="0">
                <a:solidFill>
                  <a:srgbClr val="333333"/>
                </a:solidFill>
                <a:latin typeface="Calibri"/>
              </a:defRPr>
            </a:pPr>
          </a:p>
          <a:p>
            <a:pPr>
              <a:defRPr sz="1100" b="0">
                <a:solidFill>
                  <a:srgbClr val="333333"/>
                </a:solidFill>
                <a:latin typeface="Calibri"/>
              </a:defRPr>
            </a:pPr>
            <a:r>
              <a:t>Wall-clock end-to-end: ~5 minutes.</a:t>
            </a:r>
          </a:p>
          <a:p>
            <a:pPr>
              <a:defRPr sz="1100" b="0">
                <a:solidFill>
                  <a:srgbClr val="333333"/>
                </a:solidFill>
                <a:latin typeface="Calibri"/>
              </a:defRPr>
            </a:pPr>
            <a:r>
              <a:t>Cloud-side LLM tokens: ~381k across four checks combined (gpt-5.2).</a:t>
            </a:r>
          </a:p>
          <a:p>
            <a:pPr>
              <a:defRPr sz="1100" b="0">
                <a:solidFill>
                  <a:srgbClr val="333333"/>
                </a:solidFill>
                <a:latin typeface="Calibri"/>
              </a:defRPr>
            </a:pPr>
          </a:p>
          <a:p>
            <a:pPr>
              <a:defRPr sz="1100" b="0">
                <a:solidFill>
                  <a:srgbClr val="333333"/>
                </a:solidFill>
                <a:latin typeface="Calibri"/>
              </a:defRPr>
            </a:pPr>
            <a:r>
              <a:t>Comparable manual review estimate: 1-2 hours per category × 4 = 4-8 hours by senior ABAP reviewer.</a:t>
            </a:r>
          </a:p>
        </p:txBody>
      </p:sp>
    </p:spTree>
    <p:extLst>
      <p:ext uri="{BB962C8B-B14F-4D97-AF65-F5344CB8AC3E}">
        <p14:creationId xmlns:p14="http://schemas.microsoft.com/office/powerpoint/2010/main" val="994579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258F7F3E-C1F2-EEE7-E736-965875D70CED}"/>
              </a:ext>
            </a:extLst>
          </p:cNvPr>
          <p:cNvPicPr>
            <a:picLocks noGrp="1" noChangeAspect="1"/>
          </p:cNvPicPr>
          <p:nvPr>
            <p:ph type="pic" sz="quarter" idx="24"/>
          </p:nvPr>
        </p:nvPicPr>
        <p:blipFill>
          <a:blip r:embed="rId3"/>
          <a:srcRect l="2238" r="2238"/>
          <a:stretch>
            <a:fillRect/>
          </a:stretch>
        </p:blipFill>
        <p:spPr>
          <a:xfrm>
            <a:off x="6096000" y="10"/>
            <a:ext cx="6096000" cy="6857990"/>
          </a:xfrm>
          <a:prstGeom prst="rect">
            <a:avLst/>
          </a:prstGeom>
          <a:noFill/>
        </p:spPr>
      </p:pic>
      <p:sp>
        <p:nvSpPr>
          <p:cNvPr id="9" name="Title 2">
            <a:extLst>
              <a:ext uri="{FF2B5EF4-FFF2-40B4-BE49-F238E27FC236}">
                <a16:creationId xmlns:a16="http://schemas.microsoft.com/office/drawing/2014/main" id="{63FAB504-5A41-EC72-77ED-1FC746DB9611}"/>
              </a:ext>
            </a:extLst>
          </p:cNvPr>
          <p:cNvSpPr>
            <a:spLocks noGrp="1"/>
          </p:cNvSpPr>
          <p:nvPr>
            <p:ph type="title"/>
          </p:nvPr>
        </p:nvSpPr>
        <p:spPr>
          <a:xfrm>
            <a:off x="633632" y="665116"/>
            <a:ext cx="4015014" cy="442462"/>
          </a:xfrm>
        </p:spPr>
        <p:txBody>
          <a:bodyPr lIns="0" tIns="0" rIns="0" bIns="0" anchor="t">
            <a:noAutofit/>
          </a:bodyPr>
          <a:lstStyle/>
          <a:p>
            <a:r>
              <a:rPr lang="en-US" sz="2800">
                <a:latin typeface="Calibri Light"/>
                <a:ea typeface="Calibri"/>
                <a:cs typeface="Calibri"/>
              </a:rPr>
              <a:t>Option 2 — Medartis BTP</a:t>
            </a:r>
          </a:p>
        </p:txBody>
      </p:sp>
      <p:sp>
        <p:nvSpPr>
          <p:cNvPr id="11" name="Text Placeholder 3">
            <a:extLst>
              <a:ext uri="{FF2B5EF4-FFF2-40B4-BE49-F238E27FC236}">
                <a16:creationId xmlns:a16="http://schemas.microsoft.com/office/drawing/2014/main" id="{F1565FB2-7436-1BDA-6D48-0EFFB08D7612}"/>
              </a:ext>
            </a:extLst>
          </p:cNvPr>
          <p:cNvSpPr txBox="1">
            <a:spLocks/>
          </p:cNvSpPr>
          <p:nvPr/>
        </p:nvSpPr>
        <p:spPr>
          <a:xfrm>
            <a:off x="633632" y="419100"/>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2" name="TextBox 6">
            <a:extLst>
              <a:ext uri="{FF2B5EF4-FFF2-40B4-BE49-F238E27FC236}">
                <a16:creationId xmlns:a16="http://schemas.microsoft.com/office/drawing/2014/main" id="{43388088-A2E4-5C34-B997-46BA1FC9F7D5}"/>
              </a:ext>
            </a:extLst>
          </p:cNvPr>
          <p:cNvSpPr txBox="1"/>
          <p:nvPr/>
        </p:nvSpPr>
        <p:spPr>
          <a:xfrm>
            <a:off x="1473041" y="1555054"/>
            <a:ext cx="3144345" cy="3816429"/>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Cloud‑LLM‑Hub deployed in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BTP</a:t>
            </a:r>
            <a:endParaRPr lang="en-US" dirty="0">
              <a:solidFill>
                <a:schemeClr val="bg1"/>
              </a:solidFill>
            </a:endParaRPr>
          </a:p>
          <a:p>
            <a:pPr marL="285750" indent="-285750">
              <a:buFont typeface="Arial"/>
              <a:buChar char="•"/>
            </a:pPr>
            <a:r>
              <a:rPr lang="en-US" sz="1100" dirty="0">
                <a:solidFill>
                  <a:schemeClr val="bg1"/>
                </a:solidFill>
                <a:latin typeface="Segoe UI"/>
                <a:ea typeface="Segoe UI"/>
                <a:cs typeface="Segoe UI"/>
              </a:rPr>
              <a:t>Vector DB also stored in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cloud environment</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Direct On‑Prem ABAP access via </a:t>
            </a:r>
            <a:r>
              <a:rPr lang="en-US" sz="1100" b="1" dirty="0">
                <a:solidFill>
                  <a:schemeClr val="bg1"/>
                </a:solidFill>
                <a:latin typeface="Segoe UI"/>
                <a:ea typeface="Segoe UI"/>
                <a:cs typeface="Segoe UI"/>
              </a:rPr>
              <a:t>local Cloud Connector</a:t>
            </a:r>
            <a:endParaRPr lang="en-US" dirty="0">
              <a:solidFill>
                <a:schemeClr val="bg1"/>
              </a:solidFill>
            </a:endParaRPr>
          </a:p>
          <a:p>
            <a:pPr marL="285750" indent="-285750">
              <a:buFont typeface="Arial"/>
              <a:buChar char="•"/>
            </a:pPr>
            <a:r>
              <a:rPr lang="en-US" sz="1100" dirty="0">
                <a:solidFill>
                  <a:schemeClr val="bg1"/>
                </a:solidFill>
                <a:latin typeface="Segoe UI"/>
                <a:cs typeface="Segoe UI"/>
              </a:rPr>
              <a:t>LLM provider accessed from within customer’s BTP</a:t>
            </a:r>
            <a:endParaRPr lang="en-US" dirty="0">
              <a:solidFill>
                <a:schemeClr val="bg1"/>
              </a:solidFill>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Full control remains within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All AI components inside customer security perimeter</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Simplified compliance and data governance</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Limited scalability due to customer BTP capacity</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Additional operational load on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teams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Less flexibility for large workloads</a:t>
            </a:r>
            <a:endParaRPr lang="en-US" dirty="0">
              <a:solidFill>
                <a:schemeClr val="bg1"/>
              </a:solidFill>
              <a:ea typeface="Calibri"/>
              <a:cs typeface="Calibri"/>
            </a:endParaRPr>
          </a:p>
          <a:p>
            <a:endParaRPr lang="en-US" b="1" dirty="0">
              <a:solidFill>
                <a:schemeClr val="bg1"/>
              </a:solidFill>
              <a:latin typeface="Calibri"/>
              <a:ea typeface="Calibri"/>
              <a:cs typeface="Calibri"/>
            </a:endParaRPr>
          </a:p>
        </p:txBody>
      </p:sp>
    </p:spTree>
    <p:extLst>
      <p:ext uri="{BB962C8B-B14F-4D97-AF65-F5344CB8AC3E}">
        <p14:creationId xmlns:p14="http://schemas.microsoft.com/office/powerpoint/2010/main" val="16727572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38B13-2A0E-8F7B-FA19-41F29D96329A}"/>
            </a:ext>
          </a:extLst>
        </p:cNvPr>
        <p:cNvGrpSpPr/>
        <p:nvPr/>
      </p:nvGrpSpPr>
      <p:grpSpPr>
        <a:xfrm>
          <a:off x="0" y="0"/>
          <a:ext cx="0" cy="0"/>
          <a:chOff x="0" y="0"/>
          <a:chExt cx="0" cy="0"/>
        </a:xfrm>
      </p:grpSpPr>
      <p:pic>
        <p:nvPicPr>
          <p:cNvPr id="5" name="Picture Placeholder 4" descr="A screenshot of a computer screen  AI-generated content may be incorrect.">
            <a:extLst>
              <a:ext uri="{FF2B5EF4-FFF2-40B4-BE49-F238E27FC236}">
                <a16:creationId xmlns:a16="http://schemas.microsoft.com/office/drawing/2014/main" id="{CE7F3744-12A1-805D-5189-C4A64E121B4B}"/>
              </a:ext>
            </a:extLst>
          </p:cNvPr>
          <p:cNvPicPr>
            <a:picLocks noGrp="1" noChangeAspect="1"/>
          </p:cNvPicPr>
          <p:nvPr>
            <p:ph type="pic" sz="quarter" idx="24"/>
          </p:nvPr>
        </p:nvPicPr>
        <p:blipFill>
          <a:blip r:embed="rId3"/>
          <a:srcRect t="79" b="79"/>
          <a:stretch>
            <a:fillRect/>
          </a:stretch>
        </p:blipFill>
        <p:spPr>
          <a:xfrm>
            <a:off x="6096000" y="10"/>
            <a:ext cx="6096000" cy="6857990"/>
          </a:xfrm>
          <a:prstGeom prst="rect">
            <a:avLst/>
          </a:prstGeom>
          <a:noFill/>
        </p:spPr>
      </p:pic>
      <p:sp>
        <p:nvSpPr>
          <p:cNvPr id="9" name="Title 2">
            <a:extLst>
              <a:ext uri="{FF2B5EF4-FFF2-40B4-BE49-F238E27FC236}">
                <a16:creationId xmlns:a16="http://schemas.microsoft.com/office/drawing/2014/main" id="{AAF93E85-916F-D91A-E95F-E24076848B9E}"/>
              </a:ext>
            </a:extLst>
          </p:cNvPr>
          <p:cNvSpPr>
            <a:spLocks noGrp="1"/>
          </p:cNvSpPr>
          <p:nvPr>
            <p:ph type="title"/>
          </p:nvPr>
        </p:nvSpPr>
        <p:spPr>
          <a:xfrm>
            <a:off x="633632" y="665116"/>
            <a:ext cx="4015014" cy="442462"/>
          </a:xfrm>
        </p:spPr>
        <p:txBody>
          <a:bodyPr lIns="0" tIns="0" rIns="0" bIns="0" anchor="t">
            <a:noAutofit/>
          </a:bodyPr>
          <a:lstStyle/>
          <a:p>
            <a:r>
              <a:rPr lang="en-US" sz="2800" dirty="0">
                <a:latin typeface="Calibri Light"/>
                <a:ea typeface="Calibri"/>
                <a:cs typeface="Calibri"/>
              </a:rPr>
              <a:t>Option 3 — Hybrid (Medartis + EPAM BTP)</a:t>
            </a:r>
          </a:p>
        </p:txBody>
      </p:sp>
      <p:sp>
        <p:nvSpPr>
          <p:cNvPr id="11" name="Text Placeholder 3">
            <a:extLst>
              <a:ext uri="{FF2B5EF4-FFF2-40B4-BE49-F238E27FC236}">
                <a16:creationId xmlns:a16="http://schemas.microsoft.com/office/drawing/2014/main" id="{FE9713BF-CDC8-4418-9C55-7F9EB513AE6A}"/>
              </a:ext>
            </a:extLst>
          </p:cNvPr>
          <p:cNvSpPr txBox="1">
            <a:spLocks/>
          </p:cNvSpPr>
          <p:nvPr/>
        </p:nvSpPr>
        <p:spPr>
          <a:xfrm>
            <a:off x="633632" y="419100"/>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3" name="TextBox 6">
            <a:extLst>
              <a:ext uri="{FF2B5EF4-FFF2-40B4-BE49-F238E27FC236}">
                <a16:creationId xmlns:a16="http://schemas.microsoft.com/office/drawing/2014/main" id="{2F6F8C8E-F261-E112-3508-B9CFF8FD5127}"/>
              </a:ext>
            </a:extLst>
          </p:cNvPr>
          <p:cNvSpPr txBox="1"/>
          <p:nvPr/>
        </p:nvSpPr>
        <p:spPr>
          <a:xfrm>
            <a:off x="1175247" y="1467468"/>
            <a:ext cx="4396827" cy="3877985"/>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Sensitive indexing and metadata analysis executed in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BTP</a:t>
            </a:r>
            <a:endParaRPr lang="en-US" dirty="0">
              <a:solidFill>
                <a:schemeClr val="bg1"/>
              </a:solidFill>
            </a:endParaRPr>
          </a:p>
          <a:p>
            <a:pPr marL="285750" indent="-285750">
              <a:buFont typeface="Arial"/>
              <a:buChar char="•"/>
            </a:pPr>
            <a:r>
              <a:rPr lang="en-US" sz="1100" dirty="0">
                <a:solidFill>
                  <a:schemeClr val="bg1"/>
                </a:solidFill>
                <a:latin typeface="Segoe UI"/>
                <a:cs typeface="Segoe UI"/>
              </a:rPr>
              <a:t>Heavy MCP/LLM processing hosted in </a:t>
            </a:r>
            <a:r>
              <a:rPr lang="en-US" sz="1100" b="1" dirty="0">
                <a:solidFill>
                  <a:schemeClr val="bg1"/>
                </a:solidFill>
                <a:latin typeface="Segoe UI"/>
                <a:cs typeface="Segoe UI"/>
              </a:rPr>
              <a:t>EPAM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Uses </a:t>
            </a:r>
            <a:r>
              <a:rPr lang="en-US" sz="1100" b="1" dirty="0">
                <a:solidFill>
                  <a:schemeClr val="bg1"/>
                </a:solidFill>
                <a:latin typeface="Segoe UI"/>
                <a:cs typeface="Segoe UI"/>
              </a:rPr>
              <a:t>multiple vector databases</a:t>
            </a:r>
            <a:r>
              <a:rPr lang="en-US" sz="1100" dirty="0">
                <a:solidFill>
                  <a:schemeClr val="bg1"/>
                </a:solidFill>
                <a:latin typeface="Segoe UI"/>
                <a:cs typeface="Segoe UI"/>
              </a:rPr>
              <a:t>: </a:t>
            </a:r>
            <a:endParaRPr lang="en-US" dirty="0">
              <a:solidFill>
                <a:schemeClr val="bg1"/>
              </a:solidFill>
              <a:ea typeface="Calibri"/>
              <a:cs typeface="Calibri"/>
            </a:endParaRPr>
          </a:p>
          <a:p>
            <a:pPr marL="742950" lvl="1" indent="-285750">
              <a:buFont typeface="Arial"/>
              <a:buChar char="•"/>
            </a:pPr>
            <a:r>
              <a:rPr lang="en-US" sz="1100" dirty="0">
                <a:solidFill>
                  <a:schemeClr val="bg1"/>
                </a:solidFill>
                <a:latin typeface="Segoe UI"/>
                <a:cs typeface="Segoe UI"/>
              </a:rPr>
              <a:t>sensitive vectors stored inside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742950" lvl="1" indent="-285750">
              <a:buFont typeface="Arial"/>
              <a:buChar char="•"/>
            </a:pPr>
            <a:r>
              <a:rPr lang="en-US" sz="1100" dirty="0">
                <a:solidFill>
                  <a:schemeClr val="bg1"/>
                </a:solidFill>
                <a:latin typeface="Segoe UI"/>
                <a:ea typeface="Segoe UI"/>
                <a:cs typeface="Segoe UI"/>
              </a:rPr>
              <a:t>non‑sensitive vectors stored in EPAM</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Multi‑hop flow: On‑Prem →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 EPAM → </a:t>
            </a:r>
            <a:r>
              <a:rPr lang="en-US" sz="1100" dirty="0">
                <a:solidFill>
                  <a:schemeClr val="bg1"/>
                </a:solidFill>
                <a:latin typeface="Segoe UI"/>
                <a:cs typeface="Segoe UI"/>
              </a:rPr>
              <a:t>LLM provider</a:t>
            </a:r>
            <a:endParaRPr lang="en-US" dirty="0">
              <a:solidFill>
                <a:schemeClr val="bg1"/>
              </a:solidFill>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Sensitive data never leaves </a:t>
            </a:r>
            <a:r>
              <a:rPr lang="en-US" sz="1100" b="1" dirty="0" err="1">
                <a:solidFill>
                  <a:schemeClr val="bg1"/>
                </a:solidFill>
                <a:latin typeface="Segoe UI"/>
                <a:cs typeface="Segoe UI"/>
              </a:rPr>
              <a:t>Medartis</a:t>
            </a:r>
            <a:r>
              <a:rPr lang="en-US" sz="1100" b="1" dirty="0">
                <a:solidFill>
                  <a:schemeClr val="bg1"/>
                </a:solidFill>
                <a:latin typeface="Segoe UI"/>
                <a:cs typeface="Segoe UI"/>
              </a:rPr>
              <a:t> control</a:t>
            </a:r>
            <a:endParaRPr lang="en-US" b="1" dirty="0">
              <a:solidFill>
                <a:schemeClr val="bg1"/>
              </a:solidFill>
            </a:endParaRPr>
          </a:p>
          <a:p>
            <a:pPr marL="285750" indent="-285750">
              <a:buFont typeface="Arial"/>
              <a:buChar char="•"/>
            </a:pPr>
            <a:r>
              <a:rPr lang="en-US" sz="1100" b="1" dirty="0">
                <a:solidFill>
                  <a:schemeClr val="bg1"/>
                </a:solidFill>
                <a:latin typeface="Segoe UI"/>
                <a:cs typeface="Segoe UI"/>
              </a:rPr>
              <a:t>General/non‑sensitive data processed in EPAM</a:t>
            </a:r>
            <a:r>
              <a:rPr lang="en-US" sz="1100" dirty="0">
                <a:solidFill>
                  <a:schemeClr val="bg1"/>
                </a:solidFill>
                <a:latin typeface="Segoe UI"/>
                <a:cs typeface="Segoe UI"/>
              </a:rPr>
              <a:t>, reducing load on </a:t>
            </a:r>
            <a:r>
              <a:rPr lang="en-US" sz="1100" dirty="0" err="1">
                <a:solidFill>
                  <a:schemeClr val="bg1"/>
                </a:solidFill>
                <a:latin typeface="Segoe UI"/>
                <a:cs typeface="Segoe UI"/>
              </a:rPr>
              <a:t>Medartis</a:t>
            </a:r>
            <a:r>
              <a:rPr lang="en-US" sz="1100" dirty="0">
                <a:solidFill>
                  <a:schemeClr val="bg1"/>
                </a:solidFill>
                <a:latin typeface="Segoe UI"/>
                <a:cs typeface="Segoe UI"/>
              </a:rPr>
              <a:t>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Flexible architecture: scalable AI workloads in EPAM + secure storage in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Clear separation of sensitive vs non‑sensitive processing paths</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Higher architectural and integration complexity</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More components to monitor and maintain</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Requires careful coordination across multiple platforms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Increased routing and connectivity overhead</a:t>
            </a:r>
          </a:p>
          <a:p>
            <a:pPr>
              <a:buFont typeface="Arial"/>
            </a:pPr>
            <a:endParaRPr lang="en-US" sz="1100" dirty="0">
              <a:solidFill>
                <a:schemeClr val="bg1"/>
              </a:solidFill>
              <a:latin typeface="Segoe UI"/>
              <a:ea typeface="Calibri"/>
              <a:cs typeface="Segoe UI"/>
            </a:endParaRPr>
          </a:p>
        </p:txBody>
      </p:sp>
    </p:spTree>
    <p:extLst>
      <p:ext uri="{BB962C8B-B14F-4D97-AF65-F5344CB8AC3E}">
        <p14:creationId xmlns:p14="http://schemas.microsoft.com/office/powerpoint/2010/main" val="3612130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3154680" cy="6858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457200" y="502920"/>
            <a:ext cx="2697480" cy="274320"/>
          </a:xfrm>
          <a:prstGeom prst="rect">
            <a:avLst/>
          </a:prstGeom>
          <a:noFill/>
        </p:spPr>
        <p:txBody>
          <a:bodyPr wrap="square" anchor="t">
            <a:spAutoFit/>
          </a:bodyPr>
          <a:lstStyle/>
          <a:p>
            <a:pPr algn="l">
              <a:lnSpc>
                <a:spcPct val="115000"/>
              </a:lnSpc>
            </a:pPr>
            <a:r>
              <a:rPr sz="1000" b="0">
                <a:solidFill>
                  <a:srgbClr val="222222"/>
                </a:solidFill>
                <a:latin typeface="Calibri"/>
              </a:rPr>
              <a:t>EPAM ACCELERATOR</a:t>
            </a:r>
          </a:p>
        </p:txBody>
      </p:sp>
      <p:sp>
        <p:nvSpPr>
          <p:cNvPr id="5" name="TextBox 4"/>
          <p:cNvSpPr txBox="1"/>
          <p:nvPr/>
        </p:nvSpPr>
        <p:spPr>
          <a:xfrm>
            <a:off x="457200" y="868680"/>
            <a:ext cx="2697480" cy="1280160"/>
          </a:xfrm>
          <a:prstGeom prst="rect">
            <a:avLst/>
          </a:prstGeom>
          <a:noFill/>
        </p:spPr>
        <p:txBody>
          <a:bodyPr wrap="square" anchor="t">
            <a:spAutoFit/>
          </a:bodyPr>
          <a:lstStyle/>
          <a:p>
            <a:pPr algn="l">
              <a:lnSpc>
                <a:spcPct val="110000"/>
              </a:lnSpc>
            </a:pPr>
            <a:r>
              <a:rPr sz="2200" b="1">
                <a:solidFill>
                  <a:srgbClr val="222222"/>
                </a:solidFill>
                <a:latin typeface="Calibri"/>
              </a:rPr>
              <a:t>SAP API Policy:</a:t>
            </a:r>
          </a:p>
          <a:p>
            <a:pPr algn="l">
              <a:lnSpc>
                <a:spcPct val="110000"/>
              </a:lnSpc>
            </a:pPr>
            <a:r>
              <a:rPr sz="2200" b="1">
                <a:solidFill>
                  <a:srgbClr val="222222"/>
                </a:solidFill>
                <a:latin typeface="Calibri"/>
              </a:rPr>
              <a:t>ABAP MCP Officially</a:t>
            </a:r>
          </a:p>
          <a:p>
            <a:pPr algn="l">
              <a:lnSpc>
                <a:spcPct val="110000"/>
              </a:lnSpc>
            </a:pPr>
            <a:r>
              <a:rPr sz="2200" b="1">
                <a:solidFill>
                  <a:srgbClr val="222222"/>
                </a:solidFill>
                <a:latin typeface="Calibri"/>
              </a:rPr>
              <a:t>Allowed</a:t>
            </a:r>
          </a:p>
        </p:txBody>
      </p:sp>
      <p:sp>
        <p:nvSpPr>
          <p:cNvPr id="6" name="Oval 5"/>
          <p:cNvSpPr/>
          <p:nvPr/>
        </p:nvSpPr>
        <p:spPr>
          <a:xfrm>
            <a:off x="457200" y="2468880"/>
            <a:ext cx="868680" cy="868680"/>
          </a:xfrm>
          <a:prstGeom prst="ellipse">
            <a:avLst/>
          </a:prstGeom>
          <a:solidFill>
            <a:srgbClr val="FFFFFF"/>
          </a:solidFill>
          <a:ln w="25400">
            <a:solidFill>
              <a:srgbClr val="00C8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57200" y="2468880"/>
            <a:ext cx="868680" cy="868680"/>
          </a:xfrm>
          <a:prstGeom prst="rect">
            <a:avLst/>
          </a:prstGeom>
          <a:noFill/>
        </p:spPr>
        <p:txBody>
          <a:bodyPr wrap="none" lIns="0" tIns="0" rIns="0" bIns="0" anchor="ctr">
            <a:spAutoFit/>
          </a:bodyPr>
          <a:lstStyle/>
          <a:p>
            <a:pPr algn="ctr"/>
            <a:r>
              <a:rPr sz="3600" b="1">
                <a:solidFill>
                  <a:srgbClr val="00C8D9"/>
                </a:solidFill>
                <a:latin typeface="Calibri"/>
              </a:rPr>
              <a:t>✓</a:t>
            </a:r>
          </a:p>
        </p:txBody>
      </p:sp>
      <p:sp>
        <p:nvSpPr>
          <p:cNvPr id="8" name="TextBox 7"/>
          <p:cNvSpPr txBox="1"/>
          <p:nvPr/>
        </p:nvSpPr>
        <p:spPr>
          <a:xfrm>
            <a:off x="457200" y="3611880"/>
            <a:ext cx="2697480" cy="320040"/>
          </a:xfrm>
          <a:prstGeom prst="rect">
            <a:avLst/>
          </a:prstGeom>
          <a:noFill/>
        </p:spPr>
        <p:txBody>
          <a:bodyPr wrap="square" anchor="t">
            <a:spAutoFit/>
          </a:bodyPr>
          <a:lstStyle/>
          <a:p>
            <a:pPr algn="l">
              <a:lnSpc>
                <a:spcPct val="115000"/>
              </a:lnSpc>
            </a:pPr>
            <a:r>
              <a:rPr sz="1000" b="1">
                <a:solidFill>
                  <a:srgbClr val="222222"/>
                </a:solidFill>
                <a:latin typeface="Calibri"/>
              </a:rPr>
              <a:t>KEY TAKEAWAY</a:t>
            </a:r>
          </a:p>
        </p:txBody>
      </p:sp>
      <p:sp>
        <p:nvSpPr>
          <p:cNvPr id="9" name="TextBox 8"/>
          <p:cNvSpPr txBox="1"/>
          <p:nvPr/>
        </p:nvSpPr>
        <p:spPr>
          <a:xfrm>
            <a:off x="457200" y="3931920"/>
            <a:ext cx="2697480" cy="2377440"/>
          </a:xfrm>
          <a:prstGeom prst="rect">
            <a:avLst/>
          </a:prstGeom>
          <a:noFill/>
        </p:spPr>
        <p:txBody>
          <a:bodyPr wrap="square" anchor="t">
            <a:spAutoFit/>
          </a:bodyPr>
          <a:lstStyle/>
          <a:p>
            <a:pPr algn="l">
              <a:lnSpc>
                <a:spcPct val="130000"/>
              </a:lnSpc>
              <a:spcAft>
                <a:spcPts val="1000"/>
              </a:spcAft>
            </a:pPr>
            <a:r>
              <a:rPr sz="1200" b="0">
                <a:solidFill>
                  <a:srgbClr val="333333"/>
                </a:solidFill>
                <a:latin typeface="Calibri"/>
              </a:rPr>
              <a:t>SAP API Policy v.4/2026a now </a:t>
            </a:r>
            <a:r>
              <a:rPr sz="1200" b="1">
                <a:solidFill>
                  <a:srgbClr val="333333"/>
                </a:solidFill>
                <a:latin typeface="Calibri"/>
              </a:rPr>
              <a:t>explicitly endorses</a:t>
            </a:r>
            <a:r>
              <a:rPr sz="1200" b="0">
                <a:solidFill>
                  <a:srgbClr val="333333"/>
                </a:solidFill>
                <a:latin typeface="Calibri"/>
              </a:rPr>
              <a:t> ADT-based developer tooling — including MCP servers — for internal development work.</a:t>
            </a:r>
          </a:p>
          <a:p>
            <a:pPr algn="l">
              <a:lnSpc>
                <a:spcPct val="130000"/>
              </a:lnSpc>
              <a:spcAft>
                <a:spcPts val="1000"/>
              </a:spcAft>
            </a:pPr>
            <a:r>
              <a:rPr sz="1200" b="1">
                <a:solidFill>
                  <a:srgbClr val="333333"/>
                </a:solidFill>
                <a:latin typeface="Calibri"/>
              </a:rPr>
              <a:t>With restrictions:</a:t>
            </a:r>
            <a:r>
              <a:rPr sz="1200" b="0">
                <a:solidFill>
                  <a:srgbClr val="333333"/>
                </a:solidFill>
                <a:latin typeface="Calibri"/>
              </a:rPr>
              <a:t> ADT must not be used as a backdoor for business-data extraction, free SQL, or table reads.</a:t>
            </a:r>
          </a:p>
        </p:txBody>
      </p:sp>
      <p:sp>
        <p:nvSpPr>
          <p:cNvPr id="10" name="TextBox 9"/>
          <p:cNvSpPr txBox="1"/>
          <p:nvPr/>
        </p:nvSpPr>
        <p:spPr>
          <a:xfrm>
            <a:off x="3566160" y="502920"/>
            <a:ext cx="8214360" cy="274320"/>
          </a:xfrm>
          <a:prstGeom prst="rect">
            <a:avLst/>
          </a:prstGeom>
          <a:noFill/>
        </p:spPr>
        <p:txBody>
          <a:bodyPr wrap="square" anchor="t">
            <a:spAutoFit/>
          </a:bodyPr>
          <a:lstStyle/>
          <a:p>
            <a:pPr algn="l">
              <a:lnSpc>
                <a:spcPct val="115000"/>
              </a:lnSpc>
            </a:pPr>
            <a:r>
              <a:rPr sz="1000" b="1">
                <a:solidFill>
                  <a:srgbClr val="00C8D9"/>
                </a:solidFill>
                <a:latin typeface="Calibri"/>
              </a:rPr>
              <a:t>API POLICY UPDATE  •  May 2026</a:t>
            </a:r>
          </a:p>
        </p:txBody>
      </p:sp>
      <p:sp>
        <p:nvSpPr>
          <p:cNvPr id="11" name="TextBox 10"/>
          <p:cNvSpPr txBox="1"/>
          <p:nvPr/>
        </p:nvSpPr>
        <p:spPr>
          <a:xfrm>
            <a:off x="3566160" y="822960"/>
            <a:ext cx="8214360" cy="502920"/>
          </a:xfrm>
          <a:prstGeom prst="rect">
            <a:avLst/>
          </a:prstGeom>
          <a:noFill/>
        </p:spPr>
        <p:txBody>
          <a:bodyPr wrap="square" anchor="t">
            <a:spAutoFit/>
          </a:bodyPr>
          <a:lstStyle/>
          <a:p>
            <a:pPr algn="l">
              <a:lnSpc>
                <a:spcPct val="115000"/>
              </a:lnSpc>
            </a:pPr>
            <a:r>
              <a:rPr sz="2200" b="1">
                <a:solidFill>
                  <a:srgbClr val="222222"/>
                </a:solidFill>
                <a:latin typeface="Calibri"/>
              </a:rPr>
              <a:t>ADT MCP for ABAP development is now officially allowed</a:t>
            </a:r>
          </a:p>
        </p:txBody>
      </p:sp>
      <p:sp>
        <p:nvSpPr>
          <p:cNvPr id="12" name="TextBox 11"/>
          <p:cNvSpPr txBox="1"/>
          <p:nvPr/>
        </p:nvSpPr>
        <p:spPr>
          <a:xfrm>
            <a:off x="3566160" y="1417320"/>
            <a:ext cx="8214360" cy="640080"/>
          </a:xfrm>
          <a:prstGeom prst="rect">
            <a:avLst/>
          </a:prstGeom>
          <a:noFill/>
        </p:spPr>
        <p:txBody>
          <a:bodyPr wrap="square" anchor="t">
            <a:spAutoFit/>
          </a:bodyPr>
          <a:lstStyle/>
          <a:p>
            <a:pPr algn="l">
              <a:lnSpc>
                <a:spcPct val="130000"/>
              </a:lnSpc>
            </a:pPr>
            <a:r>
              <a:rPr sz="1300" b="0">
                <a:solidFill>
                  <a:srgbClr val="333333"/>
                </a:solidFill>
                <a:latin typeface="Calibri"/>
              </a:rPr>
              <a:t>SAP updated its </a:t>
            </a:r>
            <a:r>
              <a:rPr sz="1300" b="1">
                <a:solidFill>
                  <a:srgbClr val="333333"/>
                </a:solidFill>
                <a:latin typeface="Calibri"/>
              </a:rPr>
              <a:t>API Policy FAQ</a:t>
            </a:r>
            <a:r>
              <a:rPr sz="1300" b="0">
                <a:solidFill>
                  <a:srgbClr val="333333"/>
                </a:solidFill>
                <a:latin typeface="Calibri"/>
              </a:rPr>
              <a:t> (v.4/2026a). ADT APIs may be used through endorsed channels for development tooling — with clear limits on business-data access.</a:t>
            </a:r>
          </a:p>
        </p:txBody>
      </p:sp>
      <p:sp>
        <p:nvSpPr>
          <p:cNvPr id="13" name="Rectangle 12"/>
          <p:cNvSpPr/>
          <p:nvPr/>
        </p:nvSpPr>
        <p:spPr>
          <a:xfrm>
            <a:off x="3566160" y="2331720"/>
            <a:ext cx="3970020" cy="3749039"/>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3566160" y="2331720"/>
            <a:ext cx="3970020" cy="73152"/>
          </a:xfrm>
          <a:prstGeom prst="rect">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3794760" y="2606040"/>
            <a:ext cx="411480" cy="411480"/>
          </a:xfrm>
          <a:prstGeom prst="ellipse">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16" name="TextBox 15"/>
          <p:cNvSpPr txBox="1"/>
          <p:nvPr/>
        </p:nvSpPr>
        <p:spPr>
          <a:xfrm>
            <a:off x="4343400" y="2587752"/>
            <a:ext cx="3055620" cy="457200"/>
          </a:xfrm>
          <a:prstGeom prst="rect">
            <a:avLst/>
          </a:prstGeom>
          <a:noFill/>
        </p:spPr>
        <p:txBody>
          <a:bodyPr wrap="square" anchor="t">
            <a:spAutoFit/>
          </a:bodyPr>
          <a:lstStyle/>
          <a:p>
            <a:pPr algn="l">
              <a:lnSpc>
                <a:spcPct val="115000"/>
              </a:lnSpc>
            </a:pPr>
            <a:r>
              <a:rPr sz="1300" b="1">
                <a:solidFill>
                  <a:srgbClr val="1E7E34"/>
                </a:solidFill>
                <a:latin typeface="Calibri"/>
              </a:rPr>
              <a:t>ALLOWED — Development tooling</a:t>
            </a:r>
          </a:p>
        </p:txBody>
      </p:sp>
      <p:sp>
        <p:nvSpPr>
          <p:cNvPr id="17" name="TextBox 16"/>
          <p:cNvSpPr txBox="1"/>
          <p:nvPr/>
        </p:nvSpPr>
        <p:spPr>
          <a:xfrm>
            <a:off x="384048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1E7E34"/>
                </a:solidFill>
                <a:latin typeface="Calibri"/>
              </a:rPr>
              <a:t>●  </a:t>
            </a:r>
            <a:r>
              <a:rPr sz="1200">
                <a:solidFill>
                  <a:srgbClr val="333333"/>
                </a:solidFill>
                <a:latin typeface="Calibri"/>
              </a:rPr>
              <a:t>Repository access (read source via ADT)</a:t>
            </a:r>
          </a:p>
          <a:p>
            <a:pPr algn="l">
              <a:lnSpc>
                <a:spcPct val="125000"/>
              </a:lnSpc>
              <a:spcAft>
                <a:spcPts val="600"/>
              </a:spcAft>
            </a:pPr>
            <a:r>
              <a:rPr sz="1200">
                <a:solidFill>
                  <a:srgbClr val="1E7E34"/>
                </a:solidFill>
                <a:latin typeface="Calibri"/>
              </a:rPr>
              <a:t>●  </a:t>
            </a:r>
            <a:r>
              <a:rPr sz="1200">
                <a:solidFill>
                  <a:srgbClr val="333333"/>
                </a:solidFill>
                <a:latin typeface="Calibri"/>
              </a:rPr>
              <a:t>Code inspection &amp; syntax checks</a:t>
            </a:r>
          </a:p>
          <a:p>
            <a:pPr algn="l">
              <a:lnSpc>
                <a:spcPct val="125000"/>
              </a:lnSpc>
              <a:spcAft>
                <a:spcPts val="600"/>
              </a:spcAft>
            </a:pPr>
            <a:r>
              <a:rPr sz="1200">
                <a:solidFill>
                  <a:srgbClr val="1E7E34"/>
                </a:solidFill>
                <a:latin typeface="Calibri"/>
              </a:rPr>
              <a:t>●  </a:t>
            </a:r>
            <a:r>
              <a:rPr sz="1200">
                <a:solidFill>
                  <a:srgbClr val="333333"/>
                </a:solidFill>
                <a:latin typeface="Calibri"/>
              </a:rPr>
              <a:t>ATC checks and ABAP Unit</a:t>
            </a:r>
          </a:p>
          <a:p>
            <a:pPr algn="l">
              <a:lnSpc>
                <a:spcPct val="125000"/>
              </a:lnSpc>
              <a:spcAft>
                <a:spcPts val="600"/>
              </a:spcAft>
            </a:pPr>
            <a:r>
              <a:rPr sz="1200">
                <a:solidFill>
                  <a:srgbClr val="1E7E34"/>
                </a:solidFill>
                <a:latin typeface="Calibri"/>
              </a:rPr>
              <a:t>●  </a:t>
            </a:r>
            <a:r>
              <a:rPr sz="1200">
                <a:solidFill>
                  <a:srgbClr val="333333"/>
                </a:solidFill>
                <a:latin typeface="Calibri"/>
              </a:rPr>
              <a:t>Object activation</a:t>
            </a:r>
          </a:p>
          <a:p>
            <a:pPr algn="l">
              <a:lnSpc>
                <a:spcPct val="125000"/>
              </a:lnSpc>
              <a:spcAft>
                <a:spcPts val="600"/>
              </a:spcAft>
            </a:pPr>
            <a:r>
              <a:rPr sz="1200">
                <a:solidFill>
                  <a:srgbClr val="1E7E34"/>
                </a:solidFill>
                <a:latin typeface="Calibri"/>
              </a:rPr>
              <a:t>●  </a:t>
            </a:r>
            <a:r>
              <a:rPr sz="1200">
                <a:solidFill>
                  <a:srgbClr val="333333"/>
                </a:solidFill>
                <a:latin typeface="Calibri"/>
              </a:rPr>
              <a:t>abapGit &amp; SAP-published Eclipse ADT</a:t>
            </a:r>
          </a:p>
          <a:p>
            <a:pPr algn="l">
              <a:lnSpc>
                <a:spcPct val="125000"/>
              </a:lnSpc>
              <a:spcAft>
                <a:spcPts val="600"/>
              </a:spcAft>
            </a:pPr>
            <a:r>
              <a:rPr sz="1200">
                <a:solidFill>
                  <a:srgbClr val="1E7E34"/>
                </a:solidFill>
                <a:latin typeface="Calibri"/>
              </a:rPr>
              <a:t>●  </a:t>
            </a:r>
            <a:r>
              <a:rPr sz="1200">
                <a:solidFill>
                  <a:srgbClr val="333333"/>
                </a:solidFill>
                <a:latin typeface="Calibri"/>
              </a:rPr>
              <a:t>Internal CI/CD pipelines and dev utilities</a:t>
            </a:r>
          </a:p>
        </p:txBody>
      </p:sp>
      <p:sp>
        <p:nvSpPr>
          <p:cNvPr id="18" name="Rectangle 17"/>
          <p:cNvSpPr/>
          <p:nvPr/>
        </p:nvSpPr>
        <p:spPr>
          <a:xfrm>
            <a:off x="7810500" y="2331720"/>
            <a:ext cx="3970020" cy="3749039"/>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810500" y="2331720"/>
            <a:ext cx="397002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039100" y="2606040"/>
            <a:ext cx="411480" cy="41148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21" name="TextBox 20"/>
          <p:cNvSpPr txBox="1"/>
          <p:nvPr/>
        </p:nvSpPr>
        <p:spPr>
          <a:xfrm>
            <a:off x="8587740" y="2587752"/>
            <a:ext cx="3055620" cy="457200"/>
          </a:xfrm>
          <a:prstGeom prst="rect">
            <a:avLst/>
          </a:prstGeom>
          <a:noFill/>
        </p:spPr>
        <p:txBody>
          <a:bodyPr wrap="square" anchor="t">
            <a:spAutoFit/>
          </a:bodyPr>
          <a:lstStyle/>
          <a:p>
            <a:pPr algn="l">
              <a:lnSpc>
                <a:spcPct val="115000"/>
              </a:lnSpc>
            </a:pPr>
            <a:r>
              <a:rPr sz="1300" b="1">
                <a:solidFill>
                  <a:srgbClr val="C0392B"/>
                </a:solidFill>
                <a:latin typeface="Calibri"/>
              </a:rPr>
              <a:t>NOT ALLOWED — Business data access</a:t>
            </a:r>
          </a:p>
        </p:txBody>
      </p:sp>
      <p:sp>
        <p:nvSpPr>
          <p:cNvPr id="22" name="TextBox 21"/>
          <p:cNvSpPr txBox="1"/>
          <p:nvPr/>
        </p:nvSpPr>
        <p:spPr>
          <a:xfrm>
            <a:off x="808482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C0392B"/>
                </a:solidFill>
                <a:latin typeface="Calibri"/>
              </a:rPr>
              <a:t>●  </a:t>
            </a:r>
            <a:r>
              <a:rPr sz="1200">
                <a:solidFill>
                  <a:srgbClr val="333333"/>
                </a:solidFill>
                <a:latin typeface="Calibri"/>
              </a:rPr>
              <a:t>ADT Data Preview</a:t>
            </a:r>
          </a:p>
          <a:p>
            <a:pPr algn="l">
              <a:lnSpc>
                <a:spcPct val="125000"/>
              </a:lnSpc>
              <a:spcAft>
                <a:spcPts val="600"/>
              </a:spcAft>
            </a:pPr>
            <a:r>
              <a:rPr sz="1200">
                <a:solidFill>
                  <a:srgbClr val="C0392B"/>
                </a:solidFill>
                <a:latin typeface="Calibri"/>
              </a:rPr>
              <a:t>●  </a:t>
            </a:r>
            <a:r>
              <a:rPr sz="1200">
                <a:solidFill>
                  <a:srgbClr val="333333"/>
                </a:solidFill>
                <a:latin typeface="Calibri"/>
              </a:rPr>
              <a:t>Free SQL execution against backend</a:t>
            </a:r>
          </a:p>
          <a:p>
            <a:pPr algn="l">
              <a:lnSpc>
                <a:spcPct val="125000"/>
              </a:lnSpc>
              <a:spcAft>
                <a:spcPts val="600"/>
              </a:spcAft>
            </a:pPr>
            <a:r>
              <a:rPr sz="1200">
                <a:solidFill>
                  <a:srgbClr val="C0392B"/>
                </a:solidFill>
                <a:latin typeface="Calibri"/>
              </a:rPr>
              <a:t>●  </a:t>
            </a:r>
            <a:r>
              <a:rPr sz="1200">
                <a:solidFill>
                  <a:srgbClr val="333333"/>
                </a:solidFill>
                <a:latin typeface="Calibri"/>
              </a:rPr>
              <a:t>Generic table reads</a:t>
            </a:r>
          </a:p>
          <a:p>
            <a:pPr algn="l">
              <a:lnSpc>
                <a:spcPct val="125000"/>
              </a:lnSpc>
              <a:spcAft>
                <a:spcPts val="600"/>
              </a:spcAft>
            </a:pPr>
            <a:r>
              <a:rPr sz="1200">
                <a:solidFill>
                  <a:srgbClr val="C0392B"/>
                </a:solidFill>
                <a:latin typeface="Calibri"/>
              </a:rPr>
              <a:t>●  </a:t>
            </a:r>
            <a:r>
              <a:rPr sz="1200">
                <a:solidFill>
                  <a:srgbClr val="333333"/>
                </a:solidFill>
                <a:latin typeface="Calibri"/>
              </a:rPr>
              <a:t>Business-data extraction or export</a:t>
            </a:r>
          </a:p>
          <a:p>
            <a:pPr algn="l">
              <a:lnSpc>
                <a:spcPct val="125000"/>
              </a:lnSpc>
              <a:spcAft>
                <a:spcPts val="600"/>
              </a:spcAft>
            </a:pPr>
            <a:r>
              <a:rPr sz="1200">
                <a:solidFill>
                  <a:srgbClr val="C0392B"/>
                </a:solidFill>
                <a:latin typeface="Calibri"/>
              </a:rPr>
              <a:t>●  </a:t>
            </a:r>
            <a:r>
              <a:rPr sz="1200">
                <a:solidFill>
                  <a:srgbClr val="333333"/>
                </a:solidFill>
                <a:latin typeface="Calibri"/>
              </a:rPr>
              <a:t>Runtime/business orchestration via ADT</a:t>
            </a:r>
          </a:p>
          <a:p>
            <a:pPr algn="l">
              <a:lnSpc>
                <a:spcPct val="125000"/>
              </a:lnSpc>
              <a:spcAft>
                <a:spcPts val="600"/>
              </a:spcAft>
            </a:pPr>
            <a:r>
              <a:rPr sz="1200">
                <a:solidFill>
                  <a:srgbClr val="C0392B"/>
                </a:solidFill>
                <a:latin typeface="Calibri"/>
              </a:rPr>
              <a:t>●  </a:t>
            </a:r>
            <a:r>
              <a:rPr sz="1200">
                <a:solidFill>
                  <a:srgbClr val="333333"/>
                </a:solidFill>
                <a:latin typeface="Calibri"/>
              </a:rPr>
              <a:t>Substituting ADT for business APIs</a:t>
            </a:r>
          </a:p>
        </p:txBody>
      </p:sp>
      <p:sp>
        <p:nvSpPr>
          <p:cNvPr id="23" name="TextBox 22"/>
          <p:cNvSpPr txBox="1"/>
          <p:nvPr/>
        </p:nvSpPr>
        <p:spPr>
          <a:xfrm>
            <a:off x="3566160" y="6263640"/>
            <a:ext cx="8214360" cy="274320"/>
          </a:xfrm>
          <a:prstGeom prst="rect">
            <a:avLst/>
          </a:prstGeom>
          <a:noFill/>
        </p:spPr>
        <p:txBody>
          <a:bodyPr wrap="square" anchor="t">
            <a:spAutoFit/>
          </a:bodyPr>
          <a:lstStyle/>
          <a:p>
            <a:pPr algn="l">
              <a:lnSpc>
                <a:spcPct val="115000"/>
              </a:lnSpc>
            </a:pPr>
            <a:r>
              <a:rPr sz="1000" b="1">
                <a:solidFill>
                  <a:srgbClr val="6B6B6B"/>
                </a:solidFill>
                <a:latin typeface="Calibri"/>
              </a:rPr>
              <a:t>Source: </a:t>
            </a:r>
            <a:r>
              <a:rPr sz="1000" b="0">
                <a:solidFill>
                  <a:srgbClr val="6B6B6B"/>
                </a:solidFill>
                <a:latin typeface="Calibri"/>
              </a:rPr>
              <a:t>SAP API Policy v.4/2026a – ADT API Policy FAQ v1.1  •  help.sap.com/doc/sap-api-policy</a:t>
            </a:r>
          </a:p>
        </p:txBody>
      </p:sp>
      <p:sp>
        <p:nvSpPr>
          <p:cNvPr id="24" name="TextBox 23"/>
          <p:cNvSpPr txBox="1"/>
          <p:nvPr/>
        </p:nvSpPr>
        <p:spPr>
          <a:xfrm>
            <a:off x="457200" y="6263640"/>
            <a:ext cx="1097280" cy="274320"/>
          </a:xfrm>
          <a:prstGeom prst="rect">
            <a:avLst/>
          </a:prstGeom>
          <a:noFill/>
        </p:spPr>
        <p:txBody>
          <a:bodyPr wrap="square" anchor="t">
            <a:spAutoFit/>
          </a:bodyPr>
          <a:lstStyle/>
          <a:p>
            <a:pPr algn="l">
              <a:lnSpc>
                <a:spcPct val="115000"/>
              </a:lnSpc>
            </a:pPr>
            <a:r>
              <a:rPr sz="1100" b="1">
                <a:solidFill>
                  <a:srgbClr val="222222"/>
                </a:solidFill>
                <a:latin typeface="Calibri"/>
              </a:rPr>
              <a:t>&lt;epam&gt;</a:t>
            </a:r>
          </a:p>
        </p:txBody>
      </p:sp>
      <p:sp>
        <p:nvSpPr>
          <p:cNvPr id="25" name="TextBox 24"/>
          <p:cNvSpPr txBox="1"/>
          <p:nvPr/>
        </p:nvSpPr>
        <p:spPr>
          <a:xfrm>
            <a:off x="9448800" y="6263640"/>
            <a:ext cx="2377440" cy="274320"/>
          </a:xfrm>
          <a:prstGeom prst="rect">
            <a:avLst/>
          </a:prstGeom>
          <a:noFill/>
        </p:spPr>
        <p:txBody>
          <a:bodyPr wrap="square" anchor="t">
            <a:spAutoFit/>
          </a:bodyPr>
          <a:lstStyle/>
          <a:p>
            <a:pPr algn="r">
              <a:lnSpc>
                <a:spcPct val="115000"/>
              </a:lnSpc>
            </a:pPr>
            <a:r>
              <a:rPr sz="900" b="0">
                <a:solidFill>
                  <a:srgbClr val="6B6B6B"/>
                </a:solidFill>
                <a:latin typeface="Calibri"/>
              </a:rPr>
              <a:t>EPAM Proprietary &amp; Confidential.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0AF65-E887-10EF-D9E7-AE8015BBAE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455276-11C3-6C78-8537-2D33F98B4203}"/>
              </a:ext>
            </a:extLst>
          </p:cNvPr>
          <p:cNvSpPr>
            <a:spLocks noGrp="1"/>
          </p:cNvSpPr>
          <p:nvPr>
            <p:ph type="title"/>
          </p:nvPr>
        </p:nvSpPr>
        <p:spPr>
          <a:xfrm>
            <a:off x="638647" y="1793240"/>
            <a:ext cx="5640805" cy="923330"/>
          </a:xfrm>
        </p:spPr>
        <p:txBody>
          <a:bodyPr wrap="square" lIns="0" tIns="0" rIns="0" bIns="0" anchor="t">
            <a:spAutoFit/>
          </a:bodyPr>
          <a:lstStyle/>
          <a:p>
            <a:r>
              <a:rPr lang="en-US">
                <a:latin typeface="Calibri"/>
                <a:ea typeface="Calibri"/>
                <a:cs typeface="Calibri"/>
              </a:rPr>
              <a:t>Q&amp;A and Next Steps</a:t>
            </a:r>
          </a:p>
        </p:txBody>
      </p:sp>
      <p:sp>
        <p:nvSpPr>
          <p:cNvPr id="5" name="Text Placeholder 4">
            <a:extLst>
              <a:ext uri="{FF2B5EF4-FFF2-40B4-BE49-F238E27FC236}">
                <a16:creationId xmlns:a16="http://schemas.microsoft.com/office/drawing/2014/main" id="{F12946E4-5044-B888-9599-49C054DE019F}"/>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04</a:t>
            </a:r>
          </a:p>
        </p:txBody>
      </p:sp>
      <p:pic>
        <p:nvPicPr>
          <p:cNvPr id="6" name="Picture 2" descr="News - Page 2 of 13 :: medartis AG">
            <a:extLst>
              <a:ext uri="{FF2B5EF4-FFF2-40B4-BE49-F238E27FC236}">
                <a16:creationId xmlns:a16="http://schemas.microsoft.com/office/drawing/2014/main" id="{2E99A7B8-6432-0314-769C-21ABC43859E6}"/>
              </a:ext>
            </a:extLst>
          </p:cNvPr>
          <p:cNvPicPr>
            <a:picLocks noChangeAspect="1" noChangeArrowheads="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431780" y="-182880"/>
            <a:ext cx="1945958" cy="109480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Premium Photo | Question mark background and dark space or room.Concept ...">
            <a:extLst>
              <a:ext uri="{FF2B5EF4-FFF2-40B4-BE49-F238E27FC236}">
                <a16:creationId xmlns:a16="http://schemas.microsoft.com/office/drawing/2014/main" id="{ACC993C1-9B60-44BE-3E24-43F4B2C9B91B}"/>
              </a:ext>
            </a:extLst>
          </p:cNvPr>
          <p:cNvPicPr>
            <a:picLocks noChangeAspect="1"/>
          </p:cNvPicPr>
          <p:nvPr/>
        </p:nvPicPr>
        <p:blipFill>
          <a:blip r:embed="rId4">
            <a:alphaModFix amt="59000"/>
          </a:blip>
          <a:stretch>
            <a:fillRect/>
          </a:stretch>
        </p:blipFill>
        <p:spPr>
          <a:xfrm>
            <a:off x="5188607" y="1466543"/>
            <a:ext cx="4792716" cy="2882637"/>
          </a:xfrm>
          <a:prstGeom prst="roundRect">
            <a:avLst/>
          </a:prstGeom>
          <a:effectLst>
            <a:reflection stA="52000" endPos="35000" dir="5400000" sy="-100000" algn="bl" rotWithShape="0"/>
          </a:effectLst>
        </p:spPr>
      </p:pic>
    </p:spTree>
    <p:extLst>
      <p:ext uri="{BB962C8B-B14F-4D97-AF65-F5344CB8AC3E}">
        <p14:creationId xmlns:p14="http://schemas.microsoft.com/office/powerpoint/2010/main" val="13675213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E818F59-47CE-7E82-AC3D-602B35866685}"/>
              </a:ext>
            </a:extLst>
          </p:cNvPr>
          <p:cNvSpPr>
            <a:spLocks noGrp="1"/>
          </p:cNvSpPr>
          <p:nvPr>
            <p:ph type="title"/>
          </p:nvPr>
        </p:nvSpPr>
        <p:spPr/>
        <p:txBody>
          <a:bodyPr/>
          <a:lstStyle/>
          <a:p>
            <a:r>
              <a:rPr lang="en-US"/>
              <a:t>Thank you! </a:t>
            </a:r>
          </a:p>
        </p:txBody>
      </p:sp>
      <p:pic>
        <p:nvPicPr>
          <p:cNvPr id="11" name="Picture Placeholder 11" descr="A picture containing invertebrate, bright  Description automatically generated">
            <a:extLst>
              <a:ext uri="{FF2B5EF4-FFF2-40B4-BE49-F238E27FC236}">
                <a16:creationId xmlns:a16="http://schemas.microsoft.com/office/drawing/2014/main" id="{D7047CEB-1974-4D38-9625-9C9B458AC109}"/>
              </a:ext>
            </a:extLst>
          </p:cNvPr>
          <p:cNvPicPr>
            <a:picLocks noGrp="1" noChangeAspect="1"/>
          </p:cNvPicPr>
          <p:nvPr>
            <p:ph type="pic" sz="quarter" idx="24"/>
          </p:nvPr>
        </p:nvPicPr>
        <p:blipFill>
          <a:blip r:embed="rId3" cstate="email">
            <a:extLst>
              <a:ext uri="{28A0092B-C50C-407E-A947-70E740481C1C}">
                <a14:useLocalDpi xmlns:a14="http://schemas.microsoft.com/office/drawing/2010/main"/>
              </a:ext>
            </a:extLst>
          </a:blip>
          <a:srcRect t="23" b="23"/>
          <a:stretch>
            <a:fillRect/>
          </a:stretch>
        </p:blipFill>
        <p:spPr/>
      </p:pic>
      <p:pic>
        <p:nvPicPr>
          <p:cNvPr id="2" name="Picture 2" descr="News - Page 2 of 13 :: medartis AG">
            <a:extLst>
              <a:ext uri="{FF2B5EF4-FFF2-40B4-BE49-F238E27FC236}">
                <a16:creationId xmlns:a16="http://schemas.microsoft.com/office/drawing/2014/main" id="{1252E0AF-AD7E-3914-4FA0-E01946658B02}"/>
              </a:ext>
            </a:extLst>
          </p:cNvPr>
          <p:cNvPicPr>
            <a:picLocks noChangeAspect="1" noChangeArrowheads="1"/>
          </p:cNvPicPr>
          <p:nvPr/>
        </p:nvPicPr>
        <p:blipFill>
          <a:blip r:embed="rId4"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246042" y="5465120"/>
            <a:ext cx="1945958" cy="109480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640080" y="3108960"/>
            <a:ext cx="5029200" cy="830997"/>
          </a:xfrm>
          <a:prstGeom prst="rect">
            <a:avLst/>
          </a:prstGeom>
          <a:noFill/>
        </p:spPr>
        <p:txBody>
          <a:bodyPr wrap="square">
            <a:spAutoFit/>
          </a:bodyPr>
          <a:lstStyle/>
          <a:p>
            <a:r>
              <a:rPr sz="1800" b="1" dirty="0">
                <a:solidFill>
                  <a:srgbClr val="FFFFFF"/>
                </a:solidFill>
                <a:latin typeface="Calibri"/>
              </a:rPr>
              <a:t>Tutorial under docs/tutorials/code-review/ — replay or apply to other ABAP objects.</a:t>
            </a:r>
          </a:p>
        </p:txBody>
      </p:sp>
    </p:spTree>
    <p:extLst>
      <p:ext uri="{BB962C8B-B14F-4D97-AF65-F5344CB8AC3E}">
        <p14:creationId xmlns:p14="http://schemas.microsoft.com/office/powerpoint/2010/main" val="30431078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EPAM Master Dark 2023.1">
  <a:themeElements>
    <a:clrScheme name="EPAM Dark Palette">
      <a:dk1>
        <a:srgbClr val="000000"/>
      </a:dk1>
      <a:lt1>
        <a:srgbClr val="FFFFFF"/>
      </a:lt1>
      <a:dk2>
        <a:srgbClr val="A0A0A0"/>
      </a:dk2>
      <a:lt2>
        <a:srgbClr val="FBFAFA"/>
      </a:lt2>
      <a:accent1>
        <a:srgbClr val="161616"/>
      </a:accent1>
      <a:accent2>
        <a:srgbClr val="00F6FF"/>
      </a:accent2>
      <a:accent3>
        <a:srgbClr val="B896FF"/>
      </a:accent3>
      <a:accent4>
        <a:srgbClr val="7BA8FF"/>
      </a:accent4>
      <a:accent5>
        <a:srgbClr val="418DFF"/>
      </a:accent5>
      <a:accent6>
        <a:srgbClr val="00F3AB"/>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3.xml><?xml version="1.0" encoding="utf-8"?>
<a:theme xmlns:a="http://schemas.openxmlformats.org/drawingml/2006/main" name="EPAM Master Light 2023.1">
  <a:themeElements>
    <a:clrScheme name="EPAM Light Palette ">
      <a:dk1>
        <a:srgbClr val="000000"/>
      </a:dk1>
      <a:lt1>
        <a:srgbClr val="FFFFFF"/>
      </a:lt1>
      <a:dk2>
        <a:srgbClr val="A0A0A0"/>
      </a:dk2>
      <a:lt2>
        <a:srgbClr val="FBFAFA"/>
      </a:lt2>
      <a:accent1>
        <a:srgbClr val="060606"/>
      </a:accent1>
      <a:accent2>
        <a:srgbClr val="0047FF"/>
      </a:accent2>
      <a:accent3>
        <a:srgbClr val="0078C2"/>
      </a:accent3>
      <a:accent4>
        <a:srgbClr val="8353D2"/>
      </a:accent4>
      <a:accent5>
        <a:srgbClr val="0134BB"/>
      </a:accent5>
      <a:accent6>
        <a:srgbClr val="107E8D"/>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EPAM_PPT_Light_Mode_Main_2023.pptx" id="{7FE1BCAA-8D42-4B53-9E13-8FC79C69C77C}" vid="{02DAA973-E660-43B6-8351-FD552606C1A5}"/>
    </a:ext>
  </a:extLst>
</a:theme>
</file>

<file path=ppt/theme/theme4.xml><?xml version="1.0" encoding="utf-8"?>
<a:theme xmlns:a="http://schemas.openxmlformats.org/drawingml/2006/main" name="1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5.xml><?xml version="1.0" encoding="utf-8"?>
<a:theme xmlns:a="http://schemas.openxmlformats.org/drawingml/2006/main" name="3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6.xml><?xml version="1.0" encoding="utf-8"?>
<a:theme xmlns:a="http://schemas.openxmlformats.org/drawingml/2006/main" name="EPAM Master 2024.1">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Calibri Bold"/>
        <a:cs typeface="Arial"/>
      </a:majorFont>
      <a:minorFont>
        <a:latin typeface="Calibri"/>
        <a:ea typeface="Calibri"/>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urple">
      <a:srgbClr val="612742"/>
    </a:custClr>
    <a:custClr name="Dark Magenta">
      <a:srgbClr val="A84370"/>
    </a:custClr>
    <a:custClr name="Magenta">
      <a:srgbClr val="FF4B9C"/>
    </a:custClr>
    <a:custClr name="Light Violet">
      <a:srgbClr val="CDBAED"/>
    </a:custClr>
    <a:custClr name="Pale Violet">
      <a:srgbClr val="D1AAC2"/>
    </a:custClr>
    <a:custClr name="Royal Blue">
      <a:srgbClr val="0040A0"/>
    </a:custClr>
    <a:custClr name="Blue">
      <a:srgbClr val="418DFF"/>
    </a:custClr>
    <a:custClr name="Light Blue">
      <a:srgbClr val="A7BAFF"/>
    </a:custClr>
    <a:custClr name="Turquoise">
      <a:srgbClr val="03C6DD"/>
    </a:custClr>
    <a:custClr name="Cyan">
      <a:srgbClr val="08F6FF"/>
    </a:custClr>
    <a:custClr name="Light Cyan">
      <a:srgbClr val="B3E1EA"/>
    </a:custClr>
    <a:custClr name="Dark Red">
      <a:srgbClr val="932C00"/>
    </a:custClr>
    <a:custClr name="Indian Red">
      <a:srgbClr val="CB3E01"/>
    </a:custClr>
    <a:custClr name="Orange">
      <a:srgbClr val="EF9E3F"/>
    </a:custClr>
    <a:custClr name="Gold">
      <a:srgbClr val="F7DB11"/>
    </a:custClr>
    <a:custClr name="Dark Olive">
      <a:srgbClr val="023A28"/>
    </a:custClr>
    <a:custClr name="Olive">
      <a:srgbClr val="5B7813"/>
    </a:custClr>
    <a:custClr name="Dark Cyan">
      <a:srgbClr val="03815B"/>
    </a:custClr>
    <a:custClr name="Green Grass">
      <a:srgbClr val="00A725"/>
    </a:custClr>
    <a:custClr name="Yellow Green">
      <a:srgbClr val="99C029"/>
    </a:custClr>
    <a:custClr name="Aquamarine">
      <a:srgbClr val="61E2BB"/>
    </a:custClr>
    <a:custClr name="Light Cyan">
      <a:srgbClr val="ABDBDD"/>
    </a:custClr>
    <a:custClr name="Turquoise">
      <a:srgbClr val="38C2D7"/>
    </a:custClr>
    <a:custClr name="Cyan">
      <a:srgbClr val="00F6FF"/>
    </a:custClr>
    <a:custClr name="Medium Blue">
      <a:srgbClr val="0F8ACF"/>
    </a:custClr>
    <a:custClr name="Yellow C">
      <a:srgbClr val="FBC00E"/>
    </a:custClr>
    <a:custClr name="Lime">
      <a:srgbClr val="D5E662"/>
    </a:custClr>
    <a:custClr name="Fun Green">
      <a:srgbClr val="00F4AB"/>
    </a:custClr>
    <a:custClr name="Spring Green">
      <a:srgbClr val="55E66F"/>
    </a:custClr>
    <a:custClr name="Yellow Green">
      <a:srgbClr val="A3C644"/>
    </a:custClr>
    <a:custClr name="Green Grass">
      <a:srgbClr val="00A705"/>
    </a:custClr>
    <a:custClr name="Sandy">
      <a:srgbClr val="F06516"/>
    </a:custClr>
    <a:custClr name="Light Violet">
      <a:srgbClr val="AE9BD8"/>
    </a:custClr>
    <a:custClr name="Blue Violet">
      <a:srgbClr val="8940FF"/>
    </a:custClr>
    <a:custClr name="Plum">
      <a:srgbClr val="675B88"/>
    </a:custClr>
    <a:custClr name="Dark Magenta">
      <a:srgbClr val="A84370"/>
    </a:custClr>
    <a:custClr name="Magenta">
      <a:srgbClr val="E613EB"/>
    </a:custClr>
  </a:custClrLst>
  <a:extLst>
    <a:ext uri="{05A4C25C-085E-4340-85A3-A5531E510DB2}">
      <thm15:themeFamily xmlns:thm15="http://schemas.microsoft.com/office/thememl/2012/main" name="EPAM_PresalesTemplate" id="{B5A8C664-DF1B-D14B-AC6E-5525FFCFCC6E}" vid="{6D1060FC-A1D3-EA43-8323-3F78A2E59F3F}"/>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E388E985FF179429D912D78AE125E50" ma:contentTypeVersion="19" ma:contentTypeDescription="Create a new document." ma:contentTypeScope="" ma:versionID="589fe901e3e95d0561149d7f8be7e459">
  <xsd:schema xmlns:xsd="http://www.w3.org/2001/XMLSchema" xmlns:xs="http://www.w3.org/2001/XMLSchema" xmlns:p="http://schemas.microsoft.com/office/2006/metadata/properties" xmlns:ns2="2868a1be-c9ea-4fc0-af1b-bb615e86bda3" xmlns:ns3="f2f0669d-6233-40c4-8a5c-1485ac3cf81e" targetNamespace="http://schemas.microsoft.com/office/2006/metadata/properties" ma:root="true" ma:fieldsID="bbb81469a72b2d5890e00c806f59b973" ns2:_="" ns3:_="">
    <xsd:import namespace="2868a1be-c9ea-4fc0-af1b-bb615e86bda3"/>
    <xsd:import namespace="f2f0669d-6233-40c4-8a5c-1485ac3cf81e"/>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868a1be-c9ea-4fc0-af1b-bb615e86bda3"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DateTaken" ma:index="10" nillable="true" ma:displayName="MediaServiceDateTaken" ma:description="" ma:hidden="true" ma:internalName="MediaServiceDateTaken" ma:readOnly="true">
      <xsd:simpleType>
        <xsd:restriction base="dms:Text"/>
      </xsd:simpleType>
    </xsd:element>
    <xsd:element name="MediaServiceAutoTags" ma:index="13" nillable="true" ma:displayName="MediaServiceAutoTags" ma:description=""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ebda6a7-6b37-4000-ac6c-4fd0a963898e"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2f0669d-6233-40c4-8a5c-1485ac3cf81e" elementFormDefault="qualified">
    <xsd:import namespace="http://schemas.microsoft.com/office/2006/documentManagement/types"/>
    <xsd:import namespace="http://schemas.microsoft.com/office/infopath/2007/PartnerControls"/>
    <xsd:element name="SharedWithUsers" ma:index="11"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description="" ma:internalName="SharedWithDetails" ma:readOnly="true">
      <xsd:simpleType>
        <xsd:restriction base="dms:Note">
          <xsd:maxLength value="255"/>
        </xsd:restriction>
      </xsd:simpleType>
    </xsd:element>
    <xsd:element name="TaxCatchAll" ma:index="23" nillable="true" ma:displayName="Taxonomy Catch All Column" ma:hidden="true" ma:list="{12575e2d-30b5-4f5d-8b3c-093791719fba}" ma:internalName="TaxCatchAll" ma:showField="CatchAllData" ma:web="f2f0669d-6233-40c4-8a5c-1485ac3cf8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868a1be-c9ea-4fc0-af1b-bb615e86bda3">
      <Terms xmlns="http://schemas.microsoft.com/office/infopath/2007/PartnerControls"/>
    </lcf76f155ced4ddcb4097134ff3c332f>
    <TaxCatchAll xmlns="f2f0669d-6233-40c4-8a5c-1485ac3cf81e" xsi:nil="true"/>
  </documentManagement>
</p:properties>
</file>

<file path=customXml/itemProps1.xml><?xml version="1.0" encoding="utf-8"?>
<ds:datastoreItem xmlns:ds="http://schemas.openxmlformats.org/officeDocument/2006/customXml" ds:itemID="{F0169BC2-AD03-42DC-A254-284B2C7E3E32}">
  <ds:schemaRefs>
    <ds:schemaRef ds:uri="http://schemas.microsoft.com/sharepoint/v3/contenttype/forms"/>
  </ds:schemaRefs>
</ds:datastoreItem>
</file>

<file path=customXml/itemProps2.xml><?xml version="1.0" encoding="utf-8"?>
<ds:datastoreItem xmlns:ds="http://schemas.openxmlformats.org/officeDocument/2006/customXml" ds:itemID="{24BA3B12-450A-4AE0-9123-AAF7A24E47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868a1be-c9ea-4fc0-af1b-bb615e86bda3"/>
    <ds:schemaRef ds:uri="f2f0669d-6233-40c4-8a5c-1485ac3cf8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A08360F-AACB-4979-AEF9-27D7433FBB33}">
  <ds:schemaRefs>
    <ds:schemaRef ds:uri="http://purl.org/dc/dcmitype/"/>
    <ds:schemaRef ds:uri="http://purl.org/dc/elements/1.1/"/>
    <ds:schemaRef ds:uri="f2f0669d-6233-40c4-8a5c-1485ac3cf81e"/>
    <ds:schemaRef ds:uri="http://www.w3.org/XML/1998/namespace"/>
    <ds:schemaRef ds:uri="http://schemas.microsoft.com/office/infopath/2007/PartnerControls"/>
    <ds:schemaRef ds:uri="http://purl.org/dc/terms/"/>
    <ds:schemaRef ds:uri="http://schemas.microsoft.com/office/2006/documentManagement/types"/>
    <ds:schemaRef ds:uri="http://schemas.openxmlformats.org/package/2006/metadata/core-properties"/>
    <ds:schemaRef ds:uri="2868a1be-c9ea-4fc0-af1b-bb615e86bda3"/>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6831</TotalTime>
  <Words>4067</Words>
  <Application>Microsoft Macintosh PowerPoint</Application>
  <PresentationFormat>Widescreen</PresentationFormat>
  <Paragraphs>340</Paragraphs>
  <Slides>16</Slides>
  <Notes>15</Notes>
  <HiddenSlides>0</HiddenSlides>
  <MMClips>0</MMClips>
  <ScaleCrop>false</ScaleCrop>
  <HeadingPairs>
    <vt:vector size="6" baseType="variant">
      <vt:variant>
        <vt:lpstr>Fonts Used</vt:lpstr>
      </vt:variant>
      <vt:variant>
        <vt:i4>7</vt:i4>
      </vt:variant>
      <vt:variant>
        <vt:lpstr>Theme</vt:lpstr>
      </vt:variant>
      <vt:variant>
        <vt:i4>6</vt:i4>
      </vt:variant>
      <vt:variant>
        <vt:lpstr>Slide Titles</vt:lpstr>
      </vt:variant>
      <vt:variant>
        <vt:i4>16</vt:i4>
      </vt:variant>
    </vt:vector>
  </HeadingPairs>
  <TitlesOfParts>
    <vt:vector size="29" baseType="lpstr">
      <vt:lpstr>Arial</vt:lpstr>
      <vt:lpstr>Calibri</vt:lpstr>
      <vt:lpstr>Calibri Bold</vt:lpstr>
      <vt:lpstr>Calibri Light</vt:lpstr>
      <vt:lpstr>Courier New</vt:lpstr>
      <vt:lpstr>Human Sans</vt:lpstr>
      <vt:lpstr>Segoe UI</vt:lpstr>
      <vt:lpstr>Office Theme</vt:lpstr>
      <vt:lpstr>EPAM Master Dark 2023.1</vt:lpstr>
      <vt:lpstr>EPAM Master Light 2023.1</vt:lpstr>
      <vt:lpstr>1_EPAM Master 2023.5</vt:lpstr>
      <vt:lpstr>3_EPAM Master 2023.5</vt:lpstr>
      <vt:lpstr>EPAM Master 2024.1</vt:lpstr>
      <vt:lpstr>PowerPoint Presentation</vt:lpstr>
      <vt:lpstr>Agenda </vt:lpstr>
      <vt:lpstr>Cloud LLM Hub  Use Cases</vt:lpstr>
      <vt:lpstr>Cloud LLM Hub</vt:lpstr>
      <vt:lpstr>Undocumented Legacy Code</vt:lpstr>
      <vt:lpstr>Technical Specification</vt:lpstr>
      <vt:lpstr>Code Review</vt:lpstr>
      <vt:lpstr>Accelerating Manual Development</vt:lpstr>
      <vt:lpstr>EPAM Cloud LLM Hub Deployment Options</vt:lpstr>
      <vt:lpstr>PowerPoint Presentation</vt:lpstr>
      <vt:lpstr>Option 1 — EPAM BTP</vt:lpstr>
      <vt:lpstr>Option 2 — Medartis BTP</vt:lpstr>
      <vt:lpstr>Option 3 — Hybrid (Medartis + EPAM BTP)</vt:lpstr>
      <vt:lpstr>PowerPoint Presentation</vt:lpstr>
      <vt:lpstr>Q&amp;A and Next Steps</vt:lpstr>
      <vt:lpstr>Thank you! </vt:lpstr>
    </vt:vector>
  </TitlesOfParts>
  <Company>Vifor Pharma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VISTA for TechOps   VIFOR Pharma Strategic TechOps Applications</dc:title>
  <dc:creator>Kaufmann, Thomas</dc:creator>
  <cp:lastModifiedBy>Pavel Belski</cp:lastModifiedBy>
  <cp:revision>93</cp:revision>
  <dcterms:created xsi:type="dcterms:W3CDTF">2020-07-07T13:06:15Z</dcterms:created>
  <dcterms:modified xsi:type="dcterms:W3CDTF">2026-05-19T14:51:07Z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0x0101005E388E985FF179429D912D78AE125E50</vt:lpwstr>
  </property>
  <property fmtid="{D5CDD505-2E9C-101B-9397-08002B2CF9AE}" pid="3" name="MediaServiceImageTags">
    <vt:lpwstr/>
  </property>
  <property fmtid="{D5CDD505-2E9C-101B-9397-08002B2CF9AE}" pid="4" name="MSIP_Label_2a535040-0af2-483f-adc3-a132c21e3e2b_Enabled">
    <vt:lpwstr>true</vt:lpwstr>
  </property>
  <property fmtid="{D5CDD505-2E9C-101B-9397-08002B2CF9AE}" pid="5" name="MSIP_Label_2a535040-0af2-483f-adc3-a132c21e3e2b_SetDate">
    <vt:lpwstr>2024-10-18T07:33:13Z</vt:lpwstr>
  </property>
  <property fmtid="{D5CDD505-2E9C-101B-9397-08002B2CF9AE}" pid="6" name="MSIP_Label_2a535040-0af2-483f-adc3-a132c21e3e2b_Method">
    <vt:lpwstr>Standard</vt:lpwstr>
  </property>
  <property fmtid="{D5CDD505-2E9C-101B-9397-08002B2CF9AE}" pid="7" name="MSIP_Label_2a535040-0af2-483f-adc3-a132c21e3e2b_Name">
    <vt:lpwstr>EPAM_Confidential</vt:lpwstr>
  </property>
  <property fmtid="{D5CDD505-2E9C-101B-9397-08002B2CF9AE}" pid="8" name="MSIP_Label_2a535040-0af2-483f-adc3-a132c21e3e2b_SiteId">
    <vt:lpwstr>b41b72d0-4e9f-4c26-8a69-f949f367c91d</vt:lpwstr>
  </property>
  <property fmtid="{D5CDD505-2E9C-101B-9397-08002B2CF9AE}" pid="9" name="MSIP_Label_2a535040-0af2-483f-adc3-a132c21e3e2b_ActionId">
    <vt:lpwstr>d1052b52-d4dd-4ba0-a246-a80207e4b0c3</vt:lpwstr>
  </property>
  <property fmtid="{D5CDD505-2E9C-101B-9397-08002B2CF9AE}" pid="10" name="MSIP_Label_2a535040-0af2-483f-adc3-a132c21e3e2b_ContentBits">
    <vt:lpwstr>0</vt:lpwstr>
  </property>
</Properties>
</file>