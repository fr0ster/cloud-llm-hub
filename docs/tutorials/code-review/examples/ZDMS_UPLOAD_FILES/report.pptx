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media/image14.svg" ContentType="image/svg+xml"/>
  <Override PartName="/ppt/media/image27.svg" ContentType="image/svg+xml"/>
  <Override PartName="/ppt/media/image28.svg" ContentType="image/svg+xml"/>
  <Override PartName="/ppt/media/image29.svg" ContentType="image/svg+xml"/>
  <Override PartName="/ppt/media/image31.svg" ContentType="image/svg+xml"/>
  <Override PartName="/ppt/media/image41.svg" ContentType="image/svg+xml"/>
  <Override PartName="/ppt/media/image42.svg" ContentType="image/svg+xml"/>
  <Override PartName="/ppt/media/image44.svg" ContentType="image/svg+xml"/>
  <Override PartName="/ppt/media/image45.svg" ContentType="image/svg+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0" r:id="rId5"/>
    <p:sldMasterId id="2147483745" r:id="rId6"/>
    <p:sldMasterId id="2147483819" r:id="rId7"/>
    <p:sldMasterId id="2147483882" r:id="rId8"/>
    <p:sldMasterId id="2147483940" r:id="rId9"/>
  </p:sldMasterIdLst>
  <p:notesMasterIdLst>
    <p:notesMasterId r:id="rId26"/>
  </p:notesMasterIdLst>
  <p:sldIdLst>
    <p:sldId id="2142533363" r:id="rId10"/>
    <p:sldId id="2147480176" r:id="rId12"/>
    <p:sldId id="2147483625" r:id="rId13"/>
    <p:sldId id="2147483627" r:id="rId14"/>
    <p:sldId id="2147483628" r:id="rId15"/>
    <p:sldId id="413" r:id="rId16"/>
    <p:sldId id="2147483629" r:id="rId17"/>
    <p:sldId id="2147480220" r:id="rId18"/>
    <p:sldId id="2147480211" r:id="rId20"/>
    <p:sldId id="330" r:id="rId2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198EF8D-0A96-4507-9889-AFA455D17480}">
          <p14:sldIdLst>
            <p14:sldId id="2142533363"/>
            <p14:sldId id="279"/>
            <p14:sldId id="2147480176"/>
            <p14:sldId id="2147483625"/>
            <p14:sldId id="2147483627"/>
            <p14:sldId id="2147483628"/>
            <p14:sldId id="413"/>
            <p14:sldId id="2147483629"/>
            <p14:sldId id="2147480220"/>
            <p14:sldId id="2147480219"/>
            <p14:sldId id="2147480211"/>
            <p14:sldId id="2147480214"/>
            <p14:sldId id="2147480215"/>
            <p14:sldId id="2147483631"/>
            <p14:sldId id="2147480189"/>
            <p14:sldId id="330"/>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0040437-F2D9-70AA-9DC8-B541CFBA6C3E}" name="Iryna Charnahuzava" initials="" userId="S::iryna_charnahuzava@epam.com::31e0280a-97fb-4b1b-a956-3e7f7c39fb17" providerId="AD"/>
  <p188:author id="{6CE5B950-67C1-E0D1-D2B7-F70D2E0E422B}" name="Pavel Belski" initials="" userId="S::Pavel_Belski@epam.com::98eb079c-333b-423f-92e3-8d737b163425" providerId="AD"/>
  <p188:author id="{90CB3178-4CD2-3907-0AE1-76838FB4617C}" name="Ivan Lanin" initials="" userId="S::Ivan_Lanin@epam.com::655ed899-9c88-499e-bda4-8541921c00c1" providerId="AD"/>
  <p188:author id="{6327988B-B2E6-AA63-E85C-42496384688A}" name="Yury Tarhonski" initials="" userId="S::Yury_Tarhonski@epam.com::57b11f2a-245c-4402-bff6-2327a8f18571" providerId="AD"/>
  <p188:author id="{4A868395-1E73-9607-B3EF-2FD0D7C50158}" name="Oleksii Kyslytsia" initials="" userId="S::oleksii_kyslytsia@epam.com::cb7414e4-ca59-42c0-b40d-342040a725c1" providerId="AD"/>
  <p188:author id="{87582A99-3506-136A-6D30-F3CD72787CE1}" name="Kristina Koronevich" initials="KK" userId="S::Kristina_Koronevich@epam.com::aaa07583-8254-49c5-a30e-a202d3584088" providerId="AD"/>
  <p188:author id="{B1B094A1-65B8-B9EB-1BCB-5973FC2512E4}" name="Pavel Belski" initials="PB" userId="S::ext_PBelski@novocure.com::cd10d28a-dd5e-4ae2-b8c4-af62e405ea39" providerId="AD"/>
  <p188:author id="{D10157A4-6D0C-52FB-0EBD-18B465CB339E}" name="Ivan Lanin" initials="IL" userId="S::ivan_lanin@epam.com::655ed899-9c88-499e-bda4-8541921c00c1" providerId="AD"/>
  <p188:author id="{3A3CE8A9-0F21-900F-92BF-5EEBBDE0192E}" name="Kristina Koronevich" initials="KK" userId="S::kristina_koronevich@epam.com::aaa07583-8254-49c5-a30e-a202d3584088" providerId="AD"/>
  <p188:author id="{9BB2B2B3-3140-64DA-6899-BB4A39A951B1}" name="Bilal Salim" initials="" userId="S::Bilal_Salim@epam.com::79d3fd9d-473b-47fc-9837-c2334708636f" providerId="AD"/>
  <p188:author id="{0E8C7AC2-CEE3-2A0C-7B46-BA8DA99DBD6F}" name="Jurijs Tolokoncevs" initials="" userId="S::Jurijs_Tolokoncevs@epam.com::54b62efa-3875-4017-ae27-7c4118d5267f" providerId="AD"/>
  <p188:author id="{CF8C25FE-AF7F-6B69-B140-ACD8D1AB938F}" name="Evgenii Shirokikh" initials="ES" userId="S::evgenii_shirokikh@epam.com::0094ac3f-7e61-4d78-9238-99fb9ab43bdf"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162A3D"/>
    <a:srgbClr val="A50021"/>
    <a:srgbClr val="FFCCCC"/>
    <a:srgbClr val="CC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9B060E-9E3B-6E46-9305-EA286CAC755F}" v="5" dt="2026-05-19T14:50:39.79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62"/>
    <p:restoredTop sz="77970"/>
  </p:normalViewPr>
  <p:slideViewPr>
    <p:cSldViewPr snapToGrid="0">
      <p:cViewPr varScale="1">
        <p:scale>
          <a:sx n="97" d="100"/>
          <a:sy n="97" d="100"/>
        </p:scale>
        <p:origin x="12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10.xml"/><Relationship Id="rId20" Type="http://schemas.openxmlformats.org/officeDocument/2006/relationships/slide" Target="slides/slide9.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0.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vel Belski" userId="98eb079c-333b-423f-92e3-8d737b163425" providerId="ADAL" clId="{F4E9032E-2D71-5BB2-ABFF-84705B663BB2}"/>
    <pc:docChg chg="delSld modSld delMainMaster modSection">
      <pc:chgData name="Pavel Belski" userId="98eb079c-333b-423f-92e3-8d737b163425" providerId="ADAL" clId="{F4E9032E-2D71-5BB2-ABFF-84705B663BB2}" dt="2026-05-19T14:50:57.511" v="11" actId="2696"/>
      <pc:docMkLst>
        <pc:docMk/>
      </pc:docMkLst>
      <pc:sldChg chg="delSp">
        <pc:chgData name="Pavel Belski" userId="98eb079c-333b-423f-92e3-8d737b163425" providerId="ADAL" clId="{F4E9032E-2D71-5BB2-ABFF-84705B663BB2}" dt="2026-05-19T14:50:15.737" v="1" actId="478"/>
        <pc:sldMkLst>
          <pc:docMk/>
          <pc:sldMk cId="1201297787" sldId="279"/>
        </pc:sldMkLst>
        <pc:picChg chg="del">
          <ac:chgData name="Pavel Belski" userId="98eb079c-333b-423f-92e3-8d737b163425" providerId="ADAL" clId="{F4E9032E-2D71-5BB2-ABFF-84705B663BB2}" dt="2026-05-19T14:50:15.737" v="1" actId="478"/>
          <ac:picMkLst>
            <pc:docMk/>
            <pc:sldMk cId="1201297787" sldId="279"/>
            <ac:picMk id="18" creationId="{39EF988A-D023-8DB7-D563-75E3E55004FC}"/>
          </ac:picMkLst>
        </pc:picChg>
      </pc:sldChg>
      <pc:sldChg chg="delSp">
        <pc:chgData name="Pavel Belski" userId="98eb079c-333b-423f-92e3-8d737b163425" providerId="ADAL" clId="{F4E9032E-2D71-5BB2-ABFF-84705B663BB2}" dt="2026-05-19T14:50:08.279" v="0" actId="478"/>
        <pc:sldMkLst>
          <pc:docMk/>
          <pc:sldMk cId="3228384333" sldId="2142533363"/>
        </pc:sldMkLst>
        <pc:picChg chg="del">
          <ac:chgData name="Pavel Belski" userId="98eb079c-333b-423f-92e3-8d737b163425" providerId="ADAL" clId="{F4E9032E-2D71-5BB2-ABFF-84705B663BB2}" dt="2026-05-19T14:50:08.279" v="0" actId="478"/>
          <ac:picMkLst>
            <pc:docMk/>
            <pc:sldMk cId="3228384333" sldId="2142533363"/>
            <ac:picMk id="15" creationId="{E761A448-4616-832B-5732-F7E7C6CC1BF8}"/>
          </ac:picMkLst>
        </pc:picChg>
      </pc:sldChg>
      <pc:sldChg chg="delSp modSp">
        <pc:chgData name="Pavel Belski" userId="98eb079c-333b-423f-92e3-8d737b163425" providerId="ADAL" clId="{F4E9032E-2D71-5BB2-ABFF-84705B663BB2}" dt="2026-05-19T14:50:19.302" v="3" actId="478"/>
        <pc:sldMkLst>
          <pc:docMk/>
          <pc:sldMk cId="2392935019" sldId="2147480176"/>
        </pc:sldMkLst>
        <pc:picChg chg="del mod">
          <ac:chgData name="Pavel Belski" userId="98eb079c-333b-423f-92e3-8d737b163425" providerId="ADAL" clId="{F4E9032E-2D71-5BB2-ABFF-84705B663BB2}" dt="2026-05-19T14:50:19.302" v="3" actId="478"/>
          <ac:picMkLst>
            <pc:docMk/>
            <pc:sldMk cId="2392935019" sldId="2147480176"/>
            <ac:picMk id="6" creationId="{6D6B30B4-C8D8-2EFE-A80D-D7A328201A3C}"/>
          </ac:picMkLst>
        </pc:picChg>
      </pc:sldChg>
      <pc:sldChg chg="delSp del">
        <pc:chgData name="Pavel Belski" userId="98eb079c-333b-423f-92e3-8d737b163425" providerId="ADAL" clId="{F4E9032E-2D71-5BB2-ABFF-84705B663BB2}" dt="2026-05-19T14:50:57.466" v="5" actId="2696"/>
        <pc:sldMkLst>
          <pc:docMk/>
          <pc:sldMk cId="707308102" sldId="2147480218"/>
        </pc:sldMkLst>
        <pc:picChg chg="del">
          <ac:chgData name="Pavel Belski" userId="98eb079c-333b-423f-92e3-8d737b163425" providerId="ADAL" clId="{F4E9032E-2D71-5BB2-ABFF-84705B663BB2}" dt="2026-05-19T14:50:39.799" v="4" actId="478"/>
          <ac:picMkLst>
            <pc:docMk/>
            <pc:sldMk cId="707308102" sldId="2147480218"/>
            <ac:picMk id="6" creationId="{9123315E-16F8-261E-4725-B524C686CCBF}"/>
          </ac:picMkLst>
        </pc:picChg>
      </pc:sldChg>
      <pc:sldChg chg="del">
        <pc:chgData name="Pavel Belski" userId="98eb079c-333b-423f-92e3-8d737b163425" providerId="ADAL" clId="{F4E9032E-2D71-5BB2-ABFF-84705B663BB2}" dt="2026-05-19T14:50:57.479" v="10" actId="2696"/>
        <pc:sldMkLst>
          <pc:docMk/>
          <pc:sldMk cId="1902589537" sldId="2147480221"/>
        </pc:sldMkLst>
      </pc:sldChg>
      <pc:sldChg chg="del">
        <pc:chgData name="Pavel Belski" userId="98eb079c-333b-423f-92e3-8d737b163425" providerId="ADAL" clId="{F4E9032E-2D71-5BB2-ABFF-84705B663BB2}" dt="2026-05-19T14:50:57.467" v="6" actId="2696"/>
        <pc:sldMkLst>
          <pc:docMk/>
          <pc:sldMk cId="4050703808" sldId="2147480222"/>
        </pc:sldMkLst>
      </pc:sldChg>
      <pc:sldChg chg="del">
        <pc:chgData name="Pavel Belski" userId="98eb079c-333b-423f-92e3-8d737b163425" providerId="ADAL" clId="{F4E9032E-2D71-5BB2-ABFF-84705B663BB2}" dt="2026-05-19T14:50:57.473" v="8" actId="2696"/>
        <pc:sldMkLst>
          <pc:docMk/>
          <pc:sldMk cId="2620996960" sldId="2147483630"/>
        </pc:sldMkLst>
      </pc:sldChg>
      <pc:sldChg chg="del">
        <pc:chgData name="Pavel Belski" userId="98eb079c-333b-423f-92e3-8d737b163425" providerId="ADAL" clId="{F4E9032E-2D71-5BB2-ABFF-84705B663BB2}" dt="2026-05-19T14:50:57.474" v="9" actId="2696"/>
        <pc:sldMkLst>
          <pc:docMk/>
          <pc:sldMk cId="2937601582" sldId="2147483633"/>
        </pc:sldMkLst>
      </pc:sldChg>
      <pc:sldChg chg="del">
        <pc:chgData name="Pavel Belski" userId="98eb079c-333b-423f-92e3-8d737b163425" providerId="ADAL" clId="{F4E9032E-2D71-5BB2-ABFF-84705B663BB2}" dt="2026-05-19T14:50:57.467" v="7" actId="2696"/>
        <pc:sldMkLst>
          <pc:docMk/>
          <pc:sldMk cId="3803872303" sldId="2147483634"/>
        </pc:sldMkLst>
      </pc:sldChg>
      <pc:sldMasterChg chg="del">
        <pc:chgData name="Pavel Belski" userId="98eb079c-333b-423f-92e3-8d737b163425" providerId="ADAL" clId="{F4E9032E-2D71-5BB2-ABFF-84705B663BB2}" dt="2026-05-19T14:50:57.511" v="11" actId="2696"/>
        <pc:sldMasterMkLst>
          <pc:docMk/>
          <pc:sldMasterMk cId="3538708701" sldId="2147483821"/>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459CEC-EC65-4688-A059-37518853FEAC}" type="datetimeFigureOut">
              <a:rPr lang="en-US" smtClean="0"/>
              <a:t>5/19/26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251774-6F79-4766-AEBB-83069B25628F}" type="slidenum">
              <a:rPr lang="en-US" smtClean="0"/>
              <a:t>‹#›</a:t>
            </a:fld>
            <a:endParaRPr lang="en-US"/>
          </a:p>
        </p:txBody>
      </p:sp>
    </p:spTree>
    <p:extLst>
      <p:ext uri="{BB962C8B-B14F-4D97-AF65-F5344CB8AC3E}">
        <p14:creationId xmlns:p14="http://schemas.microsoft.com/office/powerpoint/2010/main" val="30919280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Welcome — thank you for making time today. I'm here from EPAM to share how we help SAP customers cut delivery time and lift code quality using our Cloud LLM Hub — a set of AI accelerators built specifically for the ABAP/SAP SDLC. Our goal in the next ~25 minutes is three things: first, show four concrete use cases where AI is already producing measurable results with SAP customers; second, walk you through three deployment options we can stand up inside Medartis' landscape; and third, open up for Q&amp;A and agree next steps. Before I start — please stop me any time with questions; this is meant to be a dialogue, not a monologue.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[PITCH NOTES]</a:t>
            </a:r>
          </a:p>
          <a:p>
            <a:r>
              <a:t>Let's start with the four use cases. Our Cloud LLM Hub is designed for one very specific audience — SAP customers who have been running the platform for years and carry accumulated technical debt. On the next few slides I'll walk through four use cases: understanding legacy code, generating technical specifications, reviewing code for performance, and accelerating mass ABAP development during migrations. Each one stands on its own, but together they form a full SDLC accelerator.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188828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F27F4-0837-71A2-8A8C-32099C668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FF2EC-75F9-3A64-14E3-5B0D81AFFB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BFDB5C-9EFA-FC90-9024-ED399E9BF741}"/>
              </a:ext>
            </a:extLst>
          </p:cNvPr>
          <p:cNvSpPr>
            <a:spLocks noGrp="1"/>
          </p:cNvSpPr>
          <p:nvPr>
            <p:ph type="body" idx="1"/>
          </p:nvPr>
        </p:nvSpPr>
        <p:spPr/>
        <p:txBody>
          <a:bodyPr/>
          <a:lstStyle/>
          <a:p>
            <a:r>
              <a:t>[PITCH NOTES]</a:t>
            </a:r>
          </a:p>
          <a:p>
            <a:r>
              <a:t>This is the umbrella view. The business problem is familiar to anyone running a long-lived SAP landscape: custom ABAP developed over many years, sparse documentation, inconsistent coding standards, and large migration backlogs — all of which slow maintenance and raise risk. The Cloud LLM Hub brings AI automation into this picture. It powers AI-based analysis, multi-language documentation of custom and standard reports, enhancement analysis, dependency and architecture checks, performance bottleneck detection, and best-practice recommendations. The stakeholders are Business Solution Architects, Solution Architects and Functional Leads; the daily users are developers and functional consultants. Technology-wise, we use LLMs, MCP (Model Context Protocol), CLine, Python and TypeScript — all proven patterns we re-use from project to project. Bottom line: one AI backbone, four use cases, measurable acceleration.</a:t>
            </a:r>
          </a:p>
          <a:p>
            <a:endParaRPr/>
          </a:p>
          <a:p>
            <a:r>
              <a:t>[ORIGINAL NOTES]</a:t>
            </a:r>
          </a:p>
          <a:p>
            <a:r>
              <a:t>The Cloud LLM Hub AI-based automation into complex SAP development landscape analysis and architectural governance,</a:t>
            </a:r>
            <a:br/>
            <a:r>
              <a:t>The accelerator automates a variety of use cases, incl. nd multi-language documentation of custom code and standard reports, enhancements, analysis and resolution of architectural issues (such as dependencies), detection of performance and scalability bottlenecks, and best-practice recommendations for system optimization.</a:t>
            </a:r>
          </a:p>
        </p:txBody>
      </p:sp>
      <p:sp>
        <p:nvSpPr>
          <p:cNvPr id="4" name="Slide Number Placeholder 3">
            <a:extLst>
              <a:ext uri="{FF2B5EF4-FFF2-40B4-BE49-F238E27FC236}">
                <a16:creationId xmlns:a16="http://schemas.microsoft.com/office/drawing/2014/main" id="{2ED19CAE-F826-1A50-F1D0-0AD60B44B9A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68356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23BF6-F36E-4FA0-AA6F-ADBAFAEC69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97AB96-166F-9DAB-3547-B74E7CE930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073344-7525-0714-A5D1-7088D26A4D5C}"/>
              </a:ext>
            </a:extLst>
          </p:cNvPr>
          <p:cNvSpPr>
            <a:spLocks noGrp="1"/>
          </p:cNvSpPr>
          <p:nvPr>
            <p:ph type="body" idx="1"/>
          </p:nvPr>
        </p:nvSpPr>
        <p:spPr/>
        <p:txBody>
          <a:bodyPr/>
          <a:lstStyle/>
          <a:p>
            <a:r>
              <a:t>[PITCH NOTES]</a:t>
            </a:r>
          </a:p>
          <a:p>
            <a:r>
              <a:t>Use case one: Undocumented Legacy Code. The pain: consultants spend weeks on reverse engineering every time a change request touches a custom enhancement no one remembers writing. What we do: our Agentic SAP Code Documentation Assistant connects via the standard SAP ADT APIs, reads the ABAP, and generates business-level and technical descriptions using the LLM of your choice — EPAM DIAL, your own DIAL tenant, or any other provider. The impact so far on SAP clients: up to 70% reduction in code analysis time, around two-thirds interpretation accuracy on first pass (consultants still validate), and 20–30% shorter development cycles once it's integrated into the team's workflow. This is the use case that usually pays for the whole program within the first quarter.</a:t>
            </a:r>
          </a:p>
        </p:txBody>
      </p:sp>
      <p:sp>
        <p:nvSpPr>
          <p:cNvPr id="4" name="Slide Number Placeholder 3">
            <a:extLst>
              <a:ext uri="{FF2B5EF4-FFF2-40B4-BE49-F238E27FC236}">
                <a16:creationId xmlns:a16="http://schemas.microsoft.com/office/drawing/2014/main" id="{62DB796C-0F57-EAF9-3BAF-623CF356BA7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284847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9DE73-3FDB-410A-E98F-D3C08CD5ED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A6A500-624C-66E0-1588-E730FB9EE6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56307A-B4C6-2B0F-D3AF-2CA9C19BAC23}"/>
              </a:ext>
            </a:extLst>
          </p:cNvPr>
          <p:cNvSpPr>
            <a:spLocks noGrp="1"/>
          </p:cNvSpPr>
          <p:nvPr>
            <p:ph type="body" idx="1"/>
          </p:nvPr>
        </p:nvSpPr>
        <p:spPr/>
        <p:txBody>
          <a:bodyPr/>
          <a:lstStyle/>
          <a:p>
            <a:r>
              <a:t>[PITCH NOTES]</a:t>
            </a:r>
          </a:p>
          <a:p>
            <a:r>
              <a:t>Use case two: Technical Specifications for standard reports and custom enhancements. This is the flip side of use case one — instead of documenting your legacy, it documents what SAP ships plus your modifications. The scenario: you're planning an S/4HANA upgrade or localizing for a new market and nobody on the team really knows what the original report does or what your enhancement did to it. We analyze the ABAP logic, map dependencies, and produce multilingual technical and business documentation. The net effect: faster onboarding of new consultants, safer modifications, and consistent quality across global delivery teams — with measurable drops in upgrade regression and manual analysis time.</a:t>
            </a:r>
          </a:p>
        </p:txBody>
      </p:sp>
      <p:sp>
        <p:nvSpPr>
          <p:cNvPr id="4" name="Slide Number Placeholder 3">
            <a:extLst>
              <a:ext uri="{FF2B5EF4-FFF2-40B4-BE49-F238E27FC236}">
                <a16:creationId xmlns:a16="http://schemas.microsoft.com/office/drawing/2014/main" id="{D144298D-3468-21AE-8177-4853C9A3C6C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392249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4AB25-C820-09FD-CCCD-82338F6368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5B2F57-5C89-7001-70DB-B6BD92FEE3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3D70CD-5FDB-2784-3680-AA9763CD2E72}"/>
              </a:ext>
            </a:extLst>
          </p:cNvPr>
          <p:cNvSpPr>
            <a:spLocks noGrp="1"/>
          </p:cNvSpPr>
          <p:nvPr>
            <p:ph type="body" idx="1"/>
          </p:nvPr>
        </p:nvSpPr>
        <p:spPr/>
        <p:txBody>
          <a:bodyPr/>
          <a:lstStyle/>
          <a:p>
            <a:r>
              <a:t>[PITCH NOTES]</a:t>
            </a:r>
          </a:p>
          <a:p>
            <a:r>
              <a:t>Use case three: Code Review — performance and maintainability. This is where the Cloud LLM Hub actively improves your codebase rather than just describing it. The problem: ABAP projects pick up inconsistent patterns, redundant logic, and inefficient data access over years. Traditional performance tuning is manual, expensive, and hard to scale. Our approach: AI-driven static and dynamic analysis that flags inefficiencies, proposes refactoring options, and recommends Clean Core-aligned practices for cloud-ready ABAP. Result: better maintainability scores, shorter execution times for ABAP services, and fewer performance bottlenecks shipping to production.</a:t>
            </a:r>
          </a:p>
          <a:p>
            <a:endParaRPr/>
          </a:p>
          <a:p>
            <a:r>
              <a:t>[ORIGINAL NOTES]</a:t>
            </a:r>
          </a:p>
          <a:p>
            <a:r>
              <a:t>https://kb.epam.com/display/ESAPCC/04.02.03.01+Use+cases#id-04.02.03.01Usecases-Case03:SAPBTPABAPPackageOptimization </a:t>
            </a:r>
          </a:p>
          <a:p>
            <a:endParaRPr/>
          </a:p>
          <a:p>
            <a:r>
              <a:t>Let’s imagine situation when we need to …</a:t>
            </a:r>
          </a:p>
          <a:p>
            <a:endParaRPr/>
          </a:p>
          <a:p>
            <a:r>
              <a:t>The Agentic SAP Code Documentation approach  might help you to …</a:t>
            </a:r>
          </a:p>
          <a:p>
            <a:endParaRPr/>
          </a:p>
          <a:p>
            <a:r>
              <a:t>As usual we aim to reduce time on code and solution analysis to save costs</a:t>
            </a:r>
          </a:p>
          <a:p>
            <a:endParaRPr/>
          </a:p>
          <a:p>
            <a:r>
              <a:t>!!! slide 35 - relevant not only for BTP</a:t>
            </a:r>
          </a:p>
        </p:txBody>
      </p:sp>
      <p:sp>
        <p:nvSpPr>
          <p:cNvPr id="4" name="Slide Number Placeholder 3">
            <a:extLst>
              <a:ext uri="{FF2B5EF4-FFF2-40B4-BE49-F238E27FC236}">
                <a16:creationId xmlns:a16="http://schemas.microsoft.com/office/drawing/2014/main" id="{6C2542C9-561F-0380-409E-975A686F6CD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3319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A4D06-BBA3-E400-E75E-2C9ADA1645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3697A3-A792-149A-4263-C81058F86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C0C895-B782-B3F7-8FD3-C3C6F6C0FE59}"/>
              </a:ext>
            </a:extLst>
          </p:cNvPr>
          <p:cNvSpPr>
            <a:spLocks noGrp="1"/>
          </p:cNvSpPr>
          <p:nvPr>
            <p:ph type="body" idx="1"/>
          </p:nvPr>
        </p:nvSpPr>
        <p:spPr/>
        <p:txBody>
          <a:bodyPr/>
          <a:lstStyle/>
          <a:p>
            <a:r>
              <a:t>[PITCH NOTES]</a:t>
            </a:r>
          </a:p>
          <a:p>
            <a:r>
              <a:t>Use case four: Accelerating mass ABAP development — the classic BTP cloud migration scenario. When you move an on-premise function to BTP Cloud ABAP, you often need to regenerate hundreds of Domains, Data Elements, and RAP services from functional specs. That's repetitive, error-prone work. We automate it using MCP-driven calls over the ABAP Development Tools API. Functional specs go in, ABAP artifacts come out. Numbers: 23–55 times faster object creation, 70–90% less manual effort, repeatable across migration waves. This is the use case where the ROI is easiest to quantify — if you have a migration roadmap, we can put a number against it in a couple of days.</a:t>
            </a:r>
          </a:p>
        </p:txBody>
      </p:sp>
      <p:sp>
        <p:nvSpPr>
          <p:cNvPr id="4" name="Slide Number Placeholder 3">
            <a:extLst>
              <a:ext uri="{FF2B5EF4-FFF2-40B4-BE49-F238E27FC236}">
                <a16:creationId xmlns:a16="http://schemas.microsoft.com/office/drawing/2014/main" id="{C01C593B-FE05-FDEB-CFBF-95726806195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44545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423E5-F39D-5BBF-29AB-606607DDB5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58397E-1C70-6B03-9837-112AD1AA47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535F94-5E25-586E-26B4-87B97F4367B5}"/>
              </a:ext>
            </a:extLst>
          </p:cNvPr>
          <p:cNvSpPr>
            <a:spLocks noGrp="1"/>
          </p:cNvSpPr>
          <p:nvPr>
            <p:ph type="body" idx="1"/>
          </p:nvPr>
        </p:nvSpPr>
        <p:spPr/>
        <p:txBody>
          <a:bodyPr/>
          <a:lstStyle/>
          <a:p>
            <a:r>
              <a:t>[PITCH NOTES]</a:t>
            </a:r>
          </a:p>
          <a:p>
            <a:r>
              <a:t>That's the value story. Now the practical question — where does this thing live? In the next section I'll walk through three deployment options, ranging from fully EPAM-hosted on one end to fully Medartis-hosted on the other, plus a hybrid option in between. The right answer depends on your data-classification appetite, your BTP capacity, and how much of the operations you want to take on internally.</a:t>
            </a:r>
          </a:p>
        </p:txBody>
      </p:sp>
      <p:sp>
        <p:nvSpPr>
          <p:cNvPr id="4" name="Slide Number Placeholder 3">
            <a:extLst>
              <a:ext uri="{FF2B5EF4-FFF2-40B4-BE49-F238E27FC236}">
                <a16:creationId xmlns:a16="http://schemas.microsoft.com/office/drawing/2014/main" id="{AFF70EBC-F444-CAF7-2CD2-EC589E17666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65193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1 in detail. The Cloud LLM Hub is deployed in EPAM's BTP Cloud Foundry tenant. The vector database for RAG is also in EPAM. On-prem ABAP systems reach us through Medartis' Cloud Connector into an EPAM destination. The LLM provider is called from EPAM runtime. Pros: horizontal scaling is on us, your BTP tenant stays lightly loaded, and EPAM runs the environment. Cons: technical data — not business data, but metadata like code fingerprints — crosses into EPAM's perimeter. You'll want a data-processing agreement and clear governance. Typical fit: customers who want the fastest time to value and are comfortable with EPAM as a processor.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2 — everything in Medartis BTP. The Cloud LLM Hub runs inside your tenant, the vector DB is yours, the Cloud Connector is local, and the LLM provider is accessed from your BTP. Pros: full control, everything stays inside your security perimeter, simple compliance story. Cons: you carry the scale — limited by your BTP capacity — and your team carries the ops load. Less flexibility for large workloads. Typical fit: regulated environments or cases where even metadata must not leave Medartis.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3 — the hybrid. Sensitive indexing and metadata processing run in Medartis BTP. Heavy LLM and MCP processing run in EPAM BTP. Two vector databases — sensitive vectors in Medartis, non-sensitive in EPAM. The flow is multi-hop: on-prem → Medartis → EPAM → LLM provider. Pros: sensitive data never leaves your control, general workloads scale on EPAM side, and you get clear separation between sensitive and non-sensitive paths. Cons: it's architecturally the most complex. More components, more coordination, more routing overhead. Typical fit: you want both control and scale, and you have the architectural maturity to run a distributed AI stack. Our recommendation for most Medartis-like enterprises tends to be Option 1 for a pilot, then move to Option 3 once the use cases are proven.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117D2-2924-8D77-4F79-E93AD7CEA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E2088-EBA8-FEBE-A85F-122E8874B6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99D570-4EB4-1257-8C5F-7900DB5724B9}"/>
              </a:ext>
            </a:extLst>
          </p:cNvPr>
          <p:cNvSpPr>
            <a:spLocks noGrp="1"/>
          </p:cNvSpPr>
          <p:nvPr>
            <p:ph type="body" idx="1"/>
          </p:nvPr>
        </p:nvSpPr>
        <p:spPr/>
        <p:txBody>
          <a:bodyPr/>
          <a:lstStyle/>
          <a:p>
            <a:r>
              <a:t>[PITCH NOTES]</a:t>
            </a:r>
          </a:p>
          <a:p>
            <a:r>
              <a:t>That's the tour. I'll pause here — I'd love to hear your questions. A few things we usually get asked: where does the data go, how long does a pilot take, and what does the cost look like. Happy to dig into any of those now, and to any part of the use cases or architecture.</a:t>
            </a:r>
          </a:p>
        </p:txBody>
      </p:sp>
      <p:sp>
        <p:nvSpPr>
          <p:cNvPr id="4" name="Slide Number Placeholder 3">
            <a:extLst>
              <a:ext uri="{FF2B5EF4-FFF2-40B4-BE49-F238E27FC236}">
                <a16:creationId xmlns:a16="http://schemas.microsoft.com/office/drawing/2014/main" id="{684DC42D-457D-E5A5-D988-5AE4C990473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49642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[PITCH NOTES]</a:t>
            </a:r>
          </a:p>
          <a:p>
            <a:r>
              <a:t>Thank you. To summarize: the Cloud LLM Hub gives you four proven AI accelerators for the SAP SDLC, three deployment options so you control where data lives, and a compounding support assistant on top. We can stand up a proof of value in about four weeks, focused on the use case that matters most to you. If it helps, I can draft a short scoping document for Medartis this week. Thanks for your time — looking forward to the next step.</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1061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 Id="rId3" Type="http://schemas.openxmlformats.org/officeDocument/2006/relationships/image" Target="../media/image2.em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5.emf"/></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 Id="rId3" Type="http://schemas.openxmlformats.org/officeDocument/2006/relationships/image" Target="../media/image17.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5.emf"/></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15.emf"/></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emf"/></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8.svg"/></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0.png"/><Relationship Id="rId3" Type="http://schemas.openxmlformats.org/officeDocument/2006/relationships/image" Target="../media/image2.emf"/></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emf"/></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emf"/></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2.png"/><Relationship Id="rId3" Type="http://schemas.openxmlformats.org/officeDocument/2006/relationships/image" Target="../media/image31.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3.png"/><Relationship Id="rId3" Type="http://schemas.openxmlformats.org/officeDocument/2006/relationships/image" Target="../media/image31.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4.png"/><Relationship Id="rId3" Type="http://schemas.openxmlformats.org/officeDocument/2006/relationships/image" Target="../media/image31.sv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 Id="rId3" Type="http://schemas.openxmlformats.org/officeDocument/2006/relationships/image" Target="../media/image31.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 Id="rId3" Type="http://schemas.openxmlformats.org/officeDocument/2006/relationships/hyperlink" Target="https://epa.ms/stories" TargetMode="External"/><Relationship Id="rId4" Type="http://schemas.openxmlformats.org/officeDocument/2006/relationships/image" Target="../media/image36.emf"/><Relationship Id="rId5" Type="http://schemas.openxmlformats.org/officeDocument/2006/relationships/image" Target="../media/image31.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7.png"/><Relationship Id="rId3" Type="http://schemas.openxmlformats.org/officeDocument/2006/relationships/image" Target="../media/image29.sv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9.png"/><Relationship Id="rId3" Type="http://schemas.openxmlformats.org/officeDocument/2006/relationships/image" Target="../media/image29.sv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0.png"/><Relationship Id="rId3" Type="http://schemas.openxmlformats.org/officeDocument/2006/relationships/image" Target="../media/image29.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2.svg"/></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svg"/></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emf"/></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0.png"/><Relationship Id="rId3" Type="http://schemas.openxmlformats.org/officeDocument/2006/relationships/image" Target="../media/image2.emf"/></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emf"/></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emf"/></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2.png"/><Relationship Id="rId3" Type="http://schemas.openxmlformats.org/officeDocument/2006/relationships/image" Target="../media/image44.svg"/></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3.png"/><Relationship Id="rId3" Type="http://schemas.openxmlformats.org/officeDocument/2006/relationships/image" Target="../media/image44.svg"/></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4.png"/><Relationship Id="rId3" Type="http://schemas.openxmlformats.org/officeDocument/2006/relationships/image" Target="../media/image44.svg"/></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5.png"/><Relationship Id="rId3" Type="http://schemas.openxmlformats.org/officeDocument/2006/relationships/image" Target="../media/image44.svg"/></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5.png"/><Relationship Id="rId3" Type="http://schemas.openxmlformats.org/officeDocument/2006/relationships/image" Target="../media/image36.emf"/><Relationship Id="rId4" Type="http://schemas.openxmlformats.org/officeDocument/2006/relationships/image" Target="../media/image44.svg"/></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7.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9.png"/><Relationship Id="rId3" Type="http://schemas.openxmlformats.org/officeDocument/2006/relationships/image" Target="../media/image29.svg"/></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0.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9.svg"/></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 Id="rId3" Type="http://schemas.openxmlformats.org/officeDocument/2006/relationships/image" Target="../media/image43.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 Id="rId3" Type="http://schemas.openxmlformats.org/officeDocument/2006/relationships/image" Target="../media/image43.png"/></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9.sv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5.sv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6.png"/></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emf"/></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6.png"/></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8904143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3983838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4456544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6451317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p:cNvSpPr>
            <a:spLocks noGrp="1"/>
          </p:cNvSpPr>
          <p:nvPr>
            <p:ph type="dt" sz="half" idx="10"/>
          </p:nvPr>
        </p:nvSpPr>
        <p:spPr/>
        <p:txBody>
          <a:bodyPr/>
          <a:lstStyle/>
          <a:p>
            <a:fld id="{C6FEC2A0-B5D4-4D3B-AF65-8A98434EA04A}" type="datetimeFigureOut">
              <a:rPr lang="de-CH" smtClean="0"/>
              <a:t>19.05.26</a:t>
            </a:fld>
            <a:endParaRPr lang="de-CH"/>
          </a:p>
        </p:txBody>
      </p:sp>
      <p:sp>
        <p:nvSpPr>
          <p:cNvPr id="8" name="Footer Placeholder 7"/>
          <p:cNvSpPr>
            <a:spLocks noGrp="1"/>
          </p:cNvSpPr>
          <p:nvPr>
            <p:ph type="ftr" sz="quarter" idx="11"/>
          </p:nvPr>
        </p:nvSpPr>
        <p:spPr/>
        <p:txBody>
          <a:bodyPr/>
          <a:lstStyle/>
          <a:p>
            <a:endParaRPr lang="de-CH"/>
          </a:p>
        </p:txBody>
      </p:sp>
      <p:sp>
        <p:nvSpPr>
          <p:cNvPr id="9" name="Slide Number Placeholder 8"/>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29151232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Date Placeholder 2"/>
          <p:cNvSpPr>
            <a:spLocks noGrp="1"/>
          </p:cNvSpPr>
          <p:nvPr>
            <p:ph type="dt" sz="half" idx="10"/>
          </p:nvPr>
        </p:nvSpPr>
        <p:spPr/>
        <p:txBody>
          <a:bodyPr/>
          <a:lstStyle/>
          <a:p>
            <a:fld id="{C6FEC2A0-B5D4-4D3B-AF65-8A98434EA04A}" type="datetimeFigureOut">
              <a:rPr lang="de-CH" smtClean="0"/>
              <a:t>19.05.26</a:t>
            </a:fld>
            <a:endParaRPr lang="de-CH"/>
          </a:p>
        </p:txBody>
      </p:sp>
      <p:sp>
        <p:nvSpPr>
          <p:cNvPr id="4" name="Footer Placeholder 3"/>
          <p:cNvSpPr>
            <a:spLocks noGrp="1"/>
          </p:cNvSpPr>
          <p:nvPr>
            <p:ph type="ftr" sz="quarter" idx="11"/>
          </p:nvPr>
        </p:nvSpPr>
        <p:spPr/>
        <p:txBody>
          <a:bodyPr/>
          <a:lstStyle/>
          <a:p>
            <a:endParaRPr lang="de-CH"/>
          </a:p>
        </p:txBody>
      </p:sp>
      <p:sp>
        <p:nvSpPr>
          <p:cNvPr id="5" name="Slide Number Placeholder 4"/>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22901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6FEC2A0-B5D4-4D3B-AF65-8A98434EA04A}" type="datetimeFigureOut">
              <a:rPr lang="de-CH" smtClean="0"/>
              <a:t>19.05.26</a:t>
            </a:fld>
            <a:endParaRPr lang="de-CH"/>
          </a:p>
        </p:txBody>
      </p:sp>
      <p:sp>
        <p:nvSpPr>
          <p:cNvPr id="3" name="Footer Placeholder 2"/>
          <p:cNvSpPr>
            <a:spLocks noGrp="1"/>
          </p:cNvSpPr>
          <p:nvPr>
            <p:ph type="ftr" sz="quarter" idx="11"/>
          </p:nvPr>
        </p:nvSpPr>
        <p:spPr/>
        <p:txBody>
          <a:bodyPr/>
          <a:lstStyle/>
          <a:p>
            <a:endParaRPr lang="de-CH"/>
          </a:p>
        </p:txBody>
      </p:sp>
      <p:sp>
        <p:nvSpPr>
          <p:cNvPr id="4" name="Slide Number Placeholder 3"/>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27520145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41799629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9040199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231063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6552583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US"/>
              <a:t>Click icon to add picture</a:t>
            </a:r>
          </a:p>
        </p:txBody>
      </p:sp>
      <p:sp>
        <p:nvSpPr>
          <p:cNvPr id="2" name="Rectangle 1">
            <a:extLst>
              <a:ext uri="{FF2B5EF4-FFF2-40B4-BE49-F238E27FC236}">
                <a16:creationId xmlns:a16="http://schemas.microsoft.com/office/drawing/2014/main" id="{F7C1B8CB-9FFB-8D0A-F788-18710501B096}"/>
              </a:ext>
            </a:extLst>
          </p:cNvPr>
          <p:cNvSpPr/>
          <p:nvPr/>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24035484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over_Image">
    <p:bg>
      <p:bgPr>
        <a:solidFill>
          <a:schemeClr val="tx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35825" y="1655821"/>
            <a:ext cx="8060366" cy="2103140"/>
          </a:xfrm>
          <a:prstGeom prst="rect">
            <a:avLst/>
          </a:prstGeom>
        </p:spPr>
        <p:txBody>
          <a:bodyPr wrap="square">
            <a:spAutoFit/>
          </a:bodyPr>
          <a:lstStyle>
            <a:lvl1pPr>
              <a:lnSpc>
                <a:spcPts val="8200"/>
              </a:lnSpc>
              <a:spcBef>
                <a:spcPts val="0"/>
              </a:spcBef>
              <a:defRPr sz="8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5825" y="4670399"/>
            <a:ext cx="10515600" cy="455381"/>
          </a:xfrm>
          <a:prstGeom prst="rect">
            <a:avLst/>
          </a:prstGeom>
        </p:spPr>
        <p:txBody>
          <a:bodyPr wrap="square">
            <a:spAutoFit/>
          </a:bodyPr>
          <a:lstStyle>
            <a:lvl1pPr>
              <a:lnSpc>
                <a:spcPct val="150000"/>
              </a:lnSpc>
              <a:spcBef>
                <a:spcPts val="0"/>
              </a:spcBef>
              <a:defRPr sz="22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5825" y="5393921"/>
            <a:ext cx="6489700" cy="200055"/>
          </a:xfrm>
          <a:prstGeom prst="rect">
            <a:avLst/>
          </a:prstGeom>
        </p:spPr>
        <p:txBody>
          <a:bodyPr>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5825"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bg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pic>
        <p:nvPicPr>
          <p:cNvPr id="3" name="Picture 2">
            <a:extLst>
              <a:ext uri="{FF2B5EF4-FFF2-40B4-BE49-F238E27FC236}">
                <a16:creationId xmlns:a16="http://schemas.microsoft.com/office/drawing/2014/main" id="{8AA3D84A-3A3E-A95D-16B1-DEAB594B0B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
        <p:nvSpPr>
          <p:cNvPr id="6" name="Picture Placeholder 5">
            <a:extLst>
              <a:ext uri="{FF2B5EF4-FFF2-40B4-BE49-F238E27FC236}">
                <a16:creationId xmlns:a16="http://schemas.microsoft.com/office/drawing/2014/main" id="{0374159C-7297-E470-BBCD-D20C41E7AF68}"/>
              </a:ext>
            </a:extLst>
          </p:cNvPr>
          <p:cNvSpPr>
            <a:spLocks noGrp="1"/>
          </p:cNvSpPr>
          <p:nvPr>
            <p:ph type="pic" sz="quarter" idx="13"/>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40948164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Cover_Dark">
    <p:bg>
      <p:bgPr>
        <a:solidFill>
          <a:srgbClr val="060606"/>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5825" y="4670399"/>
            <a:ext cx="7068944" cy="455381"/>
          </a:xfrm>
          <a:prstGeom prst="rect">
            <a:avLst/>
          </a:prstGeom>
        </p:spPr>
        <p:txBody>
          <a:bodyPr wrap="square">
            <a:spAutoFit/>
          </a:bodyPr>
          <a:lstStyle>
            <a:lvl1pPr>
              <a:lnSpc>
                <a:spcPct val="150000"/>
              </a:lnSpc>
              <a:spcBef>
                <a:spcPts val="0"/>
              </a:spcBef>
              <a:defRPr sz="22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5825" y="5393921"/>
            <a:ext cx="6489700" cy="200055"/>
          </a:xfrm>
          <a:prstGeom prst="rect">
            <a:avLst/>
          </a:prstGeom>
        </p:spPr>
        <p:txBody>
          <a:bodyPr>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5825"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bg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5825" y="1653938"/>
            <a:ext cx="8060366" cy="2103140"/>
          </a:xfrm>
          <a:prstGeom prst="rect">
            <a:avLst/>
          </a:prstGeom>
        </p:spPr>
        <p:txBody>
          <a:bodyPr wrap="square">
            <a:spAutoFit/>
          </a:bodyPr>
          <a:lstStyle>
            <a:lvl1pPr>
              <a:lnSpc>
                <a:spcPts val="8200"/>
              </a:lnSpc>
              <a:spcBef>
                <a:spcPts val="0"/>
              </a:spcBef>
              <a:defRPr sz="8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3" name="Picture 2">
            <a:extLst>
              <a:ext uri="{FF2B5EF4-FFF2-40B4-BE49-F238E27FC236}">
                <a16:creationId xmlns:a16="http://schemas.microsoft.com/office/drawing/2014/main" id="{8525FA4B-8346-1D65-A1A6-BE46B3388E8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21851844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ver_Shorter_Title_Half_Page">
    <p:spTree>
      <p:nvGrpSpPr>
        <p:cNvPr id="1" name=""/>
        <p:cNvGrpSpPr/>
        <p:nvPr/>
      </p:nvGrpSpPr>
      <p:grpSpPr>
        <a:xfrm>
          <a:off x="0" y="0"/>
          <a:ext cx="0" cy="0"/>
          <a:chOff x="0" y="0"/>
          <a:chExt cx="0" cy="0"/>
        </a:xfrm>
      </p:grpSpPr>
      <p:sp>
        <p:nvSpPr>
          <p:cNvPr id="5" name="Picture Placeholder 2">
            <a:extLst>
              <a:ext uri="{FF2B5EF4-FFF2-40B4-BE49-F238E27FC236}">
                <a16:creationId xmlns:a16="http://schemas.microsoft.com/office/drawing/2014/main" id="{040E1BA6-2B94-3FB9-8A61-22A11D25EDE1}"/>
              </a:ext>
            </a:extLst>
          </p:cNvPr>
          <p:cNvSpPr>
            <a:spLocks noGrp="1"/>
          </p:cNvSpPr>
          <p:nvPr>
            <p:ph type="pic" sz="quarter" idx="24"/>
          </p:nvPr>
        </p:nvSpPr>
        <p:spPr>
          <a:xfrm>
            <a:off x="6123008" y="0"/>
            <a:ext cx="6068992" cy="6858000"/>
          </a:xfrm>
          <a:prstGeom prst="rect">
            <a:avLst/>
          </a:prstGeom>
        </p:spPr>
        <p:txBody>
          <a:bodyPr/>
          <a:lstStyle/>
          <a:p>
            <a:endParaRPr lang="en-US"/>
          </a:p>
        </p:txBody>
      </p:sp>
      <p:sp>
        <p:nvSpPr>
          <p:cNvPr id="6" name="Text Placeholder 4">
            <a:extLst>
              <a:ext uri="{FF2B5EF4-FFF2-40B4-BE49-F238E27FC236}">
                <a16:creationId xmlns:a16="http://schemas.microsoft.com/office/drawing/2014/main" id="{5DF60C00-4DF7-EA8B-64E5-6D8707C3F163}"/>
              </a:ext>
            </a:extLst>
          </p:cNvPr>
          <p:cNvSpPr>
            <a:spLocks noGrp="1"/>
          </p:cNvSpPr>
          <p:nvPr>
            <p:ph type="body" sz="quarter" idx="25" hasCustomPrompt="1"/>
          </p:nvPr>
        </p:nvSpPr>
        <p:spPr>
          <a:xfrm>
            <a:off x="635825" y="4670399"/>
            <a:ext cx="5151216" cy="372538"/>
          </a:xfrm>
          <a:prstGeom prst="rect">
            <a:avLst/>
          </a:prstGeom>
        </p:spPr>
        <p:txBody>
          <a:bodyPr wrap="square">
            <a:spAutoFit/>
          </a:bodyPr>
          <a:lstStyle>
            <a:lvl1pPr>
              <a:lnSpc>
                <a:spcPct val="15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7" name="Text Placeholder 4">
            <a:extLst>
              <a:ext uri="{FF2B5EF4-FFF2-40B4-BE49-F238E27FC236}">
                <a16:creationId xmlns:a16="http://schemas.microsoft.com/office/drawing/2014/main" id="{1CED6F17-ABB3-3BF2-0943-BB3D363DB394}"/>
              </a:ext>
            </a:extLst>
          </p:cNvPr>
          <p:cNvSpPr>
            <a:spLocks noGrp="1"/>
          </p:cNvSpPr>
          <p:nvPr>
            <p:ph type="body" sz="quarter" idx="12" hasCustomPrompt="1"/>
          </p:nvPr>
        </p:nvSpPr>
        <p:spPr>
          <a:xfrm>
            <a:off x="635825" y="5393921"/>
            <a:ext cx="5185941" cy="200055"/>
          </a:xfrm>
          <a:prstGeom prst="rect">
            <a:avLst/>
          </a:prstGeom>
        </p:spPr>
        <p:txBody>
          <a:bodyPr wrap="square">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8" name="Text Placeholder 4">
            <a:extLst>
              <a:ext uri="{FF2B5EF4-FFF2-40B4-BE49-F238E27FC236}">
                <a16:creationId xmlns:a16="http://schemas.microsoft.com/office/drawing/2014/main" id="{03242F72-C056-2877-37FC-0C0E8E2FA1E4}"/>
              </a:ext>
            </a:extLst>
          </p:cNvPr>
          <p:cNvSpPr>
            <a:spLocks noGrp="1"/>
          </p:cNvSpPr>
          <p:nvPr>
            <p:ph type="body" sz="quarter" idx="26" hasCustomPrompt="1"/>
          </p:nvPr>
        </p:nvSpPr>
        <p:spPr>
          <a:xfrm>
            <a:off x="635825" y="1653938"/>
            <a:ext cx="5139642" cy="1846659"/>
          </a:xfrm>
          <a:prstGeom prst="rect">
            <a:avLst/>
          </a:prstGeom>
        </p:spPr>
        <p:txBody>
          <a:bodyPr wrap="square">
            <a:spAutoFit/>
          </a:bodyPr>
          <a:lstStyle>
            <a:lvl1pPr>
              <a:lnSpc>
                <a:spcPct val="100000"/>
              </a:lnSpc>
              <a:spcBef>
                <a:spcPts val="0"/>
              </a:spcBef>
              <a:defRPr sz="6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Cover with Shorter Title</a:t>
            </a:r>
          </a:p>
        </p:txBody>
      </p:sp>
      <p:pic>
        <p:nvPicPr>
          <p:cNvPr id="9" name="Picture 8">
            <a:extLst>
              <a:ext uri="{FF2B5EF4-FFF2-40B4-BE49-F238E27FC236}">
                <a16:creationId xmlns:a16="http://schemas.microsoft.com/office/drawing/2014/main" id="{522237D0-4B7C-4C74-1B34-6585F8B84CE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32952766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5825" y="1350512"/>
            <a:ext cx="3594735" cy="923330"/>
          </a:xfrm>
          <a:prstGeom prst="rect">
            <a:avLst/>
          </a:prstGeom>
        </p:spPr>
        <p:txBody>
          <a:bodyPr wrap="square">
            <a:spAutoFit/>
          </a:bodyPr>
          <a:lstStyle>
            <a:lvl1pPr>
              <a:defRPr sz="6000" b="0" i="0">
                <a:gradFill>
                  <a:gsLst>
                    <a:gs pos="0">
                      <a:srgbClr val="00F6FF"/>
                    </a:gs>
                    <a:gs pos="70000">
                      <a:srgbClr val="00FFF0"/>
                    </a:gs>
                    <a:gs pos="100000">
                      <a:srgbClr val="B896FF"/>
                    </a:gs>
                  </a:gsLst>
                  <a:lin ang="0" scaled="0"/>
                </a:gradFill>
                <a:latin typeface="Calibri" panose="020F0502020204030204" pitchFamily="34" charset="0"/>
                <a:cs typeface="Calibri" panose="020F0502020204030204" pitchFamily="34" charset="0"/>
              </a:defRPr>
            </a:lvl1pPr>
          </a:lstStyle>
          <a:p>
            <a:r>
              <a:rPr lang="en-US"/>
              <a:t>Contents</a:t>
            </a:r>
          </a:p>
        </p:txBody>
      </p:sp>
      <p:sp>
        <p:nvSpPr>
          <p:cNvPr id="5" name="Text Placeholder 4">
            <a:extLst>
              <a:ext uri="{FF2B5EF4-FFF2-40B4-BE49-F238E27FC236}">
                <a16:creationId xmlns:a16="http://schemas.microsoft.com/office/drawing/2014/main" id="{0B94A4A7-1D42-43C4-8DAE-D39D6017417F}"/>
              </a:ext>
            </a:extLst>
          </p:cNvPr>
          <p:cNvSpPr>
            <a:spLocks noGrp="1"/>
          </p:cNvSpPr>
          <p:nvPr>
            <p:ph type="body" sz="quarter" idx="10" hasCustomPrompt="1"/>
          </p:nvPr>
        </p:nvSpPr>
        <p:spPr>
          <a:xfrm>
            <a:off x="4566051" y="154228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01</a:t>
            </a:r>
          </a:p>
        </p:txBody>
      </p:sp>
      <p:sp>
        <p:nvSpPr>
          <p:cNvPr id="9" name="Text Placeholder 4">
            <a:extLst>
              <a:ext uri="{FF2B5EF4-FFF2-40B4-BE49-F238E27FC236}">
                <a16:creationId xmlns:a16="http://schemas.microsoft.com/office/drawing/2014/main" id="{914B7CA8-C6E3-4D9A-BDD1-5A660A9FF442}"/>
              </a:ext>
            </a:extLst>
          </p:cNvPr>
          <p:cNvSpPr>
            <a:spLocks noGrp="1"/>
          </p:cNvSpPr>
          <p:nvPr>
            <p:ph type="body" sz="quarter" idx="11" hasCustomPrompt="1"/>
          </p:nvPr>
        </p:nvSpPr>
        <p:spPr>
          <a:xfrm>
            <a:off x="4566051" y="2235353"/>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02</a:t>
            </a:r>
          </a:p>
        </p:txBody>
      </p:sp>
      <p:sp>
        <p:nvSpPr>
          <p:cNvPr id="13" name="Text Placeholder 4">
            <a:extLst>
              <a:ext uri="{FF2B5EF4-FFF2-40B4-BE49-F238E27FC236}">
                <a16:creationId xmlns:a16="http://schemas.microsoft.com/office/drawing/2014/main" id="{29CF7C84-314E-4FB2-901C-E4AD0E759351}"/>
              </a:ext>
            </a:extLst>
          </p:cNvPr>
          <p:cNvSpPr>
            <a:spLocks noGrp="1"/>
          </p:cNvSpPr>
          <p:nvPr>
            <p:ph type="body" sz="quarter" idx="12" hasCustomPrompt="1"/>
          </p:nvPr>
        </p:nvSpPr>
        <p:spPr>
          <a:xfrm>
            <a:off x="4566051" y="291825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03</a:t>
            </a:r>
          </a:p>
        </p:txBody>
      </p:sp>
      <p:sp>
        <p:nvSpPr>
          <p:cNvPr id="14" name="Text Placeholder 4">
            <a:extLst>
              <a:ext uri="{FF2B5EF4-FFF2-40B4-BE49-F238E27FC236}">
                <a16:creationId xmlns:a16="http://schemas.microsoft.com/office/drawing/2014/main" id="{F4E24727-48EE-48AA-9B6F-F26524FCED2B}"/>
              </a:ext>
            </a:extLst>
          </p:cNvPr>
          <p:cNvSpPr>
            <a:spLocks noGrp="1"/>
          </p:cNvSpPr>
          <p:nvPr>
            <p:ph type="body" sz="quarter" idx="13" hasCustomPrompt="1"/>
          </p:nvPr>
        </p:nvSpPr>
        <p:spPr>
          <a:xfrm>
            <a:off x="4566051" y="361132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04</a:t>
            </a:r>
          </a:p>
        </p:txBody>
      </p:sp>
      <p:sp>
        <p:nvSpPr>
          <p:cNvPr id="15" name="Text Placeholder 4">
            <a:extLst>
              <a:ext uri="{FF2B5EF4-FFF2-40B4-BE49-F238E27FC236}">
                <a16:creationId xmlns:a16="http://schemas.microsoft.com/office/drawing/2014/main" id="{18BC4A81-2FF3-4AC4-8F40-4F95105F594C}"/>
              </a:ext>
            </a:extLst>
          </p:cNvPr>
          <p:cNvSpPr>
            <a:spLocks noGrp="1"/>
          </p:cNvSpPr>
          <p:nvPr>
            <p:ph type="body" sz="quarter" idx="14" hasCustomPrompt="1"/>
          </p:nvPr>
        </p:nvSpPr>
        <p:spPr>
          <a:xfrm>
            <a:off x="4566051" y="4294232"/>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05</a:t>
            </a:r>
          </a:p>
        </p:txBody>
      </p:sp>
      <p:sp>
        <p:nvSpPr>
          <p:cNvPr id="16" name="Text Placeholder 4">
            <a:extLst>
              <a:ext uri="{FF2B5EF4-FFF2-40B4-BE49-F238E27FC236}">
                <a16:creationId xmlns:a16="http://schemas.microsoft.com/office/drawing/2014/main" id="{A53DF3A1-A093-468B-B30D-D2DB4C1595BF}"/>
              </a:ext>
            </a:extLst>
          </p:cNvPr>
          <p:cNvSpPr>
            <a:spLocks noGrp="1"/>
          </p:cNvSpPr>
          <p:nvPr>
            <p:ph type="body" sz="quarter" idx="15" hasCustomPrompt="1"/>
          </p:nvPr>
        </p:nvSpPr>
        <p:spPr>
          <a:xfrm>
            <a:off x="4566051" y="497713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06</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5298342" y="154228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5298342" y="2235353"/>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5298342" y="291825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5298342" y="361132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5298342" y="4294232"/>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5298342" y="497713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cxnSp>
        <p:nvCxnSpPr>
          <p:cNvPr id="6" name="Straight Connector 5">
            <a:extLst>
              <a:ext uri="{FF2B5EF4-FFF2-40B4-BE49-F238E27FC236}">
                <a16:creationId xmlns:a16="http://schemas.microsoft.com/office/drawing/2014/main" id="{68522FB4-D05A-7BBC-4925-8F44384D8BAF}"/>
              </a:ext>
            </a:extLst>
          </p:cNvPr>
          <p:cNvCxnSpPr>
            <a:cxnSpLocks/>
          </p:cNvCxnSpPr>
          <p:nvPr userDrawn="1"/>
        </p:nvCxnSpPr>
        <p:spPr>
          <a:xfrm>
            <a:off x="4828321" y="204358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43E4466-9172-11FF-B631-0772F610EC0A}"/>
              </a:ext>
            </a:extLst>
          </p:cNvPr>
          <p:cNvCxnSpPr>
            <a:cxnSpLocks/>
          </p:cNvCxnSpPr>
          <p:nvPr userDrawn="1"/>
        </p:nvCxnSpPr>
        <p:spPr>
          <a:xfrm>
            <a:off x="4828321" y="2736156"/>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39B406A-62F3-7DD2-AFDA-098BD84DC9B8}"/>
              </a:ext>
            </a:extLst>
          </p:cNvPr>
          <p:cNvCxnSpPr>
            <a:cxnSpLocks/>
          </p:cNvCxnSpPr>
          <p:nvPr userDrawn="1"/>
        </p:nvCxnSpPr>
        <p:spPr>
          <a:xfrm>
            <a:off x="4828321" y="342873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828321" y="4121306"/>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828321" y="481388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828321" y="551146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8085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5825" y="1353882"/>
            <a:ext cx="3594735" cy="923330"/>
          </a:xfrm>
          <a:prstGeom prst="rect">
            <a:avLst/>
          </a:prstGeom>
        </p:spPr>
        <p:txBody>
          <a:bodyPr wrap="square" lIns="0" tIns="0" rIns="0" bIns="0">
            <a:spAutoFit/>
          </a:bodyPr>
          <a:lstStyle>
            <a:lvl1pPr>
              <a:defRPr lang="en-US" sz="6000" b="0" dirty="0">
                <a:gradFill>
                  <a:gsLst>
                    <a:gs pos="0">
                      <a:srgbClr val="00F6FF"/>
                    </a:gs>
                    <a:gs pos="70000">
                      <a:srgbClr val="00FFF0"/>
                    </a:gs>
                    <a:gs pos="100000">
                      <a:srgbClr val="B896FF"/>
                    </a:gs>
                  </a:gsLst>
                  <a:lin ang="0" scaled="0"/>
                </a:gradFill>
              </a:defRPr>
            </a:lvl1pPr>
          </a:lstStyle>
          <a:p>
            <a:pPr lvl="0"/>
            <a:r>
              <a:rPr lang="en-US"/>
              <a:t>Agenda</a:t>
            </a:r>
          </a:p>
        </p:txBody>
      </p: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597093" y="4127679"/>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597093" y="4821255"/>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597093" y="551483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F38260B-0DC8-F1D9-0A04-B34FD9548DDE}"/>
              </a:ext>
            </a:extLst>
          </p:cNvPr>
          <p:cNvCxnSpPr>
            <a:cxnSpLocks/>
          </p:cNvCxnSpPr>
          <p:nvPr userDrawn="1"/>
        </p:nvCxnSpPr>
        <p:spPr>
          <a:xfrm>
            <a:off x="4597093" y="3434103"/>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34323139-2B65-F98E-4BA6-26EBD4E0ADE2}"/>
              </a:ext>
            </a:extLst>
          </p:cNvPr>
          <p:cNvSpPr>
            <a:spLocks noGrp="1"/>
          </p:cNvSpPr>
          <p:nvPr>
            <p:ph type="body" sz="quarter" idx="10" hasCustomPrompt="1"/>
          </p:nvPr>
        </p:nvSpPr>
        <p:spPr>
          <a:xfrm>
            <a:off x="4114801" y="1544424"/>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3" name="Text Placeholder 4">
            <a:extLst>
              <a:ext uri="{FF2B5EF4-FFF2-40B4-BE49-F238E27FC236}">
                <a16:creationId xmlns:a16="http://schemas.microsoft.com/office/drawing/2014/main" id="{4203F9BF-BF5F-6A91-5F78-9E13CFB34688}"/>
              </a:ext>
            </a:extLst>
          </p:cNvPr>
          <p:cNvSpPr>
            <a:spLocks noGrp="1"/>
          </p:cNvSpPr>
          <p:nvPr>
            <p:ph type="body" sz="quarter" idx="16" hasCustomPrompt="1"/>
          </p:nvPr>
        </p:nvSpPr>
        <p:spPr>
          <a:xfrm>
            <a:off x="6248400" y="1544424"/>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4" name="Text Placeholder 4">
            <a:extLst>
              <a:ext uri="{FF2B5EF4-FFF2-40B4-BE49-F238E27FC236}">
                <a16:creationId xmlns:a16="http://schemas.microsoft.com/office/drawing/2014/main" id="{876CC08A-4820-35BC-92E1-8230BD9D360A}"/>
              </a:ext>
            </a:extLst>
          </p:cNvPr>
          <p:cNvSpPr>
            <a:spLocks noGrp="1"/>
          </p:cNvSpPr>
          <p:nvPr>
            <p:ph type="body" sz="quarter" idx="24" hasCustomPrompt="1"/>
          </p:nvPr>
        </p:nvSpPr>
        <p:spPr>
          <a:xfrm>
            <a:off x="4114801" y="2237970"/>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5" name="Text Placeholder 4">
            <a:extLst>
              <a:ext uri="{FF2B5EF4-FFF2-40B4-BE49-F238E27FC236}">
                <a16:creationId xmlns:a16="http://schemas.microsoft.com/office/drawing/2014/main" id="{F7291D4C-4D95-8F05-0F5C-BA39164C8277}"/>
              </a:ext>
            </a:extLst>
          </p:cNvPr>
          <p:cNvSpPr>
            <a:spLocks noGrp="1"/>
          </p:cNvSpPr>
          <p:nvPr>
            <p:ph type="body" sz="quarter" idx="25" hasCustomPrompt="1"/>
          </p:nvPr>
        </p:nvSpPr>
        <p:spPr>
          <a:xfrm>
            <a:off x="6248400" y="2237970"/>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6" name="Text Placeholder 4">
            <a:extLst>
              <a:ext uri="{FF2B5EF4-FFF2-40B4-BE49-F238E27FC236}">
                <a16:creationId xmlns:a16="http://schemas.microsoft.com/office/drawing/2014/main" id="{B6CEF688-2334-22F4-39C4-5CC9525BC52D}"/>
              </a:ext>
            </a:extLst>
          </p:cNvPr>
          <p:cNvSpPr>
            <a:spLocks noGrp="1"/>
          </p:cNvSpPr>
          <p:nvPr>
            <p:ph type="body" sz="quarter" idx="26" hasCustomPrompt="1"/>
          </p:nvPr>
        </p:nvSpPr>
        <p:spPr>
          <a:xfrm>
            <a:off x="4114801" y="2931516"/>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1" name="Text Placeholder 4">
            <a:extLst>
              <a:ext uri="{FF2B5EF4-FFF2-40B4-BE49-F238E27FC236}">
                <a16:creationId xmlns:a16="http://schemas.microsoft.com/office/drawing/2014/main" id="{6C7F5B96-F4B8-B78A-06A1-1387CE2660EF}"/>
              </a:ext>
            </a:extLst>
          </p:cNvPr>
          <p:cNvSpPr>
            <a:spLocks noGrp="1"/>
          </p:cNvSpPr>
          <p:nvPr>
            <p:ph type="body" sz="quarter" idx="27" hasCustomPrompt="1"/>
          </p:nvPr>
        </p:nvSpPr>
        <p:spPr>
          <a:xfrm>
            <a:off x="6248400" y="2931516"/>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2" name="Text Placeholder 4">
            <a:extLst>
              <a:ext uri="{FF2B5EF4-FFF2-40B4-BE49-F238E27FC236}">
                <a16:creationId xmlns:a16="http://schemas.microsoft.com/office/drawing/2014/main" id="{F2D20F35-3DAA-AC00-0D89-CD5517054A4A}"/>
              </a:ext>
            </a:extLst>
          </p:cNvPr>
          <p:cNvSpPr>
            <a:spLocks noGrp="1"/>
          </p:cNvSpPr>
          <p:nvPr>
            <p:ph type="body" sz="quarter" idx="28" hasCustomPrompt="1"/>
          </p:nvPr>
        </p:nvSpPr>
        <p:spPr>
          <a:xfrm>
            <a:off x="4114801" y="3625062"/>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4" name="Text Placeholder 4">
            <a:extLst>
              <a:ext uri="{FF2B5EF4-FFF2-40B4-BE49-F238E27FC236}">
                <a16:creationId xmlns:a16="http://schemas.microsoft.com/office/drawing/2014/main" id="{7CEC68D4-F109-8967-2138-7755BCDA7F53}"/>
              </a:ext>
            </a:extLst>
          </p:cNvPr>
          <p:cNvSpPr>
            <a:spLocks noGrp="1"/>
          </p:cNvSpPr>
          <p:nvPr>
            <p:ph type="body" sz="quarter" idx="29" hasCustomPrompt="1"/>
          </p:nvPr>
        </p:nvSpPr>
        <p:spPr>
          <a:xfrm>
            <a:off x="6248400" y="3625062"/>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5" name="Text Placeholder 4">
            <a:extLst>
              <a:ext uri="{FF2B5EF4-FFF2-40B4-BE49-F238E27FC236}">
                <a16:creationId xmlns:a16="http://schemas.microsoft.com/office/drawing/2014/main" id="{9D31E2A1-E7D9-C6E2-1CAD-132E8FC15028}"/>
              </a:ext>
            </a:extLst>
          </p:cNvPr>
          <p:cNvSpPr>
            <a:spLocks noGrp="1"/>
          </p:cNvSpPr>
          <p:nvPr>
            <p:ph type="body" sz="quarter" idx="30" hasCustomPrompt="1"/>
          </p:nvPr>
        </p:nvSpPr>
        <p:spPr>
          <a:xfrm>
            <a:off x="4114801" y="4318608"/>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6" name="Text Placeholder 4">
            <a:extLst>
              <a:ext uri="{FF2B5EF4-FFF2-40B4-BE49-F238E27FC236}">
                <a16:creationId xmlns:a16="http://schemas.microsoft.com/office/drawing/2014/main" id="{9FFDA3CA-2B8B-D638-20E4-71AC7A34D736}"/>
              </a:ext>
            </a:extLst>
          </p:cNvPr>
          <p:cNvSpPr>
            <a:spLocks noGrp="1"/>
          </p:cNvSpPr>
          <p:nvPr>
            <p:ph type="body" sz="quarter" idx="31" hasCustomPrompt="1"/>
          </p:nvPr>
        </p:nvSpPr>
        <p:spPr>
          <a:xfrm>
            <a:off x="6248400" y="4318608"/>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7" name="Text Placeholder 4">
            <a:extLst>
              <a:ext uri="{FF2B5EF4-FFF2-40B4-BE49-F238E27FC236}">
                <a16:creationId xmlns:a16="http://schemas.microsoft.com/office/drawing/2014/main" id="{557F9336-F799-453A-9AE4-57BF009F4E49}"/>
              </a:ext>
            </a:extLst>
          </p:cNvPr>
          <p:cNvSpPr>
            <a:spLocks noGrp="1"/>
          </p:cNvSpPr>
          <p:nvPr>
            <p:ph type="body" sz="quarter" idx="32" hasCustomPrompt="1"/>
          </p:nvPr>
        </p:nvSpPr>
        <p:spPr>
          <a:xfrm>
            <a:off x="4114801" y="5012153"/>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8" name="Text Placeholder 4">
            <a:extLst>
              <a:ext uri="{FF2B5EF4-FFF2-40B4-BE49-F238E27FC236}">
                <a16:creationId xmlns:a16="http://schemas.microsoft.com/office/drawing/2014/main" id="{3ACF06D8-4539-871E-68C7-607E7092437D}"/>
              </a:ext>
            </a:extLst>
          </p:cNvPr>
          <p:cNvSpPr>
            <a:spLocks noGrp="1"/>
          </p:cNvSpPr>
          <p:nvPr>
            <p:ph type="body" sz="quarter" idx="33" hasCustomPrompt="1"/>
          </p:nvPr>
        </p:nvSpPr>
        <p:spPr>
          <a:xfrm>
            <a:off x="6248400" y="5012153"/>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cxnSp>
        <p:nvCxnSpPr>
          <p:cNvPr id="41" name="Straight Connector 40">
            <a:extLst>
              <a:ext uri="{FF2B5EF4-FFF2-40B4-BE49-F238E27FC236}">
                <a16:creationId xmlns:a16="http://schemas.microsoft.com/office/drawing/2014/main" id="{A040C191-15FC-CC2A-76C6-F51F8764B2F0}"/>
              </a:ext>
            </a:extLst>
          </p:cNvPr>
          <p:cNvCxnSpPr>
            <a:cxnSpLocks/>
          </p:cNvCxnSpPr>
          <p:nvPr userDrawn="1"/>
        </p:nvCxnSpPr>
        <p:spPr>
          <a:xfrm>
            <a:off x="4597093" y="2740527"/>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2D121A1-59B7-61ED-F9B5-D7F3CF3FA035}"/>
              </a:ext>
            </a:extLst>
          </p:cNvPr>
          <p:cNvCxnSpPr>
            <a:cxnSpLocks/>
          </p:cNvCxnSpPr>
          <p:nvPr userDrawn="1"/>
        </p:nvCxnSpPr>
        <p:spPr>
          <a:xfrm>
            <a:off x="4597094" y="204695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90080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ection_Header_Half_Page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5825" y="1772483"/>
            <a:ext cx="3594735" cy="1846659"/>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5825" y="393961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14" name="Oval 13">
            <a:extLst>
              <a:ext uri="{FF2B5EF4-FFF2-40B4-BE49-F238E27FC236}">
                <a16:creationId xmlns:a16="http://schemas.microsoft.com/office/drawing/2014/main" id="{1BFE2FC0-3FA5-A96D-8741-0967434C45D8}"/>
              </a:ext>
            </a:extLst>
          </p:cNvPr>
          <p:cNvSpPr/>
          <p:nvPr userDrawn="1"/>
        </p:nvSpPr>
        <p:spPr bwMode="auto">
          <a:xfrm>
            <a:off x="7006459" y="0"/>
            <a:ext cx="1507755" cy="1507755"/>
          </a:xfrm>
          <a:prstGeom prst="ellipse">
            <a:avLst/>
          </a:prstGeom>
          <a:solidFill>
            <a:srgbClr val="B896FF"/>
          </a:solidFill>
          <a:ln>
            <a:noFill/>
          </a:ln>
          <a:effectLst>
            <a:softEdge rad="50192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Text Placeholder 4">
            <a:extLst>
              <a:ext uri="{FF2B5EF4-FFF2-40B4-BE49-F238E27FC236}">
                <a16:creationId xmlns:a16="http://schemas.microsoft.com/office/drawing/2014/main" id="{044D886A-7EE9-3D61-5350-BFDC9DEF7721}"/>
              </a:ext>
            </a:extLst>
          </p:cNvPr>
          <p:cNvSpPr>
            <a:spLocks noGrp="1"/>
          </p:cNvSpPr>
          <p:nvPr>
            <p:ph type="body" sz="quarter" idx="10" hasCustomPrompt="1"/>
          </p:nvPr>
        </p:nvSpPr>
        <p:spPr>
          <a:xfrm>
            <a:off x="635825" y="1335603"/>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Tree>
    <p:extLst>
      <p:ext uri="{BB962C8B-B14F-4D97-AF65-F5344CB8AC3E}">
        <p14:creationId xmlns:p14="http://schemas.microsoft.com/office/powerpoint/2010/main" val="21306219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ection_Header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5825" y="1793240"/>
            <a:ext cx="5640805" cy="923330"/>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5825" y="1336040"/>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5825" y="312699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7202904" y="0"/>
            <a:ext cx="4989095" cy="6858000"/>
          </a:xfrm>
          <a:prstGeom prst="rect">
            <a:avLst/>
          </a:prstGeom>
        </p:spPr>
        <p:txBody>
          <a:bodyPr/>
          <a:lstStyle/>
          <a:p>
            <a:endParaRPr lang="en-US"/>
          </a:p>
        </p:txBody>
      </p:sp>
    </p:spTree>
    <p:extLst>
      <p:ext uri="{BB962C8B-B14F-4D97-AF65-F5344CB8AC3E}">
        <p14:creationId xmlns:p14="http://schemas.microsoft.com/office/powerpoint/2010/main" val="17805651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x_Section_Header_Cool">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43CF198-2C15-1B0B-2941-6BA5258C3280}"/>
              </a:ext>
            </a:extLst>
          </p:cNvPr>
          <p:cNvSpPr/>
          <p:nvPr userDrawn="1"/>
        </p:nvSpPr>
        <p:spPr bwMode="auto">
          <a:xfrm>
            <a:off x="620713" y="647700"/>
            <a:ext cx="10969625" cy="5562600"/>
          </a:xfrm>
          <a:prstGeom prst="rect">
            <a:avLst/>
          </a:prstGeom>
          <a:gradFill flip="none" rotWithShape="1">
            <a:gsLst>
              <a:gs pos="0">
                <a:schemeClr val="accent4"/>
              </a:gs>
              <a:gs pos="99000">
                <a:schemeClr val="accent2"/>
              </a:gs>
              <a:gs pos="17000">
                <a:schemeClr val="accent4">
                  <a:alpha val="79000"/>
                </a:schemeClr>
              </a:gs>
              <a:gs pos="37000">
                <a:schemeClr val="accent2"/>
              </a:gs>
            </a:gsLst>
            <a:path path="circle">
              <a:fillToRect l="100000" t="100000"/>
            </a:path>
            <a:tileRect r="-100000" b="-100000"/>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 Placeholder 7">
            <a:extLst>
              <a:ext uri="{FF2B5EF4-FFF2-40B4-BE49-F238E27FC236}">
                <a16:creationId xmlns:a16="http://schemas.microsoft.com/office/drawing/2014/main" id="{F83EE370-5755-0FBB-7D84-A96FB6BC6317}"/>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4" name="Title 8">
            <a:extLst>
              <a:ext uri="{FF2B5EF4-FFF2-40B4-BE49-F238E27FC236}">
                <a16:creationId xmlns:a16="http://schemas.microsoft.com/office/drawing/2014/main" id="{90735A68-7AD1-6A4F-4FBB-D417739247BA}"/>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5" name="Text Placeholder 4">
            <a:extLst>
              <a:ext uri="{FF2B5EF4-FFF2-40B4-BE49-F238E27FC236}">
                <a16:creationId xmlns:a16="http://schemas.microsoft.com/office/drawing/2014/main" id="{B6749C80-4012-9B9E-C0D6-07426A51EF8D}"/>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pic>
        <p:nvPicPr>
          <p:cNvPr id="6" name="Picture 5">
            <a:extLst>
              <a:ext uri="{FF2B5EF4-FFF2-40B4-BE49-F238E27FC236}">
                <a16:creationId xmlns:a16="http://schemas.microsoft.com/office/drawing/2014/main" id="{CC04B4EE-632B-DECA-21A7-CE4B30649ED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3859"/>
            <a:ext cx="495300" cy="182096"/>
          </a:xfrm>
          <a:prstGeom prst="rect">
            <a:avLst/>
          </a:prstGeom>
        </p:spPr>
      </p:pic>
      <p:sp>
        <p:nvSpPr>
          <p:cNvPr id="7" name="TextBox 6">
            <a:extLst>
              <a:ext uri="{FF2B5EF4-FFF2-40B4-BE49-F238E27FC236}">
                <a16:creationId xmlns:a16="http://schemas.microsoft.com/office/drawing/2014/main" id="{6D4AEAE2-ED8B-F9AA-7FD1-83D75695B020}"/>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58A49E1C-D7C7-5097-0968-F987FEF5622B}"/>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572878223"/>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x_Section_Header_Cool">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8B8FFF1-7BEF-FB67-FD62-E5D324B98FDF}"/>
              </a:ext>
            </a:extLst>
          </p:cNvPr>
          <p:cNvSpPr/>
          <p:nvPr userDrawn="1"/>
        </p:nvSpPr>
        <p:spPr bwMode="auto">
          <a:xfrm>
            <a:off x="620713" y="647700"/>
            <a:ext cx="10969625" cy="5562600"/>
          </a:xfrm>
          <a:prstGeom prst="rect">
            <a:avLst/>
          </a:prstGeom>
          <a:gradFill flip="none" rotWithShape="1">
            <a:gsLst>
              <a:gs pos="0">
                <a:schemeClr val="accent4"/>
              </a:gs>
              <a:gs pos="99000">
                <a:schemeClr val="accent6"/>
              </a:gs>
              <a:gs pos="17000">
                <a:schemeClr val="accent4">
                  <a:alpha val="79000"/>
                </a:schemeClr>
              </a:gs>
              <a:gs pos="38000">
                <a:schemeClr val="accent2"/>
              </a:gs>
            </a:gsLst>
            <a:path path="circle">
              <a:fillToRect l="100000" t="100000"/>
            </a:path>
            <a:tileRect r="-100000" b="-100000"/>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4" name="Text Placeholder 7">
            <a:extLst>
              <a:ext uri="{FF2B5EF4-FFF2-40B4-BE49-F238E27FC236}">
                <a16:creationId xmlns:a16="http://schemas.microsoft.com/office/drawing/2014/main" id="{11C718F0-D4A4-9872-BDD6-D7C7A94D7EE1}"/>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5" name="Title 8">
            <a:extLst>
              <a:ext uri="{FF2B5EF4-FFF2-40B4-BE49-F238E27FC236}">
                <a16:creationId xmlns:a16="http://schemas.microsoft.com/office/drawing/2014/main" id="{7C5E3EB5-098F-0D6A-8385-E69FD287B54F}"/>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6" name="Text Placeholder 4">
            <a:extLst>
              <a:ext uri="{FF2B5EF4-FFF2-40B4-BE49-F238E27FC236}">
                <a16:creationId xmlns:a16="http://schemas.microsoft.com/office/drawing/2014/main" id="{9F3FBB37-F96B-0FEB-0FAA-3A60AA02654D}"/>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pic>
        <p:nvPicPr>
          <p:cNvPr id="3" name="Picture 2">
            <a:extLst>
              <a:ext uri="{FF2B5EF4-FFF2-40B4-BE49-F238E27FC236}">
                <a16:creationId xmlns:a16="http://schemas.microsoft.com/office/drawing/2014/main" id="{DB847CF6-2723-8A78-E571-E5E1D96EE7E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3859"/>
            <a:ext cx="495300" cy="182096"/>
          </a:xfrm>
          <a:prstGeom prst="rect">
            <a:avLst/>
          </a:prstGeom>
        </p:spPr>
      </p:pic>
      <p:sp>
        <p:nvSpPr>
          <p:cNvPr id="7" name="TextBox 6">
            <a:extLst>
              <a:ext uri="{FF2B5EF4-FFF2-40B4-BE49-F238E27FC236}">
                <a16:creationId xmlns:a16="http://schemas.microsoft.com/office/drawing/2014/main" id="{04B1EED2-CFE5-9449-1191-B818AA5450B2}"/>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6005ECF6-ECEB-D7EC-6E6C-D560F76EDB1A}"/>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3202429195"/>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18C30E-9F31-D8F5-1E4D-396AE47857CE}"/>
              </a:ext>
            </a:extLst>
          </p:cNvPr>
          <p:cNvSpPr>
            <a:spLocks noGrp="1"/>
          </p:cNvSpPr>
          <p:nvPr>
            <p:ph type="title" hasCustomPrompt="1"/>
          </p:nvPr>
        </p:nvSpPr>
        <p:spPr>
          <a:xfrm>
            <a:off x="633632" y="722843"/>
            <a:ext cx="10896600" cy="338554"/>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38C437B2-D94C-1848-2A24-39D1B91C9CA8}"/>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6680122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C0FA9B4-7015-F669-A684-04DBF3A8020F}"/>
              </a:ext>
            </a:extLst>
          </p:cNvPr>
          <p:cNvSpPr>
            <a:spLocks noGrp="1"/>
          </p:cNvSpPr>
          <p:nvPr>
            <p:ph type="title" hasCustomPrompt="1"/>
          </p:nvPr>
        </p:nvSpPr>
        <p:spPr>
          <a:xfrm>
            <a:off x="633632" y="722843"/>
            <a:ext cx="10896600" cy="338554"/>
          </a:xfrm>
          <a:prstGeom prst="rect">
            <a:avLst/>
          </a:prstGeom>
        </p:spPr>
        <p:txBody>
          <a:bodyPr lIns="0" tIns="0" rIns="0" bIns="0">
            <a:noAutofit/>
          </a:bodyPr>
          <a:lstStyle>
            <a:lvl1pPr>
              <a:defRPr lang="en-US" dirty="0">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377A3A7C-9EA1-F184-A7F0-65CDB16D77DE}"/>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6" name="Text Placeholder 8">
            <a:extLst>
              <a:ext uri="{FF2B5EF4-FFF2-40B4-BE49-F238E27FC236}">
                <a16:creationId xmlns:a16="http://schemas.microsoft.com/office/drawing/2014/main" id="{FC5FFC92-2965-BCAA-1CC8-1CF099E8A937}"/>
              </a:ext>
            </a:extLst>
          </p:cNvPr>
          <p:cNvSpPr>
            <a:spLocks noGrp="1"/>
          </p:cNvSpPr>
          <p:nvPr>
            <p:ph type="body" sz="quarter" idx="11" hasCustomPrompt="1"/>
          </p:nvPr>
        </p:nvSpPr>
        <p:spPr>
          <a:xfrm>
            <a:off x="633632" y="1211252"/>
            <a:ext cx="10896600" cy="480060"/>
          </a:xfrm>
          <a:prstGeom prst="rect">
            <a:avLst/>
          </a:prstGeom>
        </p:spPr>
        <p:txBody>
          <a:bodyPr wrap="square" lIns="0" tIns="0" rIns="0" bIns="0" anchor="t" anchorCtr="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400" b="1" i="0" kern="120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1426996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33157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ubsection_Divider">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3300" y="1968918"/>
            <a:ext cx="10869110" cy="2031325"/>
          </a:xfrm>
          <a:prstGeom prst="rect">
            <a:avLst/>
          </a:prstGeom>
        </p:spPr>
        <p:txBody>
          <a:bodyPr wrap="square">
            <a:spAutoFit/>
          </a:bodyPr>
          <a:lstStyle>
            <a:lvl1pPr>
              <a:defRPr sz="6600" b="0" i="0">
                <a:solidFill>
                  <a:schemeClr val="bg1"/>
                </a:solidFill>
                <a:latin typeface="Calibri Light" panose="020F0302020204030204" pitchFamily="34" charset="0"/>
                <a:cs typeface="Calibri Light" panose="020F0302020204030204" pitchFamily="34" charset="0"/>
              </a:defRPr>
            </a:lvl1pPr>
          </a:lstStyle>
          <a:p>
            <a:r>
              <a:rPr lang="en-US"/>
              <a:t>Sometimes You Want to Use a </a:t>
            </a:r>
            <a:br>
              <a:rPr lang="en-US"/>
            </a:br>
            <a:r>
              <a:rPr lang="en-US"/>
              <a:t>Subsection Divider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43460" y="4784228"/>
            <a:ext cx="4757677" cy="492443"/>
          </a:xfrm>
          <a:prstGeom prst="rect">
            <a:avLst/>
          </a:prstGeom>
        </p:spPr>
        <p:txBody>
          <a:bodyPr wrap="square" anchor="t" anchorCtr="0">
            <a:spAutoFit/>
          </a:bodyPr>
          <a:lstStyle>
            <a:lvl1pPr>
              <a:defRPr sz="1600" b="0" i="0">
                <a:latin typeface="Calibri Light" panose="020F0302020204030204" pitchFamily="34" charset="0"/>
                <a:cs typeface="Calibri Light" panose="020F0302020204030204" pitchFamily="34" charset="0"/>
              </a:defRPr>
            </a:lvl1pPr>
          </a:lstStyle>
          <a:p>
            <a:pPr lvl="0"/>
            <a:r>
              <a:rPr lang="en-US"/>
              <a:t>This slide can serve you well. It even has a space for a little something under the title.</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43460" y="1071880"/>
            <a:ext cx="498928" cy="307777"/>
          </a:xfrm>
          <a:prstGeom prst="rect">
            <a:avLst/>
          </a:prstGeom>
        </p:spPr>
        <p:txBody>
          <a:bodyPr wrap="square" anchor="t" anchorCtr="0">
            <a:spAutoFit/>
          </a:bodyPr>
          <a:lstStyle>
            <a:lvl1pPr algn="l">
              <a:defRPr sz="2000" b="1">
                <a:gradFill>
                  <a:gsLst>
                    <a:gs pos="0">
                      <a:srgbClr val="00FFF0"/>
                    </a:gs>
                    <a:gs pos="44000">
                      <a:srgbClr val="00F6FF"/>
                    </a:gs>
                    <a:gs pos="75000">
                      <a:srgbClr val="B896FF"/>
                    </a:gs>
                  </a:gsLst>
                  <a:lin ang="1800000" scaled="0"/>
                </a:gradFill>
              </a:defRPr>
            </a:lvl1pPr>
          </a:lstStyle>
          <a:p>
            <a:pPr lvl="0"/>
            <a:r>
              <a:rPr lang="en-US"/>
              <a:t>01</a:t>
            </a:r>
          </a:p>
        </p:txBody>
      </p:sp>
      <p:sp>
        <p:nvSpPr>
          <p:cNvPr id="2" name="Text Placeholder 4">
            <a:extLst>
              <a:ext uri="{FF2B5EF4-FFF2-40B4-BE49-F238E27FC236}">
                <a16:creationId xmlns:a16="http://schemas.microsoft.com/office/drawing/2014/main" id="{38048DD2-9EC2-D0E6-390B-D6FEF7F7E08B}"/>
              </a:ext>
            </a:extLst>
          </p:cNvPr>
          <p:cNvSpPr>
            <a:spLocks noGrp="1"/>
          </p:cNvSpPr>
          <p:nvPr>
            <p:ph type="body" sz="quarter" idx="11" hasCustomPrompt="1"/>
          </p:nvPr>
        </p:nvSpPr>
        <p:spPr>
          <a:xfrm>
            <a:off x="643460" y="1563803"/>
            <a:ext cx="3732914"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3" name="TextBox 2">
            <a:extLst>
              <a:ext uri="{FF2B5EF4-FFF2-40B4-BE49-F238E27FC236}">
                <a16:creationId xmlns:a16="http://schemas.microsoft.com/office/drawing/2014/main" id="{D36A3F60-C785-55F7-FFFA-6777E5B0CF19}"/>
              </a:ext>
            </a:extLst>
          </p:cNvPr>
          <p:cNvSpPr txBox="1"/>
          <p:nvPr userDrawn="1"/>
        </p:nvSpPr>
        <p:spPr>
          <a:xfrm>
            <a:off x="905069" y="6475445"/>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96863108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llout_Text_A">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6096000" y="0"/>
            <a:ext cx="6096000"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7540" y="1739153"/>
            <a:ext cx="5333999" cy="2769989"/>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34201" y="1981200"/>
            <a:ext cx="4610100" cy="2439386"/>
          </a:xfrm>
          <a:prstGeom prst="rect">
            <a:avLst/>
          </a:prstGeom>
        </p:spPr>
        <p:txBody>
          <a:bodyPr wrap="square" anchor="t" anchorCtr="0">
            <a:spAutoFit/>
          </a:bodyPr>
          <a:lstStyle>
            <a:lvl1pPr>
              <a:lnSpc>
                <a:spcPts val="2400"/>
              </a:lnSpc>
              <a:defRPr sz="1600" b="0" i="0">
                <a:solidFill>
                  <a:srgbClr val="000000"/>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sp>
        <p:nvSpPr>
          <p:cNvPr id="2" name="TextBox 1">
            <a:extLst>
              <a:ext uri="{FF2B5EF4-FFF2-40B4-BE49-F238E27FC236}">
                <a16:creationId xmlns:a16="http://schemas.microsoft.com/office/drawing/2014/main" id="{FC6DF0B1-39A8-66D2-5901-784B6426A5BC}"/>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63F04122-42C2-36BC-47CE-0B679AD5BEF4}"/>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7" name="Title 1">
            <a:extLst>
              <a:ext uri="{FF2B5EF4-FFF2-40B4-BE49-F238E27FC236}">
                <a16:creationId xmlns:a16="http://schemas.microsoft.com/office/drawing/2014/main" id="{78B58A26-A489-E0C7-76A6-353A0E98D08D}"/>
              </a:ext>
            </a:extLst>
          </p:cNvPr>
          <p:cNvSpPr txBox="1">
            <a:spLocks/>
          </p:cNvSpPr>
          <p:nvPr userDrawn="1"/>
        </p:nvSpPr>
        <p:spPr>
          <a:xfrm>
            <a:off x="633632" y="722842"/>
            <a:ext cx="5341718" cy="343957"/>
          </a:xfrm>
          <a:prstGeom prst="rect">
            <a:avLst/>
          </a:prstGeom>
        </p:spPr>
        <p:txBody>
          <a:bodyPr lIns="0" tIns="0" rIns="0" bIns="0">
            <a:noAutofit/>
          </a:bodyPr>
          <a:lstStyle>
            <a:lvl1pPr algn="l" defTabSz="914400" rtl="0" eaLnBrk="1" latinLnBrk="0" hangingPunct="1">
              <a:lnSpc>
                <a:spcPct val="100000"/>
              </a:lnSpc>
              <a:spcBef>
                <a:spcPct val="0"/>
              </a:spcBef>
              <a:buNone/>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a:spcBef>
                <a:spcPts val="0"/>
              </a:spcBef>
              <a:buFont typeface="Arial" panose="020B0604020202020204" pitchFamily="34" charset="0"/>
              <a:buNone/>
            </a:pPr>
            <a:r>
              <a:rPr lang="en-US"/>
              <a:t>Title Goes Here</a:t>
            </a:r>
          </a:p>
        </p:txBody>
      </p:sp>
      <p:sp>
        <p:nvSpPr>
          <p:cNvPr id="9" name="Text Placeholder 10">
            <a:extLst>
              <a:ext uri="{FF2B5EF4-FFF2-40B4-BE49-F238E27FC236}">
                <a16:creationId xmlns:a16="http://schemas.microsoft.com/office/drawing/2014/main" id="{24550C39-4E9B-6498-10DD-2EE07D469277}"/>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52984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llout_Text_B">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3295A6AC-FD32-C87C-6A0D-33F65D81BFC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6096000" cy="6858000"/>
          </a:xfrm>
          <a:prstGeom prst="rect">
            <a:avLst/>
          </a:prstGeom>
        </p:spPr>
      </p:pic>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0713" y="1739153"/>
            <a:ext cx="5333999" cy="2769989"/>
          </a:xfrm>
          <a:prstGeom prst="rect">
            <a:avLst/>
          </a:prstGeom>
        </p:spPr>
        <p:txBody>
          <a:bodyPr wrap="square">
            <a:spAutoFit/>
          </a:bodyPr>
          <a:lstStyle>
            <a:lvl1pPr>
              <a:defRPr sz="6000" b="0" i="0">
                <a:solidFill>
                  <a:srgbClr val="000000"/>
                </a:solidFill>
                <a:latin typeface="Calibri" panose="020F0502020204030204" pitchFamily="34" charset="0"/>
                <a:cs typeface="Calibri" panose="020F05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34201" y="1981200"/>
            <a:ext cx="4610100" cy="2439386"/>
          </a:xfrm>
          <a:prstGeom prst="rect">
            <a:avLst/>
          </a:prstGeom>
        </p:spPr>
        <p:txBody>
          <a:bodyPr wrap="square" anchor="t" anchorCtr="0">
            <a:spAutoFit/>
          </a:bodyPr>
          <a:lstStyle>
            <a:lvl1pPr>
              <a:lnSpc>
                <a:spcPts val="2400"/>
              </a:lnSpc>
              <a:defRPr sz="1600" b="0" i="0">
                <a:solidFill>
                  <a:schemeClr val="bg1"/>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pic>
        <p:nvPicPr>
          <p:cNvPr id="5" name="Picture 4">
            <a:extLst>
              <a:ext uri="{FF2B5EF4-FFF2-40B4-BE49-F238E27FC236}">
                <a16:creationId xmlns:a16="http://schemas.microsoft.com/office/drawing/2014/main" id="{A2B35227-E4B8-E7D7-CFC8-BEC6F4696E8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59128"/>
            <a:ext cx="495300" cy="182096"/>
          </a:xfrm>
          <a:prstGeom prst="rect">
            <a:avLst/>
          </a:prstGeom>
        </p:spPr>
      </p:pic>
      <p:sp>
        <p:nvSpPr>
          <p:cNvPr id="9" name="Text Placeholder 4">
            <a:extLst>
              <a:ext uri="{FF2B5EF4-FFF2-40B4-BE49-F238E27FC236}">
                <a16:creationId xmlns:a16="http://schemas.microsoft.com/office/drawing/2014/main" id="{F98434BA-C643-9226-9074-622A044FDF97}"/>
              </a:ext>
            </a:extLst>
          </p:cNvPr>
          <p:cNvSpPr>
            <a:spLocks noGrp="1"/>
          </p:cNvSpPr>
          <p:nvPr>
            <p:ph type="body" sz="quarter" idx="11" hasCustomPrompt="1"/>
          </p:nvPr>
        </p:nvSpPr>
        <p:spPr>
          <a:xfrm>
            <a:off x="620713" y="419100"/>
            <a:ext cx="3732914" cy="153888"/>
          </a:xfrm>
          <a:prstGeom prst="rect">
            <a:avLst/>
          </a:prstGeom>
        </p:spPr>
        <p:txBody>
          <a:bodyPr wrap="square">
            <a:spAutoFit/>
          </a:bodyPr>
          <a:lstStyle>
            <a:lvl1pPr>
              <a:lnSpc>
                <a:spcPct val="100000"/>
              </a:lnSpc>
              <a:spcBef>
                <a:spcPts val="0"/>
              </a:spcBef>
              <a:defRPr sz="1000" b="0" i="0" spc="300">
                <a:solidFill>
                  <a:srgbClr val="000000"/>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10" name="Text Placeholder 4">
            <a:extLst>
              <a:ext uri="{FF2B5EF4-FFF2-40B4-BE49-F238E27FC236}">
                <a16:creationId xmlns:a16="http://schemas.microsoft.com/office/drawing/2014/main" id="{B89EA330-0A46-587B-303A-AB92923709B7}"/>
              </a:ext>
            </a:extLst>
          </p:cNvPr>
          <p:cNvSpPr>
            <a:spLocks noGrp="1"/>
          </p:cNvSpPr>
          <p:nvPr>
            <p:ph type="body" sz="quarter" idx="25" hasCustomPrompt="1"/>
          </p:nvPr>
        </p:nvSpPr>
        <p:spPr>
          <a:xfrm>
            <a:off x="620713" y="722843"/>
            <a:ext cx="3759901" cy="338554"/>
          </a:xfrm>
          <a:prstGeom prst="rect">
            <a:avLst/>
          </a:prstGeom>
        </p:spPr>
        <p:txBody>
          <a:bodyPr wrap="square">
            <a:spAutoFit/>
          </a:bodyPr>
          <a:lstStyle>
            <a:lvl1pPr>
              <a:lnSpc>
                <a:spcPct val="100000"/>
              </a:lnSpc>
              <a:spcBef>
                <a:spcPts val="0"/>
              </a:spcBef>
              <a:defRPr sz="2200" b="1" i="0" spc="0">
                <a:solidFill>
                  <a:srgbClr val="000000"/>
                </a:solidFill>
                <a:latin typeface="Calibri" panose="020F0502020204030204" pitchFamily="34" charset="0"/>
                <a:cs typeface="Calibri" panose="020F0502020204030204" pitchFamily="34" charset="0"/>
              </a:defRPr>
            </a:lvl1pPr>
            <a:lvl2pPr>
              <a:buNone/>
              <a:defRPr/>
            </a:lvl2pPr>
          </a:lstStyle>
          <a:p>
            <a:pPr lvl="0"/>
            <a:r>
              <a:rPr lang="en-US">
                <a:effectLst/>
              </a:rPr>
              <a:t>Title with Big and Little Type</a:t>
            </a:r>
            <a:endParaRPr lang="en-US"/>
          </a:p>
        </p:txBody>
      </p:sp>
    </p:spTree>
    <p:extLst>
      <p:ext uri="{BB962C8B-B14F-4D97-AF65-F5344CB8AC3E}">
        <p14:creationId xmlns:p14="http://schemas.microsoft.com/office/powerpoint/2010/main" val="1943686985"/>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ype+2_photos">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4383741" y="0"/>
            <a:ext cx="7808259"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2" name="TextBox 1">
            <a:extLst>
              <a:ext uri="{FF2B5EF4-FFF2-40B4-BE49-F238E27FC236}">
                <a16:creationId xmlns:a16="http://schemas.microsoft.com/office/drawing/2014/main" id="{A7A3697B-75D8-F270-FA16-FF1CAED387B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7DA88C32-A814-A30F-E410-D8FFB09D466B}"/>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7" name="Title 1">
            <a:extLst>
              <a:ext uri="{FF2B5EF4-FFF2-40B4-BE49-F238E27FC236}">
                <a16:creationId xmlns:a16="http://schemas.microsoft.com/office/drawing/2014/main" id="{CB55100E-75B5-2C7B-2A86-042FF5C3AFFD}"/>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9" name="Text Placeholder 10">
            <a:extLst>
              <a:ext uri="{FF2B5EF4-FFF2-40B4-BE49-F238E27FC236}">
                <a16:creationId xmlns:a16="http://schemas.microsoft.com/office/drawing/2014/main" id="{1FFDB60C-4B68-3EAD-E6FA-B4039FD58AFD}"/>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3647118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ype+2_photos_Black">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7" name="Title 1">
            <a:extLst>
              <a:ext uri="{FF2B5EF4-FFF2-40B4-BE49-F238E27FC236}">
                <a16:creationId xmlns:a16="http://schemas.microsoft.com/office/drawing/2014/main" id="{D627D40C-5450-0B96-10EC-7A6EB80673C8}"/>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8" name="Text Placeholder 10">
            <a:extLst>
              <a:ext uri="{FF2B5EF4-FFF2-40B4-BE49-F238E27FC236}">
                <a16:creationId xmlns:a16="http://schemas.microsoft.com/office/drawing/2014/main" id="{E4D7BC14-B8F4-8C70-3780-52E71B389EE4}"/>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68327600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ype+1_photo">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endParaRPr lang="en-US"/>
          </a:p>
        </p:txBody>
      </p:sp>
      <p:sp>
        <p:nvSpPr>
          <p:cNvPr id="4" name="Title 1">
            <a:extLst>
              <a:ext uri="{FF2B5EF4-FFF2-40B4-BE49-F238E27FC236}">
                <a16:creationId xmlns:a16="http://schemas.microsoft.com/office/drawing/2014/main" id="{9DE52C79-B543-C221-B6BE-B72B78C481C5}"/>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0A19AA13-C08A-D0E6-EC94-5A71061E5972}"/>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571369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ype+1_Photo_Blur">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endParaRPr lang="en-US"/>
          </a:p>
        </p:txBody>
      </p:sp>
      <p:sp>
        <p:nvSpPr>
          <p:cNvPr id="4" name="Title 1">
            <a:extLst>
              <a:ext uri="{FF2B5EF4-FFF2-40B4-BE49-F238E27FC236}">
                <a16:creationId xmlns:a16="http://schemas.microsoft.com/office/drawing/2014/main" id="{C03930C0-6C91-A5B6-792F-04CF2D36D2D6}"/>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15DEBE63-B16C-3AD7-6270-ECA63D2CC6DA}"/>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01104314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Quote_Larg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rgbClr val="000000"/>
                </a:solidFill>
                <a:latin typeface="+mj-lt"/>
                <a:cs typeface="Calibri Light" panose="020F0302020204030204" pitchFamily="34" charset="0"/>
              </a:defRPr>
            </a:lvl1pPr>
            <a:lvl2pPr>
              <a:buNone/>
              <a:defRPr/>
            </a:lvl2pPr>
          </a:lstStyle>
          <a:p>
            <a:pPr lvl="0"/>
            <a:r>
              <a:rPr lang="en-US">
                <a:effectLst/>
              </a:rPr>
              <a:t>SECTION TITLE</a:t>
            </a:r>
            <a:endParaRPr lang="en-US"/>
          </a:p>
        </p:txBody>
      </p:sp>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3" name="TextBox 2">
            <a:extLst>
              <a:ext uri="{FF2B5EF4-FFF2-40B4-BE49-F238E27FC236}">
                <a16:creationId xmlns:a16="http://schemas.microsoft.com/office/drawing/2014/main" id="{F84199F3-8BE2-BBEA-427A-5AD0BBF888B3}"/>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7" name="Text Placeholder 3">
            <a:extLst>
              <a:ext uri="{FF2B5EF4-FFF2-40B4-BE49-F238E27FC236}">
                <a16:creationId xmlns:a16="http://schemas.microsoft.com/office/drawing/2014/main" id="{6BDB76AC-B244-C159-B205-D8B830CCA43A}"/>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8512642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3" name="Text Placeholder 4">
            <a:extLst>
              <a:ext uri="{FF2B5EF4-FFF2-40B4-BE49-F238E27FC236}">
                <a16:creationId xmlns:a16="http://schemas.microsoft.com/office/drawing/2014/main" id="{BD3CE1C1-8D34-F5FB-A65B-3074985EA78D}"/>
              </a:ext>
            </a:extLst>
          </p:cNvPr>
          <p:cNvSpPr>
            <a:spLocks noGrp="1"/>
          </p:cNvSpPr>
          <p:nvPr>
            <p:ph type="body" sz="quarter" idx="11" hasCustomPrompt="1"/>
          </p:nvPr>
        </p:nvSpPr>
        <p:spPr>
          <a:xfrm>
            <a:off x="633632" y="419100"/>
            <a:ext cx="3467100" cy="153888"/>
          </a:xfrm>
          <a:prstGeom prst="rect">
            <a:avLst/>
          </a:prstGeom>
        </p:spPr>
        <p:txBody>
          <a:bodyPr wrap="square">
            <a:spAutoFit/>
          </a:bodyPr>
          <a:lstStyle>
            <a:lvl1pPr>
              <a:lnSpc>
                <a:spcPct val="100000"/>
              </a:lnSpc>
              <a:spcBef>
                <a:spcPts val="0"/>
              </a:spcBef>
              <a:defRPr sz="1000" b="0"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33632" y="948837"/>
            <a:ext cx="3467100" cy="1181285"/>
          </a:xfrm>
          <a:prstGeom prst="rect">
            <a:avLst/>
          </a:prstGeom>
        </p:spPr>
        <p:txBody>
          <a:bodyPr wrap="square">
            <a:spAutoFit/>
          </a:bodyPr>
          <a:lstStyle>
            <a:lvl1pPr>
              <a:lnSpc>
                <a:spcPts val="4600"/>
              </a:lnSpc>
              <a:spcBef>
                <a:spcPts val="0"/>
              </a:spcBef>
              <a:defRPr sz="44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3632"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33632"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endParaRPr lang="en-US"/>
          </a:p>
        </p:txBody>
      </p:sp>
      <p:sp>
        <p:nvSpPr>
          <p:cNvPr id="2" name="TextBox 1">
            <a:extLst>
              <a:ext uri="{FF2B5EF4-FFF2-40B4-BE49-F238E27FC236}">
                <a16:creationId xmlns:a16="http://schemas.microsoft.com/office/drawing/2014/main" id="{ECF093B7-84AC-4D63-2502-6D71BFDF8DB8}"/>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FC4F95B6-7091-82B3-BCAB-D9319A03C7C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04236449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_White">
    <p:bg>
      <p:bgPr>
        <a:solidFill>
          <a:schemeClr val="tx1"/>
        </a:solidFill>
        <a:effectLst/>
      </p:bgPr>
    </p:bg>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D3CE1C1-8D34-F5FB-A65B-3074985EA78D}"/>
              </a:ext>
            </a:extLst>
          </p:cNvPr>
          <p:cNvSpPr>
            <a:spLocks noGrp="1"/>
          </p:cNvSpPr>
          <p:nvPr>
            <p:ph type="body" sz="quarter" idx="11" hasCustomPrompt="1"/>
          </p:nvPr>
        </p:nvSpPr>
        <p:spPr>
          <a:xfrm>
            <a:off x="633632" y="419100"/>
            <a:ext cx="3467100"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3632"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endParaRPr lang="en-US"/>
          </a:p>
        </p:txBody>
      </p:sp>
      <p:sp>
        <p:nvSpPr>
          <p:cNvPr id="2" name="Text Placeholder 4">
            <a:extLst>
              <a:ext uri="{FF2B5EF4-FFF2-40B4-BE49-F238E27FC236}">
                <a16:creationId xmlns:a16="http://schemas.microsoft.com/office/drawing/2014/main" id="{4F33CF80-FFEB-A0A3-96C3-70C36A76E510}"/>
              </a:ext>
            </a:extLst>
          </p:cNvPr>
          <p:cNvSpPr>
            <a:spLocks noGrp="1"/>
          </p:cNvSpPr>
          <p:nvPr>
            <p:ph type="body" sz="quarter" idx="25" hasCustomPrompt="1"/>
          </p:nvPr>
        </p:nvSpPr>
        <p:spPr>
          <a:xfrm>
            <a:off x="633632" y="948837"/>
            <a:ext cx="3467100" cy="1181285"/>
          </a:xfrm>
          <a:prstGeom prst="rect">
            <a:avLst/>
          </a:prstGeom>
        </p:spPr>
        <p:txBody>
          <a:bodyPr wrap="square">
            <a:spAutoFit/>
          </a:bodyPr>
          <a:lstStyle>
            <a:lvl1pPr>
              <a:lnSpc>
                <a:spcPts val="4600"/>
              </a:lnSpc>
              <a:spcBef>
                <a:spcPts val="0"/>
              </a:spcBef>
              <a:defRPr sz="4400" b="0" i="0" spc="0">
                <a:gradFill>
                  <a:gsLst>
                    <a:gs pos="0">
                      <a:srgbClr val="00F6FF"/>
                    </a:gs>
                    <a:gs pos="57000">
                      <a:srgbClr val="00FFF0"/>
                    </a:gs>
                    <a:gs pos="100000">
                      <a:srgbClr val="B896FF"/>
                    </a:gs>
                  </a:gsLst>
                  <a:lin ang="3600000" scaled="0"/>
                </a:gra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4" name="Text Placeholder 4">
            <a:extLst>
              <a:ext uri="{FF2B5EF4-FFF2-40B4-BE49-F238E27FC236}">
                <a16:creationId xmlns:a16="http://schemas.microsoft.com/office/drawing/2014/main" id="{3A8993B1-0A80-3A00-9ABA-D943C84F9489}"/>
              </a:ext>
            </a:extLst>
          </p:cNvPr>
          <p:cNvSpPr>
            <a:spLocks noGrp="1"/>
          </p:cNvSpPr>
          <p:nvPr>
            <p:ph type="body" sz="quarter" idx="26" hasCustomPrompt="1"/>
          </p:nvPr>
        </p:nvSpPr>
        <p:spPr>
          <a:xfrm>
            <a:off x="633632"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pic>
        <p:nvPicPr>
          <p:cNvPr id="6" name="Picture 5">
            <a:extLst>
              <a:ext uri="{FF2B5EF4-FFF2-40B4-BE49-F238E27FC236}">
                <a16:creationId xmlns:a16="http://schemas.microsoft.com/office/drawing/2014/main" id="{B4EB0807-0658-010A-4800-47A758C6FB1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88BD8A55-0F08-8A7E-D808-C2A3A3FF7E9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2F63EE3-B677-73F5-4D60-6EEFC0FE2006}"/>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07692026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47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endParaRPr lang="en-US"/>
          </a:p>
        </p:txBody>
      </p:sp>
      <p:sp>
        <p:nvSpPr>
          <p:cNvPr id="4" name="Text Placeholder 4">
            <a:extLst>
              <a:ext uri="{FF2B5EF4-FFF2-40B4-BE49-F238E27FC236}">
                <a16:creationId xmlns:a16="http://schemas.microsoft.com/office/drawing/2014/main" id="{0C498510-4A43-03CD-36C1-2A8353B4C50E}"/>
              </a:ext>
            </a:extLst>
          </p:cNvPr>
          <p:cNvSpPr>
            <a:spLocks noGrp="1"/>
          </p:cNvSpPr>
          <p:nvPr>
            <p:ph type="body" sz="quarter" idx="29" hasCustomPrompt="1"/>
          </p:nvPr>
        </p:nvSpPr>
        <p:spPr>
          <a:xfrm>
            <a:off x="6743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9" name="Text Placeholder 4">
            <a:extLst>
              <a:ext uri="{FF2B5EF4-FFF2-40B4-BE49-F238E27FC236}">
                <a16:creationId xmlns:a16="http://schemas.microsoft.com/office/drawing/2014/main" id="{FA7FE39D-9B2F-3A82-4481-DEBB420622E7}"/>
              </a:ext>
            </a:extLst>
          </p:cNvPr>
          <p:cNvSpPr>
            <a:spLocks noGrp="1"/>
          </p:cNvSpPr>
          <p:nvPr>
            <p:ph type="body" sz="quarter" idx="31" hasCustomPrompt="1"/>
          </p:nvPr>
        </p:nvSpPr>
        <p:spPr>
          <a:xfrm>
            <a:off x="6743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endParaRPr lang="en-US"/>
          </a:p>
        </p:txBody>
      </p:sp>
      <p:sp>
        <p:nvSpPr>
          <p:cNvPr id="3" name="TextBox 2">
            <a:extLst>
              <a:ext uri="{FF2B5EF4-FFF2-40B4-BE49-F238E27FC236}">
                <a16:creationId xmlns:a16="http://schemas.microsoft.com/office/drawing/2014/main" id="{6999B77B-934C-404B-9904-C2D7E70C8905}"/>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81BBAC43-9697-89D1-1C2F-02929E0454D3}"/>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70268806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_White">
    <p:bg>
      <p:bgPr>
        <a:solidFill>
          <a:schemeClr val="tx1"/>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47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65AE9A1E-2209-0966-CD00-6DBDADBB1957}"/>
              </a:ext>
            </a:extLst>
          </p:cNvPr>
          <p:cNvSpPr>
            <a:spLocks noGrp="1"/>
          </p:cNvSpPr>
          <p:nvPr>
            <p:ph type="body" sz="quarter" idx="25" hasCustomPrompt="1"/>
          </p:nvPr>
        </p:nvSpPr>
        <p:spPr>
          <a:xfrm>
            <a:off x="647700" y="3869172"/>
            <a:ext cx="3467100" cy="564322"/>
          </a:xfrm>
          <a:prstGeom prst="rect">
            <a:avLst/>
          </a:prstGeom>
        </p:spPr>
        <p:txBody>
          <a:bodyPr wrap="square">
            <a:spAutoFit/>
          </a:bodyPr>
          <a:lstStyle>
            <a:lvl1pPr>
              <a:lnSpc>
                <a:spcPts val="4600"/>
              </a:lnSpc>
              <a:spcBef>
                <a:spcPts val="0"/>
              </a:spcBef>
              <a:defRPr sz="3600" b="0" i="0" spc="0">
                <a:gradFill>
                  <a:gsLst>
                    <a:gs pos="0">
                      <a:srgbClr val="00F6FF"/>
                    </a:gs>
                    <a:gs pos="64000">
                      <a:srgbClr val="00FFF0"/>
                    </a:gs>
                    <a:gs pos="98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2" name="Text Placeholder 4">
            <a:extLst>
              <a:ext uri="{FF2B5EF4-FFF2-40B4-BE49-F238E27FC236}">
                <a16:creationId xmlns:a16="http://schemas.microsoft.com/office/drawing/2014/main" id="{970C6AC1-AA2F-89B9-2D44-315F60323832}"/>
              </a:ext>
            </a:extLst>
          </p:cNvPr>
          <p:cNvSpPr>
            <a:spLocks noGrp="1"/>
          </p:cNvSpPr>
          <p:nvPr>
            <p:ph type="body" sz="quarter" idx="26" hasCustomPrompt="1"/>
          </p:nvPr>
        </p:nvSpPr>
        <p:spPr>
          <a:xfrm>
            <a:off x="647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13" name="Text Placeholder 4">
            <a:extLst>
              <a:ext uri="{FF2B5EF4-FFF2-40B4-BE49-F238E27FC236}">
                <a16:creationId xmlns:a16="http://schemas.microsoft.com/office/drawing/2014/main" id="{129FB170-8BDC-CF05-AC75-D03AEB22285B}"/>
              </a:ext>
            </a:extLst>
          </p:cNvPr>
          <p:cNvSpPr>
            <a:spLocks noGrp="1"/>
          </p:cNvSpPr>
          <p:nvPr>
            <p:ph type="body" sz="quarter" idx="29" hasCustomPrompt="1"/>
          </p:nvPr>
        </p:nvSpPr>
        <p:spPr>
          <a:xfrm>
            <a:off x="6743700" y="3869172"/>
            <a:ext cx="3467100" cy="564322"/>
          </a:xfrm>
          <a:prstGeom prst="rect">
            <a:avLst/>
          </a:prstGeom>
        </p:spPr>
        <p:txBody>
          <a:bodyPr wrap="square">
            <a:spAutoFit/>
          </a:bodyPr>
          <a:lstStyle>
            <a:lvl1pPr>
              <a:lnSpc>
                <a:spcPts val="4600"/>
              </a:lnSpc>
              <a:spcBef>
                <a:spcPts val="0"/>
              </a:spcBef>
              <a:defRPr sz="3600" b="0" i="0" spc="0">
                <a:gradFill>
                  <a:gsLst>
                    <a:gs pos="0">
                      <a:srgbClr val="00F6FF"/>
                    </a:gs>
                    <a:gs pos="64000">
                      <a:srgbClr val="00FFF0"/>
                    </a:gs>
                    <a:gs pos="98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4" name="Text Placeholder 4">
            <a:extLst>
              <a:ext uri="{FF2B5EF4-FFF2-40B4-BE49-F238E27FC236}">
                <a16:creationId xmlns:a16="http://schemas.microsoft.com/office/drawing/2014/main" id="{BA3F46C9-B563-1ABE-3DDB-DDB91319FFB6}"/>
              </a:ext>
            </a:extLst>
          </p:cNvPr>
          <p:cNvSpPr>
            <a:spLocks noGrp="1"/>
          </p:cNvSpPr>
          <p:nvPr>
            <p:ph type="body" sz="quarter" idx="31" hasCustomPrompt="1"/>
          </p:nvPr>
        </p:nvSpPr>
        <p:spPr>
          <a:xfrm>
            <a:off x="6743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pic>
        <p:nvPicPr>
          <p:cNvPr id="4" name="Picture 3">
            <a:extLst>
              <a:ext uri="{FF2B5EF4-FFF2-40B4-BE49-F238E27FC236}">
                <a16:creationId xmlns:a16="http://schemas.microsoft.com/office/drawing/2014/main" id="{AC903792-0661-4AB0-55E4-3A640B87EDF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4F8702D3-DFB2-CABB-A601-21371216F8D5}"/>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5878B45B-DA79-15A1-EC93-AADC579ADA4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0465629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47700" y="795020"/>
            <a:ext cx="1866900" cy="19812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477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endParaRPr lang="en-US"/>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endParaRPr lang="en-US"/>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22" name="Text Placeholder 4">
            <a:extLst>
              <a:ext uri="{FF2B5EF4-FFF2-40B4-BE49-F238E27FC236}">
                <a16:creationId xmlns:a16="http://schemas.microsoft.com/office/drawing/2014/main" id="{31ABE214-CBB4-3A34-095A-0370A5C4AFE6}"/>
              </a:ext>
            </a:extLst>
          </p:cNvPr>
          <p:cNvSpPr>
            <a:spLocks noGrp="1"/>
          </p:cNvSpPr>
          <p:nvPr>
            <p:ph type="body" sz="quarter" idx="11" hasCustomPrompt="1"/>
          </p:nvPr>
        </p:nvSpPr>
        <p:spPr>
          <a:xfrm>
            <a:off x="647700" y="419100"/>
            <a:ext cx="3467100" cy="153888"/>
          </a:xfrm>
          <a:prstGeom prst="rect">
            <a:avLst/>
          </a:prstGeom>
        </p:spPr>
        <p:txBody>
          <a:bodyPr wrap="square">
            <a:spAutoFit/>
          </a:bodyPr>
          <a:lstStyle>
            <a:lvl1pPr>
              <a:lnSpc>
                <a:spcPct val="100000"/>
              </a:lnSpc>
              <a:spcBef>
                <a:spcPts val="0"/>
              </a:spcBef>
              <a:defRPr sz="1000" b="0"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4" name="TextBox 3">
            <a:extLst>
              <a:ext uri="{FF2B5EF4-FFF2-40B4-BE49-F238E27FC236}">
                <a16:creationId xmlns:a16="http://schemas.microsoft.com/office/drawing/2014/main" id="{41FF2075-AD33-0E1E-1658-146B3E4E2FCC}"/>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B040519E-0144-D61F-8E0C-52A5A9F6F1D7}"/>
              </a:ext>
            </a:extLst>
          </p:cNvPr>
          <p:cNvSpPr txBox="1">
            <a:spLocks/>
          </p:cNvSpPr>
          <p:nvPr userDrawn="1"/>
        </p:nvSpPr>
        <p:spPr>
          <a:xfrm>
            <a:off x="1132904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249959439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_White">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2916672"/>
            <a:ext cx="3467100" cy="537198"/>
          </a:xfrm>
          <a:prstGeom prst="rect">
            <a:avLst/>
          </a:prstGeom>
        </p:spPr>
        <p:txBody>
          <a:bodyPr wrap="square">
            <a:spAutoFit/>
          </a:bodyPr>
          <a:lstStyle>
            <a:lvl1pPr>
              <a:lnSpc>
                <a:spcPts val="4600"/>
              </a:lnSpc>
              <a:spcBef>
                <a:spcPts val="0"/>
              </a:spcBef>
              <a:defRPr sz="2800" b="0" i="0" spc="0">
                <a:gradFill flip="none" rotWithShape="1">
                  <a:gsLst>
                    <a:gs pos="0">
                      <a:srgbClr val="00F6FF"/>
                    </a:gs>
                    <a:gs pos="70000">
                      <a:srgbClr val="00FFF0"/>
                    </a:gs>
                    <a:gs pos="99000">
                      <a:srgbClr val="B896FF"/>
                    </a:gs>
                  </a:gsLst>
                  <a:lin ang="0" scaled="1"/>
                  <a:tileRect/>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47700" y="795020"/>
            <a:ext cx="1866900" cy="19812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477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gradFill>
                  <a:gsLst>
                    <a:gs pos="0">
                      <a:srgbClr val="00F6FF"/>
                    </a:gs>
                    <a:gs pos="70000">
                      <a:srgbClr val="00FFF0"/>
                    </a:gs>
                    <a:gs pos="99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endParaRPr lang="en-US"/>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gradFill>
                  <a:gsLst>
                    <a:gs pos="0">
                      <a:srgbClr val="00F6FF"/>
                    </a:gs>
                    <a:gs pos="70000">
                      <a:srgbClr val="00FFF0"/>
                    </a:gs>
                    <a:gs pos="99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endParaRPr lang="en-US"/>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4" name="Text Placeholder 4">
            <a:extLst>
              <a:ext uri="{FF2B5EF4-FFF2-40B4-BE49-F238E27FC236}">
                <a16:creationId xmlns:a16="http://schemas.microsoft.com/office/drawing/2014/main" id="{4B18FCDA-6157-DD00-EDF9-0F787E8060D0}"/>
              </a:ext>
            </a:extLst>
          </p:cNvPr>
          <p:cNvSpPr>
            <a:spLocks noGrp="1"/>
          </p:cNvSpPr>
          <p:nvPr>
            <p:ph type="body" sz="quarter" idx="11" hasCustomPrompt="1"/>
          </p:nvPr>
        </p:nvSpPr>
        <p:spPr>
          <a:xfrm>
            <a:off x="647700" y="419100"/>
            <a:ext cx="3467100"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pic>
        <p:nvPicPr>
          <p:cNvPr id="6" name="Picture 5">
            <a:extLst>
              <a:ext uri="{FF2B5EF4-FFF2-40B4-BE49-F238E27FC236}">
                <a16:creationId xmlns:a16="http://schemas.microsoft.com/office/drawing/2014/main" id="{D8FD6A39-8EF9-9CA0-AA7E-45DB798A90B6}"/>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8" name="TextBox 7">
            <a:extLst>
              <a:ext uri="{FF2B5EF4-FFF2-40B4-BE49-F238E27FC236}">
                <a16:creationId xmlns:a16="http://schemas.microsoft.com/office/drawing/2014/main" id="{002309E2-3B1E-50D2-B2BC-867833D702D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F8E22721-BCDB-A1E7-59E5-A4DE62992615}"/>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198134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Quote_Large_Black">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58333" y="419100"/>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bg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145238572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_Large_Black_Blur">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accent2"/>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accent2"/>
                </a:solidFill>
              </a:rPr>
              <a:t>“</a:t>
            </a:r>
          </a:p>
        </p:txBody>
      </p:sp>
    </p:spTree>
    <p:extLst>
      <p:ext uri="{BB962C8B-B14F-4D97-AF65-F5344CB8AC3E}">
        <p14:creationId xmlns:p14="http://schemas.microsoft.com/office/powerpoint/2010/main" val="291764881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Quote+Imag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DEA029-C2BF-93AE-56B7-39E611F58B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rgbClr val="000000"/>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rgbClr val="000000"/>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rgbClr val="000000"/>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3" name="TextBox 2">
            <a:extLst>
              <a:ext uri="{FF2B5EF4-FFF2-40B4-BE49-F238E27FC236}">
                <a16:creationId xmlns:a16="http://schemas.microsoft.com/office/drawing/2014/main" id="{F46F9EF5-29E8-93D3-E218-354474130A6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01E1A170-BC35-F789-C222-B52ABECE94F7}"/>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5" name="Text Placeholder 4">
            <a:extLst>
              <a:ext uri="{FF2B5EF4-FFF2-40B4-BE49-F238E27FC236}">
                <a16:creationId xmlns:a16="http://schemas.microsoft.com/office/drawing/2014/main" id="{33FEC108-AFBF-BADD-5D48-8FC6C3718F2C}"/>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chemeClr val="tx1"/>
                </a:solidFill>
                <a:latin typeface="+mj-lt"/>
                <a:cs typeface="Calibri Light" panose="020F0302020204030204" pitchFamily="34" charset="0"/>
              </a:defRPr>
            </a:lvl1pPr>
            <a:lvl2pPr>
              <a:buNone/>
              <a:defRPr/>
            </a:lvl2pPr>
          </a:lstStyle>
          <a:p>
            <a:pPr lvl="0"/>
            <a:r>
              <a:rPr lang="en-US">
                <a:effectLst/>
              </a:rPr>
              <a:t>SECTION TITLE</a:t>
            </a:r>
            <a:endParaRPr lang="en-US"/>
          </a:p>
        </p:txBody>
      </p:sp>
    </p:spTree>
    <p:extLst>
      <p:ext uri="{BB962C8B-B14F-4D97-AF65-F5344CB8AC3E}">
        <p14:creationId xmlns:p14="http://schemas.microsoft.com/office/powerpoint/2010/main" val="146717156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Image_Black">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28122" y="420624"/>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bg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chemeClr val="bg1"/>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26241595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Image_Black_Blur">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28122" y="420624"/>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bg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chemeClr val="bg1"/>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275777666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Small_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1455701-65C9-97B2-64E0-82F53FA37756}"/>
              </a:ext>
            </a:extLst>
          </p:cNvPr>
          <p:cNvSpPr>
            <a:spLocks noGrp="1"/>
          </p:cNvSpPr>
          <p:nvPr>
            <p:ph type="body" sz="quarter" idx="26" hasCustomPrompt="1"/>
          </p:nvPr>
        </p:nvSpPr>
        <p:spPr>
          <a:xfrm>
            <a:off x="633632" y="1714501"/>
            <a:ext cx="10896600"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5" name="Text Placeholder 3">
            <a:extLst>
              <a:ext uri="{FF2B5EF4-FFF2-40B4-BE49-F238E27FC236}">
                <a16:creationId xmlns:a16="http://schemas.microsoft.com/office/drawing/2014/main" id="{7F93B36D-BA2E-1899-D9F4-FEAD1083B619}"/>
              </a:ext>
            </a:extLst>
          </p:cNvPr>
          <p:cNvSpPr>
            <a:spLocks noGrp="1"/>
          </p:cNvSpPr>
          <p:nvPr>
            <p:ph type="body" sz="quarter" idx="27" hasCustomPrompt="1"/>
          </p:nvPr>
        </p:nvSpPr>
        <p:spPr>
          <a:xfrm>
            <a:off x="633632" y="2252472"/>
            <a:ext cx="10896600" cy="1136904"/>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When you just have a bunch of type and don’t want to try too hard. Lorem ipsum diam fames </a:t>
            </a:r>
            <a:r>
              <a:rPr lang="en-US" err="1"/>
              <a:t>augue</a:t>
            </a:r>
            <a:r>
              <a:rPr lang="en-US"/>
              <a:t> in </a:t>
            </a:r>
            <a:r>
              <a:rPr lang="en-US" err="1"/>
              <a:t>habitasse</a:t>
            </a:r>
            <a:r>
              <a:rPr lang="en-US"/>
              <a:t> </a:t>
            </a:r>
            <a:r>
              <a:rPr lang="en-US" err="1"/>
              <a:t>tempor</a:t>
            </a:r>
            <a:r>
              <a:rPr lang="en-US"/>
              <a:t> porta, </a:t>
            </a:r>
            <a:r>
              <a:rPr lang="en-US" err="1"/>
              <a:t>eleifend</a:t>
            </a:r>
            <a:r>
              <a:rPr lang="en-US"/>
              <a:t>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 vestibulum </a:t>
            </a:r>
            <a:r>
              <a:rPr lang="en-US" err="1"/>
              <a:t>eu</a:t>
            </a:r>
            <a:r>
              <a:rPr lang="en-US"/>
              <a:t> ac integer, </a:t>
            </a:r>
            <a:r>
              <a:rPr lang="en-US" err="1"/>
              <a:t>tellus</a:t>
            </a:r>
            <a:r>
              <a:rPr lang="en-US"/>
              <a:t> pharetra </a:t>
            </a:r>
            <a:r>
              <a:rPr lang="en-US" err="1"/>
              <a:t>dictumst</a:t>
            </a:r>
            <a:r>
              <a:rPr lang="en-US"/>
              <a:t> </a:t>
            </a:r>
            <a:r>
              <a:rPr lang="en-US" err="1"/>
              <a:t>fusce</a:t>
            </a:r>
            <a:r>
              <a:rPr lang="en-US"/>
              <a:t> </a:t>
            </a:r>
            <a:r>
              <a:rPr lang="en-US" err="1"/>
              <a:t>condimentum</a:t>
            </a:r>
            <a:r>
              <a:rPr lang="en-US"/>
              <a:t> ad </a:t>
            </a:r>
            <a:r>
              <a:rPr lang="en-US" err="1"/>
              <a:t>facilisis</a:t>
            </a:r>
            <a:r>
              <a:rPr lang="en-US"/>
              <a:t>.</a:t>
            </a:r>
          </a:p>
        </p:txBody>
      </p:sp>
      <p:sp>
        <p:nvSpPr>
          <p:cNvPr id="3" name="Title 1">
            <a:extLst>
              <a:ext uri="{FF2B5EF4-FFF2-40B4-BE49-F238E27FC236}">
                <a16:creationId xmlns:a16="http://schemas.microsoft.com/office/drawing/2014/main" id="{97BD50B6-BCAD-6C1D-94E4-391D6EFEDE1C}"/>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68B922CD-AA98-19C2-F226-24D0CD58A765}"/>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82999389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Subtitle-Low">
    <p:spTree>
      <p:nvGrpSpPr>
        <p:cNvPr id="1" name=""/>
        <p:cNvGrpSpPr/>
        <p:nvPr/>
      </p:nvGrpSpPr>
      <p:grpSpPr>
        <a:xfrm>
          <a:off x="0" y="0"/>
          <a:ext cx="0" cy="0"/>
          <a:chOff x="0" y="0"/>
          <a:chExt cx="0" cy="0"/>
        </a:xfrm>
      </p:grpSpPr>
      <p:sp>
        <p:nvSpPr>
          <p:cNvPr id="7" name="Text Placeholder 3">
            <a:extLst>
              <a:ext uri="{FF2B5EF4-FFF2-40B4-BE49-F238E27FC236}">
                <a16:creationId xmlns:a16="http://schemas.microsoft.com/office/drawing/2014/main" id="{A959DAE7-B533-7C26-06A9-299565EE084B}"/>
              </a:ext>
            </a:extLst>
          </p:cNvPr>
          <p:cNvSpPr>
            <a:spLocks noGrp="1"/>
          </p:cNvSpPr>
          <p:nvPr>
            <p:ph type="body" sz="quarter" idx="27" hasCustomPrompt="1"/>
          </p:nvPr>
        </p:nvSpPr>
        <p:spPr>
          <a:xfrm>
            <a:off x="633632" y="1448687"/>
            <a:ext cx="10877993"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3" name="Title 1">
            <a:extLst>
              <a:ext uri="{FF2B5EF4-FFF2-40B4-BE49-F238E27FC236}">
                <a16:creationId xmlns:a16="http://schemas.microsoft.com/office/drawing/2014/main" id="{6AC9E8CA-88FF-A7D0-4471-3E5178A6D771}"/>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C5A5532C-1A44-601F-63DE-35FE9E5CCF9D}"/>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50088967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2_Column_Tex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2698291"/>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2" name="Text Placeholder 4">
            <a:extLst>
              <a:ext uri="{FF2B5EF4-FFF2-40B4-BE49-F238E27FC236}">
                <a16:creationId xmlns:a16="http://schemas.microsoft.com/office/drawing/2014/main" id="{2D5963C9-D5D1-84E3-AF7B-5BFA6D21DC39}"/>
              </a:ext>
            </a:extLst>
          </p:cNvPr>
          <p:cNvSpPr>
            <a:spLocks noGrp="1"/>
          </p:cNvSpPr>
          <p:nvPr>
            <p:ph type="body" sz="quarter" idx="27" hasCustomPrompt="1"/>
          </p:nvPr>
        </p:nvSpPr>
        <p:spPr>
          <a:xfrm>
            <a:off x="6272784" y="2698291"/>
            <a:ext cx="4648200" cy="177862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a:t>
            </a:r>
          </a:p>
        </p:txBody>
      </p:sp>
      <p:sp>
        <p:nvSpPr>
          <p:cNvPr id="4" name="Text Placeholder 4">
            <a:extLst>
              <a:ext uri="{FF2B5EF4-FFF2-40B4-BE49-F238E27FC236}">
                <a16:creationId xmlns:a16="http://schemas.microsoft.com/office/drawing/2014/main" id="{8205CA7F-D6DB-04A0-EA4C-4787388D3583}"/>
              </a:ext>
            </a:extLst>
          </p:cNvPr>
          <p:cNvSpPr>
            <a:spLocks noGrp="1"/>
          </p:cNvSpPr>
          <p:nvPr>
            <p:ph type="body" sz="quarter" idx="28" hasCustomPrompt="1"/>
          </p:nvPr>
        </p:nvSpPr>
        <p:spPr>
          <a:xfrm>
            <a:off x="6272784"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5" name="Title 1">
            <a:extLst>
              <a:ext uri="{FF2B5EF4-FFF2-40B4-BE49-F238E27FC236}">
                <a16:creationId xmlns:a16="http://schemas.microsoft.com/office/drawing/2014/main" id="{6148D1E8-D0B5-5F4B-AE07-155B7CAD857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8" name="Text Placeholder 10">
            <a:extLst>
              <a:ext uri="{FF2B5EF4-FFF2-40B4-BE49-F238E27FC236}">
                <a16:creationId xmlns:a16="http://schemas.microsoft.com/office/drawing/2014/main" id="{3789B724-DDDF-4B41-E38D-8AA4A3E54FE7}"/>
              </a:ext>
            </a:extLst>
          </p:cNvPr>
          <p:cNvSpPr>
            <a:spLocks noGrp="1"/>
          </p:cNvSpPr>
          <p:nvPr>
            <p:ph type="body" sz="quarter" idx="29"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29752223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_Subsection_Divider_B">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9369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9369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15035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15035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3" name="Title 1">
            <a:extLst>
              <a:ext uri="{FF2B5EF4-FFF2-40B4-BE49-F238E27FC236}">
                <a16:creationId xmlns:a16="http://schemas.microsoft.com/office/drawing/2014/main" id="{19C198DC-372C-F60D-2583-3EEDD5323BA6}"/>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38380D62-CB6C-B373-E0E2-D002F4BD4CCF}"/>
              </a:ext>
            </a:extLst>
          </p:cNvPr>
          <p:cNvSpPr>
            <a:spLocks noGrp="1"/>
          </p:cNvSpPr>
          <p:nvPr>
            <p:ph type="body" sz="quarter" idx="31"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63163868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3 columns+photo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Picture Placeholder 3">
            <a:extLst>
              <a:ext uri="{FF2B5EF4-FFF2-40B4-BE49-F238E27FC236}">
                <a16:creationId xmlns:a16="http://schemas.microsoft.com/office/drawing/2014/main" id="{A4DF3F84-AB7D-CCBF-CE9C-8622CDB3301D}"/>
              </a:ext>
            </a:extLst>
          </p:cNvPr>
          <p:cNvSpPr>
            <a:spLocks noGrp="1"/>
          </p:cNvSpPr>
          <p:nvPr>
            <p:ph type="pic" sz="quarter" idx="31"/>
          </p:nvPr>
        </p:nvSpPr>
        <p:spPr>
          <a:xfrm>
            <a:off x="633632" y="1726692"/>
            <a:ext cx="3361476" cy="1917192"/>
          </a:xfrm>
          <a:prstGeom prst="rect">
            <a:avLst/>
          </a:prstGeom>
        </p:spPr>
        <p:txBody>
          <a:bodyPr/>
          <a:lstStyle/>
          <a:p>
            <a:endParaRPr lang="en-US"/>
          </a:p>
        </p:txBody>
      </p:sp>
      <p:sp>
        <p:nvSpPr>
          <p:cNvPr id="4" name="Text Placeholder 4">
            <a:extLst>
              <a:ext uri="{FF2B5EF4-FFF2-40B4-BE49-F238E27FC236}">
                <a16:creationId xmlns:a16="http://schemas.microsoft.com/office/drawing/2014/main" id="{A5B9E3B6-606B-4386-3178-88031FBF9117}"/>
              </a:ext>
            </a:extLst>
          </p:cNvPr>
          <p:cNvSpPr>
            <a:spLocks noGrp="1"/>
          </p:cNvSpPr>
          <p:nvPr>
            <p:ph type="body" sz="quarter" idx="32" hasCustomPrompt="1"/>
          </p:nvPr>
        </p:nvSpPr>
        <p:spPr>
          <a:xfrm>
            <a:off x="4395217"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5" name="Text Placeholder 4">
            <a:extLst>
              <a:ext uri="{FF2B5EF4-FFF2-40B4-BE49-F238E27FC236}">
                <a16:creationId xmlns:a16="http://schemas.microsoft.com/office/drawing/2014/main" id="{3E3A954E-DE2D-00F0-C4ED-0008C326ECA3}"/>
              </a:ext>
            </a:extLst>
          </p:cNvPr>
          <p:cNvSpPr>
            <a:spLocks noGrp="1"/>
          </p:cNvSpPr>
          <p:nvPr>
            <p:ph type="body" sz="quarter" idx="33" hasCustomPrompt="1"/>
          </p:nvPr>
        </p:nvSpPr>
        <p:spPr>
          <a:xfrm>
            <a:off x="4395217"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8" name="Picture Placeholder 3">
            <a:extLst>
              <a:ext uri="{FF2B5EF4-FFF2-40B4-BE49-F238E27FC236}">
                <a16:creationId xmlns:a16="http://schemas.microsoft.com/office/drawing/2014/main" id="{197F8596-9B60-0E1E-695B-F159BEA9E3DD}"/>
              </a:ext>
            </a:extLst>
          </p:cNvPr>
          <p:cNvSpPr>
            <a:spLocks noGrp="1"/>
          </p:cNvSpPr>
          <p:nvPr>
            <p:ph type="pic" sz="quarter" idx="34"/>
          </p:nvPr>
        </p:nvSpPr>
        <p:spPr>
          <a:xfrm>
            <a:off x="4395216" y="1726692"/>
            <a:ext cx="3361476" cy="1917192"/>
          </a:xfrm>
          <a:prstGeom prst="rect">
            <a:avLst/>
          </a:prstGeom>
        </p:spPr>
        <p:txBody>
          <a:bodyPr/>
          <a:lstStyle/>
          <a:p>
            <a:endParaRPr lang="en-US"/>
          </a:p>
        </p:txBody>
      </p:sp>
      <p:sp>
        <p:nvSpPr>
          <p:cNvPr id="14" name="Text Placeholder 4">
            <a:extLst>
              <a:ext uri="{FF2B5EF4-FFF2-40B4-BE49-F238E27FC236}">
                <a16:creationId xmlns:a16="http://schemas.microsoft.com/office/drawing/2014/main" id="{9BB6C83D-C556-0782-5061-97C7DD672F22}"/>
              </a:ext>
            </a:extLst>
          </p:cNvPr>
          <p:cNvSpPr>
            <a:spLocks noGrp="1"/>
          </p:cNvSpPr>
          <p:nvPr>
            <p:ph type="body" sz="quarter" idx="35" hasCustomPrompt="1"/>
          </p:nvPr>
        </p:nvSpPr>
        <p:spPr>
          <a:xfrm>
            <a:off x="8141209"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5" name="Text Placeholder 4">
            <a:extLst>
              <a:ext uri="{FF2B5EF4-FFF2-40B4-BE49-F238E27FC236}">
                <a16:creationId xmlns:a16="http://schemas.microsoft.com/office/drawing/2014/main" id="{A4D25C29-AD3E-1278-B083-FCE0D4540152}"/>
              </a:ext>
            </a:extLst>
          </p:cNvPr>
          <p:cNvSpPr>
            <a:spLocks noGrp="1"/>
          </p:cNvSpPr>
          <p:nvPr>
            <p:ph type="body" sz="quarter" idx="36" hasCustomPrompt="1"/>
          </p:nvPr>
        </p:nvSpPr>
        <p:spPr>
          <a:xfrm>
            <a:off x="8141209"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6" name="Picture Placeholder 3">
            <a:extLst>
              <a:ext uri="{FF2B5EF4-FFF2-40B4-BE49-F238E27FC236}">
                <a16:creationId xmlns:a16="http://schemas.microsoft.com/office/drawing/2014/main" id="{66AB8C86-9C9A-0BF1-5545-731713F1DF92}"/>
              </a:ext>
            </a:extLst>
          </p:cNvPr>
          <p:cNvSpPr>
            <a:spLocks noGrp="1"/>
          </p:cNvSpPr>
          <p:nvPr>
            <p:ph type="pic" sz="quarter" idx="37"/>
          </p:nvPr>
        </p:nvSpPr>
        <p:spPr>
          <a:xfrm>
            <a:off x="8141208" y="1726692"/>
            <a:ext cx="3361476" cy="1917192"/>
          </a:xfrm>
          <a:prstGeom prst="rect">
            <a:avLst/>
          </a:prstGeom>
        </p:spPr>
        <p:txBody>
          <a:bodyPr/>
          <a:lstStyle/>
          <a:p>
            <a:endParaRPr lang="en-US"/>
          </a:p>
        </p:txBody>
      </p:sp>
      <p:sp>
        <p:nvSpPr>
          <p:cNvPr id="3" name="Title 1">
            <a:extLst>
              <a:ext uri="{FF2B5EF4-FFF2-40B4-BE49-F238E27FC236}">
                <a16:creationId xmlns:a16="http://schemas.microsoft.com/office/drawing/2014/main" id="{34A73F49-D1D2-3CD7-931A-C196B52C7928}"/>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851B6335-94C2-4FFE-338B-28D29593A57C}"/>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52804459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3_Subsection_Divider_B">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9369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9369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15035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15035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33632" y="2682874"/>
            <a:ext cx="3363468" cy="3035173"/>
          </a:xfrm>
          <a:prstGeom prst="rect">
            <a:avLst/>
          </a:prstGeom>
        </p:spPr>
        <p:txBody>
          <a:bodyPr/>
          <a:lstStyle/>
          <a:p>
            <a:endParaRPr lang="en-US"/>
          </a:p>
        </p:txBody>
      </p:sp>
      <p:sp>
        <p:nvSpPr>
          <p:cNvPr id="3" name="Title 1">
            <a:extLst>
              <a:ext uri="{FF2B5EF4-FFF2-40B4-BE49-F238E27FC236}">
                <a16:creationId xmlns:a16="http://schemas.microsoft.com/office/drawing/2014/main" id="{92B70457-B389-D08A-D7A4-A322C74C9D63}"/>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2E35E41E-9E5E-2B45-2AC0-EB66F1702ECC}"/>
              </a:ext>
            </a:extLst>
          </p:cNvPr>
          <p:cNvSpPr>
            <a:spLocks noGrp="1"/>
          </p:cNvSpPr>
          <p:nvPr>
            <p:ph type="body" sz="quarter" idx="32"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2522072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4_column_text">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33632"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53384"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53384"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72784"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72784"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3" name="Title 1">
            <a:extLst>
              <a:ext uri="{FF2B5EF4-FFF2-40B4-BE49-F238E27FC236}">
                <a16:creationId xmlns:a16="http://schemas.microsoft.com/office/drawing/2014/main" id="{37CED83E-2EFF-B95A-4339-1971DE1A2CA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4163DC51-3FE7-871F-8D9B-C299CFC5F285}"/>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41471088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4 columns with images">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21757"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21757"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21757" y="1491333"/>
            <a:ext cx="2404872" cy="1371600"/>
          </a:xfrm>
          <a:prstGeom prst="rect">
            <a:avLst/>
          </a:prstGeom>
        </p:spPr>
        <p:txBody>
          <a:bodyPr/>
          <a:lstStyle/>
          <a:p>
            <a:endParaRPr lang="en-US"/>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41509"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41509"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7" name="Picture Placeholder 3">
            <a:extLst>
              <a:ext uri="{FF2B5EF4-FFF2-40B4-BE49-F238E27FC236}">
                <a16:creationId xmlns:a16="http://schemas.microsoft.com/office/drawing/2014/main" id="{5D3BEB48-F134-5C30-6B6D-9CE9C41CC7FD}"/>
              </a:ext>
            </a:extLst>
          </p:cNvPr>
          <p:cNvSpPr>
            <a:spLocks noGrp="1"/>
          </p:cNvSpPr>
          <p:nvPr>
            <p:ph type="pic" sz="quarter" idx="34"/>
          </p:nvPr>
        </p:nvSpPr>
        <p:spPr>
          <a:xfrm>
            <a:off x="3441509" y="1491333"/>
            <a:ext cx="2404872" cy="1371600"/>
          </a:xfrm>
          <a:prstGeom prst="rect">
            <a:avLst/>
          </a:prstGeom>
        </p:spPr>
        <p:txBody>
          <a:bodyPr/>
          <a:lstStyle/>
          <a:p>
            <a:endParaRPr lang="en-US"/>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37159"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37159"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5" name="Picture Placeholder 3">
            <a:extLst>
              <a:ext uri="{FF2B5EF4-FFF2-40B4-BE49-F238E27FC236}">
                <a16:creationId xmlns:a16="http://schemas.microsoft.com/office/drawing/2014/main" id="{0BA6217C-C15D-5705-1523-51C7EE9D2745}"/>
              </a:ext>
            </a:extLst>
          </p:cNvPr>
          <p:cNvSpPr>
            <a:spLocks noGrp="1"/>
          </p:cNvSpPr>
          <p:nvPr>
            <p:ph type="pic" sz="quarter" idx="37"/>
          </p:nvPr>
        </p:nvSpPr>
        <p:spPr>
          <a:xfrm>
            <a:off x="6237159" y="1491333"/>
            <a:ext cx="2404872" cy="1371600"/>
          </a:xfrm>
          <a:prstGeom prst="rect">
            <a:avLst/>
          </a:prstGeom>
        </p:spPr>
        <p:txBody>
          <a:bodyPr/>
          <a:lstStyle/>
          <a:p>
            <a:endParaRPr lang="en-US"/>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8" name="Picture Placeholder 3">
            <a:extLst>
              <a:ext uri="{FF2B5EF4-FFF2-40B4-BE49-F238E27FC236}">
                <a16:creationId xmlns:a16="http://schemas.microsoft.com/office/drawing/2014/main" id="{10FD9B17-7D3A-73D7-A51D-A3A5FF8DA3BC}"/>
              </a:ext>
            </a:extLst>
          </p:cNvPr>
          <p:cNvSpPr>
            <a:spLocks noGrp="1"/>
          </p:cNvSpPr>
          <p:nvPr>
            <p:ph type="pic" sz="quarter" idx="40"/>
          </p:nvPr>
        </p:nvSpPr>
        <p:spPr>
          <a:xfrm>
            <a:off x="9055608" y="1491333"/>
            <a:ext cx="2404872" cy="1371600"/>
          </a:xfrm>
          <a:prstGeom prst="rect">
            <a:avLst/>
          </a:prstGeom>
        </p:spPr>
        <p:txBody>
          <a:bodyPr/>
          <a:lstStyle/>
          <a:p>
            <a:endParaRPr lang="en-US"/>
          </a:p>
        </p:txBody>
      </p:sp>
      <p:sp>
        <p:nvSpPr>
          <p:cNvPr id="3" name="Title 1">
            <a:extLst>
              <a:ext uri="{FF2B5EF4-FFF2-40B4-BE49-F238E27FC236}">
                <a16:creationId xmlns:a16="http://schemas.microsoft.com/office/drawing/2014/main" id="{AF9BFC9F-EE6C-AEB4-97F1-A5CE2C4BA25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F7669829-F3A9-621E-9905-791E46E27BD0}"/>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9952877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4_photos_varied_blur">
    <p:spTree>
      <p:nvGrpSpPr>
        <p:cNvPr id="1" name=""/>
        <p:cNvGrpSpPr/>
        <p:nvPr/>
      </p:nvGrpSpPr>
      <p:grpSpPr>
        <a:xfrm>
          <a:off x="0" y="0"/>
          <a:ext cx="0" cy="0"/>
          <a:chOff x="0" y="0"/>
          <a:chExt cx="0" cy="0"/>
        </a:xfrm>
      </p:grpSpPr>
      <p:pic>
        <p:nvPicPr>
          <p:cNvPr id="23" name="Picture 22" descr="Purple Blur ">
            <a:extLst>
              <a:ext uri="{FF2B5EF4-FFF2-40B4-BE49-F238E27FC236}">
                <a16:creationId xmlns:a16="http://schemas.microsoft.com/office/drawing/2014/main" id="{20858E9A-CB5D-190B-E115-D040F11CFFA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3560136"/>
            <a:ext cx="1488559" cy="2713074"/>
          </a:xfrm>
          <a:prstGeom prst="rect">
            <a:avLst/>
          </a:prstGeom>
        </p:spPr>
      </p:pic>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endParaRPr lang="en-US"/>
          </a:p>
        </p:txBody>
      </p:sp>
      <p:pic>
        <p:nvPicPr>
          <p:cNvPr id="21" name="Picture 20" descr="Purple blur ">
            <a:extLst>
              <a:ext uri="{FF2B5EF4-FFF2-40B4-BE49-F238E27FC236}">
                <a16:creationId xmlns:a16="http://schemas.microsoft.com/office/drawing/2014/main" id="{FC072D8F-9413-C0EE-DD0E-94A9EA142EC3}"/>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969200" y="0"/>
            <a:ext cx="1260401" cy="1260401"/>
          </a:xfrm>
          <a:prstGeom prst="rect">
            <a:avLst/>
          </a:prstGeom>
        </p:spPr>
      </p:pic>
      <p:sp>
        <p:nvSpPr>
          <p:cNvPr id="3" name="Title 1">
            <a:extLst>
              <a:ext uri="{FF2B5EF4-FFF2-40B4-BE49-F238E27FC236}">
                <a16:creationId xmlns:a16="http://schemas.microsoft.com/office/drawing/2014/main" id="{2D6477BC-51B4-390A-0147-95CB7052C8DD}"/>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615F930C-ED21-E214-FA54-5737DC241386}"/>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7462228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4_photos_varie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endParaRPr lang="en-US"/>
          </a:p>
        </p:txBody>
      </p:sp>
      <p:sp>
        <p:nvSpPr>
          <p:cNvPr id="3" name="Title 1">
            <a:extLst>
              <a:ext uri="{FF2B5EF4-FFF2-40B4-BE49-F238E27FC236}">
                <a16:creationId xmlns:a16="http://schemas.microsoft.com/office/drawing/2014/main" id="{575F403F-1791-E454-1EF7-19537E5F09F9}"/>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7D955803-2C5C-0B5F-11E5-5F0FBB37EADB}"/>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10526818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photos_Case_Study_Intro_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6858000"/>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6858000"/>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6858000"/>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85114675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3_photos_Case_Study_Intro_A">
    <p:spTree>
      <p:nvGrpSpPr>
        <p:cNvPr id="1" name=""/>
        <p:cNvGrpSpPr/>
        <p:nvPr/>
      </p:nvGrpSpPr>
      <p:grpSpPr>
        <a:xfrm>
          <a:off x="0" y="0"/>
          <a:ext cx="0" cy="0"/>
          <a:chOff x="0" y="0"/>
          <a:chExt cx="0" cy="0"/>
        </a:xfrm>
      </p:grpSpPr>
      <p:sp>
        <p:nvSpPr>
          <p:cNvPr id="17" name="Picture Placeholder 12">
            <a:extLst>
              <a:ext uri="{FF2B5EF4-FFF2-40B4-BE49-F238E27FC236}">
                <a16:creationId xmlns:a16="http://schemas.microsoft.com/office/drawing/2014/main" id="{B84B59E6-DB3C-524C-C721-DF0AEF48CED0}"/>
              </a:ext>
            </a:extLst>
          </p:cNvPr>
          <p:cNvSpPr>
            <a:spLocks noGrp="1"/>
          </p:cNvSpPr>
          <p:nvPr>
            <p:ph type="pic" sz="quarter" idx="40"/>
          </p:nvPr>
        </p:nvSpPr>
        <p:spPr>
          <a:xfrm>
            <a:off x="8122920" y="1"/>
            <a:ext cx="4069080" cy="6858000"/>
          </a:xfrm>
          <a:prstGeom prst="rect">
            <a:avLst/>
          </a:prstGeom>
        </p:spPr>
        <p:txBody>
          <a:bodyPr/>
          <a:lstStyle/>
          <a:p>
            <a:endParaRPr lang="en-US"/>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0" y="1"/>
            <a:ext cx="4069080" cy="6858000"/>
          </a:xfrm>
          <a:prstGeom prst="rect">
            <a:avLst/>
          </a:prstGeom>
        </p:spPr>
        <p:txBody>
          <a:bodyPr/>
          <a:lstStyle/>
          <a:p>
            <a:endParaRPr lang="en-US"/>
          </a:p>
        </p:txBody>
      </p:sp>
      <p:sp>
        <p:nvSpPr>
          <p:cNvPr id="9" name="Picture Placeholder 12">
            <a:extLst>
              <a:ext uri="{FF2B5EF4-FFF2-40B4-BE49-F238E27FC236}">
                <a16:creationId xmlns:a16="http://schemas.microsoft.com/office/drawing/2014/main" id="{D40E92CB-4429-D81E-AE0E-74FA641AF1D7}"/>
              </a:ext>
            </a:extLst>
          </p:cNvPr>
          <p:cNvSpPr>
            <a:spLocks noGrp="1"/>
          </p:cNvSpPr>
          <p:nvPr>
            <p:ph type="pic" sz="quarter" idx="37"/>
          </p:nvPr>
        </p:nvSpPr>
        <p:spPr>
          <a:xfrm>
            <a:off x="4061460" y="1"/>
            <a:ext cx="4069080"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Text Placeholder 4">
            <a:extLst>
              <a:ext uri="{FF2B5EF4-FFF2-40B4-BE49-F238E27FC236}">
                <a16:creationId xmlns:a16="http://schemas.microsoft.com/office/drawing/2014/main" id="{D6A1F11A-7C19-9AF1-8D46-17DC6138F663}"/>
              </a:ext>
            </a:extLst>
          </p:cNvPr>
          <p:cNvSpPr>
            <a:spLocks noGrp="1"/>
          </p:cNvSpPr>
          <p:nvPr>
            <p:ph type="body" sz="quarter" idx="35" hasCustomPrompt="1"/>
          </p:nvPr>
        </p:nvSpPr>
        <p:spPr>
          <a:xfrm>
            <a:off x="4458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6" name="Text Placeholder 4">
            <a:extLst>
              <a:ext uri="{FF2B5EF4-FFF2-40B4-BE49-F238E27FC236}">
                <a16:creationId xmlns:a16="http://schemas.microsoft.com/office/drawing/2014/main" id="{210FF0E1-8D9D-EEE3-60BA-CF73F351DF91}"/>
              </a:ext>
            </a:extLst>
          </p:cNvPr>
          <p:cNvSpPr>
            <a:spLocks noGrp="1"/>
          </p:cNvSpPr>
          <p:nvPr>
            <p:ph type="body" sz="quarter" idx="36" hasCustomPrompt="1"/>
          </p:nvPr>
        </p:nvSpPr>
        <p:spPr>
          <a:xfrm>
            <a:off x="4458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1" name="Text Placeholder 4">
            <a:extLst>
              <a:ext uri="{FF2B5EF4-FFF2-40B4-BE49-F238E27FC236}">
                <a16:creationId xmlns:a16="http://schemas.microsoft.com/office/drawing/2014/main" id="{1565875D-645C-4E8A-84A9-85DA3A7C6D3A}"/>
              </a:ext>
            </a:extLst>
          </p:cNvPr>
          <p:cNvSpPr>
            <a:spLocks noGrp="1"/>
          </p:cNvSpPr>
          <p:nvPr>
            <p:ph type="body" sz="quarter" idx="38" hasCustomPrompt="1"/>
          </p:nvPr>
        </p:nvSpPr>
        <p:spPr>
          <a:xfrm>
            <a:off x="84970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5" name="Text Placeholder 4">
            <a:extLst>
              <a:ext uri="{FF2B5EF4-FFF2-40B4-BE49-F238E27FC236}">
                <a16:creationId xmlns:a16="http://schemas.microsoft.com/office/drawing/2014/main" id="{206FED9F-44EA-A943-059C-C15E1B5FC86A}"/>
              </a:ext>
            </a:extLst>
          </p:cNvPr>
          <p:cNvSpPr>
            <a:spLocks noGrp="1"/>
          </p:cNvSpPr>
          <p:nvPr>
            <p:ph type="body" sz="quarter" idx="39" hasCustomPrompt="1"/>
          </p:nvPr>
        </p:nvSpPr>
        <p:spPr>
          <a:xfrm>
            <a:off x="84970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75844574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_photos_Case_Study_Intro_A">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1" y="1"/>
            <a:ext cx="6112933"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7" y="1"/>
            <a:ext cx="6112933" cy="6858000"/>
          </a:xfrm>
          <a:prstGeom prst="rect">
            <a:avLst/>
          </a:prstGeom>
        </p:spPr>
        <p:txBody>
          <a:bodyPr/>
          <a:lstStyle/>
          <a:p>
            <a:endParaRPr lang="en-US"/>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50635805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4_photos_Case_Study_Intro_B">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4729162"/>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4729162"/>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823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823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163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163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4729162"/>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45401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45401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45515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45515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70339630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3_photos_Case_Study_Intro_B">
    <p:spTree>
      <p:nvGrpSpPr>
        <p:cNvPr id="1" name=""/>
        <p:cNvGrpSpPr/>
        <p:nvPr/>
      </p:nvGrpSpPr>
      <p:grpSpPr>
        <a:xfrm>
          <a:off x="0" y="0"/>
          <a:ext cx="0" cy="0"/>
          <a:chOff x="0" y="0"/>
          <a:chExt cx="0" cy="0"/>
        </a:xfrm>
      </p:grpSpPr>
      <p:sp>
        <p:nvSpPr>
          <p:cNvPr id="25" name="Picture Placeholder 12">
            <a:extLst>
              <a:ext uri="{FF2B5EF4-FFF2-40B4-BE49-F238E27FC236}">
                <a16:creationId xmlns:a16="http://schemas.microsoft.com/office/drawing/2014/main" id="{8CEB80F1-2238-7003-E60A-777E8870D8CA}"/>
              </a:ext>
            </a:extLst>
          </p:cNvPr>
          <p:cNvSpPr>
            <a:spLocks noGrp="1"/>
          </p:cNvSpPr>
          <p:nvPr>
            <p:ph type="pic" sz="quarter" idx="40"/>
          </p:nvPr>
        </p:nvSpPr>
        <p:spPr>
          <a:xfrm>
            <a:off x="8122920" y="1"/>
            <a:ext cx="4069080" cy="4727448"/>
          </a:xfrm>
          <a:prstGeom prst="rect">
            <a:avLst/>
          </a:prstGeom>
        </p:spPr>
        <p:txBody>
          <a:bodyPr/>
          <a:lstStyle/>
          <a:p>
            <a:endParaRPr lang="en-US"/>
          </a:p>
        </p:txBody>
      </p:sp>
      <p:sp>
        <p:nvSpPr>
          <p:cNvPr id="26" name="Picture Placeholder 12">
            <a:extLst>
              <a:ext uri="{FF2B5EF4-FFF2-40B4-BE49-F238E27FC236}">
                <a16:creationId xmlns:a16="http://schemas.microsoft.com/office/drawing/2014/main" id="{081F6261-AB67-5FCE-B3A8-35604F14E2A9}"/>
              </a:ext>
            </a:extLst>
          </p:cNvPr>
          <p:cNvSpPr>
            <a:spLocks noGrp="1"/>
          </p:cNvSpPr>
          <p:nvPr>
            <p:ph type="pic" sz="quarter" idx="34"/>
          </p:nvPr>
        </p:nvSpPr>
        <p:spPr>
          <a:xfrm>
            <a:off x="0" y="1"/>
            <a:ext cx="4069080" cy="4727448"/>
          </a:xfrm>
          <a:prstGeom prst="rect">
            <a:avLst/>
          </a:prstGeom>
        </p:spPr>
        <p:txBody>
          <a:bodyPr/>
          <a:lstStyle/>
          <a:p>
            <a:endParaRPr lang="en-US"/>
          </a:p>
        </p:txBody>
      </p:sp>
      <p:sp>
        <p:nvSpPr>
          <p:cNvPr id="27" name="Picture Placeholder 12">
            <a:extLst>
              <a:ext uri="{FF2B5EF4-FFF2-40B4-BE49-F238E27FC236}">
                <a16:creationId xmlns:a16="http://schemas.microsoft.com/office/drawing/2014/main" id="{B960C74D-5AC8-20B0-B8EC-5A82F42EEBCD}"/>
              </a:ext>
            </a:extLst>
          </p:cNvPr>
          <p:cNvSpPr>
            <a:spLocks noGrp="1"/>
          </p:cNvSpPr>
          <p:nvPr>
            <p:ph type="pic" sz="quarter" idx="37"/>
          </p:nvPr>
        </p:nvSpPr>
        <p:spPr>
          <a:xfrm>
            <a:off x="4061460" y="1"/>
            <a:ext cx="4069080" cy="4727448"/>
          </a:xfrm>
          <a:prstGeom prst="rect">
            <a:avLst/>
          </a:prstGeom>
        </p:spPr>
        <p:txBody>
          <a:bodyPr/>
          <a:lstStyle/>
          <a:p>
            <a:endParaRPr lang="en-US"/>
          </a:p>
        </p:txBody>
      </p:sp>
      <p:sp>
        <p:nvSpPr>
          <p:cNvPr id="28" name="Text Placeholder 4">
            <a:extLst>
              <a:ext uri="{FF2B5EF4-FFF2-40B4-BE49-F238E27FC236}">
                <a16:creationId xmlns:a16="http://schemas.microsoft.com/office/drawing/2014/main" id="{1E694EF9-63E8-2DD1-855D-8226F0B9D7EE}"/>
              </a:ext>
            </a:extLst>
          </p:cNvPr>
          <p:cNvSpPr>
            <a:spLocks noGrp="1"/>
          </p:cNvSpPr>
          <p:nvPr>
            <p:ph type="body" sz="quarter" idx="41" hasCustomPrompt="1"/>
          </p:nvPr>
        </p:nvSpPr>
        <p:spPr>
          <a:xfrm>
            <a:off x="652582" y="523036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9" name="Text Placeholder 4">
            <a:extLst>
              <a:ext uri="{FF2B5EF4-FFF2-40B4-BE49-F238E27FC236}">
                <a16:creationId xmlns:a16="http://schemas.microsoft.com/office/drawing/2014/main" id="{0AC54D94-5550-35E2-9CBB-6380D1A0559B}"/>
              </a:ext>
            </a:extLst>
          </p:cNvPr>
          <p:cNvSpPr>
            <a:spLocks noGrp="1"/>
          </p:cNvSpPr>
          <p:nvPr>
            <p:ph type="body" sz="quarter" idx="42" hasCustomPrompt="1"/>
          </p:nvPr>
        </p:nvSpPr>
        <p:spPr>
          <a:xfrm>
            <a:off x="6525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0" name="Text Placeholder 4">
            <a:extLst>
              <a:ext uri="{FF2B5EF4-FFF2-40B4-BE49-F238E27FC236}">
                <a16:creationId xmlns:a16="http://schemas.microsoft.com/office/drawing/2014/main" id="{1174A8AE-15FF-5BDD-7685-4FAF6EF23C53}"/>
              </a:ext>
            </a:extLst>
          </p:cNvPr>
          <p:cNvSpPr>
            <a:spLocks noGrp="1"/>
          </p:cNvSpPr>
          <p:nvPr>
            <p:ph type="body" sz="quarter" idx="35" hasCustomPrompt="1"/>
          </p:nvPr>
        </p:nvSpPr>
        <p:spPr>
          <a:xfrm>
            <a:off x="476738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1" name="Text Placeholder 4">
            <a:extLst>
              <a:ext uri="{FF2B5EF4-FFF2-40B4-BE49-F238E27FC236}">
                <a16:creationId xmlns:a16="http://schemas.microsoft.com/office/drawing/2014/main" id="{8D7025AF-5AD5-E053-39A9-A1C9947284B8}"/>
              </a:ext>
            </a:extLst>
          </p:cNvPr>
          <p:cNvSpPr>
            <a:spLocks noGrp="1"/>
          </p:cNvSpPr>
          <p:nvPr>
            <p:ph type="body" sz="quarter" idx="36" hasCustomPrompt="1"/>
          </p:nvPr>
        </p:nvSpPr>
        <p:spPr>
          <a:xfrm>
            <a:off x="47673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2" name="Text Placeholder 4">
            <a:extLst>
              <a:ext uri="{FF2B5EF4-FFF2-40B4-BE49-F238E27FC236}">
                <a16:creationId xmlns:a16="http://schemas.microsoft.com/office/drawing/2014/main" id="{A5C5A44C-A29D-3C27-3B25-9F14C1ECA7BB}"/>
              </a:ext>
            </a:extLst>
          </p:cNvPr>
          <p:cNvSpPr>
            <a:spLocks noGrp="1"/>
          </p:cNvSpPr>
          <p:nvPr>
            <p:ph type="body" sz="quarter" idx="38" hasCustomPrompt="1"/>
          </p:nvPr>
        </p:nvSpPr>
        <p:spPr>
          <a:xfrm>
            <a:off x="880598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3" name="Text Placeholder 4">
            <a:extLst>
              <a:ext uri="{FF2B5EF4-FFF2-40B4-BE49-F238E27FC236}">
                <a16:creationId xmlns:a16="http://schemas.microsoft.com/office/drawing/2014/main" id="{1BF15487-07BD-CB9A-E6A8-536C7BB5ED60}"/>
              </a:ext>
            </a:extLst>
          </p:cNvPr>
          <p:cNvSpPr>
            <a:spLocks noGrp="1"/>
          </p:cNvSpPr>
          <p:nvPr>
            <p:ph type="body" sz="quarter" idx="39" hasCustomPrompt="1"/>
          </p:nvPr>
        </p:nvSpPr>
        <p:spPr>
          <a:xfrm>
            <a:off x="88059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419440594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_photos_Case_Study_Intro_B">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2" y="1"/>
            <a:ext cx="6117336" cy="4727448"/>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6" y="1"/>
            <a:ext cx="6117336" cy="4727448"/>
          </a:xfrm>
          <a:prstGeom prst="rect">
            <a:avLst/>
          </a:prstGeom>
        </p:spPr>
        <p:txBody>
          <a:bodyPr/>
          <a:lstStyle/>
          <a:p>
            <a:endParaRPr lang="en-US"/>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09196604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4_photos_Case_Study_Intro_C">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385887"/>
            <a:ext cx="3044952" cy="3343275"/>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3971924"/>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564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564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73326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73326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000125"/>
            <a:ext cx="3044952" cy="3346704"/>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81784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81784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90546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90546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62850096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3_photos_Case_Study_Intro_C">
    <p:spTree>
      <p:nvGrpSpPr>
        <p:cNvPr id="1" name=""/>
        <p:cNvGrpSpPr/>
        <p:nvPr/>
      </p:nvGrpSpPr>
      <p:grpSpPr>
        <a:xfrm>
          <a:off x="0" y="0"/>
          <a:ext cx="0" cy="0"/>
          <a:chOff x="0" y="0"/>
          <a:chExt cx="0" cy="0"/>
        </a:xfrm>
      </p:grpSpPr>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414713" y="1"/>
            <a:ext cx="5372099" cy="3971924"/>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8803132" y="1000125"/>
            <a:ext cx="3388868" cy="3346704"/>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47625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47625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421751"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421751"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1000125"/>
            <a:ext cx="3388868" cy="3346704"/>
          </a:xfrm>
          <a:prstGeom prst="rect">
            <a:avLst/>
          </a:prstGeom>
        </p:spPr>
        <p:txBody>
          <a:bodyPr/>
          <a:lstStyle/>
          <a:p>
            <a:endParaRPr lang="en-US"/>
          </a:p>
        </p:txBody>
      </p:sp>
    </p:spTree>
    <p:extLst>
      <p:ext uri="{BB962C8B-B14F-4D97-AF65-F5344CB8AC3E}">
        <p14:creationId xmlns:p14="http://schemas.microsoft.com/office/powerpoint/2010/main" val="3035750616"/>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2_photos_Case_Study_Intro_C">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4381500" y="0"/>
            <a:ext cx="7810500" cy="4944533"/>
          </a:xfrm>
          <a:prstGeom prst="rect">
            <a:avLst/>
          </a:prstGeom>
        </p:spPr>
        <p:txBody>
          <a:bodyPr/>
          <a:lstStyle/>
          <a:p>
            <a:endParaRPr lang="en-US"/>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915459"/>
            <a:ext cx="4381500" cy="3346704"/>
          </a:xfrm>
          <a:prstGeom prst="rect">
            <a:avLst/>
          </a:prstGeom>
        </p:spPr>
        <p:txBody>
          <a:bodyPr/>
          <a:lstStyle/>
          <a:p>
            <a:endParaRPr lang="en-US"/>
          </a:p>
        </p:txBody>
      </p:sp>
    </p:spTree>
    <p:extLst>
      <p:ext uri="{BB962C8B-B14F-4D97-AF65-F5344CB8AC3E}">
        <p14:creationId xmlns:p14="http://schemas.microsoft.com/office/powerpoint/2010/main" val="307369313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4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3955255" y="1819274"/>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0" y="404812"/>
            <a:ext cx="3779476" cy="4210051"/>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9758363" y="1484311"/>
            <a:ext cx="2329046"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6747234" y="893762"/>
            <a:ext cx="2835349" cy="3721101"/>
          </a:xfrm>
          <a:prstGeom prst="rect">
            <a:avLst/>
          </a:prstGeom>
        </p:spPr>
        <p:txBody>
          <a:bodyPr/>
          <a:lstStyle/>
          <a:p>
            <a:endParaRPr lang="en-US"/>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402323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402323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8" name="Text Placeholder 4">
            <a:extLst>
              <a:ext uri="{FF2B5EF4-FFF2-40B4-BE49-F238E27FC236}">
                <a16:creationId xmlns:a16="http://schemas.microsoft.com/office/drawing/2014/main" id="{B8473845-42B3-319E-BAD5-25FF29ECDA22}"/>
              </a:ext>
            </a:extLst>
          </p:cNvPr>
          <p:cNvSpPr>
            <a:spLocks noGrp="1"/>
          </p:cNvSpPr>
          <p:nvPr>
            <p:ph type="body" sz="quarter" idx="36" hasCustomPrompt="1"/>
          </p:nvPr>
        </p:nvSpPr>
        <p:spPr>
          <a:xfrm>
            <a:off x="681697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9" name="Text Placeholder 4">
            <a:extLst>
              <a:ext uri="{FF2B5EF4-FFF2-40B4-BE49-F238E27FC236}">
                <a16:creationId xmlns:a16="http://schemas.microsoft.com/office/drawing/2014/main" id="{D087191E-6D99-69DB-18A5-0987DC62F1F8}"/>
              </a:ext>
            </a:extLst>
          </p:cNvPr>
          <p:cNvSpPr>
            <a:spLocks noGrp="1"/>
          </p:cNvSpPr>
          <p:nvPr>
            <p:ph type="body" sz="quarter" idx="37" hasCustomPrompt="1"/>
          </p:nvPr>
        </p:nvSpPr>
        <p:spPr>
          <a:xfrm>
            <a:off x="681697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7536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7536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5269257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3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1614488"/>
            <a:ext cx="3357562" cy="2809874"/>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3571874" y="404812"/>
            <a:ext cx="5100639" cy="4210051"/>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8858250" y="893762"/>
            <a:ext cx="3333750" cy="3535363"/>
          </a:xfrm>
          <a:prstGeom prst="rect">
            <a:avLst/>
          </a:prstGeom>
        </p:spPr>
        <p:txBody>
          <a:bodyPr/>
          <a:lstStyle/>
          <a:p>
            <a:endParaRPr lang="en-US"/>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508673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508673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415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415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41157227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_photos_Case_Study_Intro_D">
    <p:spTree>
      <p:nvGrpSpPr>
        <p:cNvPr id="1" name=""/>
        <p:cNvGrpSpPr/>
        <p:nvPr/>
      </p:nvGrpSpPr>
      <p:grpSpPr>
        <a:xfrm>
          <a:off x="0" y="0"/>
          <a:ext cx="0" cy="0"/>
          <a:chOff x="0" y="0"/>
          <a:chExt cx="0" cy="0"/>
        </a:xfrm>
      </p:grpSpPr>
      <p:sp>
        <p:nvSpPr>
          <p:cNvPr id="11" name="Picture Placeholder 12">
            <a:extLst>
              <a:ext uri="{FF2B5EF4-FFF2-40B4-BE49-F238E27FC236}">
                <a16:creationId xmlns:a16="http://schemas.microsoft.com/office/drawing/2014/main" id="{7248E6C1-AD8D-259C-5340-56A8EC44534C}"/>
              </a:ext>
            </a:extLst>
          </p:cNvPr>
          <p:cNvSpPr>
            <a:spLocks noGrp="1"/>
          </p:cNvSpPr>
          <p:nvPr>
            <p:ph type="pic" sz="quarter" idx="34"/>
          </p:nvPr>
        </p:nvSpPr>
        <p:spPr>
          <a:xfrm>
            <a:off x="4381500" y="419100"/>
            <a:ext cx="7810500" cy="4373033"/>
          </a:xfrm>
          <a:prstGeom prst="rect">
            <a:avLst/>
          </a:prstGeom>
        </p:spPr>
        <p:txBody>
          <a:bodyPr/>
          <a:lstStyle/>
          <a:p>
            <a:endParaRPr lang="en-US"/>
          </a:p>
        </p:txBody>
      </p:sp>
      <p:sp>
        <p:nvSpPr>
          <p:cNvPr id="18" name="Picture Placeholder 12">
            <a:extLst>
              <a:ext uri="{FF2B5EF4-FFF2-40B4-BE49-F238E27FC236}">
                <a16:creationId xmlns:a16="http://schemas.microsoft.com/office/drawing/2014/main" id="{9A18AC36-E872-0FBB-CCDF-E7487C47BED8}"/>
              </a:ext>
            </a:extLst>
          </p:cNvPr>
          <p:cNvSpPr>
            <a:spLocks noGrp="1"/>
          </p:cNvSpPr>
          <p:nvPr>
            <p:ph type="pic" sz="quarter" idx="40"/>
          </p:nvPr>
        </p:nvSpPr>
        <p:spPr>
          <a:xfrm>
            <a:off x="0" y="915459"/>
            <a:ext cx="4114800" cy="3346704"/>
          </a:xfrm>
          <a:prstGeom prst="rect">
            <a:avLst/>
          </a:prstGeom>
        </p:spPr>
        <p:txBody>
          <a:bodyPr/>
          <a:lstStyle/>
          <a:p>
            <a:endParaRPr lang="en-US"/>
          </a:p>
        </p:txBody>
      </p:sp>
      <p:sp>
        <p:nvSpPr>
          <p:cNvPr id="20" name="Text Placeholder 4">
            <a:extLst>
              <a:ext uri="{FF2B5EF4-FFF2-40B4-BE49-F238E27FC236}">
                <a16:creationId xmlns:a16="http://schemas.microsoft.com/office/drawing/2014/main" id="{AD4E9A13-72EC-7795-6682-8E9D5F884783}"/>
              </a:ext>
            </a:extLst>
          </p:cNvPr>
          <p:cNvSpPr>
            <a:spLocks noGrp="1"/>
          </p:cNvSpPr>
          <p:nvPr>
            <p:ph type="body" sz="quarter" idx="41" hasCustomPrompt="1"/>
          </p:nvPr>
        </p:nvSpPr>
        <p:spPr>
          <a:xfrm>
            <a:off x="6519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1" name="Text Placeholder 4">
            <a:extLst>
              <a:ext uri="{FF2B5EF4-FFF2-40B4-BE49-F238E27FC236}">
                <a16:creationId xmlns:a16="http://schemas.microsoft.com/office/drawing/2014/main" id="{2AE7E2F1-8A7E-2749-7C23-12A180BF0CBA}"/>
              </a:ext>
            </a:extLst>
          </p:cNvPr>
          <p:cNvSpPr>
            <a:spLocks noGrp="1"/>
          </p:cNvSpPr>
          <p:nvPr>
            <p:ph type="body" sz="quarter" idx="42" hasCustomPrompt="1"/>
          </p:nvPr>
        </p:nvSpPr>
        <p:spPr>
          <a:xfrm>
            <a:off x="6519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2" name="Text Placeholder 4">
            <a:extLst>
              <a:ext uri="{FF2B5EF4-FFF2-40B4-BE49-F238E27FC236}">
                <a16:creationId xmlns:a16="http://schemas.microsoft.com/office/drawing/2014/main" id="{A629CAEA-5BAE-C2BF-C737-48B738207AB3}"/>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3" name="Text Placeholder 4">
            <a:extLst>
              <a:ext uri="{FF2B5EF4-FFF2-40B4-BE49-F238E27FC236}">
                <a16:creationId xmlns:a16="http://schemas.microsoft.com/office/drawing/2014/main" id="{58F9ED73-42C5-93DF-AE80-AD7C5AF1BD6C}"/>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90121262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6022081"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64C24334-259C-B34A-CF0B-6328CEB75E7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2" name="Title 1">
            <a:extLst>
              <a:ext uri="{FF2B5EF4-FFF2-40B4-BE49-F238E27FC236}">
                <a16:creationId xmlns:a16="http://schemas.microsoft.com/office/drawing/2014/main" id="{434EEC63-D2A6-A479-4356-E9E6BC19098A}"/>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8B2245E5-D2EB-1450-FEC1-6BEFE1F76A46}"/>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96312645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69D76B9-5EAA-9E63-4059-21E83CD46A10}"/>
              </a:ext>
            </a:extLst>
          </p:cNvPr>
          <p:cNvSpPr/>
          <p:nvPr userDrawn="1"/>
        </p:nvSpPr>
        <p:spPr bwMode="auto">
          <a:xfrm>
            <a:off x="9753600" y="0"/>
            <a:ext cx="24384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CC2DA15A-8BB1-B824-E7EF-8D9046513FB2}"/>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29A158B8-5C5D-7C73-B048-F98B170D7851}"/>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E36773BA-924B-BAC6-7D25-ED7A9338BD2F}"/>
              </a:ext>
            </a:extLst>
          </p:cNvPr>
          <p:cNvSpPr>
            <a:spLocks noGrp="1"/>
          </p:cNvSpPr>
          <p:nvPr>
            <p:ph type="title" hasCustomPrompt="1"/>
          </p:nvPr>
        </p:nvSpPr>
        <p:spPr>
          <a:xfrm>
            <a:off x="633632" y="722842"/>
            <a:ext cx="83976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12B58C1F-15E1-403E-C8DD-FB7FA7791D15}"/>
              </a:ext>
            </a:extLst>
          </p:cNvPr>
          <p:cNvSpPr>
            <a:spLocks noGrp="1"/>
          </p:cNvSpPr>
          <p:nvPr>
            <p:ph type="body" sz="quarter" idx="28" hasCustomPrompt="1"/>
          </p:nvPr>
        </p:nvSpPr>
        <p:spPr>
          <a:xfrm>
            <a:off x="633632" y="419099"/>
            <a:ext cx="83976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10807866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643804D-BD14-08D3-2752-570DB2A13AC1}"/>
              </a:ext>
            </a:extLst>
          </p:cNvPr>
          <p:cNvSpPr/>
          <p:nvPr userDrawn="1"/>
        </p:nvSpPr>
        <p:spPr bwMode="auto">
          <a:xfrm>
            <a:off x="7848600" y="0"/>
            <a:ext cx="434826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8E3E35CB-4416-67B4-9A4B-0412315D4979}"/>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88B57818-3DD1-DA7E-0C01-8FA58F5B3AE9}"/>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43EB2ABD-8C1A-2F57-ED12-4A5372D24296}"/>
              </a:ext>
            </a:extLst>
          </p:cNvPr>
          <p:cNvSpPr>
            <a:spLocks noGrp="1"/>
          </p:cNvSpPr>
          <p:nvPr>
            <p:ph type="title" hasCustomPrompt="1"/>
          </p:nvPr>
        </p:nvSpPr>
        <p:spPr>
          <a:xfrm>
            <a:off x="633632" y="722842"/>
            <a:ext cx="6522818"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2CBC5A8B-D655-9D1E-4EAD-6B7EF3CBD7BB}"/>
              </a:ext>
            </a:extLst>
          </p:cNvPr>
          <p:cNvSpPr>
            <a:spLocks noGrp="1"/>
          </p:cNvSpPr>
          <p:nvPr>
            <p:ph type="body" sz="quarter" idx="28" hasCustomPrompt="1"/>
          </p:nvPr>
        </p:nvSpPr>
        <p:spPr>
          <a:xfrm>
            <a:off x="633632" y="419099"/>
            <a:ext cx="6522818"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096934413"/>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ase Study-1/2_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802983"/>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5" name="TextBox 4">
            <a:extLst>
              <a:ext uri="{FF2B5EF4-FFF2-40B4-BE49-F238E27FC236}">
                <a16:creationId xmlns:a16="http://schemas.microsoft.com/office/drawing/2014/main" id="{3B7D9537-B25D-7D96-9993-3FD73B2FDB2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C1EAE48-670D-1E75-E1E5-6E8259532FE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3" name="Title 1">
            <a:extLst>
              <a:ext uri="{FF2B5EF4-FFF2-40B4-BE49-F238E27FC236}">
                <a16:creationId xmlns:a16="http://schemas.microsoft.com/office/drawing/2014/main" id="{E04B8001-80C4-3060-BD6B-437632BF7C77}"/>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C73C2D60-2316-60E7-7382-870EBF68A7A1}"/>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095985170"/>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ase Study-1/2-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ECF38BD-32C9-894D-AB81-415CC476ECD6}"/>
              </a:ext>
            </a:extLst>
          </p:cNvPr>
          <p:cNvSpPr>
            <a:spLocks noGrp="1"/>
          </p:cNvSpPr>
          <p:nvPr>
            <p:ph type="pic" sz="quarter" idx="16"/>
          </p:nvPr>
        </p:nvSpPr>
        <p:spPr>
          <a:xfrm>
            <a:off x="6096000" y="0"/>
            <a:ext cx="6095999" cy="6858000"/>
          </a:xfrm>
          <a:prstGeom prst="rect">
            <a:avLst/>
          </a:prstGeom>
          <a:solidFill>
            <a:schemeClr val="accent1"/>
          </a:solidFill>
        </p:spPr>
        <p:txBody>
          <a:bodyPr/>
          <a:lstStyle/>
          <a:p>
            <a:endParaRPr lang="en-US"/>
          </a:p>
        </p:txBody>
      </p:sp>
      <p:sp>
        <p:nvSpPr>
          <p:cNvPr id="8" name="TextBox 7">
            <a:extLst>
              <a:ext uri="{FF2B5EF4-FFF2-40B4-BE49-F238E27FC236}">
                <a16:creationId xmlns:a16="http://schemas.microsoft.com/office/drawing/2014/main" id="{49A8AE99-B517-8AEB-D5E4-B09D52CA25A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3120F32B-02B9-F0A1-D25E-DE2CDA7F43C0}"/>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8C1749E3-2785-6125-72F4-4CB2CF38880E}"/>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F8F30B81-156F-78DF-062D-E4DD7907F0C8}"/>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286607602"/>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81500" y="0"/>
            <a:ext cx="7810499"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81500" y="0"/>
            <a:ext cx="7810500" cy="6858000"/>
          </a:xfrm>
          <a:prstGeom prst="rect">
            <a:avLst/>
          </a:prstGeom>
          <a:solidFill>
            <a:schemeClr val="accent1"/>
          </a:solidFill>
        </p:spPr>
        <p:txBody>
          <a:bodyPr/>
          <a:lstStyle/>
          <a:p>
            <a:endParaRPr lang="en-US"/>
          </a:p>
        </p:txBody>
      </p:sp>
      <p:sp>
        <p:nvSpPr>
          <p:cNvPr id="6" name="TextBox 5">
            <a:extLst>
              <a:ext uri="{FF2B5EF4-FFF2-40B4-BE49-F238E27FC236}">
                <a16:creationId xmlns:a16="http://schemas.microsoft.com/office/drawing/2014/main" id="{1776621A-DBD8-0204-830A-B611F2C50DB3}"/>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2F4A5E9B-ED60-9026-0304-CC0E0C50B0BB}"/>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74A259D8-8F7C-0047-F26B-69BFCE9B0D84}"/>
              </a:ext>
            </a:extLst>
          </p:cNvPr>
          <p:cNvSpPr>
            <a:spLocks noGrp="1"/>
          </p:cNvSpPr>
          <p:nvPr>
            <p:ph type="title" hasCustomPrompt="1"/>
          </p:nvPr>
        </p:nvSpPr>
        <p:spPr>
          <a:xfrm>
            <a:off x="633632" y="722842"/>
            <a:ext cx="3477993"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8524263F-D90D-573F-672D-5622B33EAD0D}"/>
              </a:ext>
            </a:extLst>
          </p:cNvPr>
          <p:cNvSpPr>
            <a:spLocks noGrp="1"/>
          </p:cNvSpPr>
          <p:nvPr>
            <p:ph type="body" sz="quarter" idx="28" hasCustomPrompt="1"/>
          </p:nvPr>
        </p:nvSpPr>
        <p:spPr>
          <a:xfrm>
            <a:off x="633632" y="419099"/>
            <a:ext cx="3477993"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61846577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ase Study_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552DE14-65C1-7956-7013-27CD9E260F56}"/>
              </a:ext>
            </a:extLst>
          </p:cNvPr>
          <p:cNvSpPr/>
          <p:nvPr userDrawn="1"/>
        </p:nvSpPr>
        <p:spPr bwMode="auto">
          <a:xfrm>
            <a:off x="0" y="0"/>
            <a:ext cx="24384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6" name="Text Placeholder 2">
            <a:extLst>
              <a:ext uri="{FF2B5EF4-FFF2-40B4-BE49-F238E27FC236}">
                <a16:creationId xmlns:a16="http://schemas.microsoft.com/office/drawing/2014/main" id="{79C365B7-BDA2-A1BA-99C3-FAE4F63E6178}"/>
              </a:ext>
            </a:extLst>
          </p:cNvPr>
          <p:cNvSpPr>
            <a:spLocks noGrp="1"/>
          </p:cNvSpPr>
          <p:nvPr>
            <p:ph type="body" sz="quarter" idx="17" hasCustomPrompt="1"/>
          </p:nvPr>
        </p:nvSpPr>
        <p:spPr>
          <a:xfrm>
            <a:off x="4365652" y="2286000"/>
            <a:ext cx="4784852" cy="3657600"/>
          </a:xfrm>
          <a:prstGeom prst="rect">
            <a:avLst/>
          </a:prstGeom>
        </p:spPr>
        <p:txBody>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a:t>
            </a:r>
          </a:p>
        </p:txBody>
      </p:sp>
      <p:pic>
        <p:nvPicPr>
          <p:cNvPr id="11" name="Picture 10">
            <a:extLst>
              <a:ext uri="{FF2B5EF4-FFF2-40B4-BE49-F238E27FC236}">
                <a16:creationId xmlns:a16="http://schemas.microsoft.com/office/drawing/2014/main" id="{809CE349-346A-D8D6-57AD-5723D88B6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58851" y="6416865"/>
            <a:ext cx="488145" cy="179465"/>
          </a:xfrm>
          <a:prstGeom prst="rect">
            <a:avLst/>
          </a:prstGeom>
        </p:spPr>
      </p:pic>
      <p:sp>
        <p:nvSpPr>
          <p:cNvPr id="3" name="Title 1">
            <a:extLst>
              <a:ext uri="{FF2B5EF4-FFF2-40B4-BE49-F238E27FC236}">
                <a16:creationId xmlns:a16="http://schemas.microsoft.com/office/drawing/2014/main" id="{39E35029-5964-C030-FE93-F157EF1D672E}"/>
              </a:ext>
            </a:extLst>
          </p:cNvPr>
          <p:cNvSpPr txBox="1">
            <a:spLocks/>
          </p:cNvSpPr>
          <p:nvPr userDrawn="1"/>
        </p:nvSpPr>
        <p:spPr>
          <a:xfrm>
            <a:off x="4365652" y="1688770"/>
            <a:ext cx="3474720" cy="338554"/>
          </a:xfrm>
          <a:prstGeom prst="rect">
            <a:avLst/>
          </a:prstGeom>
        </p:spPr>
        <p:txBody>
          <a:bodyPr lIns="0" tIns="0" rIns="0" bIns="0">
            <a:noAutofit/>
          </a:bodyPr>
          <a:lstStyle>
            <a:lvl1pPr lvl="0" indent="0">
              <a:lnSpc>
                <a:spcPct val="100000"/>
              </a:lnSpc>
              <a:spcBef>
                <a:spcPts val="0"/>
              </a:spcBef>
              <a:spcAft>
                <a:spcPts val="0"/>
              </a:spcAft>
              <a:buFont typeface="Arial" panose="020B0604020202020204" pitchFamily="34" charset="0"/>
              <a:buNone/>
              <a:defRPr lang="en-US" sz="2200" b="1" i="0" spc="0" dirty="0">
                <a:gradFill>
                  <a:gsLst>
                    <a:gs pos="0">
                      <a:schemeClr val="accent3"/>
                    </a:gs>
                    <a:gs pos="45000">
                      <a:schemeClr val="accent3"/>
                    </a:gs>
                    <a:gs pos="100000">
                      <a:schemeClr val="accent4"/>
                    </a:gs>
                  </a:gsLst>
                  <a:lin ang="1200000" scaled="0"/>
                </a:gradFill>
                <a:effectLst/>
                <a:latin typeface="+mj-lt"/>
                <a:ea typeface="Calibri" panose="020F0502020204030204" pitchFamily="34" charset="0"/>
                <a:cs typeface="Calibri" panose="020F0502020204030204" pitchFamily="34" charset="0"/>
              </a:defRPr>
            </a:lvl1pPr>
          </a:lstStyle>
          <a:p>
            <a:pPr lvl="0"/>
            <a:r>
              <a:rPr lang="en-US">
                <a:solidFill>
                  <a:schemeClr val="bg1"/>
                </a:solidFill>
              </a:rPr>
              <a:t>Title Goes Here</a:t>
            </a:r>
          </a:p>
        </p:txBody>
      </p:sp>
    </p:spTree>
    <p:extLst>
      <p:ext uri="{BB962C8B-B14F-4D97-AF65-F5344CB8AC3E}">
        <p14:creationId xmlns:p14="http://schemas.microsoft.com/office/powerpoint/2010/main" val="70954080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34290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429000" y="0"/>
            <a:ext cx="8763000" cy="6858000"/>
          </a:xfrm>
          <a:prstGeom prst="rect">
            <a:avLst/>
          </a:prstGeom>
        </p:spPr>
        <p:txBody>
          <a:bodyPr/>
          <a:lstStyle/>
          <a:p>
            <a:endParaRPr lang="en-US"/>
          </a:p>
        </p:txBody>
      </p:sp>
      <p:pic>
        <p:nvPicPr>
          <p:cNvPr id="13" name="Picture 12">
            <a:extLst>
              <a:ext uri="{FF2B5EF4-FFF2-40B4-BE49-F238E27FC236}">
                <a16:creationId xmlns:a16="http://schemas.microsoft.com/office/drawing/2014/main" id="{8CC0D0B5-8985-C0CF-E031-72C099F136E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0" y="6416865"/>
            <a:ext cx="488145" cy="179465"/>
          </a:xfrm>
          <a:prstGeom prst="rect">
            <a:avLst/>
          </a:prstGeom>
        </p:spPr>
      </p:pic>
      <p:sp>
        <p:nvSpPr>
          <p:cNvPr id="6" name="Title 1">
            <a:extLst>
              <a:ext uri="{FF2B5EF4-FFF2-40B4-BE49-F238E27FC236}">
                <a16:creationId xmlns:a16="http://schemas.microsoft.com/office/drawing/2014/main" id="{A44169FF-3519-85C9-0F2D-26C1E7EAB350}"/>
              </a:ext>
            </a:extLst>
          </p:cNvPr>
          <p:cNvSpPr>
            <a:spLocks noGrp="1"/>
          </p:cNvSpPr>
          <p:nvPr>
            <p:ph type="title" hasCustomPrompt="1"/>
          </p:nvPr>
        </p:nvSpPr>
        <p:spPr>
          <a:xfrm>
            <a:off x="633632" y="722843"/>
            <a:ext cx="2618014"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5E92AB95-E16F-C12B-B3CB-DCDED8BB72C8}"/>
              </a:ext>
            </a:extLst>
          </p:cNvPr>
          <p:cNvSpPr>
            <a:spLocks noGrp="1"/>
          </p:cNvSpPr>
          <p:nvPr>
            <p:ph type="body" sz="quarter" idx="28" hasCustomPrompt="1"/>
          </p:nvPr>
        </p:nvSpPr>
        <p:spPr>
          <a:xfrm>
            <a:off x="633632" y="419100"/>
            <a:ext cx="2618014"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72154444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54513"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5" name="Picture 4">
            <a:extLst>
              <a:ext uri="{FF2B5EF4-FFF2-40B4-BE49-F238E27FC236}">
                <a16:creationId xmlns:a16="http://schemas.microsoft.com/office/drawing/2014/main" id="{F4D0723C-92A3-529E-5B7C-80EDBC26225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0" y="6416865"/>
            <a:ext cx="488145" cy="179465"/>
          </a:xfrm>
          <a:prstGeom prst="rect">
            <a:avLst/>
          </a:prstGeom>
        </p:spPr>
      </p:pic>
      <p:sp>
        <p:nvSpPr>
          <p:cNvPr id="6" name="Title 1">
            <a:extLst>
              <a:ext uri="{FF2B5EF4-FFF2-40B4-BE49-F238E27FC236}">
                <a16:creationId xmlns:a16="http://schemas.microsoft.com/office/drawing/2014/main" id="{D80312C7-4EE9-90CF-47E1-087BF0744BD8}"/>
              </a:ext>
            </a:extLst>
          </p:cNvPr>
          <p:cNvSpPr>
            <a:spLocks noGrp="1"/>
          </p:cNvSpPr>
          <p:nvPr>
            <p:ph type="title" hasCustomPrompt="1"/>
          </p:nvPr>
        </p:nvSpPr>
        <p:spPr>
          <a:xfrm>
            <a:off x="633632" y="722843"/>
            <a:ext cx="3474720"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1B4920DC-0C83-DBD1-A7BA-450D741C9E1C}"/>
              </a:ext>
            </a:extLst>
          </p:cNvPr>
          <p:cNvSpPr>
            <a:spLocks noGrp="1"/>
          </p:cNvSpPr>
          <p:nvPr>
            <p:ph type="body" sz="quarter" idx="28" hasCustomPrompt="1"/>
          </p:nvPr>
        </p:nvSpPr>
        <p:spPr>
          <a:xfrm>
            <a:off x="633632" y="419100"/>
            <a:ext cx="347472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37404992"/>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Case Study_Mockup_Lef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CA393A3-BED5-A4B8-2CC9-68028E8F7DD4}"/>
              </a:ext>
            </a:extLst>
          </p:cNvPr>
          <p:cNvSpPr/>
          <p:nvPr userDrawn="1"/>
        </p:nvSpPr>
        <p:spPr bwMode="auto">
          <a:xfrm>
            <a:off x="0" y="0"/>
            <a:ext cx="715645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5" name="Picture 4">
            <a:extLst>
              <a:ext uri="{FF2B5EF4-FFF2-40B4-BE49-F238E27FC236}">
                <a16:creationId xmlns:a16="http://schemas.microsoft.com/office/drawing/2014/main" id="{F7B52ADC-08BB-44B3-7F3D-505CD63B753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3" name="Title 1">
            <a:extLst>
              <a:ext uri="{FF2B5EF4-FFF2-40B4-BE49-F238E27FC236}">
                <a16:creationId xmlns:a16="http://schemas.microsoft.com/office/drawing/2014/main" id="{F73605A9-1E62-45FD-73A7-1EA66A44C762}"/>
              </a:ext>
            </a:extLst>
          </p:cNvPr>
          <p:cNvSpPr>
            <a:spLocks noGrp="1"/>
          </p:cNvSpPr>
          <p:nvPr>
            <p:ph type="title" hasCustomPrompt="1"/>
          </p:nvPr>
        </p:nvSpPr>
        <p:spPr>
          <a:xfrm>
            <a:off x="633632" y="722843"/>
            <a:ext cx="3474720"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E0308101-6824-4317-B732-39B094E4FA53}"/>
              </a:ext>
            </a:extLst>
          </p:cNvPr>
          <p:cNvSpPr>
            <a:spLocks noGrp="1"/>
          </p:cNvSpPr>
          <p:nvPr>
            <p:ph type="body" sz="quarter" idx="28" hasCustomPrompt="1"/>
          </p:nvPr>
        </p:nvSpPr>
        <p:spPr>
          <a:xfrm>
            <a:off x="633632" y="419100"/>
            <a:ext cx="347472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78160548"/>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7FD4578C-8BBA-DD7F-1D7F-67C3334C4001}"/>
              </a:ext>
            </a:extLst>
          </p:cNvPr>
          <p:cNvSpPr>
            <a:spLocks noGrp="1"/>
          </p:cNvSpPr>
          <p:nvPr>
            <p:ph type="pic" sz="quarter" idx="12"/>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351051183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2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9477855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3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282804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4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6977987"/>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Custom Layout">
    <p:bg>
      <p:bgPr>
        <a:blipFill dpi="0" rotWithShape="1">
          <a:blip r:embed="rId2">
            <a:lum/>
          </a:blip>
          <a:srcRect/>
          <a:stretch>
            <a:fillRect l="-2000" r="-2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488637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Thank_you">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r>
              <a:rPr lang="en-US"/>
              <a:t>For more information, contact</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Insert email</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+1 000 000 000</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647700" y="1353882"/>
            <a:ext cx="4220135" cy="1107996"/>
          </a:xfrm>
          <a:prstGeom prst="rect">
            <a:avLst/>
          </a:prstGeom>
        </p:spPr>
        <p:txBody>
          <a:bodyPr wrap="square">
            <a:spAutoFit/>
          </a:bodyPr>
          <a:lstStyle>
            <a:lvl1pPr>
              <a:defRPr sz="7200" b="0" i="0">
                <a:gradFill>
                  <a:gsLst>
                    <a:gs pos="0">
                      <a:srgbClr val="00F6FF"/>
                    </a:gs>
                    <a:gs pos="56000">
                      <a:srgbClr val="00FFF0"/>
                    </a:gs>
                    <a:gs pos="100000">
                      <a:srgbClr val="B896FF"/>
                    </a:gs>
                  </a:gsLst>
                  <a:lin ang="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74838"/>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Thank_you_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647700" y="1035424"/>
            <a:ext cx="4648200" cy="1107996"/>
          </a:xfrm>
          <a:prstGeom prst="rect">
            <a:avLst/>
          </a:prstGeom>
        </p:spPr>
        <p:txBody>
          <a:bodyPr wrap="square" lIns="0" tIns="0" rIns="0" bIns="0">
            <a:spAutoFit/>
          </a:bodyPr>
          <a:lstStyle>
            <a:lvl1pPr>
              <a:defRPr lang="en-US" sz="7200" b="0">
                <a:gradFill>
                  <a:gsLst>
                    <a:gs pos="0">
                      <a:srgbClr val="00F6FF"/>
                    </a:gs>
                    <a:gs pos="56000">
                      <a:srgbClr val="00FFF0"/>
                    </a:gs>
                    <a:gs pos="100000">
                      <a:srgbClr val="B896FF"/>
                    </a:gs>
                  </a:gsLst>
                  <a:lin ang="0" scaled="0"/>
                </a:gradFill>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647700" y="2540616"/>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r>
              <a:rPr lang="en-US"/>
              <a:t>For more information, contact</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647700"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647700"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647700" y="420130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Insert email</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647700" y="448823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+1 000 000 000</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647700" y="4897078"/>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647700"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23763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733295047"/>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Black-Titl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218CE59C-541D-F946-A8DA-A4B9F8BF479B}"/>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0" name="TextBox 9">
            <a:extLst>
              <a:ext uri="{FF2B5EF4-FFF2-40B4-BE49-F238E27FC236}">
                <a16:creationId xmlns:a16="http://schemas.microsoft.com/office/drawing/2014/main" id="{3F83E1B4-D017-3E4B-8268-79DFC41DB4DB}"/>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lvl="0"/>
            <a:r>
              <a:rPr lang="en-US">
                <a:solidFill>
                  <a:schemeClr val="bg1"/>
                </a:solidFill>
              </a:rPr>
              <a:t>CONFIDENTIAL. Copyright ©</a:t>
            </a:r>
          </a:p>
        </p:txBody>
      </p:sp>
      <p:sp>
        <p:nvSpPr>
          <p:cNvPr id="8" name="Title 1">
            <a:extLst>
              <a:ext uri="{FF2B5EF4-FFF2-40B4-BE49-F238E27FC236}">
                <a16:creationId xmlns:a16="http://schemas.microsoft.com/office/drawing/2014/main" id="{267E2E61-17F9-0842-9210-A1111E25B866}"/>
              </a:ext>
            </a:extLst>
          </p:cNvPr>
          <p:cNvSpPr>
            <a:spLocks noGrp="1"/>
          </p:cNvSpPr>
          <p:nvPr>
            <p:ph type="title"/>
          </p:nvPr>
        </p:nvSpPr>
        <p:spPr>
          <a:xfrm>
            <a:off x="457200" y="457200"/>
            <a:ext cx="11274552" cy="457200"/>
          </a:xfrm>
        </p:spPr>
        <p:txBody>
          <a:bodyPr/>
          <a:lstStyle>
            <a:lvl1pPr>
              <a:defRPr b="1">
                <a:solidFill>
                  <a:schemeClr val="bg1"/>
                </a:solidFill>
                <a:latin typeface="+mn-lt"/>
              </a:defRPr>
            </a:lvl1pPr>
          </a:lstStyle>
          <a:p>
            <a:r>
              <a:rPr lang="en-US"/>
              <a:t>Click to edit Master title style</a:t>
            </a:r>
          </a:p>
        </p:txBody>
      </p:sp>
      <p:sp>
        <p:nvSpPr>
          <p:cNvPr id="9" name="Text Placeholder 10">
            <a:extLst>
              <a:ext uri="{FF2B5EF4-FFF2-40B4-BE49-F238E27FC236}">
                <a16:creationId xmlns:a16="http://schemas.microsoft.com/office/drawing/2014/main" id="{0548B8AD-0CC3-5248-932C-F8A325C1B475}"/>
              </a:ext>
            </a:extLst>
          </p:cNvPr>
          <p:cNvSpPr>
            <a:spLocks noGrp="1"/>
          </p:cNvSpPr>
          <p:nvPr>
            <p:ph type="body" sz="quarter" idx="15" hasCustomPrompt="1"/>
          </p:nvPr>
        </p:nvSpPr>
        <p:spPr>
          <a:xfrm>
            <a:off x="457200" y="231494"/>
            <a:ext cx="3611880" cy="225706"/>
          </a:xfrm>
          <a:prstGeom prst="rect">
            <a:avLst/>
          </a:prstGeom>
        </p:spPr>
        <p:txBody>
          <a:bodyPr/>
          <a:lstStyle>
            <a:lvl1pPr>
              <a:defRPr sz="1000" b="1" cap="all" baseline="0">
                <a:solidFill>
                  <a:schemeClr val="tx2"/>
                </a:solidFill>
                <a:latin typeface="+mn-lt"/>
              </a:defRPr>
            </a:lvl1pPr>
          </a:lstStyle>
          <a:p>
            <a:pPr lvl="0"/>
            <a:r>
              <a:rPr lang="en-US"/>
              <a:t>Click to add section title</a:t>
            </a:r>
          </a:p>
        </p:txBody>
      </p:sp>
      <p:sp>
        <p:nvSpPr>
          <p:cNvPr id="12" name="Text Placeholder 3">
            <a:extLst>
              <a:ext uri="{FF2B5EF4-FFF2-40B4-BE49-F238E27FC236}">
                <a16:creationId xmlns:a16="http://schemas.microsoft.com/office/drawing/2014/main" id="{E4D782FD-394E-974B-830A-5392AB47CB04}"/>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48390470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3272CD-79DE-1BE6-11CD-A42CBD8D2DD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B54B8FE-9DAF-EC35-942B-2B5FE0B93F1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DA58A17-B6DB-0767-A7C4-2A41C82C6D87}"/>
              </a:ext>
            </a:extLst>
          </p:cNvPr>
          <p:cNvSpPr>
            <a:spLocks noGrp="1"/>
          </p:cNvSpPr>
          <p:nvPr>
            <p:ph type="dt" sz="half" idx="10"/>
          </p:nvPr>
        </p:nvSpPr>
        <p:spPr/>
        <p:txBody>
          <a:bodyPr/>
          <a:lstStyle/>
          <a:p>
            <a:fld id="{8CA26682-55A4-4041-A0AA-7C6726A46C73}" type="datetimeFigureOut">
              <a:rPr lang="en-GB" smtClean="0"/>
              <a:t>19/05/2026</a:t>
            </a:fld>
            <a:endParaRPr lang="en-GB"/>
          </a:p>
        </p:txBody>
      </p:sp>
      <p:sp>
        <p:nvSpPr>
          <p:cNvPr id="5" name="Footer Placeholder 4">
            <a:extLst>
              <a:ext uri="{FF2B5EF4-FFF2-40B4-BE49-F238E27FC236}">
                <a16:creationId xmlns:a16="http://schemas.microsoft.com/office/drawing/2014/main" id="{71D8741C-934C-7007-DE0D-593BD1F0B82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B6F6C0E-9D03-E592-6085-69AB5DE7BA25}"/>
              </a:ext>
            </a:extLst>
          </p:cNvPr>
          <p:cNvSpPr>
            <a:spLocks noGrp="1"/>
          </p:cNvSpPr>
          <p:nvPr>
            <p:ph type="sldNum" sz="quarter" idx="12"/>
          </p:nvPr>
        </p:nvSpPr>
        <p:spPr/>
        <p:txBody>
          <a:bodyPr/>
          <a:lstStyle/>
          <a:p>
            <a:fld id="{8BED5299-1196-4AA4-A34D-634B8F533781}" type="slidenum">
              <a:rPr lang="en-GB" smtClean="0"/>
              <a:t>‹#›</a:t>
            </a:fld>
            <a:endParaRPr lang="en-GB"/>
          </a:p>
        </p:txBody>
      </p:sp>
    </p:spTree>
    <p:extLst>
      <p:ext uri="{BB962C8B-B14F-4D97-AF65-F5344CB8AC3E}">
        <p14:creationId xmlns:p14="http://schemas.microsoft.com/office/powerpoint/2010/main" val="2133691890"/>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E4DA5-8FBA-2321-7F51-C29C9DB4B6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7A5A5DC-23E3-B8BC-9EDA-11492C2A4A6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FB96008-BDBD-149B-F6D3-A17670F6729C}"/>
              </a:ext>
            </a:extLst>
          </p:cNvPr>
          <p:cNvSpPr>
            <a:spLocks noGrp="1"/>
          </p:cNvSpPr>
          <p:nvPr>
            <p:ph type="dt" sz="half" idx="10"/>
          </p:nvPr>
        </p:nvSpPr>
        <p:spPr/>
        <p:txBody>
          <a:bodyPr/>
          <a:lstStyle/>
          <a:p>
            <a:fld id="{9101E36A-B9D7-4A61-BB8B-058E25A49AC9}" type="datetimeFigureOut">
              <a:rPr lang="en-US" smtClean="0"/>
              <a:t>5/19/26</a:t>
            </a:fld>
            <a:endParaRPr lang="en-US"/>
          </a:p>
        </p:txBody>
      </p:sp>
      <p:sp>
        <p:nvSpPr>
          <p:cNvPr id="5" name="Footer Placeholder 4">
            <a:extLst>
              <a:ext uri="{FF2B5EF4-FFF2-40B4-BE49-F238E27FC236}">
                <a16:creationId xmlns:a16="http://schemas.microsoft.com/office/drawing/2014/main" id="{3861F9F8-51DF-C97E-0D71-C010A2B9E3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9C3BF3-180E-BC2B-F5F7-F1AB71DEF8EC}"/>
              </a:ext>
            </a:extLst>
          </p:cNvPr>
          <p:cNvSpPr>
            <a:spLocks noGrp="1"/>
          </p:cNvSpPr>
          <p:nvPr>
            <p:ph type="sldNum" sz="quarter" idx="12"/>
          </p:nvPr>
        </p:nvSpPr>
        <p:spPr/>
        <p:txBody>
          <a:bodyPr/>
          <a:lstStyle/>
          <a:p>
            <a:fld id="{9C7CB89D-22DE-446E-A163-591E266283BD}" type="slidenum">
              <a:rPr lang="en-US" smtClean="0"/>
              <a:t>‹#›</a:t>
            </a:fld>
            <a:endParaRPr lang="en-US"/>
          </a:p>
        </p:txBody>
      </p:sp>
    </p:spTree>
    <p:extLst>
      <p:ext uri="{BB962C8B-B14F-4D97-AF65-F5344CB8AC3E}">
        <p14:creationId xmlns:p14="http://schemas.microsoft.com/office/powerpoint/2010/main" val="89883505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Cover_Image">
    <p:bg>
      <p:bgPr>
        <a:solidFill>
          <a:schemeClr val="bg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39074" y="1655821"/>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10515600"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6" name="Picture Placeholder 5">
            <a:extLst>
              <a:ext uri="{FF2B5EF4-FFF2-40B4-BE49-F238E27FC236}">
                <a16:creationId xmlns:a16="http://schemas.microsoft.com/office/drawing/2014/main" id="{0374159C-7297-E470-BBCD-D20C41E7AF68}"/>
              </a:ext>
            </a:extLst>
          </p:cNvPr>
          <p:cNvSpPr>
            <a:spLocks noGrp="1"/>
          </p:cNvSpPr>
          <p:nvPr>
            <p:ph type="pic" sz="quarter" idx="13"/>
          </p:nvPr>
        </p:nvSpPr>
        <p:spPr>
          <a:xfrm>
            <a:off x="0" y="0"/>
            <a:ext cx="12192000" cy="6858000"/>
          </a:xfrm>
          <a:prstGeom prst="rect">
            <a:avLst/>
          </a:prstGeom>
        </p:spPr>
        <p:txBody>
          <a:bodyPr/>
          <a:lstStyle/>
          <a:p>
            <a:r>
              <a:rPr lang="en-US"/>
              <a:t>Click icon to add picture</a:t>
            </a:r>
          </a:p>
        </p:txBody>
      </p:sp>
      <p:pic>
        <p:nvPicPr>
          <p:cNvPr id="4" name="Picture 3">
            <a:extLst>
              <a:ext uri="{FF2B5EF4-FFF2-40B4-BE49-F238E27FC236}">
                <a16:creationId xmlns:a16="http://schemas.microsoft.com/office/drawing/2014/main" id="{7B9BE64C-8C5D-6F41-B4B2-4AE5FC1F4D8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965490582"/>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Cover_Light_Picture">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DB3BCBD-094A-89F2-36B2-991FE93DA7AB}"/>
              </a:ext>
            </a:extLst>
          </p:cNvPr>
          <p:cNvSpPr/>
          <p:nvPr userDrawn="1"/>
        </p:nvSpPr>
        <p:spPr bwMode="auto">
          <a:xfrm>
            <a:off x="0" y="0"/>
            <a:ext cx="12191999" cy="6858000"/>
          </a:xfrm>
          <a:prstGeom prst="rect">
            <a:avLst/>
          </a:prstGeom>
          <a:gradFill flip="none" rotWithShape="1">
            <a:gsLst>
              <a:gs pos="100000">
                <a:schemeClr val="bg1">
                  <a:alpha val="0"/>
                </a:schemeClr>
              </a:gs>
              <a:gs pos="45000">
                <a:schemeClr val="bg1"/>
              </a:gs>
            </a:gsLst>
            <a:lin ang="0" scaled="0"/>
            <a:tileRect/>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5">
            <a:extLst>
              <a:ext uri="{FF2B5EF4-FFF2-40B4-BE49-F238E27FC236}">
                <a16:creationId xmlns:a16="http://schemas.microsoft.com/office/drawing/2014/main" id="{0AA22CD8-EFF5-B4F0-9996-5D1D7528FAA5}"/>
              </a:ext>
            </a:extLst>
          </p:cNvPr>
          <p:cNvSpPr>
            <a:spLocks noGrp="1"/>
          </p:cNvSpPr>
          <p:nvPr>
            <p:ph type="pic" sz="quarter" idx="13"/>
          </p:nvPr>
        </p:nvSpPr>
        <p:spPr>
          <a:xfrm>
            <a:off x="0" y="0"/>
            <a:ext cx="12192000" cy="6858000"/>
          </a:xfrm>
          <a:prstGeom prst="rect">
            <a:avLst/>
          </a:prstGeom>
        </p:spPr>
        <p:txBody>
          <a:bodyPr/>
          <a:lstStyle/>
          <a:p>
            <a:r>
              <a:rPr lang="en-US"/>
              <a:t>Click icon to add picture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337457996"/>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Cover_Light-G1">
    <p:bg>
      <p:bgPr>
        <a:solidFill>
          <a:schemeClr val="bg1"/>
        </a:solidFill>
        <a:effectLst/>
      </p:bgPr>
    </p:bg>
    <p:spTree>
      <p:nvGrpSpPr>
        <p:cNvPr id="1" name=""/>
        <p:cNvGrpSpPr/>
        <p:nvPr/>
      </p:nvGrpSpPr>
      <p:grpSpPr>
        <a:xfrm>
          <a:off x="0" y="0"/>
          <a:ext cx="0" cy="0"/>
          <a:chOff x="0" y="0"/>
          <a:chExt cx="0" cy="0"/>
        </a:xfrm>
      </p:grpSpPr>
      <p:pic>
        <p:nvPicPr>
          <p:cNvPr id="4" name="Picture 3" descr="Background pattern  Description automatically generated">
            <a:extLst>
              <a:ext uri="{FF2B5EF4-FFF2-40B4-BE49-F238E27FC236}">
                <a16:creationId xmlns:a16="http://schemas.microsoft.com/office/drawing/2014/main" id="{38849588-3964-452F-8424-AEC7C9F26E9B}"/>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7346373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Cover_Light-G2">
    <p:bg>
      <p:bgPr>
        <a:solidFill>
          <a:schemeClr val="bg1"/>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pic>
        <p:nvPicPr>
          <p:cNvPr id="4" name="Picture 3" descr="Background pattern  Description automatically generated">
            <a:extLst>
              <a:ext uri="{FF2B5EF4-FFF2-40B4-BE49-F238E27FC236}">
                <a16:creationId xmlns:a16="http://schemas.microsoft.com/office/drawing/2014/main" id="{1F175C76-1AF3-1FC2-AED0-8D15C0D10160}"/>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4419600" y="2483117"/>
            <a:ext cx="7772400" cy="4374883"/>
          </a:xfrm>
          <a:prstGeom prst="rect">
            <a:avLst/>
          </a:prstGeom>
        </p:spPr>
      </p:pic>
    </p:spTree>
    <p:extLst>
      <p:ext uri="{BB962C8B-B14F-4D97-AF65-F5344CB8AC3E}">
        <p14:creationId xmlns:p14="http://schemas.microsoft.com/office/powerpoint/2010/main" val="1303633340"/>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Cover_Light">
    <p:bg>
      <p:bgPr>
        <a:solidFill>
          <a:schemeClr val="bg1"/>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154688678"/>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Cover_Shorter_Title_Half_Page">
    <p:spTree>
      <p:nvGrpSpPr>
        <p:cNvPr id="1" name=""/>
        <p:cNvGrpSpPr/>
        <p:nvPr/>
      </p:nvGrpSpPr>
      <p:grpSpPr>
        <a:xfrm>
          <a:off x="0" y="0"/>
          <a:ext cx="0" cy="0"/>
          <a:chOff x="0" y="0"/>
          <a:chExt cx="0" cy="0"/>
        </a:xfrm>
      </p:grpSpPr>
      <p:sp>
        <p:nvSpPr>
          <p:cNvPr id="5" name="Picture Placeholder 2">
            <a:extLst>
              <a:ext uri="{FF2B5EF4-FFF2-40B4-BE49-F238E27FC236}">
                <a16:creationId xmlns:a16="http://schemas.microsoft.com/office/drawing/2014/main" id="{040E1BA6-2B94-3FB9-8A61-22A11D25EDE1}"/>
              </a:ext>
            </a:extLst>
          </p:cNvPr>
          <p:cNvSpPr>
            <a:spLocks noGrp="1"/>
          </p:cNvSpPr>
          <p:nvPr>
            <p:ph type="pic" sz="quarter" idx="24"/>
          </p:nvPr>
        </p:nvSpPr>
        <p:spPr>
          <a:xfrm>
            <a:off x="6123008" y="0"/>
            <a:ext cx="6068992" cy="6858000"/>
          </a:xfrm>
          <a:prstGeom prst="rect">
            <a:avLst/>
          </a:prstGeom>
        </p:spPr>
        <p:txBody>
          <a:bodyPr/>
          <a:lstStyle/>
          <a:p>
            <a:r>
              <a:rPr lang="en-US"/>
              <a:t>Click icon to add picture</a:t>
            </a:r>
          </a:p>
        </p:txBody>
      </p:sp>
      <p:sp>
        <p:nvSpPr>
          <p:cNvPr id="6" name="Text Placeholder 4">
            <a:extLst>
              <a:ext uri="{FF2B5EF4-FFF2-40B4-BE49-F238E27FC236}">
                <a16:creationId xmlns:a16="http://schemas.microsoft.com/office/drawing/2014/main" id="{5DF60C00-4DF7-EA8B-64E5-6D8707C3F163}"/>
              </a:ext>
            </a:extLst>
          </p:cNvPr>
          <p:cNvSpPr>
            <a:spLocks noGrp="1"/>
          </p:cNvSpPr>
          <p:nvPr>
            <p:ph type="body" sz="quarter" idx="25" hasCustomPrompt="1"/>
          </p:nvPr>
        </p:nvSpPr>
        <p:spPr>
          <a:xfrm>
            <a:off x="639074" y="4670399"/>
            <a:ext cx="5151216" cy="372538"/>
          </a:xfrm>
          <a:prstGeom prst="rect">
            <a:avLst/>
          </a:prstGeom>
        </p:spPr>
        <p:txBody>
          <a:bodyPr wrap="square">
            <a:spAutoFit/>
          </a:bodyPr>
          <a:lstStyle>
            <a:lvl1pPr>
              <a:lnSpc>
                <a:spcPct val="150000"/>
              </a:lnSpc>
              <a:spcBef>
                <a:spcPts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7" name="Text Placeholder 4">
            <a:extLst>
              <a:ext uri="{FF2B5EF4-FFF2-40B4-BE49-F238E27FC236}">
                <a16:creationId xmlns:a16="http://schemas.microsoft.com/office/drawing/2014/main" id="{1CED6F17-ABB3-3BF2-0943-BB3D363DB394}"/>
              </a:ext>
            </a:extLst>
          </p:cNvPr>
          <p:cNvSpPr>
            <a:spLocks noGrp="1"/>
          </p:cNvSpPr>
          <p:nvPr>
            <p:ph type="body" sz="quarter" idx="12" hasCustomPrompt="1"/>
          </p:nvPr>
        </p:nvSpPr>
        <p:spPr>
          <a:xfrm>
            <a:off x="639074" y="5393921"/>
            <a:ext cx="5185941" cy="200055"/>
          </a:xfrm>
          <a:prstGeom prst="rect">
            <a:avLst/>
          </a:prstGeom>
        </p:spPr>
        <p:txBody>
          <a:bodyPr wrap="square">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8" name="Text Placeholder 4">
            <a:extLst>
              <a:ext uri="{FF2B5EF4-FFF2-40B4-BE49-F238E27FC236}">
                <a16:creationId xmlns:a16="http://schemas.microsoft.com/office/drawing/2014/main" id="{03242F72-C056-2877-37FC-0C0E8E2FA1E4}"/>
              </a:ext>
            </a:extLst>
          </p:cNvPr>
          <p:cNvSpPr>
            <a:spLocks noGrp="1"/>
          </p:cNvSpPr>
          <p:nvPr>
            <p:ph type="body" sz="quarter" idx="26" hasCustomPrompt="1"/>
          </p:nvPr>
        </p:nvSpPr>
        <p:spPr>
          <a:xfrm>
            <a:off x="639074" y="1653938"/>
            <a:ext cx="5139642" cy="1846659"/>
          </a:xfrm>
          <a:prstGeom prst="rect">
            <a:avLst/>
          </a:prstGeom>
        </p:spPr>
        <p:txBody>
          <a:bodyPr wrap="square">
            <a:spAutoFit/>
          </a:bodyPr>
          <a:lstStyle>
            <a:lvl1pPr>
              <a:lnSpc>
                <a:spcPct val="100000"/>
              </a:lnSpc>
              <a:spcBef>
                <a:spcPts val="0"/>
              </a:spcBef>
              <a:defRPr sz="6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Cover with Shorter Title</a:t>
            </a:r>
          </a:p>
        </p:txBody>
      </p:sp>
      <p:pic>
        <p:nvPicPr>
          <p:cNvPr id="9" name="Picture 8">
            <a:extLst>
              <a:ext uri="{FF2B5EF4-FFF2-40B4-BE49-F238E27FC236}">
                <a16:creationId xmlns:a16="http://schemas.microsoft.com/office/drawing/2014/main" id="{522237D0-4B7C-4C74-1B34-6585F8B84CE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4024105703"/>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9074" y="1350512"/>
            <a:ext cx="3594735" cy="923330"/>
          </a:xfrm>
          <a:prstGeom prst="rect">
            <a:avLst/>
          </a:prstGeom>
        </p:spPr>
        <p:txBody>
          <a:bodyPr wrap="square">
            <a:spAutoFit/>
          </a:bodyPr>
          <a:lstStyle>
            <a:lvl1pPr>
              <a:defRPr sz="6000" b="0" i="0">
                <a:gradFill>
                  <a:gsLst>
                    <a:gs pos="0">
                      <a:schemeClr val="accent3"/>
                    </a:gs>
                    <a:gs pos="55000">
                      <a:schemeClr val="accent2"/>
                    </a:gs>
                    <a:gs pos="100000">
                      <a:schemeClr val="accent4"/>
                    </a:gs>
                  </a:gsLst>
                  <a:lin ang="0" scaled="0"/>
                </a:gradFill>
                <a:latin typeface="Calibri" panose="020F0502020204030204" pitchFamily="34" charset="0"/>
                <a:cs typeface="Calibri" panose="020F0502020204030204" pitchFamily="34" charset="0"/>
              </a:defRPr>
            </a:lvl1pPr>
          </a:lstStyle>
          <a:p>
            <a:r>
              <a:rPr lang="en-US"/>
              <a:t>Contents</a:t>
            </a:r>
          </a:p>
        </p:txBody>
      </p:sp>
      <p:sp>
        <p:nvSpPr>
          <p:cNvPr id="5" name="Text Placeholder 4">
            <a:extLst>
              <a:ext uri="{FF2B5EF4-FFF2-40B4-BE49-F238E27FC236}">
                <a16:creationId xmlns:a16="http://schemas.microsoft.com/office/drawing/2014/main" id="{0B94A4A7-1D42-43C4-8DAE-D39D6017417F}"/>
              </a:ext>
            </a:extLst>
          </p:cNvPr>
          <p:cNvSpPr>
            <a:spLocks noGrp="1"/>
          </p:cNvSpPr>
          <p:nvPr>
            <p:ph type="body" sz="quarter" idx="10" hasCustomPrompt="1"/>
          </p:nvPr>
        </p:nvSpPr>
        <p:spPr>
          <a:xfrm>
            <a:off x="4566051" y="154228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01</a:t>
            </a:r>
          </a:p>
        </p:txBody>
      </p:sp>
      <p:sp>
        <p:nvSpPr>
          <p:cNvPr id="9" name="Text Placeholder 4">
            <a:extLst>
              <a:ext uri="{FF2B5EF4-FFF2-40B4-BE49-F238E27FC236}">
                <a16:creationId xmlns:a16="http://schemas.microsoft.com/office/drawing/2014/main" id="{914B7CA8-C6E3-4D9A-BDD1-5A660A9FF442}"/>
              </a:ext>
            </a:extLst>
          </p:cNvPr>
          <p:cNvSpPr>
            <a:spLocks noGrp="1"/>
          </p:cNvSpPr>
          <p:nvPr>
            <p:ph type="body" sz="quarter" idx="11" hasCustomPrompt="1"/>
          </p:nvPr>
        </p:nvSpPr>
        <p:spPr>
          <a:xfrm>
            <a:off x="4566051" y="2235353"/>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02</a:t>
            </a:r>
          </a:p>
        </p:txBody>
      </p:sp>
      <p:sp>
        <p:nvSpPr>
          <p:cNvPr id="13" name="Text Placeholder 4">
            <a:extLst>
              <a:ext uri="{FF2B5EF4-FFF2-40B4-BE49-F238E27FC236}">
                <a16:creationId xmlns:a16="http://schemas.microsoft.com/office/drawing/2014/main" id="{29CF7C84-314E-4FB2-901C-E4AD0E759351}"/>
              </a:ext>
            </a:extLst>
          </p:cNvPr>
          <p:cNvSpPr>
            <a:spLocks noGrp="1"/>
          </p:cNvSpPr>
          <p:nvPr>
            <p:ph type="body" sz="quarter" idx="12" hasCustomPrompt="1"/>
          </p:nvPr>
        </p:nvSpPr>
        <p:spPr>
          <a:xfrm>
            <a:off x="4566051" y="291825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03</a:t>
            </a:r>
          </a:p>
        </p:txBody>
      </p:sp>
      <p:sp>
        <p:nvSpPr>
          <p:cNvPr id="14" name="Text Placeholder 4">
            <a:extLst>
              <a:ext uri="{FF2B5EF4-FFF2-40B4-BE49-F238E27FC236}">
                <a16:creationId xmlns:a16="http://schemas.microsoft.com/office/drawing/2014/main" id="{F4E24727-48EE-48AA-9B6F-F26524FCED2B}"/>
              </a:ext>
            </a:extLst>
          </p:cNvPr>
          <p:cNvSpPr>
            <a:spLocks noGrp="1"/>
          </p:cNvSpPr>
          <p:nvPr>
            <p:ph type="body" sz="quarter" idx="13" hasCustomPrompt="1"/>
          </p:nvPr>
        </p:nvSpPr>
        <p:spPr>
          <a:xfrm>
            <a:off x="4566051" y="361132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04</a:t>
            </a:r>
          </a:p>
        </p:txBody>
      </p:sp>
      <p:sp>
        <p:nvSpPr>
          <p:cNvPr id="15" name="Text Placeholder 4">
            <a:extLst>
              <a:ext uri="{FF2B5EF4-FFF2-40B4-BE49-F238E27FC236}">
                <a16:creationId xmlns:a16="http://schemas.microsoft.com/office/drawing/2014/main" id="{18BC4A81-2FF3-4AC4-8F40-4F95105F594C}"/>
              </a:ext>
            </a:extLst>
          </p:cNvPr>
          <p:cNvSpPr>
            <a:spLocks noGrp="1"/>
          </p:cNvSpPr>
          <p:nvPr>
            <p:ph type="body" sz="quarter" idx="14" hasCustomPrompt="1"/>
          </p:nvPr>
        </p:nvSpPr>
        <p:spPr>
          <a:xfrm>
            <a:off x="4566051" y="4294232"/>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05</a:t>
            </a:r>
          </a:p>
        </p:txBody>
      </p:sp>
      <p:sp>
        <p:nvSpPr>
          <p:cNvPr id="16" name="Text Placeholder 4">
            <a:extLst>
              <a:ext uri="{FF2B5EF4-FFF2-40B4-BE49-F238E27FC236}">
                <a16:creationId xmlns:a16="http://schemas.microsoft.com/office/drawing/2014/main" id="{A53DF3A1-A093-468B-B30D-D2DB4C1595BF}"/>
              </a:ext>
            </a:extLst>
          </p:cNvPr>
          <p:cNvSpPr>
            <a:spLocks noGrp="1"/>
          </p:cNvSpPr>
          <p:nvPr>
            <p:ph type="body" sz="quarter" idx="15" hasCustomPrompt="1"/>
          </p:nvPr>
        </p:nvSpPr>
        <p:spPr>
          <a:xfrm>
            <a:off x="4566051" y="497713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06</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5298342" y="154228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5298342" y="2235353"/>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5298342" y="291825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5298342" y="361132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5298342" y="4294232"/>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5298342" y="497713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cxnSp>
        <p:nvCxnSpPr>
          <p:cNvPr id="6" name="Straight Connector 5">
            <a:extLst>
              <a:ext uri="{FF2B5EF4-FFF2-40B4-BE49-F238E27FC236}">
                <a16:creationId xmlns:a16="http://schemas.microsoft.com/office/drawing/2014/main" id="{68522FB4-D05A-7BBC-4925-8F44384D8BAF}"/>
              </a:ext>
            </a:extLst>
          </p:cNvPr>
          <p:cNvCxnSpPr>
            <a:cxnSpLocks/>
          </p:cNvCxnSpPr>
          <p:nvPr userDrawn="1"/>
        </p:nvCxnSpPr>
        <p:spPr>
          <a:xfrm>
            <a:off x="4828321" y="204358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43E4466-9172-11FF-B631-0772F610EC0A}"/>
              </a:ext>
            </a:extLst>
          </p:cNvPr>
          <p:cNvCxnSpPr>
            <a:cxnSpLocks/>
          </p:cNvCxnSpPr>
          <p:nvPr userDrawn="1"/>
        </p:nvCxnSpPr>
        <p:spPr>
          <a:xfrm>
            <a:off x="4828321" y="2736156"/>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39B406A-62F3-7DD2-AFDA-098BD84DC9B8}"/>
              </a:ext>
            </a:extLst>
          </p:cNvPr>
          <p:cNvCxnSpPr>
            <a:cxnSpLocks/>
          </p:cNvCxnSpPr>
          <p:nvPr userDrawn="1"/>
        </p:nvCxnSpPr>
        <p:spPr>
          <a:xfrm>
            <a:off x="4828321" y="342873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828321" y="4121306"/>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828321" y="481388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828321" y="551146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CA0D61D9-9731-8186-95AA-51476D66CB4B}"/>
              </a:ext>
            </a:extLst>
          </p:cNvPr>
          <p:cNvSpPr txBox="1"/>
          <p:nvPr userDrawn="1"/>
        </p:nvSpPr>
        <p:spPr>
          <a:xfrm>
            <a:off x="5347504" y="54401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242595938"/>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9074" y="1353882"/>
            <a:ext cx="3475727" cy="923330"/>
          </a:xfrm>
          <a:prstGeom prst="rect">
            <a:avLst/>
          </a:prstGeom>
        </p:spPr>
        <p:txBody>
          <a:bodyPr wrap="square" lIns="0" tIns="0" rIns="0" bIns="0">
            <a:spAutoFit/>
          </a:bodyPr>
          <a:lstStyle>
            <a:lvl1pPr>
              <a:defRPr lang="en-US" sz="6000" b="0">
                <a:gradFill>
                  <a:gsLst>
                    <a:gs pos="0">
                      <a:schemeClr val="accent3"/>
                    </a:gs>
                    <a:gs pos="55000">
                      <a:schemeClr val="accent2"/>
                    </a:gs>
                    <a:gs pos="100000">
                      <a:schemeClr val="accent4"/>
                    </a:gs>
                  </a:gsLst>
                  <a:lin ang="0" scaled="0"/>
                </a:gradFill>
                <a:latin typeface="Calibri" panose="020F0502020204030204" pitchFamily="34" charset="0"/>
              </a:defRPr>
            </a:lvl1pPr>
          </a:lstStyle>
          <a:p>
            <a:pPr lvl="0"/>
            <a:r>
              <a:rPr lang="en-US"/>
              <a:t>Agenda</a:t>
            </a:r>
          </a:p>
        </p:txBody>
      </p: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597093" y="4127679"/>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597093" y="4821255"/>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597093" y="551483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F38260B-0DC8-F1D9-0A04-B34FD9548DDE}"/>
              </a:ext>
            </a:extLst>
          </p:cNvPr>
          <p:cNvCxnSpPr>
            <a:cxnSpLocks/>
          </p:cNvCxnSpPr>
          <p:nvPr userDrawn="1"/>
        </p:nvCxnSpPr>
        <p:spPr>
          <a:xfrm>
            <a:off x="4597093" y="3434103"/>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34323139-2B65-F98E-4BA6-26EBD4E0ADE2}"/>
              </a:ext>
            </a:extLst>
          </p:cNvPr>
          <p:cNvSpPr>
            <a:spLocks noGrp="1"/>
          </p:cNvSpPr>
          <p:nvPr>
            <p:ph type="body" sz="quarter" idx="10" hasCustomPrompt="1"/>
          </p:nvPr>
        </p:nvSpPr>
        <p:spPr>
          <a:xfrm>
            <a:off x="4114801" y="1544424"/>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3" name="Text Placeholder 4">
            <a:extLst>
              <a:ext uri="{FF2B5EF4-FFF2-40B4-BE49-F238E27FC236}">
                <a16:creationId xmlns:a16="http://schemas.microsoft.com/office/drawing/2014/main" id="{4203F9BF-BF5F-6A91-5F78-9E13CFB34688}"/>
              </a:ext>
            </a:extLst>
          </p:cNvPr>
          <p:cNvSpPr>
            <a:spLocks noGrp="1"/>
          </p:cNvSpPr>
          <p:nvPr>
            <p:ph type="body" sz="quarter" idx="16" hasCustomPrompt="1"/>
          </p:nvPr>
        </p:nvSpPr>
        <p:spPr>
          <a:xfrm>
            <a:off x="6248400" y="1544424"/>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4" name="Text Placeholder 4">
            <a:extLst>
              <a:ext uri="{FF2B5EF4-FFF2-40B4-BE49-F238E27FC236}">
                <a16:creationId xmlns:a16="http://schemas.microsoft.com/office/drawing/2014/main" id="{876CC08A-4820-35BC-92E1-8230BD9D360A}"/>
              </a:ext>
            </a:extLst>
          </p:cNvPr>
          <p:cNvSpPr>
            <a:spLocks noGrp="1"/>
          </p:cNvSpPr>
          <p:nvPr>
            <p:ph type="body" sz="quarter" idx="24" hasCustomPrompt="1"/>
          </p:nvPr>
        </p:nvSpPr>
        <p:spPr>
          <a:xfrm>
            <a:off x="4114801" y="2237970"/>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5" name="Text Placeholder 4">
            <a:extLst>
              <a:ext uri="{FF2B5EF4-FFF2-40B4-BE49-F238E27FC236}">
                <a16:creationId xmlns:a16="http://schemas.microsoft.com/office/drawing/2014/main" id="{F7291D4C-4D95-8F05-0F5C-BA39164C8277}"/>
              </a:ext>
            </a:extLst>
          </p:cNvPr>
          <p:cNvSpPr>
            <a:spLocks noGrp="1"/>
          </p:cNvSpPr>
          <p:nvPr>
            <p:ph type="body" sz="quarter" idx="25" hasCustomPrompt="1"/>
          </p:nvPr>
        </p:nvSpPr>
        <p:spPr>
          <a:xfrm>
            <a:off x="6248400" y="2237970"/>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6" name="Text Placeholder 4">
            <a:extLst>
              <a:ext uri="{FF2B5EF4-FFF2-40B4-BE49-F238E27FC236}">
                <a16:creationId xmlns:a16="http://schemas.microsoft.com/office/drawing/2014/main" id="{B6CEF688-2334-22F4-39C4-5CC9525BC52D}"/>
              </a:ext>
            </a:extLst>
          </p:cNvPr>
          <p:cNvSpPr>
            <a:spLocks noGrp="1"/>
          </p:cNvSpPr>
          <p:nvPr>
            <p:ph type="body" sz="quarter" idx="26" hasCustomPrompt="1"/>
          </p:nvPr>
        </p:nvSpPr>
        <p:spPr>
          <a:xfrm>
            <a:off x="4114801" y="2931516"/>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1" name="Text Placeholder 4">
            <a:extLst>
              <a:ext uri="{FF2B5EF4-FFF2-40B4-BE49-F238E27FC236}">
                <a16:creationId xmlns:a16="http://schemas.microsoft.com/office/drawing/2014/main" id="{6C7F5B96-F4B8-B78A-06A1-1387CE2660EF}"/>
              </a:ext>
            </a:extLst>
          </p:cNvPr>
          <p:cNvSpPr>
            <a:spLocks noGrp="1"/>
          </p:cNvSpPr>
          <p:nvPr>
            <p:ph type="body" sz="quarter" idx="27" hasCustomPrompt="1"/>
          </p:nvPr>
        </p:nvSpPr>
        <p:spPr>
          <a:xfrm>
            <a:off x="6248400" y="2931516"/>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2" name="Text Placeholder 4">
            <a:extLst>
              <a:ext uri="{FF2B5EF4-FFF2-40B4-BE49-F238E27FC236}">
                <a16:creationId xmlns:a16="http://schemas.microsoft.com/office/drawing/2014/main" id="{F2D20F35-3DAA-AC00-0D89-CD5517054A4A}"/>
              </a:ext>
            </a:extLst>
          </p:cNvPr>
          <p:cNvSpPr>
            <a:spLocks noGrp="1"/>
          </p:cNvSpPr>
          <p:nvPr>
            <p:ph type="body" sz="quarter" idx="28" hasCustomPrompt="1"/>
          </p:nvPr>
        </p:nvSpPr>
        <p:spPr>
          <a:xfrm>
            <a:off x="4114801" y="3625062"/>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4" name="Text Placeholder 4">
            <a:extLst>
              <a:ext uri="{FF2B5EF4-FFF2-40B4-BE49-F238E27FC236}">
                <a16:creationId xmlns:a16="http://schemas.microsoft.com/office/drawing/2014/main" id="{7CEC68D4-F109-8967-2138-7755BCDA7F53}"/>
              </a:ext>
            </a:extLst>
          </p:cNvPr>
          <p:cNvSpPr>
            <a:spLocks noGrp="1"/>
          </p:cNvSpPr>
          <p:nvPr>
            <p:ph type="body" sz="quarter" idx="29" hasCustomPrompt="1"/>
          </p:nvPr>
        </p:nvSpPr>
        <p:spPr>
          <a:xfrm>
            <a:off x="6248400" y="3625062"/>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5" name="Text Placeholder 4">
            <a:extLst>
              <a:ext uri="{FF2B5EF4-FFF2-40B4-BE49-F238E27FC236}">
                <a16:creationId xmlns:a16="http://schemas.microsoft.com/office/drawing/2014/main" id="{9D31E2A1-E7D9-C6E2-1CAD-132E8FC15028}"/>
              </a:ext>
            </a:extLst>
          </p:cNvPr>
          <p:cNvSpPr>
            <a:spLocks noGrp="1"/>
          </p:cNvSpPr>
          <p:nvPr>
            <p:ph type="body" sz="quarter" idx="30" hasCustomPrompt="1"/>
          </p:nvPr>
        </p:nvSpPr>
        <p:spPr>
          <a:xfrm>
            <a:off x="4114801" y="4318608"/>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6" name="Text Placeholder 4">
            <a:extLst>
              <a:ext uri="{FF2B5EF4-FFF2-40B4-BE49-F238E27FC236}">
                <a16:creationId xmlns:a16="http://schemas.microsoft.com/office/drawing/2014/main" id="{9FFDA3CA-2B8B-D638-20E4-71AC7A34D736}"/>
              </a:ext>
            </a:extLst>
          </p:cNvPr>
          <p:cNvSpPr>
            <a:spLocks noGrp="1"/>
          </p:cNvSpPr>
          <p:nvPr>
            <p:ph type="body" sz="quarter" idx="31" hasCustomPrompt="1"/>
          </p:nvPr>
        </p:nvSpPr>
        <p:spPr>
          <a:xfrm>
            <a:off x="6248400" y="4318608"/>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7" name="Text Placeholder 4">
            <a:extLst>
              <a:ext uri="{FF2B5EF4-FFF2-40B4-BE49-F238E27FC236}">
                <a16:creationId xmlns:a16="http://schemas.microsoft.com/office/drawing/2014/main" id="{557F9336-F799-453A-9AE4-57BF009F4E49}"/>
              </a:ext>
            </a:extLst>
          </p:cNvPr>
          <p:cNvSpPr>
            <a:spLocks noGrp="1"/>
          </p:cNvSpPr>
          <p:nvPr>
            <p:ph type="body" sz="quarter" idx="32" hasCustomPrompt="1"/>
          </p:nvPr>
        </p:nvSpPr>
        <p:spPr>
          <a:xfrm>
            <a:off x="4114801" y="5012153"/>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8" name="Text Placeholder 4">
            <a:extLst>
              <a:ext uri="{FF2B5EF4-FFF2-40B4-BE49-F238E27FC236}">
                <a16:creationId xmlns:a16="http://schemas.microsoft.com/office/drawing/2014/main" id="{3ACF06D8-4539-871E-68C7-607E7092437D}"/>
              </a:ext>
            </a:extLst>
          </p:cNvPr>
          <p:cNvSpPr>
            <a:spLocks noGrp="1"/>
          </p:cNvSpPr>
          <p:nvPr>
            <p:ph type="body" sz="quarter" idx="33" hasCustomPrompt="1"/>
          </p:nvPr>
        </p:nvSpPr>
        <p:spPr>
          <a:xfrm>
            <a:off x="6248400" y="5012153"/>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cxnSp>
        <p:nvCxnSpPr>
          <p:cNvPr id="41" name="Straight Connector 40">
            <a:extLst>
              <a:ext uri="{FF2B5EF4-FFF2-40B4-BE49-F238E27FC236}">
                <a16:creationId xmlns:a16="http://schemas.microsoft.com/office/drawing/2014/main" id="{A040C191-15FC-CC2A-76C6-F51F8764B2F0}"/>
              </a:ext>
            </a:extLst>
          </p:cNvPr>
          <p:cNvCxnSpPr>
            <a:cxnSpLocks/>
          </p:cNvCxnSpPr>
          <p:nvPr userDrawn="1"/>
        </p:nvCxnSpPr>
        <p:spPr>
          <a:xfrm>
            <a:off x="4597093" y="2740527"/>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2D121A1-59B7-61ED-F9B5-D7F3CF3FA035}"/>
              </a:ext>
            </a:extLst>
          </p:cNvPr>
          <p:cNvCxnSpPr>
            <a:cxnSpLocks/>
          </p:cNvCxnSpPr>
          <p:nvPr userDrawn="1"/>
        </p:nvCxnSpPr>
        <p:spPr>
          <a:xfrm>
            <a:off x="4597094" y="2046951"/>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5514025"/>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Section_Header_Half_Page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772483"/>
            <a:ext cx="3594735" cy="1846659"/>
          </a:xfrm>
          <a:prstGeom prst="rect">
            <a:avLst/>
          </a:prstGeom>
        </p:spPr>
        <p:txBody>
          <a:bodyPr wrap="square">
            <a:spAutoFit/>
          </a:bodyPr>
          <a:lstStyle>
            <a:lvl1pPr>
              <a:defRPr sz="6000" b="0" i="0">
                <a:solidFill>
                  <a:schemeClr val="tx1"/>
                </a:solidFill>
                <a:latin typeface="Calibri Light" panose="020F0302020204030204" pitchFamily="34" charset="0"/>
                <a:cs typeface="Calibri Light" panose="020F0302020204030204" pitchFamily="34" charset="0"/>
              </a:defRPr>
            </a:lvl1pPr>
          </a:lstStyle>
          <a:p>
            <a:r>
              <a:rPr lang="en-US"/>
              <a:t>Section Header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393961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US"/>
              <a:t>Click icon to add picture</a:t>
            </a:r>
          </a:p>
        </p:txBody>
      </p:sp>
      <p:sp>
        <p:nvSpPr>
          <p:cNvPr id="14" name="Oval 13">
            <a:extLst>
              <a:ext uri="{FF2B5EF4-FFF2-40B4-BE49-F238E27FC236}">
                <a16:creationId xmlns:a16="http://schemas.microsoft.com/office/drawing/2014/main" id="{1BFE2FC0-3FA5-A96D-8741-0967434C45D8}"/>
              </a:ext>
            </a:extLst>
          </p:cNvPr>
          <p:cNvSpPr/>
          <p:nvPr userDrawn="1"/>
        </p:nvSpPr>
        <p:spPr bwMode="auto">
          <a:xfrm>
            <a:off x="7006459" y="0"/>
            <a:ext cx="1507755" cy="1507755"/>
          </a:xfrm>
          <a:prstGeom prst="ellipse">
            <a:avLst/>
          </a:prstGeom>
          <a:solidFill>
            <a:schemeClr val="accent3"/>
          </a:solidFill>
          <a:ln>
            <a:noFill/>
          </a:ln>
          <a:effectLst>
            <a:softEdge rad="50192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Text Placeholder 4">
            <a:extLst>
              <a:ext uri="{FF2B5EF4-FFF2-40B4-BE49-F238E27FC236}">
                <a16:creationId xmlns:a16="http://schemas.microsoft.com/office/drawing/2014/main" id="{044D886A-7EE9-3D61-5350-BFDC9DEF7721}"/>
              </a:ext>
            </a:extLst>
          </p:cNvPr>
          <p:cNvSpPr>
            <a:spLocks noGrp="1"/>
          </p:cNvSpPr>
          <p:nvPr>
            <p:ph type="body" sz="quarter" idx="10" hasCustomPrompt="1"/>
          </p:nvPr>
        </p:nvSpPr>
        <p:spPr>
          <a:xfrm>
            <a:off x="639074" y="1335603"/>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Tree>
    <p:extLst>
      <p:ext uri="{BB962C8B-B14F-4D97-AF65-F5344CB8AC3E}">
        <p14:creationId xmlns:p14="http://schemas.microsoft.com/office/powerpoint/2010/main" val="2819764733"/>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Section_Header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793240"/>
            <a:ext cx="5640805" cy="923330"/>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9074" y="1336040"/>
            <a:ext cx="498928" cy="307777"/>
          </a:xfrm>
          <a:prstGeom prst="rect">
            <a:avLst/>
          </a:prstGeom>
        </p:spPr>
        <p:txBody>
          <a:bodyPr wrap="square" anchor="t" anchorCtr="0">
            <a:spAutoFit/>
          </a:bodyPr>
          <a:lstStyle>
            <a:lvl1pPr algn="l">
              <a:defRPr lang="en-US" sz="2000" b="1" i="0" kern="1200" dirty="0">
                <a:solidFill>
                  <a:schemeClr val="accent2"/>
                </a:solidFill>
                <a:latin typeface="Calibri"/>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01</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312699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7202904" y="0"/>
            <a:ext cx="4989095" cy="6858000"/>
          </a:xfrm>
          <a:prstGeom prst="rect">
            <a:avLst/>
          </a:prstGeom>
        </p:spPr>
        <p:txBody>
          <a:bodyPr/>
          <a:lstStyle/>
          <a:p>
            <a:r>
              <a:rPr lang="en-US"/>
              <a:t>Click icon to add picture</a:t>
            </a:r>
          </a:p>
        </p:txBody>
      </p:sp>
    </p:spTree>
    <p:extLst>
      <p:ext uri="{BB962C8B-B14F-4D97-AF65-F5344CB8AC3E}">
        <p14:creationId xmlns:p14="http://schemas.microsoft.com/office/powerpoint/2010/main" val="3311162362"/>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1_x_Section_Header_Cool">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2E69851-6AAB-66EC-0A76-12B276F29DA9}"/>
              </a:ext>
            </a:extLst>
          </p:cNvPr>
          <p:cNvSpPr/>
          <p:nvPr userDrawn="1"/>
        </p:nvSpPr>
        <p:spPr bwMode="auto">
          <a:xfrm>
            <a:off x="627063" y="647700"/>
            <a:ext cx="10929937" cy="5562600"/>
          </a:xfrm>
          <a:prstGeom prst="rect">
            <a:avLst/>
          </a:prstGeom>
          <a:gradFill flip="none" rotWithShape="1">
            <a:gsLst>
              <a:gs pos="45000">
                <a:schemeClr val="accent2">
                  <a:alpha val="36000"/>
                </a:schemeClr>
              </a:gs>
              <a:gs pos="100000">
                <a:srgbClr val="00F6FF"/>
              </a:gs>
              <a:gs pos="0">
                <a:schemeClr val="accent2">
                  <a:alpha val="56000"/>
                </a:schemeClr>
              </a:gs>
            </a:gsLst>
            <a:path path="circle">
              <a:fillToRect l="100000" t="100000"/>
            </a:path>
            <a:tileRect r="-100000" b="-100000"/>
          </a:gradFill>
          <a:ln>
            <a:noFill/>
          </a:ln>
          <a:effectLst/>
        </p:spPr>
        <p:txBody>
          <a:bodyPr wrap="non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Text Placeholder 7">
            <a:extLst>
              <a:ext uri="{FF2B5EF4-FFF2-40B4-BE49-F238E27FC236}">
                <a16:creationId xmlns:a16="http://schemas.microsoft.com/office/drawing/2014/main" id="{D7C6CED2-55A2-F179-4321-9EC646B482E0}"/>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5" name="Title 8">
            <a:extLst>
              <a:ext uri="{FF2B5EF4-FFF2-40B4-BE49-F238E27FC236}">
                <a16:creationId xmlns:a16="http://schemas.microsoft.com/office/drawing/2014/main" id="{64E2BBBC-80DF-5104-E076-20FB99B4648C}"/>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16" name="Text Placeholder 4">
            <a:extLst>
              <a:ext uri="{FF2B5EF4-FFF2-40B4-BE49-F238E27FC236}">
                <a16:creationId xmlns:a16="http://schemas.microsoft.com/office/drawing/2014/main" id="{12E0E19A-C3CC-AE13-1EF9-7E889ADFCBFE}"/>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sp>
        <p:nvSpPr>
          <p:cNvPr id="3" name="TextBox 2">
            <a:extLst>
              <a:ext uri="{FF2B5EF4-FFF2-40B4-BE49-F238E27FC236}">
                <a16:creationId xmlns:a16="http://schemas.microsoft.com/office/drawing/2014/main" id="{11CD4D7A-E1F5-9D4D-D7A8-763291C906C5}"/>
              </a:ext>
            </a:extLst>
          </p:cNvPr>
          <p:cNvSpPr txBox="1"/>
          <p:nvPr userDrawn="1"/>
        </p:nvSpPr>
        <p:spPr>
          <a:xfrm>
            <a:off x="1066800" y="9855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536715768"/>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x_Section_Header_Coo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Text Placeholder 7">
            <a:extLst>
              <a:ext uri="{FF2B5EF4-FFF2-40B4-BE49-F238E27FC236}">
                <a16:creationId xmlns:a16="http://schemas.microsoft.com/office/drawing/2014/main" id="{D7C6CED2-55A2-F179-4321-9EC646B482E0}"/>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5" name="Title 8">
            <a:extLst>
              <a:ext uri="{FF2B5EF4-FFF2-40B4-BE49-F238E27FC236}">
                <a16:creationId xmlns:a16="http://schemas.microsoft.com/office/drawing/2014/main" id="{64E2BBBC-80DF-5104-E076-20FB99B4648C}"/>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16" name="Text Placeholder 4">
            <a:extLst>
              <a:ext uri="{FF2B5EF4-FFF2-40B4-BE49-F238E27FC236}">
                <a16:creationId xmlns:a16="http://schemas.microsoft.com/office/drawing/2014/main" id="{12E0E19A-C3CC-AE13-1EF9-7E889ADFCBFE}"/>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sp>
        <p:nvSpPr>
          <p:cNvPr id="3" name="TextBox 2">
            <a:extLst>
              <a:ext uri="{FF2B5EF4-FFF2-40B4-BE49-F238E27FC236}">
                <a16:creationId xmlns:a16="http://schemas.microsoft.com/office/drawing/2014/main" id="{11CD4D7A-E1F5-9D4D-D7A8-763291C906C5}"/>
              </a:ext>
            </a:extLst>
          </p:cNvPr>
          <p:cNvSpPr txBox="1"/>
          <p:nvPr userDrawn="1"/>
        </p:nvSpPr>
        <p:spPr>
          <a:xfrm>
            <a:off x="1066800" y="9855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160698631"/>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3" pos="408">
          <p15:clr>
            <a:srgbClr val="FBAE40"/>
          </p15:clr>
        </p15:guide>
        <p15:guide id="4" orient="horz" pos="4128">
          <p15:clr>
            <a:srgbClr val="FBAE4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667323A-6698-B4F8-D2C4-A0336BD7AE08}"/>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E4BE38F8-DEB6-5998-7EB6-840C179B2EC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272609023"/>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C51F547D-7378-E8AC-FDF8-369B9279159F}"/>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DBE70E68-FEAC-ABA3-6547-64F0048E25D1}"/>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9" name="Text Placeholder 8">
            <a:extLst>
              <a:ext uri="{FF2B5EF4-FFF2-40B4-BE49-F238E27FC236}">
                <a16:creationId xmlns:a16="http://schemas.microsoft.com/office/drawing/2014/main" id="{2DD31E73-37D8-3F34-976E-F45C7FEB4817}"/>
              </a:ext>
            </a:extLst>
          </p:cNvPr>
          <p:cNvSpPr>
            <a:spLocks noGrp="1"/>
          </p:cNvSpPr>
          <p:nvPr>
            <p:ph type="body" sz="quarter" idx="11" hasCustomPrompt="1"/>
          </p:nvPr>
        </p:nvSpPr>
        <p:spPr>
          <a:xfrm>
            <a:off x="627063" y="1211252"/>
            <a:ext cx="10929937" cy="480060"/>
          </a:xfrm>
          <a:prstGeom prst="rect">
            <a:avLst/>
          </a:prstGeom>
        </p:spPr>
        <p:txBody>
          <a:bodyPr wrap="square" lIns="0" tIns="0" rIns="0" bIns="0" anchor="t" anchorCtr="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400" b="0" i="0" kern="120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213958649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363302"/>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Subsection_Divider">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968918"/>
            <a:ext cx="10917926" cy="2031325"/>
          </a:xfrm>
          <a:prstGeom prst="rect">
            <a:avLst/>
          </a:prstGeom>
        </p:spPr>
        <p:txBody>
          <a:bodyPr wrap="square">
            <a:spAutoFit/>
          </a:bodyPr>
          <a:lstStyle>
            <a:lvl1pPr>
              <a:defRPr sz="6600" b="0" i="0">
                <a:solidFill>
                  <a:schemeClr val="tx1"/>
                </a:solidFill>
                <a:latin typeface="Calibri Light" panose="020F0302020204030204" pitchFamily="34" charset="0"/>
                <a:cs typeface="Calibri Light" panose="020F0302020204030204" pitchFamily="34" charset="0"/>
              </a:defRPr>
            </a:lvl1pPr>
          </a:lstStyle>
          <a:p>
            <a:r>
              <a:rPr lang="en-US"/>
              <a:t>Sometimes You Want to Use a </a:t>
            </a:r>
            <a:br>
              <a:rPr lang="en-US"/>
            </a:br>
            <a:r>
              <a:rPr lang="en-US"/>
              <a:t>Subsection Divider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4784228"/>
            <a:ext cx="4757677" cy="492443"/>
          </a:xfrm>
          <a:prstGeom prst="rect">
            <a:avLst/>
          </a:prstGeom>
        </p:spPr>
        <p:txBody>
          <a:bodyPr wrap="square" anchor="t" anchorCtr="0">
            <a:spAutoFit/>
          </a:bodyPr>
          <a:lstStyle>
            <a:lvl1pPr>
              <a:defRPr sz="1600" b="0" i="0">
                <a:latin typeface="Calibri Light" panose="020F0302020204030204" pitchFamily="34" charset="0"/>
                <a:cs typeface="Calibri Light" panose="020F0302020204030204" pitchFamily="34" charset="0"/>
              </a:defRPr>
            </a:lvl1pPr>
          </a:lstStyle>
          <a:p>
            <a:pPr lvl="0"/>
            <a:r>
              <a:rPr lang="en-US"/>
              <a:t>This slide can serve you well. It even has a space for a little something under the title.</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9074" y="1071880"/>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
        <p:nvSpPr>
          <p:cNvPr id="2" name="Text Placeholder 4">
            <a:extLst>
              <a:ext uri="{FF2B5EF4-FFF2-40B4-BE49-F238E27FC236}">
                <a16:creationId xmlns:a16="http://schemas.microsoft.com/office/drawing/2014/main" id="{38048DD2-9EC2-D0E6-390B-D6FEF7F7E08B}"/>
              </a:ext>
            </a:extLst>
          </p:cNvPr>
          <p:cNvSpPr>
            <a:spLocks noGrp="1"/>
          </p:cNvSpPr>
          <p:nvPr>
            <p:ph type="body" sz="quarter" idx="11" hasCustomPrompt="1"/>
          </p:nvPr>
        </p:nvSpPr>
        <p:spPr>
          <a:xfrm>
            <a:off x="639074" y="1563803"/>
            <a:ext cx="3732914" cy="153888"/>
          </a:xfrm>
          <a:prstGeom prst="rect">
            <a:avLst/>
          </a:prstGeom>
        </p:spPr>
        <p:txBody>
          <a:bodyPr wrap="square">
            <a:spAutoFit/>
          </a:bodyPr>
          <a:lstStyle>
            <a:lvl1pPr>
              <a:lnSpc>
                <a:spcPct val="100000"/>
              </a:lnSpc>
              <a:spcBef>
                <a:spcPts val="0"/>
              </a:spcBef>
              <a:defRPr sz="1000" b="1"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Tree>
    <p:extLst>
      <p:ext uri="{BB962C8B-B14F-4D97-AF65-F5344CB8AC3E}">
        <p14:creationId xmlns:p14="http://schemas.microsoft.com/office/powerpoint/2010/main" val="2387452488"/>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Callout_Text_A">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6096000" y="0"/>
            <a:ext cx="6096000"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7063" y="1739153"/>
            <a:ext cx="5333999" cy="2769989"/>
          </a:xfrm>
          <a:prstGeom prst="rect">
            <a:avLst/>
          </a:prstGeom>
        </p:spPr>
        <p:txBody>
          <a:bodyPr wrap="square">
            <a:spAutoFit/>
          </a:bodyPr>
          <a:lstStyle>
            <a:lvl1pPr>
              <a:defRPr sz="6000" b="0" i="0">
                <a:solidFill>
                  <a:schemeClr val="tx1"/>
                </a:solidFill>
                <a:latin typeface="Calibri Light" panose="020F0302020204030204" pitchFamily="34" charset="0"/>
                <a:cs typeface="Calibri Light" panose="020F03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42827" y="1981200"/>
            <a:ext cx="4610100" cy="2439386"/>
          </a:xfrm>
          <a:prstGeom prst="rect">
            <a:avLst/>
          </a:prstGeom>
        </p:spPr>
        <p:txBody>
          <a:bodyPr wrap="square" anchor="t" anchorCtr="0">
            <a:spAutoFit/>
          </a:bodyPr>
          <a:lstStyle>
            <a:lvl1pPr>
              <a:lnSpc>
                <a:spcPts val="2400"/>
              </a:lnSpc>
              <a:defRPr sz="1600" b="0" i="0">
                <a:solidFill>
                  <a:srgbClr val="000000"/>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sp>
        <p:nvSpPr>
          <p:cNvPr id="7" name="TextBox 6">
            <a:extLst>
              <a:ext uri="{FF2B5EF4-FFF2-40B4-BE49-F238E27FC236}">
                <a16:creationId xmlns:a16="http://schemas.microsoft.com/office/drawing/2014/main" id="{01AAFA1B-F90B-A268-2F9C-CA4B17339CD9}"/>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881C1502-7D00-6809-E064-3AD5F4B76491}"/>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16" name="Text Placeholder 10">
            <a:extLst>
              <a:ext uri="{FF2B5EF4-FFF2-40B4-BE49-F238E27FC236}">
                <a16:creationId xmlns:a16="http://schemas.microsoft.com/office/drawing/2014/main" id="{746B66AD-D607-C8A3-57EC-E66339B963F6}"/>
              </a:ext>
            </a:extLst>
          </p:cNvPr>
          <p:cNvSpPr>
            <a:spLocks noGrp="1"/>
          </p:cNvSpPr>
          <p:nvPr>
            <p:ph type="body" sz="quarter" idx="28" hasCustomPrompt="1"/>
          </p:nvPr>
        </p:nvSpPr>
        <p:spPr>
          <a:xfrm>
            <a:off x="627063" y="419100"/>
            <a:ext cx="3725862" cy="225706"/>
          </a:xfrm>
          <a:prstGeom prst="rect">
            <a:avLst/>
          </a:prstGeom>
        </p:spPr>
        <p:txBody>
          <a:bodyPr/>
          <a:lstStyle>
            <a:lvl1pPr>
              <a:spcBef>
                <a:spcPts val="0"/>
              </a:spcBef>
              <a:defRPr lang="en-US" sz="1000" b="1" i="0" kern="1200" cap="all" spc="300" baseline="0" dirty="0">
                <a:solidFill>
                  <a:schemeClr val="tx2"/>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21" name="Text Placeholder 4">
            <a:extLst>
              <a:ext uri="{FF2B5EF4-FFF2-40B4-BE49-F238E27FC236}">
                <a16:creationId xmlns:a16="http://schemas.microsoft.com/office/drawing/2014/main" id="{A7C0DA62-EC5A-3013-921C-9A16F87EFE3E}"/>
              </a:ext>
            </a:extLst>
          </p:cNvPr>
          <p:cNvSpPr>
            <a:spLocks noGrp="1"/>
          </p:cNvSpPr>
          <p:nvPr>
            <p:ph type="body" sz="quarter" idx="25" hasCustomPrompt="1"/>
          </p:nvPr>
        </p:nvSpPr>
        <p:spPr>
          <a:xfrm>
            <a:off x="627063" y="722843"/>
            <a:ext cx="3725863" cy="338554"/>
          </a:xfrm>
          <a:prstGeom prst="rect">
            <a:avLst/>
          </a:prstGeom>
        </p:spPr>
        <p:txBody>
          <a:bodyPr lIns="0" tIns="0" rIns="0" bIns="0">
            <a:noAutofit/>
          </a:bodyPr>
          <a:lstStyle>
            <a:lvl1pPr>
              <a:defRPr lang="en-US" sz="2200" b="1" spc="0">
                <a:solidFill>
                  <a:schemeClr val="tx1"/>
                </a:solidFill>
                <a:effectLst/>
                <a:latin typeface="Calibri" panose="020F0502020204030204" pitchFamily="34" charset="0"/>
              </a:defRPr>
            </a:lvl1pPr>
          </a:lstStyle>
          <a:p>
            <a:pPr lvl="0">
              <a:spcBef>
                <a:spcPts val="0"/>
              </a:spcBef>
            </a:pPr>
            <a:r>
              <a:rPr lang="en-US">
                <a:effectLst/>
              </a:rPr>
              <a:t>Title with Big and Little Type</a:t>
            </a:r>
            <a:endParaRPr lang="en-US"/>
          </a:p>
        </p:txBody>
      </p:sp>
    </p:spTree>
    <p:extLst>
      <p:ext uri="{BB962C8B-B14F-4D97-AF65-F5344CB8AC3E}">
        <p14:creationId xmlns:p14="http://schemas.microsoft.com/office/powerpoint/2010/main" val="989542558"/>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Callout_Text_B">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3295A6AC-FD32-C87C-6A0D-33F65D81BFC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0"/>
            <a:ext cx="6096000" cy="6858000"/>
          </a:xfrm>
          <a:prstGeom prst="rect">
            <a:avLst/>
          </a:prstGeom>
        </p:spPr>
      </p:pic>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7063" y="1739153"/>
            <a:ext cx="5333999" cy="2769989"/>
          </a:xfrm>
          <a:prstGeom prst="rect">
            <a:avLst/>
          </a:prstGeom>
        </p:spPr>
        <p:txBody>
          <a:bodyPr wrap="square">
            <a:spAutoFit/>
          </a:bodyPr>
          <a:lstStyle>
            <a:lvl1pPr>
              <a:defRPr sz="6000" b="0" i="0">
                <a:solidFill>
                  <a:srgbClr val="000000"/>
                </a:solidFill>
                <a:latin typeface="Calibri" panose="020F0502020204030204" pitchFamily="34" charset="0"/>
                <a:cs typeface="Calibri" panose="020F05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42827" y="1981200"/>
            <a:ext cx="4610100" cy="2439386"/>
          </a:xfrm>
          <a:prstGeom prst="rect">
            <a:avLst/>
          </a:prstGeom>
        </p:spPr>
        <p:txBody>
          <a:bodyPr wrap="square" anchor="t" anchorCtr="0">
            <a:spAutoFit/>
          </a:bodyPr>
          <a:lstStyle>
            <a:lvl1pPr>
              <a:lnSpc>
                <a:spcPts val="2400"/>
              </a:lnSpc>
              <a:defRPr sz="1600" b="0" i="0">
                <a:solidFill>
                  <a:schemeClr val="tx1"/>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pic>
        <p:nvPicPr>
          <p:cNvPr id="2" name="Picture 1">
            <a:extLst>
              <a:ext uri="{FF2B5EF4-FFF2-40B4-BE49-F238E27FC236}">
                <a16:creationId xmlns:a16="http://schemas.microsoft.com/office/drawing/2014/main" id="{A95209EB-D467-51AD-6222-93834EA8BF6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7" name="Text Placeholder 10">
            <a:extLst>
              <a:ext uri="{FF2B5EF4-FFF2-40B4-BE49-F238E27FC236}">
                <a16:creationId xmlns:a16="http://schemas.microsoft.com/office/drawing/2014/main" id="{E75B6454-79A2-2746-023E-0F34DF153473}"/>
              </a:ext>
            </a:extLst>
          </p:cNvPr>
          <p:cNvSpPr>
            <a:spLocks noGrp="1"/>
          </p:cNvSpPr>
          <p:nvPr>
            <p:ph type="body" sz="quarter" idx="28" hasCustomPrompt="1"/>
          </p:nvPr>
        </p:nvSpPr>
        <p:spPr>
          <a:xfrm>
            <a:off x="627063" y="419100"/>
            <a:ext cx="3725862" cy="225706"/>
          </a:xfrm>
          <a:prstGeom prst="rect">
            <a:avLst/>
          </a:prstGeom>
        </p:spPr>
        <p:txBody>
          <a:bodyPr/>
          <a:lstStyle>
            <a:lvl1pPr>
              <a:spcBef>
                <a:spcPts val="0"/>
              </a:spcBef>
              <a:defRPr lang="en-US" sz="1000" b="1" i="0" kern="1200" cap="all" spc="300" baseline="0" dirty="0">
                <a:solidFill>
                  <a:schemeClr val="accent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11" name="Text Placeholder 4">
            <a:extLst>
              <a:ext uri="{FF2B5EF4-FFF2-40B4-BE49-F238E27FC236}">
                <a16:creationId xmlns:a16="http://schemas.microsoft.com/office/drawing/2014/main" id="{09294A11-D525-F9FD-CBCE-E94EB50BD92B}"/>
              </a:ext>
            </a:extLst>
          </p:cNvPr>
          <p:cNvSpPr>
            <a:spLocks noGrp="1"/>
          </p:cNvSpPr>
          <p:nvPr>
            <p:ph type="body" sz="quarter" idx="25" hasCustomPrompt="1"/>
          </p:nvPr>
        </p:nvSpPr>
        <p:spPr>
          <a:xfrm>
            <a:off x="627063" y="722843"/>
            <a:ext cx="3725863" cy="338554"/>
          </a:xfrm>
          <a:prstGeom prst="rect">
            <a:avLst/>
          </a:prstGeom>
        </p:spPr>
        <p:txBody>
          <a:bodyPr wrap="square">
            <a:spAutoFit/>
          </a:bodyPr>
          <a:lstStyle>
            <a:lvl1pPr>
              <a:lnSpc>
                <a:spcPct val="100000"/>
              </a:lnSpc>
              <a:spcBef>
                <a:spcPts val="0"/>
              </a:spcBef>
              <a:defRPr sz="2200" b="1" i="0" spc="0">
                <a:solidFill>
                  <a:schemeClr val="accent1"/>
                </a:solidFill>
                <a:latin typeface="Calibri" panose="020F0502020204030204" pitchFamily="34" charset="0"/>
                <a:cs typeface="Calibri" panose="020F0502020204030204" pitchFamily="34" charset="0"/>
              </a:defRPr>
            </a:lvl1pPr>
            <a:lvl2pPr>
              <a:buNone/>
              <a:defRPr/>
            </a:lvl2pPr>
          </a:lstStyle>
          <a:p>
            <a:pPr lvl="0"/>
            <a:r>
              <a:rPr lang="en-US">
                <a:effectLst/>
              </a:rPr>
              <a:t>Title with Big and Little Type</a:t>
            </a:r>
            <a:endParaRPr lang="en-US"/>
          </a:p>
        </p:txBody>
      </p:sp>
    </p:spTree>
    <p:extLst>
      <p:ext uri="{BB962C8B-B14F-4D97-AF65-F5344CB8AC3E}">
        <p14:creationId xmlns:p14="http://schemas.microsoft.com/office/powerpoint/2010/main" val="3790412279"/>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ype+2_photos">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4383741" y="0"/>
            <a:ext cx="7808259"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8" name="TextBox 7">
            <a:extLst>
              <a:ext uri="{FF2B5EF4-FFF2-40B4-BE49-F238E27FC236}">
                <a16:creationId xmlns:a16="http://schemas.microsoft.com/office/drawing/2014/main" id="{F8263655-ECC2-257F-AD6E-E4540DE158C5}"/>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7AC0358C-9119-8176-0FAF-2D0F448E696A}"/>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 name="Title 1">
            <a:extLst>
              <a:ext uri="{FF2B5EF4-FFF2-40B4-BE49-F238E27FC236}">
                <a16:creationId xmlns:a16="http://schemas.microsoft.com/office/drawing/2014/main" id="{1EE8E6BB-7FFB-90B2-6C94-3C04A7140267}"/>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8FD4FCF7-37B3-4B6E-CA97-E77D60596E1F}"/>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27972222"/>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Type+2_photos_Black">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2" name="Title 1">
            <a:extLst>
              <a:ext uri="{FF2B5EF4-FFF2-40B4-BE49-F238E27FC236}">
                <a16:creationId xmlns:a16="http://schemas.microsoft.com/office/drawing/2014/main" id="{E6643DA5-5C9F-C799-B890-61FDCC674F7A}"/>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FB2AFD80-10E1-6FE8-0BA3-7DB5BD0EF372}"/>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039529466"/>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ype+1_photo">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5C505165-68F7-9306-9E47-08C7A533D28B}"/>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1D5A6C40-BA77-05F7-4448-95E3A5B80515}"/>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747198135"/>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ype+1_Photo_Blur">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29200" y="922229"/>
            <a:ext cx="6527800" cy="471047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B1B3F49A-017D-C885-C56A-C3FBB74B0129}"/>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20B97B73-9848-B399-89CA-F3A8272EAD7D}"/>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238292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userDrawn="1">
  <p:cSld name="Quote_Larg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49" y="1762728"/>
            <a:ext cx="10434623"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8" name="TextBox 7">
            <a:extLst>
              <a:ext uri="{FF2B5EF4-FFF2-40B4-BE49-F238E27FC236}">
                <a16:creationId xmlns:a16="http://schemas.microsoft.com/office/drawing/2014/main" id="{92AC0EDD-AC36-F914-366E-69D6F90EE13C}"/>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C23E1B07-F9BB-2FA8-4DF6-A285A2B35D36}"/>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3D1BB2CD-DBED-9BF2-22EE-06847388DA7E}"/>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5" name="Text Placeholder 10">
            <a:extLst>
              <a:ext uri="{FF2B5EF4-FFF2-40B4-BE49-F238E27FC236}">
                <a16:creationId xmlns:a16="http://schemas.microsoft.com/office/drawing/2014/main" id="{E7FCFF33-D049-FF15-5CC0-4097F2EF3BB3}"/>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142529965"/>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948837"/>
            <a:ext cx="3467100" cy="1181285"/>
          </a:xfrm>
          <a:prstGeom prst="rect">
            <a:avLst/>
          </a:prstGeom>
        </p:spPr>
        <p:txBody>
          <a:bodyPr wrap="square">
            <a:spAutoFit/>
          </a:bodyPr>
          <a:lstStyle>
            <a:lvl1pPr>
              <a:lnSpc>
                <a:spcPts val="4600"/>
              </a:lnSpc>
              <a:spcBef>
                <a:spcPts val="0"/>
              </a:spcBef>
              <a:defRPr sz="44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27063"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r>
              <a:rPr lang="en-US"/>
              <a:t>Click icon to add picture</a:t>
            </a:r>
          </a:p>
        </p:txBody>
      </p:sp>
      <p:sp>
        <p:nvSpPr>
          <p:cNvPr id="6" name="TextBox 5">
            <a:extLst>
              <a:ext uri="{FF2B5EF4-FFF2-40B4-BE49-F238E27FC236}">
                <a16:creationId xmlns:a16="http://schemas.microsoft.com/office/drawing/2014/main" id="{50024673-46D9-F66F-D8AA-1868CFC21AC5}"/>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2560B1A1-7081-6436-518E-306A74CAA7C5}"/>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77BAD15E-B7C3-EF9C-7FB3-73E703417CEF}"/>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4" name="Text Placeholder 10">
            <a:extLst>
              <a:ext uri="{FF2B5EF4-FFF2-40B4-BE49-F238E27FC236}">
                <a16:creationId xmlns:a16="http://schemas.microsoft.com/office/drawing/2014/main" id="{E833662F-D4EC-7E5B-F24F-AC7D0C84BFBD}"/>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100600045"/>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_White">
    <p:bg>
      <p:bgPr>
        <a:solidFill>
          <a:schemeClr val="bg2"/>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27063"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4F33CF80-FFEB-A0A3-96C3-70C36A76E510}"/>
              </a:ext>
            </a:extLst>
          </p:cNvPr>
          <p:cNvSpPr>
            <a:spLocks noGrp="1"/>
          </p:cNvSpPr>
          <p:nvPr>
            <p:ph type="body" sz="quarter" idx="25" hasCustomPrompt="1"/>
          </p:nvPr>
        </p:nvSpPr>
        <p:spPr>
          <a:xfrm>
            <a:off x="627063" y="948837"/>
            <a:ext cx="3467100" cy="1181285"/>
          </a:xfrm>
          <a:prstGeom prst="rect">
            <a:avLst/>
          </a:prstGeom>
        </p:spPr>
        <p:txBody>
          <a:bodyPr wrap="square">
            <a:spAutoFit/>
          </a:bodyPr>
          <a:lstStyle>
            <a:lvl1pPr>
              <a:lnSpc>
                <a:spcPts val="4600"/>
              </a:lnSpc>
              <a:spcBef>
                <a:spcPts val="0"/>
              </a:spcBef>
              <a:defRPr sz="4400" b="0" i="0" spc="0">
                <a:gradFill>
                  <a:gsLst>
                    <a:gs pos="0">
                      <a:schemeClr val="accent4"/>
                    </a:gs>
                    <a:gs pos="69000">
                      <a:schemeClr val="accent5"/>
                    </a:gs>
                    <a:gs pos="99000">
                      <a:schemeClr val="accent3"/>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4" name="Text Placeholder 4">
            <a:extLst>
              <a:ext uri="{FF2B5EF4-FFF2-40B4-BE49-F238E27FC236}">
                <a16:creationId xmlns:a16="http://schemas.microsoft.com/office/drawing/2014/main" id="{3A8993B1-0A80-3A00-9ABA-D943C84F9489}"/>
              </a:ext>
            </a:extLst>
          </p:cNvPr>
          <p:cNvSpPr>
            <a:spLocks noGrp="1"/>
          </p:cNvSpPr>
          <p:nvPr>
            <p:ph type="body" sz="quarter" idx="26" hasCustomPrompt="1"/>
          </p:nvPr>
        </p:nvSpPr>
        <p:spPr>
          <a:xfrm>
            <a:off x="627063"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9" name="TextBox 8">
            <a:extLst>
              <a:ext uri="{FF2B5EF4-FFF2-40B4-BE49-F238E27FC236}">
                <a16:creationId xmlns:a16="http://schemas.microsoft.com/office/drawing/2014/main" id="{9D0E8781-CC1D-4C98-DC9D-E92211A0FF4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0EB90660-EDDB-AFF8-F760-00811B862BF3}"/>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1F6D463D-6B94-0B73-6941-3200405EB19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4" name="Text Placeholder 10">
            <a:extLst>
              <a:ext uri="{FF2B5EF4-FFF2-40B4-BE49-F238E27FC236}">
                <a16:creationId xmlns:a16="http://schemas.microsoft.com/office/drawing/2014/main" id="{CFB280B8-B919-4994-C32C-9E2358C40D0F}"/>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113069221"/>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39074"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9074"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39074"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r>
              <a:rPr lang="en-US"/>
              <a:t>Click icon to add picture</a:t>
            </a:r>
          </a:p>
        </p:txBody>
      </p:sp>
      <p:sp>
        <p:nvSpPr>
          <p:cNvPr id="4" name="Text Placeholder 4">
            <a:extLst>
              <a:ext uri="{FF2B5EF4-FFF2-40B4-BE49-F238E27FC236}">
                <a16:creationId xmlns:a16="http://schemas.microsoft.com/office/drawing/2014/main" id="{0C498510-4A43-03CD-36C1-2A8353B4C50E}"/>
              </a:ext>
            </a:extLst>
          </p:cNvPr>
          <p:cNvSpPr>
            <a:spLocks noGrp="1"/>
          </p:cNvSpPr>
          <p:nvPr>
            <p:ph type="body" sz="quarter" idx="29" hasCustomPrompt="1"/>
          </p:nvPr>
        </p:nvSpPr>
        <p:spPr>
          <a:xfrm>
            <a:off x="6743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9" name="Text Placeholder 4">
            <a:extLst>
              <a:ext uri="{FF2B5EF4-FFF2-40B4-BE49-F238E27FC236}">
                <a16:creationId xmlns:a16="http://schemas.microsoft.com/office/drawing/2014/main" id="{FA7FE39D-9B2F-3A82-4481-DEBB420622E7}"/>
              </a:ext>
            </a:extLst>
          </p:cNvPr>
          <p:cNvSpPr>
            <a:spLocks noGrp="1"/>
          </p:cNvSpPr>
          <p:nvPr>
            <p:ph type="body" sz="quarter" idx="31" hasCustomPrompt="1"/>
          </p:nvPr>
        </p:nvSpPr>
        <p:spPr>
          <a:xfrm>
            <a:off x="6743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r>
              <a:rPr lang="en-US"/>
              <a:t>Click icon to add picture</a:t>
            </a:r>
          </a:p>
        </p:txBody>
      </p:sp>
      <p:sp>
        <p:nvSpPr>
          <p:cNvPr id="13" name="TextBox 12">
            <a:extLst>
              <a:ext uri="{FF2B5EF4-FFF2-40B4-BE49-F238E27FC236}">
                <a16:creationId xmlns:a16="http://schemas.microsoft.com/office/drawing/2014/main" id="{95B1168C-27E6-70A9-36C3-AE546E841C2A}"/>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4" name="Text Placeholder 3">
            <a:extLst>
              <a:ext uri="{FF2B5EF4-FFF2-40B4-BE49-F238E27FC236}">
                <a16:creationId xmlns:a16="http://schemas.microsoft.com/office/drawing/2014/main" id="{9D8F7163-12E6-F27D-EEBA-98BF26708D37}"/>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5" name="Picture 14">
            <a:extLst>
              <a:ext uri="{FF2B5EF4-FFF2-40B4-BE49-F238E27FC236}">
                <a16:creationId xmlns:a16="http://schemas.microsoft.com/office/drawing/2014/main" id="{01A8FDC3-1268-C24A-5234-3DDF83EB1B29}"/>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833764661"/>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_White">
    <p:bg>
      <p:bgPr>
        <a:solidFill>
          <a:schemeClr val="bg1"/>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9074"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r>
              <a:rPr lang="en-US"/>
              <a:t>Click icon to add picture</a:t>
            </a:r>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65AE9A1E-2209-0966-CD00-6DBDADBB1957}"/>
              </a:ext>
            </a:extLst>
          </p:cNvPr>
          <p:cNvSpPr>
            <a:spLocks noGrp="1"/>
          </p:cNvSpPr>
          <p:nvPr>
            <p:ph type="body" sz="quarter" idx="25" hasCustomPrompt="1"/>
          </p:nvPr>
        </p:nvSpPr>
        <p:spPr>
          <a:xfrm>
            <a:off x="639074" y="3869172"/>
            <a:ext cx="3467100" cy="564322"/>
          </a:xfrm>
          <a:prstGeom prst="rect">
            <a:avLst/>
          </a:prstGeom>
        </p:spPr>
        <p:txBody>
          <a:bodyPr wrap="square">
            <a:spAutoFit/>
          </a:bodyPr>
          <a:lstStyle>
            <a:lvl1pPr>
              <a:lnSpc>
                <a:spcPts val="4600"/>
              </a:lnSpc>
              <a:spcBef>
                <a:spcPts val="0"/>
              </a:spcBef>
              <a:defRPr sz="36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2" name="Text Placeholder 4">
            <a:extLst>
              <a:ext uri="{FF2B5EF4-FFF2-40B4-BE49-F238E27FC236}">
                <a16:creationId xmlns:a16="http://schemas.microsoft.com/office/drawing/2014/main" id="{970C6AC1-AA2F-89B9-2D44-315F60323832}"/>
              </a:ext>
            </a:extLst>
          </p:cNvPr>
          <p:cNvSpPr>
            <a:spLocks noGrp="1"/>
          </p:cNvSpPr>
          <p:nvPr>
            <p:ph type="body" sz="quarter" idx="26" hasCustomPrompt="1"/>
          </p:nvPr>
        </p:nvSpPr>
        <p:spPr>
          <a:xfrm>
            <a:off x="639074"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3" name="Text Placeholder 4">
            <a:extLst>
              <a:ext uri="{FF2B5EF4-FFF2-40B4-BE49-F238E27FC236}">
                <a16:creationId xmlns:a16="http://schemas.microsoft.com/office/drawing/2014/main" id="{129FB170-8BDC-CF05-AC75-D03AEB22285B}"/>
              </a:ext>
            </a:extLst>
          </p:cNvPr>
          <p:cNvSpPr>
            <a:spLocks noGrp="1"/>
          </p:cNvSpPr>
          <p:nvPr>
            <p:ph type="body" sz="quarter" idx="29" hasCustomPrompt="1"/>
          </p:nvPr>
        </p:nvSpPr>
        <p:spPr>
          <a:xfrm>
            <a:off x="6743700" y="3869172"/>
            <a:ext cx="3467100" cy="564322"/>
          </a:xfrm>
          <a:prstGeom prst="rect">
            <a:avLst/>
          </a:prstGeom>
        </p:spPr>
        <p:txBody>
          <a:bodyPr wrap="square">
            <a:spAutoFit/>
          </a:bodyPr>
          <a:lstStyle>
            <a:lvl1pPr>
              <a:lnSpc>
                <a:spcPts val="4600"/>
              </a:lnSpc>
              <a:spcBef>
                <a:spcPts val="0"/>
              </a:spcBef>
              <a:defRPr sz="36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4" name="Text Placeholder 4">
            <a:extLst>
              <a:ext uri="{FF2B5EF4-FFF2-40B4-BE49-F238E27FC236}">
                <a16:creationId xmlns:a16="http://schemas.microsoft.com/office/drawing/2014/main" id="{BA3F46C9-B563-1ABE-3DDB-DDB91319FFB6}"/>
              </a:ext>
            </a:extLst>
          </p:cNvPr>
          <p:cNvSpPr>
            <a:spLocks noGrp="1"/>
          </p:cNvSpPr>
          <p:nvPr>
            <p:ph type="body" sz="quarter" idx="31" hasCustomPrompt="1"/>
          </p:nvPr>
        </p:nvSpPr>
        <p:spPr>
          <a:xfrm>
            <a:off x="6743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9" name="TextBox 8">
            <a:extLst>
              <a:ext uri="{FF2B5EF4-FFF2-40B4-BE49-F238E27FC236}">
                <a16:creationId xmlns:a16="http://schemas.microsoft.com/office/drawing/2014/main" id="{A03E0F55-2297-4649-F757-CAFDD1ABDBB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E5D602B7-0154-AEB7-239F-256AAF330C1E}"/>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5" name="Picture 14">
            <a:extLst>
              <a:ext uri="{FF2B5EF4-FFF2-40B4-BE49-F238E27FC236}">
                <a16:creationId xmlns:a16="http://schemas.microsoft.com/office/drawing/2014/main" id="{B020D3FD-5BB0-B0D6-A198-2CC86E6DA98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250829530"/>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27063" y="795020"/>
            <a:ext cx="1866900" cy="19812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27063"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r>
              <a:rPr lang="en-US"/>
              <a:t>Click icon to add picture</a:t>
            </a:r>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8" name="TextBox 7">
            <a:extLst>
              <a:ext uri="{FF2B5EF4-FFF2-40B4-BE49-F238E27FC236}">
                <a16:creationId xmlns:a16="http://schemas.microsoft.com/office/drawing/2014/main" id="{B8D64F61-C0FA-0C91-5963-6E2A72BAE0EC}"/>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563B925E-92C3-987F-0FC0-AE8EC43ABC33}"/>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2E539AA1-06E4-9967-8A01-AA1CC6BF554C}"/>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3" name="Text Placeholder 10">
            <a:extLst>
              <a:ext uri="{FF2B5EF4-FFF2-40B4-BE49-F238E27FC236}">
                <a16:creationId xmlns:a16="http://schemas.microsoft.com/office/drawing/2014/main" id="{7E413724-DF6D-A95C-8C60-B1166F8320FC}"/>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694200550"/>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Our_People_3_People_White">
    <p:bg>
      <p:bgPr>
        <a:solidFill>
          <a:schemeClr val="bg1"/>
        </a:solid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2916672"/>
            <a:ext cx="3467100" cy="537198"/>
          </a:xfrm>
          <a:prstGeom prst="rect">
            <a:avLst/>
          </a:prstGeom>
        </p:spPr>
        <p:txBody>
          <a:bodyPr wrap="square">
            <a:spAutoFit/>
          </a:bodyPr>
          <a:lstStyle>
            <a:lvl1pPr>
              <a:lnSpc>
                <a:spcPts val="4600"/>
              </a:lnSpc>
              <a:spcBef>
                <a:spcPts val="0"/>
              </a:spcBef>
              <a:defRPr sz="2800" b="0" i="0" spc="0">
                <a:gradFill flip="none" rotWithShape="1">
                  <a:gsLst>
                    <a:gs pos="0">
                      <a:srgbClr val="0078C2"/>
                    </a:gs>
                    <a:gs pos="58000">
                      <a:srgbClr val="0047FF"/>
                    </a:gs>
                    <a:gs pos="91000">
                      <a:srgbClr val="8453D2"/>
                    </a:gs>
                  </a:gsLst>
                  <a:lin ang="0" scaled="1"/>
                  <a:tileRect/>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27063" y="795020"/>
            <a:ext cx="1866900" cy="19812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27063"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r>
              <a:rPr lang="en-US"/>
              <a:t>Click icon to add picture</a:t>
            </a:r>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3" name="Text Placeholder 10">
            <a:extLst>
              <a:ext uri="{FF2B5EF4-FFF2-40B4-BE49-F238E27FC236}">
                <a16:creationId xmlns:a16="http://schemas.microsoft.com/office/drawing/2014/main" id="{487CB6C0-A169-C8C1-E769-E9DEDFE854FA}"/>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406433557"/>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Quote_Large_Black">
    <p:bg>
      <p:bgPr>
        <a:solidFill>
          <a:schemeClr val="bg1"/>
        </a:solid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433050" cy="1846659"/>
          </a:xfrm>
          <a:prstGeom prst="rect">
            <a:avLst/>
          </a:prstGeom>
        </p:spPr>
        <p:txBody>
          <a:bodyPr wrap="square">
            <a:spAutoFit/>
          </a:bodyPr>
          <a:lstStyle>
            <a:lvl1pPr>
              <a:defRPr sz="6000" b="1" i="0">
                <a:gradFill>
                  <a:gsLst>
                    <a:gs pos="0">
                      <a:schemeClr val="accent3"/>
                    </a:gs>
                    <a:gs pos="100000">
                      <a:schemeClr val="accent4"/>
                    </a:gs>
                    <a:gs pos="71000">
                      <a:schemeClr val="accent2"/>
                    </a:gs>
                  </a:gsLst>
                  <a:lin ang="3600000" scaled="0"/>
                </a:gra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accent3"/>
                </a:solidFill>
              </a:rPr>
              <a:t>“</a:t>
            </a:r>
          </a:p>
        </p:txBody>
      </p:sp>
      <p:sp>
        <p:nvSpPr>
          <p:cNvPr id="3" name="Text Placeholder 10">
            <a:extLst>
              <a:ext uri="{FF2B5EF4-FFF2-40B4-BE49-F238E27FC236}">
                <a16:creationId xmlns:a16="http://schemas.microsoft.com/office/drawing/2014/main" id="{6F4CE3CF-1C4D-3D01-143D-CF6CDCBD2F7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2585091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Quote_Large_Black_Blur">
    <p:bg>
      <p:bgPr>
        <a:solidFill>
          <a:schemeClr val="bg1"/>
        </a:solid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433050"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FDAE605C-196F-F337-1606-FFE4407B2E7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914057758"/>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Quote+Imag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rgbClr val="000000"/>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rgbClr val="000000"/>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rgbClr val="000000"/>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5" name="TextBox 4">
            <a:extLst>
              <a:ext uri="{FF2B5EF4-FFF2-40B4-BE49-F238E27FC236}">
                <a16:creationId xmlns:a16="http://schemas.microsoft.com/office/drawing/2014/main" id="{EB2EFE8D-5911-2CF9-B876-42825B8CB9A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6" name="Text Placeholder 3">
            <a:extLst>
              <a:ext uri="{FF2B5EF4-FFF2-40B4-BE49-F238E27FC236}">
                <a16:creationId xmlns:a16="http://schemas.microsoft.com/office/drawing/2014/main" id="{D61EEB86-2BDF-0331-DAC7-4CB25CC0C311}"/>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8" name="Picture 7">
            <a:extLst>
              <a:ext uri="{FF2B5EF4-FFF2-40B4-BE49-F238E27FC236}">
                <a16:creationId xmlns:a16="http://schemas.microsoft.com/office/drawing/2014/main" id="{210FC7E8-8650-C8C3-33C5-35DD5299DD63}"/>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9" name="Text Placeholder 10">
            <a:extLst>
              <a:ext uri="{FF2B5EF4-FFF2-40B4-BE49-F238E27FC236}">
                <a16:creationId xmlns:a16="http://schemas.microsoft.com/office/drawing/2014/main" id="{D78226D6-C70F-7F41-A49D-D155A4650AC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406781153"/>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Quote+Image_Black">
    <p:bg>
      <p:bgPr>
        <a:solidFill>
          <a:schemeClr val="bg1"/>
        </a:solid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tx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chemeClr val="tx1"/>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00C373F2-39D4-5FF7-946C-A7DC7E1B4664}"/>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9726078"/>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Quote+Image_Black_Blur">
    <p:bg>
      <p:bgPr>
        <a:solidFill>
          <a:schemeClr val="bg1"/>
        </a:solid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tx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chemeClr val="tx2"/>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461A5100-8F72-3104-759D-00BAB367B1A5}"/>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564952173"/>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Title+Small_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1455701-65C9-97B2-64E0-82F53FA37756}"/>
              </a:ext>
            </a:extLst>
          </p:cNvPr>
          <p:cNvSpPr>
            <a:spLocks noGrp="1"/>
          </p:cNvSpPr>
          <p:nvPr>
            <p:ph type="body" sz="quarter" idx="26" hasCustomPrompt="1"/>
          </p:nvPr>
        </p:nvSpPr>
        <p:spPr>
          <a:xfrm>
            <a:off x="627063" y="1714501"/>
            <a:ext cx="10929937"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5" name="Text Placeholder 3">
            <a:extLst>
              <a:ext uri="{FF2B5EF4-FFF2-40B4-BE49-F238E27FC236}">
                <a16:creationId xmlns:a16="http://schemas.microsoft.com/office/drawing/2014/main" id="{7F93B36D-BA2E-1899-D9F4-FEAD1083B619}"/>
              </a:ext>
            </a:extLst>
          </p:cNvPr>
          <p:cNvSpPr>
            <a:spLocks noGrp="1"/>
          </p:cNvSpPr>
          <p:nvPr>
            <p:ph type="body" sz="quarter" idx="27" hasCustomPrompt="1"/>
          </p:nvPr>
        </p:nvSpPr>
        <p:spPr>
          <a:xfrm>
            <a:off x="627063" y="2252472"/>
            <a:ext cx="10929937" cy="1136904"/>
          </a:xfrm>
          <a:prstGeom prst="rect">
            <a:avLst/>
          </a:prstGeom>
        </p:spPr>
        <p:txBody>
          <a:bodyPr/>
          <a:lstStyle>
            <a:lvl1pPr>
              <a:lnSpc>
                <a:spcPts val="1800"/>
              </a:lnSpc>
              <a:defRPr sz="1400" b="0" i="0">
                <a:latin typeface="Calibri Light" panose="020F0302020204030204" pitchFamily="34" charset="0"/>
                <a:cs typeface="Calibri Light" panose="020F0302020204030204" pitchFamily="34" charset="0"/>
              </a:defRPr>
            </a:lvl1pPr>
          </a:lstStyle>
          <a:p>
            <a:r>
              <a:rPr lang="en-US"/>
              <a:t>When you just have a bunch of type and don’t want to try too hard. Lorem ipsum diam fames </a:t>
            </a:r>
            <a:r>
              <a:rPr lang="en-US" err="1"/>
              <a:t>augue</a:t>
            </a:r>
            <a:r>
              <a:rPr lang="en-US"/>
              <a:t> in </a:t>
            </a:r>
            <a:r>
              <a:rPr lang="en-US" err="1"/>
              <a:t>habitasse</a:t>
            </a:r>
            <a:r>
              <a:rPr lang="en-US"/>
              <a:t> </a:t>
            </a:r>
            <a:r>
              <a:rPr lang="en-US" err="1"/>
              <a:t>tempor</a:t>
            </a:r>
            <a:r>
              <a:rPr lang="en-US"/>
              <a:t> porta, </a:t>
            </a:r>
            <a:r>
              <a:rPr lang="en-US" err="1"/>
              <a:t>eleifend</a:t>
            </a:r>
            <a:r>
              <a:rPr lang="en-US"/>
              <a:t>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 vestibulum </a:t>
            </a:r>
            <a:r>
              <a:rPr lang="en-US" err="1"/>
              <a:t>eu</a:t>
            </a:r>
            <a:r>
              <a:rPr lang="en-US"/>
              <a:t> ac integer, </a:t>
            </a:r>
            <a:r>
              <a:rPr lang="en-US" err="1"/>
              <a:t>tellus</a:t>
            </a:r>
            <a:r>
              <a:rPr lang="en-US"/>
              <a:t> pharetra </a:t>
            </a:r>
            <a:r>
              <a:rPr lang="en-US" err="1"/>
              <a:t>dictumst</a:t>
            </a:r>
            <a:r>
              <a:rPr lang="en-US"/>
              <a:t> </a:t>
            </a:r>
            <a:r>
              <a:rPr lang="en-US" err="1"/>
              <a:t>fusce</a:t>
            </a:r>
            <a:r>
              <a:rPr lang="en-US"/>
              <a:t> </a:t>
            </a:r>
            <a:r>
              <a:rPr lang="en-US" err="1"/>
              <a:t>condimentum</a:t>
            </a:r>
            <a:r>
              <a:rPr lang="en-US"/>
              <a:t> ad </a:t>
            </a:r>
            <a:r>
              <a:rPr lang="en-US" err="1"/>
              <a:t>facilisis</a:t>
            </a:r>
            <a:r>
              <a:rPr lang="en-US"/>
              <a:t>.</a:t>
            </a:r>
          </a:p>
        </p:txBody>
      </p:sp>
      <p:sp>
        <p:nvSpPr>
          <p:cNvPr id="2" name="Title 1">
            <a:extLst>
              <a:ext uri="{FF2B5EF4-FFF2-40B4-BE49-F238E27FC236}">
                <a16:creationId xmlns:a16="http://schemas.microsoft.com/office/drawing/2014/main" id="{E912A43B-3D79-101B-16B9-5A730D078E49}"/>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96C36364-1C0F-5032-1D5A-5E78ECFC1A91}"/>
              </a:ext>
            </a:extLst>
          </p:cNvPr>
          <p:cNvSpPr>
            <a:spLocks noGrp="1"/>
          </p:cNvSpPr>
          <p:nvPr>
            <p:ph type="body" sz="quarter" idx="28" hasCustomPrompt="1"/>
          </p:nvPr>
        </p:nvSpPr>
        <p:spPr>
          <a:xfrm>
            <a:off x="627063" y="419100"/>
            <a:ext cx="3632517"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69353894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27D5499-0685-B5EC-CFEF-2F1381E2A02C}"/>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52B72EAA-7B3A-08E8-5F97-A36DD177419F}"/>
              </a:ext>
            </a:extLst>
          </p:cNvPr>
          <p:cNvSpPr>
            <a:spLocks noGrp="1"/>
          </p:cNvSpPr>
          <p:nvPr>
            <p:ph type="body" sz="quarter" idx="28" hasCustomPrompt="1"/>
          </p:nvPr>
        </p:nvSpPr>
        <p:spPr>
          <a:xfrm>
            <a:off x="627063" y="419100"/>
            <a:ext cx="3632517"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
        <p:nvSpPr>
          <p:cNvPr id="8" name="Text Placeholder 3">
            <a:extLst>
              <a:ext uri="{FF2B5EF4-FFF2-40B4-BE49-F238E27FC236}">
                <a16:creationId xmlns:a16="http://schemas.microsoft.com/office/drawing/2014/main" id="{7D597AFE-3DDF-B264-B83C-C62A3F7CCC9A}"/>
              </a:ext>
            </a:extLst>
          </p:cNvPr>
          <p:cNvSpPr>
            <a:spLocks noGrp="1"/>
          </p:cNvSpPr>
          <p:nvPr>
            <p:ph type="body" sz="quarter" idx="26" hasCustomPrompt="1"/>
          </p:nvPr>
        </p:nvSpPr>
        <p:spPr>
          <a:xfrm>
            <a:off x="639074" y="1714501"/>
            <a:ext cx="10929936"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427743419"/>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2_Column_Tex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700" y="2698291"/>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2" name="Text Placeholder 4">
            <a:extLst>
              <a:ext uri="{FF2B5EF4-FFF2-40B4-BE49-F238E27FC236}">
                <a16:creationId xmlns:a16="http://schemas.microsoft.com/office/drawing/2014/main" id="{2D5963C9-D5D1-84E3-AF7B-5BFA6D21DC39}"/>
              </a:ext>
            </a:extLst>
          </p:cNvPr>
          <p:cNvSpPr>
            <a:spLocks noGrp="1"/>
          </p:cNvSpPr>
          <p:nvPr>
            <p:ph type="body" sz="quarter" idx="27" hasCustomPrompt="1"/>
          </p:nvPr>
        </p:nvSpPr>
        <p:spPr>
          <a:xfrm>
            <a:off x="6229654" y="2698291"/>
            <a:ext cx="4648200" cy="177862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a:t>
            </a:r>
          </a:p>
        </p:txBody>
      </p:sp>
      <p:sp>
        <p:nvSpPr>
          <p:cNvPr id="4" name="Text Placeholder 4">
            <a:extLst>
              <a:ext uri="{FF2B5EF4-FFF2-40B4-BE49-F238E27FC236}">
                <a16:creationId xmlns:a16="http://schemas.microsoft.com/office/drawing/2014/main" id="{8205CA7F-D6DB-04A0-EA4C-4787388D3583}"/>
              </a:ext>
            </a:extLst>
          </p:cNvPr>
          <p:cNvSpPr>
            <a:spLocks noGrp="1"/>
          </p:cNvSpPr>
          <p:nvPr>
            <p:ph type="body" sz="quarter" idx="28" hasCustomPrompt="1"/>
          </p:nvPr>
        </p:nvSpPr>
        <p:spPr>
          <a:xfrm>
            <a:off x="6229654"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5" name="Title 1">
            <a:extLst>
              <a:ext uri="{FF2B5EF4-FFF2-40B4-BE49-F238E27FC236}">
                <a16:creationId xmlns:a16="http://schemas.microsoft.com/office/drawing/2014/main" id="{F4195459-98D5-70AE-F6C8-404ED17C14C6}"/>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9D0B98D6-1BB9-0645-823F-F8023687E28A}"/>
              </a:ext>
            </a:extLst>
          </p:cNvPr>
          <p:cNvSpPr>
            <a:spLocks noGrp="1"/>
          </p:cNvSpPr>
          <p:nvPr>
            <p:ph type="body" sz="quarter" idx="29"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22251434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2_Subsection_Divider_B">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70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7644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7644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08997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08997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Title 1">
            <a:extLst>
              <a:ext uri="{FF2B5EF4-FFF2-40B4-BE49-F238E27FC236}">
                <a16:creationId xmlns:a16="http://schemas.microsoft.com/office/drawing/2014/main" id="{12B69EF7-72B2-FCFD-0ECC-7F4C17CDDA6D}"/>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ACA2232A-06BA-E2D6-78D5-5A9A152974F0}"/>
              </a:ext>
            </a:extLst>
          </p:cNvPr>
          <p:cNvSpPr>
            <a:spLocks noGrp="1"/>
          </p:cNvSpPr>
          <p:nvPr>
            <p:ph type="body" sz="quarter" idx="31"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355733061"/>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3 columns+photo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699"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699"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Picture Placeholder 3">
            <a:extLst>
              <a:ext uri="{FF2B5EF4-FFF2-40B4-BE49-F238E27FC236}">
                <a16:creationId xmlns:a16="http://schemas.microsoft.com/office/drawing/2014/main" id="{A4DF3F84-AB7D-CCBF-CE9C-8622CDB3301D}"/>
              </a:ext>
            </a:extLst>
          </p:cNvPr>
          <p:cNvSpPr>
            <a:spLocks noGrp="1"/>
          </p:cNvSpPr>
          <p:nvPr>
            <p:ph type="pic" sz="quarter" idx="31"/>
          </p:nvPr>
        </p:nvSpPr>
        <p:spPr>
          <a:xfrm>
            <a:off x="647699" y="1726692"/>
            <a:ext cx="3361476" cy="1917192"/>
          </a:xfrm>
          <a:prstGeom prst="rect">
            <a:avLst/>
          </a:prstGeom>
        </p:spPr>
        <p:txBody>
          <a:bodyPr/>
          <a:lstStyle/>
          <a:p>
            <a:r>
              <a:rPr lang="en-US"/>
              <a:t>Click icon to add picture</a:t>
            </a:r>
          </a:p>
        </p:txBody>
      </p:sp>
      <p:sp>
        <p:nvSpPr>
          <p:cNvPr id="4" name="Text Placeholder 4">
            <a:extLst>
              <a:ext uri="{FF2B5EF4-FFF2-40B4-BE49-F238E27FC236}">
                <a16:creationId xmlns:a16="http://schemas.microsoft.com/office/drawing/2014/main" id="{A5B9E3B6-606B-4386-3178-88031FBF9117}"/>
              </a:ext>
            </a:extLst>
          </p:cNvPr>
          <p:cNvSpPr>
            <a:spLocks noGrp="1"/>
          </p:cNvSpPr>
          <p:nvPr>
            <p:ph type="body" sz="quarter" idx="32" hasCustomPrompt="1"/>
          </p:nvPr>
        </p:nvSpPr>
        <p:spPr>
          <a:xfrm>
            <a:off x="4369338"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5" name="Text Placeholder 4">
            <a:extLst>
              <a:ext uri="{FF2B5EF4-FFF2-40B4-BE49-F238E27FC236}">
                <a16:creationId xmlns:a16="http://schemas.microsoft.com/office/drawing/2014/main" id="{3E3A954E-DE2D-00F0-C4ED-0008C326ECA3}"/>
              </a:ext>
            </a:extLst>
          </p:cNvPr>
          <p:cNvSpPr>
            <a:spLocks noGrp="1"/>
          </p:cNvSpPr>
          <p:nvPr>
            <p:ph type="body" sz="quarter" idx="33" hasCustomPrompt="1"/>
          </p:nvPr>
        </p:nvSpPr>
        <p:spPr>
          <a:xfrm>
            <a:off x="4369338"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8" name="Picture Placeholder 3">
            <a:extLst>
              <a:ext uri="{FF2B5EF4-FFF2-40B4-BE49-F238E27FC236}">
                <a16:creationId xmlns:a16="http://schemas.microsoft.com/office/drawing/2014/main" id="{197F8596-9B60-0E1E-695B-F159BEA9E3DD}"/>
              </a:ext>
            </a:extLst>
          </p:cNvPr>
          <p:cNvSpPr>
            <a:spLocks noGrp="1"/>
          </p:cNvSpPr>
          <p:nvPr>
            <p:ph type="pic" sz="quarter" idx="34"/>
          </p:nvPr>
        </p:nvSpPr>
        <p:spPr>
          <a:xfrm>
            <a:off x="4369338" y="1726692"/>
            <a:ext cx="3361476" cy="1917192"/>
          </a:xfrm>
          <a:prstGeom prst="rect">
            <a:avLst/>
          </a:prstGeom>
        </p:spPr>
        <p:txBody>
          <a:bodyPr/>
          <a:lstStyle/>
          <a:p>
            <a:r>
              <a:rPr lang="en-US"/>
              <a:t>Click icon to add picture</a:t>
            </a:r>
          </a:p>
        </p:txBody>
      </p:sp>
      <p:sp>
        <p:nvSpPr>
          <p:cNvPr id="14" name="Text Placeholder 4">
            <a:extLst>
              <a:ext uri="{FF2B5EF4-FFF2-40B4-BE49-F238E27FC236}">
                <a16:creationId xmlns:a16="http://schemas.microsoft.com/office/drawing/2014/main" id="{9BB6C83D-C556-0782-5061-97C7DD672F22}"/>
              </a:ext>
            </a:extLst>
          </p:cNvPr>
          <p:cNvSpPr>
            <a:spLocks noGrp="1"/>
          </p:cNvSpPr>
          <p:nvPr>
            <p:ph type="body" sz="quarter" idx="35" hasCustomPrompt="1"/>
          </p:nvPr>
        </p:nvSpPr>
        <p:spPr>
          <a:xfrm>
            <a:off x="8089452"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5" name="Text Placeholder 4">
            <a:extLst>
              <a:ext uri="{FF2B5EF4-FFF2-40B4-BE49-F238E27FC236}">
                <a16:creationId xmlns:a16="http://schemas.microsoft.com/office/drawing/2014/main" id="{A4D25C29-AD3E-1278-B083-FCE0D4540152}"/>
              </a:ext>
            </a:extLst>
          </p:cNvPr>
          <p:cNvSpPr>
            <a:spLocks noGrp="1"/>
          </p:cNvSpPr>
          <p:nvPr>
            <p:ph type="body" sz="quarter" idx="36" hasCustomPrompt="1"/>
          </p:nvPr>
        </p:nvSpPr>
        <p:spPr>
          <a:xfrm>
            <a:off x="8089452"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6" name="Picture Placeholder 3">
            <a:extLst>
              <a:ext uri="{FF2B5EF4-FFF2-40B4-BE49-F238E27FC236}">
                <a16:creationId xmlns:a16="http://schemas.microsoft.com/office/drawing/2014/main" id="{66AB8C86-9C9A-0BF1-5545-731713F1DF92}"/>
              </a:ext>
            </a:extLst>
          </p:cNvPr>
          <p:cNvSpPr>
            <a:spLocks noGrp="1"/>
          </p:cNvSpPr>
          <p:nvPr>
            <p:ph type="pic" sz="quarter" idx="37"/>
          </p:nvPr>
        </p:nvSpPr>
        <p:spPr>
          <a:xfrm>
            <a:off x="8089452" y="1726692"/>
            <a:ext cx="3361476" cy="1917192"/>
          </a:xfrm>
          <a:prstGeom prst="rect">
            <a:avLst/>
          </a:prstGeom>
        </p:spPr>
        <p:txBody>
          <a:bodyPr/>
          <a:lstStyle/>
          <a:p>
            <a:r>
              <a:rPr lang="en-US"/>
              <a:t>Click icon to add picture</a:t>
            </a:r>
          </a:p>
        </p:txBody>
      </p:sp>
      <p:sp>
        <p:nvSpPr>
          <p:cNvPr id="10" name="Title 1">
            <a:extLst>
              <a:ext uri="{FF2B5EF4-FFF2-40B4-BE49-F238E27FC236}">
                <a16:creationId xmlns:a16="http://schemas.microsoft.com/office/drawing/2014/main" id="{EF62390F-72F1-C922-7F9E-6DFC278737CC}"/>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11" name="Text Placeholder 10">
            <a:extLst>
              <a:ext uri="{FF2B5EF4-FFF2-40B4-BE49-F238E27FC236}">
                <a16:creationId xmlns:a16="http://schemas.microsoft.com/office/drawing/2014/main" id="{8A96BE69-A4A1-6C64-0D9F-D82B586976E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672129419"/>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3_Subsection_Divider_B">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7644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7644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08997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08997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47700" y="2682874"/>
            <a:ext cx="3363468" cy="3035173"/>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4551A63A-6B98-CD01-3B76-FD40654546E5}"/>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A99F9315-A799-3F47-73BC-70CF5B80EF9F}"/>
              </a:ext>
            </a:extLst>
          </p:cNvPr>
          <p:cNvSpPr>
            <a:spLocks noGrp="1"/>
          </p:cNvSpPr>
          <p:nvPr>
            <p:ph type="body" sz="quarter" idx="32"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769569957"/>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4_column_text">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47700"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36132"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36132"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2102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2102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1247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1247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Title 1">
            <a:extLst>
              <a:ext uri="{FF2B5EF4-FFF2-40B4-BE49-F238E27FC236}">
                <a16:creationId xmlns:a16="http://schemas.microsoft.com/office/drawing/2014/main" id="{BDC01C14-F2D7-2887-65D4-8963FDC75EFD}"/>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01CA365A-97AE-4DC1-8A19-9188A1EF32EA}"/>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09286586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4 columns with images">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8175"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38175"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38175" y="1517921"/>
            <a:ext cx="2404872" cy="1371600"/>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53384"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53384"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7" name="Picture Placeholder 3">
            <a:extLst>
              <a:ext uri="{FF2B5EF4-FFF2-40B4-BE49-F238E27FC236}">
                <a16:creationId xmlns:a16="http://schemas.microsoft.com/office/drawing/2014/main" id="{5D3BEB48-F134-5C30-6B6D-9CE9C41CC7FD}"/>
              </a:ext>
            </a:extLst>
          </p:cNvPr>
          <p:cNvSpPr>
            <a:spLocks noGrp="1"/>
          </p:cNvSpPr>
          <p:nvPr>
            <p:ph type="pic" sz="quarter" idx="34"/>
          </p:nvPr>
        </p:nvSpPr>
        <p:spPr>
          <a:xfrm>
            <a:off x="3453384" y="1517921"/>
            <a:ext cx="2404872" cy="1371600"/>
          </a:xfrm>
          <a:prstGeom prst="rect">
            <a:avLst/>
          </a:prstGeom>
        </p:spPr>
        <p:txBody>
          <a:bodyPr/>
          <a:lstStyle/>
          <a:p>
            <a:r>
              <a:rPr lang="en-US"/>
              <a:t>Click icon to add picture</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15634"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15634"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5" name="Picture Placeholder 3">
            <a:extLst>
              <a:ext uri="{FF2B5EF4-FFF2-40B4-BE49-F238E27FC236}">
                <a16:creationId xmlns:a16="http://schemas.microsoft.com/office/drawing/2014/main" id="{0BA6217C-C15D-5705-1523-51C7EE9D2745}"/>
              </a:ext>
            </a:extLst>
          </p:cNvPr>
          <p:cNvSpPr>
            <a:spLocks noGrp="1"/>
          </p:cNvSpPr>
          <p:nvPr>
            <p:ph type="pic" sz="quarter" idx="37"/>
          </p:nvPr>
        </p:nvSpPr>
        <p:spPr>
          <a:xfrm>
            <a:off x="6215634" y="1517921"/>
            <a:ext cx="2404872" cy="1371600"/>
          </a:xfrm>
          <a:prstGeom prst="rect">
            <a:avLst/>
          </a:prstGeom>
        </p:spPr>
        <p:txBody>
          <a:bodyPr/>
          <a:lstStyle/>
          <a:p>
            <a:r>
              <a:rPr lang="en-US"/>
              <a:t>Click icon to add picture</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8" name="Picture Placeholder 3">
            <a:extLst>
              <a:ext uri="{FF2B5EF4-FFF2-40B4-BE49-F238E27FC236}">
                <a16:creationId xmlns:a16="http://schemas.microsoft.com/office/drawing/2014/main" id="{10FD9B17-7D3A-73D7-A51D-A3A5FF8DA3BC}"/>
              </a:ext>
            </a:extLst>
          </p:cNvPr>
          <p:cNvSpPr>
            <a:spLocks noGrp="1"/>
          </p:cNvSpPr>
          <p:nvPr>
            <p:ph type="pic" sz="quarter" idx="40"/>
          </p:nvPr>
        </p:nvSpPr>
        <p:spPr>
          <a:xfrm>
            <a:off x="9055608" y="1517921"/>
            <a:ext cx="2404872" cy="1371600"/>
          </a:xfrm>
          <a:prstGeom prst="rect">
            <a:avLst/>
          </a:prstGeom>
        </p:spPr>
        <p:txBody>
          <a:bodyPr/>
          <a:lstStyle/>
          <a:p>
            <a:r>
              <a:rPr lang="en-US"/>
              <a:t>Click icon to add picture</a:t>
            </a:r>
          </a:p>
        </p:txBody>
      </p:sp>
      <p:sp>
        <p:nvSpPr>
          <p:cNvPr id="11" name="Title 1">
            <a:extLst>
              <a:ext uri="{FF2B5EF4-FFF2-40B4-BE49-F238E27FC236}">
                <a16:creationId xmlns:a16="http://schemas.microsoft.com/office/drawing/2014/main" id="{D8E4791D-EB66-3EB0-E97B-4F315F0E9249}"/>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12" name="Text Placeholder 10">
            <a:extLst>
              <a:ext uri="{FF2B5EF4-FFF2-40B4-BE49-F238E27FC236}">
                <a16:creationId xmlns:a16="http://schemas.microsoft.com/office/drawing/2014/main" id="{4C796860-E80D-CE8C-2D2A-386FCE8098DC}"/>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002310563"/>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_photos_varied_blur">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20858E9A-CB5D-190B-E115-D040F11CFFAC}"/>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1" y="3715475"/>
            <a:ext cx="1539899" cy="2848304"/>
          </a:xfrm>
          <a:prstGeom prst="rect">
            <a:avLst/>
          </a:prstGeom>
        </p:spPr>
      </p:pic>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r>
              <a:rPr lang="en-US"/>
              <a:t>Click icon to add picture</a:t>
            </a:r>
          </a:p>
        </p:txBody>
      </p:sp>
      <p:pic>
        <p:nvPicPr>
          <p:cNvPr id="21" name="Picture 20">
            <a:extLst>
              <a:ext uri="{FF2B5EF4-FFF2-40B4-BE49-F238E27FC236}">
                <a16:creationId xmlns:a16="http://schemas.microsoft.com/office/drawing/2014/main" id="{FC072D8F-9413-C0EE-DD0E-94A9EA142EC3}"/>
              </a:ext>
            </a:extLst>
          </p:cNvPr>
          <p:cNvPicPr>
            <a:picLocks noChangeAspect="1"/>
          </p:cNvPicPr>
          <p:nvPr userDrawn="1"/>
        </p:nvPicPr>
        <p:blipFill>
          <a:blip r:embed="rId3" cstate="email">
            <a:extLst>
              <a:ext uri="{28A0092B-C50C-407E-A947-70E740481C1C}">
                <a14:useLocalDpi xmlns:a14="http://schemas.microsoft.com/office/drawing/2010/main"/>
              </a:ext>
            </a:extLst>
          </a:blip>
          <a:srcRect/>
          <a:stretch/>
        </p:blipFill>
        <p:spPr>
          <a:xfrm>
            <a:off x="7096521" y="254643"/>
            <a:ext cx="1260401" cy="1260401"/>
          </a:xfrm>
          <a:prstGeom prst="rect">
            <a:avLst/>
          </a:prstGeom>
        </p:spPr>
      </p:pic>
      <p:sp>
        <p:nvSpPr>
          <p:cNvPr id="2" name="Title 1">
            <a:extLst>
              <a:ext uri="{FF2B5EF4-FFF2-40B4-BE49-F238E27FC236}">
                <a16:creationId xmlns:a16="http://schemas.microsoft.com/office/drawing/2014/main" id="{2D142224-C073-C370-0170-EDFF722C3E54}"/>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3" name="Text Placeholder 10">
            <a:extLst>
              <a:ext uri="{FF2B5EF4-FFF2-40B4-BE49-F238E27FC236}">
                <a16:creationId xmlns:a16="http://schemas.microsoft.com/office/drawing/2014/main" id="{8A91D11B-7EB1-78A8-25AB-EA33341C8BBD}"/>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153358866"/>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4_photos_varie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D360D353-A3AE-80DA-C3D7-A4CA5CCF3274}"/>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3" name="Text Placeholder 10">
            <a:extLst>
              <a:ext uri="{FF2B5EF4-FFF2-40B4-BE49-F238E27FC236}">
                <a16:creationId xmlns:a16="http://schemas.microsoft.com/office/drawing/2014/main" id="{008583E0-4981-FCE6-CC7F-B562C4EAB0FE}"/>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316252923"/>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4_photos_Case_Study_Intro_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6858000"/>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6858000"/>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6858000"/>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289794977"/>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3_photos_Case_Study_Intro_A">
    <p:spTree>
      <p:nvGrpSpPr>
        <p:cNvPr id="1" name=""/>
        <p:cNvGrpSpPr/>
        <p:nvPr/>
      </p:nvGrpSpPr>
      <p:grpSpPr>
        <a:xfrm>
          <a:off x="0" y="0"/>
          <a:ext cx="0" cy="0"/>
          <a:chOff x="0" y="0"/>
          <a:chExt cx="0" cy="0"/>
        </a:xfrm>
      </p:grpSpPr>
      <p:sp>
        <p:nvSpPr>
          <p:cNvPr id="17" name="Picture Placeholder 12">
            <a:extLst>
              <a:ext uri="{FF2B5EF4-FFF2-40B4-BE49-F238E27FC236}">
                <a16:creationId xmlns:a16="http://schemas.microsoft.com/office/drawing/2014/main" id="{B84B59E6-DB3C-524C-C721-DF0AEF48CED0}"/>
              </a:ext>
            </a:extLst>
          </p:cNvPr>
          <p:cNvSpPr>
            <a:spLocks noGrp="1"/>
          </p:cNvSpPr>
          <p:nvPr>
            <p:ph type="pic" sz="quarter" idx="40"/>
          </p:nvPr>
        </p:nvSpPr>
        <p:spPr>
          <a:xfrm>
            <a:off x="8122920" y="1"/>
            <a:ext cx="4069080" cy="6858000"/>
          </a:xfrm>
          <a:prstGeom prst="rect">
            <a:avLst/>
          </a:prstGeom>
        </p:spPr>
        <p:txBody>
          <a:bodyPr/>
          <a:lstStyle/>
          <a:p>
            <a:r>
              <a:rPr lang="en-US"/>
              <a:t>Click icon to add picture</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0" y="1"/>
            <a:ext cx="4069080" cy="6858000"/>
          </a:xfrm>
          <a:prstGeom prst="rect">
            <a:avLst/>
          </a:prstGeom>
        </p:spPr>
        <p:txBody>
          <a:bodyPr/>
          <a:lstStyle/>
          <a:p>
            <a:r>
              <a:rPr lang="en-US"/>
              <a:t>Click icon to add picture</a:t>
            </a:r>
          </a:p>
        </p:txBody>
      </p:sp>
      <p:sp>
        <p:nvSpPr>
          <p:cNvPr id="9" name="Picture Placeholder 12">
            <a:extLst>
              <a:ext uri="{FF2B5EF4-FFF2-40B4-BE49-F238E27FC236}">
                <a16:creationId xmlns:a16="http://schemas.microsoft.com/office/drawing/2014/main" id="{D40E92CB-4429-D81E-AE0E-74FA641AF1D7}"/>
              </a:ext>
            </a:extLst>
          </p:cNvPr>
          <p:cNvSpPr>
            <a:spLocks noGrp="1"/>
          </p:cNvSpPr>
          <p:nvPr>
            <p:ph type="pic" sz="quarter" idx="37"/>
          </p:nvPr>
        </p:nvSpPr>
        <p:spPr>
          <a:xfrm>
            <a:off x="4061460" y="1"/>
            <a:ext cx="4069080"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5" name="Text Placeholder 4">
            <a:extLst>
              <a:ext uri="{FF2B5EF4-FFF2-40B4-BE49-F238E27FC236}">
                <a16:creationId xmlns:a16="http://schemas.microsoft.com/office/drawing/2014/main" id="{D6A1F11A-7C19-9AF1-8D46-17DC6138F663}"/>
              </a:ext>
            </a:extLst>
          </p:cNvPr>
          <p:cNvSpPr>
            <a:spLocks noGrp="1"/>
          </p:cNvSpPr>
          <p:nvPr>
            <p:ph type="body" sz="quarter" idx="35" hasCustomPrompt="1"/>
          </p:nvPr>
        </p:nvSpPr>
        <p:spPr>
          <a:xfrm>
            <a:off x="4458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6" name="Text Placeholder 4">
            <a:extLst>
              <a:ext uri="{FF2B5EF4-FFF2-40B4-BE49-F238E27FC236}">
                <a16:creationId xmlns:a16="http://schemas.microsoft.com/office/drawing/2014/main" id="{210FF0E1-8D9D-EEE3-60BA-CF73F351DF91}"/>
              </a:ext>
            </a:extLst>
          </p:cNvPr>
          <p:cNvSpPr>
            <a:spLocks noGrp="1"/>
          </p:cNvSpPr>
          <p:nvPr>
            <p:ph type="body" sz="quarter" idx="36" hasCustomPrompt="1"/>
          </p:nvPr>
        </p:nvSpPr>
        <p:spPr>
          <a:xfrm>
            <a:off x="4458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1" name="Text Placeholder 4">
            <a:extLst>
              <a:ext uri="{FF2B5EF4-FFF2-40B4-BE49-F238E27FC236}">
                <a16:creationId xmlns:a16="http://schemas.microsoft.com/office/drawing/2014/main" id="{1565875D-645C-4E8A-84A9-85DA3A7C6D3A}"/>
              </a:ext>
            </a:extLst>
          </p:cNvPr>
          <p:cNvSpPr>
            <a:spLocks noGrp="1"/>
          </p:cNvSpPr>
          <p:nvPr>
            <p:ph type="body" sz="quarter" idx="38" hasCustomPrompt="1"/>
          </p:nvPr>
        </p:nvSpPr>
        <p:spPr>
          <a:xfrm>
            <a:off x="84970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5" name="Text Placeholder 4">
            <a:extLst>
              <a:ext uri="{FF2B5EF4-FFF2-40B4-BE49-F238E27FC236}">
                <a16:creationId xmlns:a16="http://schemas.microsoft.com/office/drawing/2014/main" id="{206FED9F-44EA-A943-059C-C15E1B5FC86A}"/>
              </a:ext>
            </a:extLst>
          </p:cNvPr>
          <p:cNvSpPr>
            <a:spLocks noGrp="1"/>
          </p:cNvSpPr>
          <p:nvPr>
            <p:ph type="body" sz="quarter" idx="39" hasCustomPrompt="1"/>
          </p:nvPr>
        </p:nvSpPr>
        <p:spPr>
          <a:xfrm>
            <a:off x="84970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787466121"/>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2_photos_Case_Study_Intro_A">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1" y="1"/>
            <a:ext cx="6112933"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7" y="1"/>
            <a:ext cx="6112933" cy="6858000"/>
          </a:xfrm>
          <a:prstGeom prst="rect">
            <a:avLst/>
          </a:prstGeom>
        </p:spPr>
        <p:txBody>
          <a:bodyPr/>
          <a:lstStyle/>
          <a:p>
            <a:r>
              <a:rPr lang="en-US"/>
              <a:t>Click icon to add picture</a:t>
            </a:r>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312386855"/>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4_photos_Case_Study_Intro_B">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4729162"/>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4729162"/>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4729162"/>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393181072"/>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3_photos_Case_Study_Intro_B">
    <p:spTree>
      <p:nvGrpSpPr>
        <p:cNvPr id="1" name=""/>
        <p:cNvGrpSpPr/>
        <p:nvPr/>
      </p:nvGrpSpPr>
      <p:grpSpPr>
        <a:xfrm>
          <a:off x="0" y="0"/>
          <a:ext cx="0" cy="0"/>
          <a:chOff x="0" y="0"/>
          <a:chExt cx="0" cy="0"/>
        </a:xfrm>
      </p:grpSpPr>
      <p:sp>
        <p:nvSpPr>
          <p:cNvPr id="25" name="Picture Placeholder 12">
            <a:extLst>
              <a:ext uri="{FF2B5EF4-FFF2-40B4-BE49-F238E27FC236}">
                <a16:creationId xmlns:a16="http://schemas.microsoft.com/office/drawing/2014/main" id="{8CEB80F1-2238-7003-E60A-777E8870D8CA}"/>
              </a:ext>
            </a:extLst>
          </p:cNvPr>
          <p:cNvSpPr>
            <a:spLocks noGrp="1"/>
          </p:cNvSpPr>
          <p:nvPr>
            <p:ph type="pic" sz="quarter" idx="40"/>
          </p:nvPr>
        </p:nvSpPr>
        <p:spPr>
          <a:xfrm>
            <a:off x="8122920" y="1"/>
            <a:ext cx="4069080" cy="4727448"/>
          </a:xfrm>
          <a:prstGeom prst="rect">
            <a:avLst/>
          </a:prstGeom>
        </p:spPr>
        <p:txBody>
          <a:bodyPr/>
          <a:lstStyle/>
          <a:p>
            <a:r>
              <a:rPr lang="en-US"/>
              <a:t>Click icon to add picture</a:t>
            </a:r>
          </a:p>
        </p:txBody>
      </p:sp>
      <p:sp>
        <p:nvSpPr>
          <p:cNvPr id="26" name="Picture Placeholder 12">
            <a:extLst>
              <a:ext uri="{FF2B5EF4-FFF2-40B4-BE49-F238E27FC236}">
                <a16:creationId xmlns:a16="http://schemas.microsoft.com/office/drawing/2014/main" id="{081F6261-AB67-5FCE-B3A8-35604F14E2A9}"/>
              </a:ext>
            </a:extLst>
          </p:cNvPr>
          <p:cNvSpPr>
            <a:spLocks noGrp="1"/>
          </p:cNvSpPr>
          <p:nvPr>
            <p:ph type="pic" sz="quarter" idx="34"/>
          </p:nvPr>
        </p:nvSpPr>
        <p:spPr>
          <a:xfrm>
            <a:off x="0" y="1"/>
            <a:ext cx="4069080" cy="4727448"/>
          </a:xfrm>
          <a:prstGeom prst="rect">
            <a:avLst/>
          </a:prstGeom>
        </p:spPr>
        <p:txBody>
          <a:bodyPr/>
          <a:lstStyle/>
          <a:p>
            <a:r>
              <a:rPr lang="en-US"/>
              <a:t>Click icon to add picture</a:t>
            </a:r>
          </a:p>
        </p:txBody>
      </p:sp>
      <p:sp>
        <p:nvSpPr>
          <p:cNvPr id="27" name="Picture Placeholder 12">
            <a:extLst>
              <a:ext uri="{FF2B5EF4-FFF2-40B4-BE49-F238E27FC236}">
                <a16:creationId xmlns:a16="http://schemas.microsoft.com/office/drawing/2014/main" id="{B960C74D-5AC8-20B0-B8EC-5A82F42EEBCD}"/>
              </a:ext>
            </a:extLst>
          </p:cNvPr>
          <p:cNvSpPr>
            <a:spLocks noGrp="1"/>
          </p:cNvSpPr>
          <p:nvPr>
            <p:ph type="pic" sz="quarter" idx="37"/>
          </p:nvPr>
        </p:nvSpPr>
        <p:spPr>
          <a:xfrm>
            <a:off x="4061460" y="1"/>
            <a:ext cx="4069080" cy="4727448"/>
          </a:xfrm>
          <a:prstGeom prst="rect">
            <a:avLst/>
          </a:prstGeom>
        </p:spPr>
        <p:txBody>
          <a:bodyPr/>
          <a:lstStyle/>
          <a:p>
            <a:r>
              <a:rPr lang="en-US"/>
              <a:t>Click icon to add picture</a:t>
            </a:r>
          </a:p>
        </p:txBody>
      </p:sp>
      <p:sp>
        <p:nvSpPr>
          <p:cNvPr id="28" name="Text Placeholder 4">
            <a:extLst>
              <a:ext uri="{FF2B5EF4-FFF2-40B4-BE49-F238E27FC236}">
                <a16:creationId xmlns:a16="http://schemas.microsoft.com/office/drawing/2014/main" id="{1E694EF9-63E8-2DD1-855D-8226F0B9D7EE}"/>
              </a:ext>
            </a:extLst>
          </p:cNvPr>
          <p:cNvSpPr>
            <a:spLocks noGrp="1"/>
          </p:cNvSpPr>
          <p:nvPr>
            <p:ph type="body" sz="quarter" idx="41" hasCustomPrompt="1"/>
          </p:nvPr>
        </p:nvSpPr>
        <p:spPr>
          <a:xfrm>
            <a:off x="343662" y="523036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9" name="Text Placeholder 4">
            <a:extLst>
              <a:ext uri="{FF2B5EF4-FFF2-40B4-BE49-F238E27FC236}">
                <a16:creationId xmlns:a16="http://schemas.microsoft.com/office/drawing/2014/main" id="{0AC54D94-5550-35E2-9CBB-6380D1A0559B}"/>
              </a:ext>
            </a:extLst>
          </p:cNvPr>
          <p:cNvSpPr>
            <a:spLocks noGrp="1"/>
          </p:cNvSpPr>
          <p:nvPr>
            <p:ph type="body" sz="quarter" idx="42" hasCustomPrompt="1"/>
          </p:nvPr>
        </p:nvSpPr>
        <p:spPr>
          <a:xfrm>
            <a:off x="3436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0" name="Text Placeholder 4">
            <a:extLst>
              <a:ext uri="{FF2B5EF4-FFF2-40B4-BE49-F238E27FC236}">
                <a16:creationId xmlns:a16="http://schemas.microsoft.com/office/drawing/2014/main" id="{1174A8AE-15FF-5BDD-7685-4FAF6EF23C53}"/>
              </a:ext>
            </a:extLst>
          </p:cNvPr>
          <p:cNvSpPr>
            <a:spLocks noGrp="1"/>
          </p:cNvSpPr>
          <p:nvPr>
            <p:ph type="body" sz="quarter" idx="35" hasCustomPrompt="1"/>
          </p:nvPr>
        </p:nvSpPr>
        <p:spPr>
          <a:xfrm>
            <a:off x="445846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1" name="Text Placeholder 4">
            <a:extLst>
              <a:ext uri="{FF2B5EF4-FFF2-40B4-BE49-F238E27FC236}">
                <a16:creationId xmlns:a16="http://schemas.microsoft.com/office/drawing/2014/main" id="{8D7025AF-5AD5-E053-39A9-A1C9947284B8}"/>
              </a:ext>
            </a:extLst>
          </p:cNvPr>
          <p:cNvSpPr>
            <a:spLocks noGrp="1"/>
          </p:cNvSpPr>
          <p:nvPr>
            <p:ph type="body" sz="quarter" idx="36" hasCustomPrompt="1"/>
          </p:nvPr>
        </p:nvSpPr>
        <p:spPr>
          <a:xfrm>
            <a:off x="44584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2" name="Text Placeholder 4">
            <a:extLst>
              <a:ext uri="{FF2B5EF4-FFF2-40B4-BE49-F238E27FC236}">
                <a16:creationId xmlns:a16="http://schemas.microsoft.com/office/drawing/2014/main" id="{A5C5A44C-A29D-3C27-3B25-9F14C1ECA7BB}"/>
              </a:ext>
            </a:extLst>
          </p:cNvPr>
          <p:cNvSpPr>
            <a:spLocks noGrp="1"/>
          </p:cNvSpPr>
          <p:nvPr>
            <p:ph type="body" sz="quarter" idx="38" hasCustomPrompt="1"/>
          </p:nvPr>
        </p:nvSpPr>
        <p:spPr>
          <a:xfrm>
            <a:off x="849706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3" name="Text Placeholder 4">
            <a:extLst>
              <a:ext uri="{FF2B5EF4-FFF2-40B4-BE49-F238E27FC236}">
                <a16:creationId xmlns:a16="http://schemas.microsoft.com/office/drawing/2014/main" id="{1BF15487-07BD-CB9A-E6A8-536C7BB5ED60}"/>
              </a:ext>
            </a:extLst>
          </p:cNvPr>
          <p:cNvSpPr>
            <a:spLocks noGrp="1"/>
          </p:cNvSpPr>
          <p:nvPr>
            <p:ph type="body" sz="quarter" idx="39" hasCustomPrompt="1"/>
          </p:nvPr>
        </p:nvSpPr>
        <p:spPr>
          <a:xfrm>
            <a:off x="84970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837791686"/>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2_photos_Case_Study_Intro_B">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2" y="1"/>
            <a:ext cx="6117336" cy="4727448"/>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6" y="1"/>
            <a:ext cx="6117336" cy="4727448"/>
          </a:xfrm>
          <a:prstGeom prst="rect">
            <a:avLst/>
          </a:prstGeom>
        </p:spPr>
        <p:txBody>
          <a:bodyPr/>
          <a:lstStyle/>
          <a:p>
            <a:r>
              <a:rPr lang="en-US"/>
              <a:t>Click icon to add picture</a:t>
            </a:r>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978571384"/>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4_photos_Case_Study_Intro_C">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385887"/>
            <a:ext cx="3044952" cy="3343275"/>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3971924"/>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000125"/>
            <a:ext cx="3044952" cy="3346704"/>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29486879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3_photos_Case_Study_Intro_C">
    <p:spTree>
      <p:nvGrpSpPr>
        <p:cNvPr id="1" name=""/>
        <p:cNvGrpSpPr/>
        <p:nvPr/>
      </p:nvGrpSpPr>
      <p:grpSpPr>
        <a:xfrm>
          <a:off x="0" y="0"/>
          <a:ext cx="0" cy="0"/>
          <a:chOff x="0" y="0"/>
          <a:chExt cx="0" cy="0"/>
        </a:xfrm>
      </p:grpSpPr>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414713" y="1"/>
            <a:ext cx="5372099" cy="3971924"/>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8803132" y="1000125"/>
            <a:ext cx="3388868" cy="3346704"/>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47306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47306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11771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11771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1000125"/>
            <a:ext cx="3388868" cy="3346704"/>
          </a:xfrm>
          <a:prstGeom prst="rect">
            <a:avLst/>
          </a:prstGeom>
        </p:spPr>
        <p:txBody>
          <a:bodyPr/>
          <a:lstStyle/>
          <a:p>
            <a:r>
              <a:rPr lang="en-US"/>
              <a:t>Click icon to add picture</a:t>
            </a:r>
          </a:p>
        </p:txBody>
      </p:sp>
    </p:spTree>
    <p:extLst>
      <p:ext uri="{BB962C8B-B14F-4D97-AF65-F5344CB8AC3E}">
        <p14:creationId xmlns:p14="http://schemas.microsoft.com/office/powerpoint/2010/main" val="3727447232"/>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2_photos_Case_Study_Intro_C">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4381500" y="0"/>
            <a:ext cx="7810500" cy="4944533"/>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915459"/>
            <a:ext cx="4381500" cy="3346704"/>
          </a:xfrm>
          <a:prstGeom prst="rect">
            <a:avLst/>
          </a:prstGeom>
        </p:spPr>
        <p:txBody>
          <a:bodyPr/>
          <a:lstStyle/>
          <a:p>
            <a:r>
              <a:rPr lang="en-US"/>
              <a:t>Click icon to add picture</a:t>
            </a:r>
          </a:p>
        </p:txBody>
      </p:sp>
    </p:spTree>
    <p:extLst>
      <p:ext uri="{BB962C8B-B14F-4D97-AF65-F5344CB8AC3E}">
        <p14:creationId xmlns:p14="http://schemas.microsoft.com/office/powerpoint/2010/main" val="2624171793"/>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4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3955255" y="1819274"/>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0" y="404812"/>
            <a:ext cx="3779476" cy="4210051"/>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9758363" y="1484311"/>
            <a:ext cx="2329046"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6747234" y="893762"/>
            <a:ext cx="2835349" cy="3721101"/>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402323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402323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8" name="Text Placeholder 4">
            <a:extLst>
              <a:ext uri="{FF2B5EF4-FFF2-40B4-BE49-F238E27FC236}">
                <a16:creationId xmlns:a16="http://schemas.microsoft.com/office/drawing/2014/main" id="{B8473845-42B3-319E-BAD5-25FF29ECDA22}"/>
              </a:ext>
            </a:extLst>
          </p:cNvPr>
          <p:cNvSpPr>
            <a:spLocks noGrp="1"/>
          </p:cNvSpPr>
          <p:nvPr>
            <p:ph type="body" sz="quarter" idx="36" hasCustomPrompt="1"/>
          </p:nvPr>
        </p:nvSpPr>
        <p:spPr>
          <a:xfrm>
            <a:off x="681697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9" name="Text Placeholder 4">
            <a:extLst>
              <a:ext uri="{FF2B5EF4-FFF2-40B4-BE49-F238E27FC236}">
                <a16:creationId xmlns:a16="http://schemas.microsoft.com/office/drawing/2014/main" id="{D087191E-6D99-69DB-18A5-0987DC62F1F8}"/>
              </a:ext>
            </a:extLst>
          </p:cNvPr>
          <p:cNvSpPr>
            <a:spLocks noGrp="1"/>
          </p:cNvSpPr>
          <p:nvPr>
            <p:ph type="body" sz="quarter" idx="37" hasCustomPrompt="1"/>
          </p:nvPr>
        </p:nvSpPr>
        <p:spPr>
          <a:xfrm>
            <a:off x="681697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7536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7536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180283894"/>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3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1614488"/>
            <a:ext cx="3357562" cy="2809874"/>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3571874" y="404812"/>
            <a:ext cx="5100639" cy="4210051"/>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8858250" y="893762"/>
            <a:ext cx="3333750" cy="3535363"/>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508673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508673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415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415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4033056666"/>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2_photos_Case_Study_Intro_D">
    <p:spTree>
      <p:nvGrpSpPr>
        <p:cNvPr id="1" name=""/>
        <p:cNvGrpSpPr/>
        <p:nvPr/>
      </p:nvGrpSpPr>
      <p:grpSpPr>
        <a:xfrm>
          <a:off x="0" y="0"/>
          <a:ext cx="0" cy="0"/>
          <a:chOff x="0" y="0"/>
          <a:chExt cx="0" cy="0"/>
        </a:xfrm>
      </p:grpSpPr>
      <p:sp>
        <p:nvSpPr>
          <p:cNvPr id="11" name="Picture Placeholder 12">
            <a:extLst>
              <a:ext uri="{FF2B5EF4-FFF2-40B4-BE49-F238E27FC236}">
                <a16:creationId xmlns:a16="http://schemas.microsoft.com/office/drawing/2014/main" id="{7248E6C1-AD8D-259C-5340-56A8EC44534C}"/>
              </a:ext>
            </a:extLst>
          </p:cNvPr>
          <p:cNvSpPr>
            <a:spLocks noGrp="1"/>
          </p:cNvSpPr>
          <p:nvPr>
            <p:ph type="pic" sz="quarter" idx="34"/>
          </p:nvPr>
        </p:nvSpPr>
        <p:spPr>
          <a:xfrm>
            <a:off x="4381500" y="419100"/>
            <a:ext cx="7810500" cy="4373033"/>
          </a:xfrm>
          <a:prstGeom prst="rect">
            <a:avLst/>
          </a:prstGeom>
        </p:spPr>
        <p:txBody>
          <a:bodyPr/>
          <a:lstStyle/>
          <a:p>
            <a:r>
              <a:rPr lang="en-US"/>
              <a:t>Click icon to add picture</a:t>
            </a:r>
          </a:p>
        </p:txBody>
      </p:sp>
      <p:sp>
        <p:nvSpPr>
          <p:cNvPr id="18" name="Picture Placeholder 12">
            <a:extLst>
              <a:ext uri="{FF2B5EF4-FFF2-40B4-BE49-F238E27FC236}">
                <a16:creationId xmlns:a16="http://schemas.microsoft.com/office/drawing/2014/main" id="{9A18AC36-E872-0FBB-CCDF-E7487C47BED8}"/>
              </a:ext>
            </a:extLst>
          </p:cNvPr>
          <p:cNvSpPr>
            <a:spLocks noGrp="1"/>
          </p:cNvSpPr>
          <p:nvPr>
            <p:ph type="pic" sz="quarter" idx="40"/>
          </p:nvPr>
        </p:nvSpPr>
        <p:spPr>
          <a:xfrm>
            <a:off x="0" y="915459"/>
            <a:ext cx="4114800" cy="3346704"/>
          </a:xfrm>
          <a:prstGeom prst="rect">
            <a:avLst/>
          </a:prstGeom>
        </p:spPr>
        <p:txBody>
          <a:bodyPr/>
          <a:lstStyle/>
          <a:p>
            <a:r>
              <a:rPr lang="en-US"/>
              <a:t>Click icon to add picture</a:t>
            </a:r>
          </a:p>
        </p:txBody>
      </p:sp>
      <p:sp>
        <p:nvSpPr>
          <p:cNvPr id="20" name="Text Placeholder 4">
            <a:extLst>
              <a:ext uri="{FF2B5EF4-FFF2-40B4-BE49-F238E27FC236}">
                <a16:creationId xmlns:a16="http://schemas.microsoft.com/office/drawing/2014/main" id="{AD4E9A13-72EC-7795-6682-8E9D5F884783}"/>
              </a:ext>
            </a:extLst>
          </p:cNvPr>
          <p:cNvSpPr>
            <a:spLocks noGrp="1"/>
          </p:cNvSpPr>
          <p:nvPr>
            <p:ph type="body" sz="quarter" idx="41" hasCustomPrompt="1"/>
          </p:nvPr>
        </p:nvSpPr>
        <p:spPr>
          <a:xfrm>
            <a:off x="6519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1" name="Text Placeholder 4">
            <a:extLst>
              <a:ext uri="{FF2B5EF4-FFF2-40B4-BE49-F238E27FC236}">
                <a16:creationId xmlns:a16="http://schemas.microsoft.com/office/drawing/2014/main" id="{2AE7E2F1-8A7E-2749-7C23-12A180BF0CBA}"/>
              </a:ext>
            </a:extLst>
          </p:cNvPr>
          <p:cNvSpPr>
            <a:spLocks noGrp="1"/>
          </p:cNvSpPr>
          <p:nvPr>
            <p:ph type="body" sz="quarter" idx="42" hasCustomPrompt="1"/>
          </p:nvPr>
        </p:nvSpPr>
        <p:spPr>
          <a:xfrm>
            <a:off x="6519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2" name="Text Placeholder 4">
            <a:extLst>
              <a:ext uri="{FF2B5EF4-FFF2-40B4-BE49-F238E27FC236}">
                <a16:creationId xmlns:a16="http://schemas.microsoft.com/office/drawing/2014/main" id="{A629CAEA-5BAE-C2BF-C737-48B738207AB3}"/>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3" name="Text Placeholder 4">
            <a:extLst>
              <a:ext uri="{FF2B5EF4-FFF2-40B4-BE49-F238E27FC236}">
                <a16:creationId xmlns:a16="http://schemas.microsoft.com/office/drawing/2014/main" id="{58F9ED73-42C5-93DF-AE80-AD7C5AF1BD6C}"/>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325639494"/>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14154" y="0"/>
            <a:ext cx="6022081"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55323" y="3152602"/>
            <a:ext cx="6858002" cy="552793"/>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938414CD-ADEE-2A1C-3732-775C2F8A6622}"/>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1E28BCD1-980E-222A-56FB-AF81B1AAA188}"/>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pic>
        <p:nvPicPr>
          <p:cNvPr id="2" name="Picture 1">
            <a:extLst>
              <a:ext uri="{FF2B5EF4-FFF2-40B4-BE49-F238E27FC236}">
                <a16:creationId xmlns:a16="http://schemas.microsoft.com/office/drawing/2014/main" id="{7A13427F-499E-7243-A0B2-2CF497977BC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028726748"/>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64E8965-1EA8-8005-A909-76465BA4C0FB}"/>
              </a:ext>
            </a:extLst>
          </p:cNvPr>
          <p:cNvSpPr/>
          <p:nvPr userDrawn="1"/>
        </p:nvSpPr>
        <p:spPr bwMode="auto">
          <a:xfrm>
            <a:off x="9696450" y="0"/>
            <a:ext cx="249555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4DE50EB9-DDCB-6B82-90E6-D93EE59FCA97}"/>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2" name="Text Placeholder 3">
            <a:extLst>
              <a:ext uri="{FF2B5EF4-FFF2-40B4-BE49-F238E27FC236}">
                <a16:creationId xmlns:a16="http://schemas.microsoft.com/office/drawing/2014/main" id="{D2BDD8D8-D17E-BFC0-ED6D-6E1D4A30B395}"/>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 name="Title 1">
            <a:extLst>
              <a:ext uri="{FF2B5EF4-FFF2-40B4-BE49-F238E27FC236}">
                <a16:creationId xmlns:a16="http://schemas.microsoft.com/office/drawing/2014/main" id="{7CA1A5DA-E4C1-1856-5847-AE3486592FD5}"/>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3" name="Text Placeholder 10">
            <a:extLst>
              <a:ext uri="{FF2B5EF4-FFF2-40B4-BE49-F238E27FC236}">
                <a16:creationId xmlns:a16="http://schemas.microsoft.com/office/drawing/2014/main" id="{AF691A2C-885A-0EB3-797C-EF58AD425AF3}"/>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700041676"/>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9F79CFF-40BD-429D-B35C-552695FE8C5D}"/>
              </a:ext>
            </a:extLst>
          </p:cNvPr>
          <p:cNvSpPr/>
          <p:nvPr userDrawn="1"/>
        </p:nvSpPr>
        <p:spPr bwMode="auto">
          <a:xfrm>
            <a:off x="7832725" y="0"/>
            <a:ext cx="4359275"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DB1A98B3-DB51-25C7-9270-7820F6EA398D}"/>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2" name="Text Placeholder 3">
            <a:extLst>
              <a:ext uri="{FF2B5EF4-FFF2-40B4-BE49-F238E27FC236}">
                <a16:creationId xmlns:a16="http://schemas.microsoft.com/office/drawing/2014/main" id="{5D2C4444-E6DF-4B99-1941-139B63DFBEBB}"/>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3" name="Title 1">
            <a:extLst>
              <a:ext uri="{FF2B5EF4-FFF2-40B4-BE49-F238E27FC236}">
                <a16:creationId xmlns:a16="http://schemas.microsoft.com/office/drawing/2014/main" id="{E0D51657-4E0D-F30E-9697-A8C29A986641}"/>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2D1B3AA5-C2D7-58A8-7EBE-6629FEA85E59}"/>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569160582"/>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Case Study-1/2_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lvl="0"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802983"/>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accent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accent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5" name="TextBox 4">
            <a:extLst>
              <a:ext uri="{FF2B5EF4-FFF2-40B4-BE49-F238E27FC236}">
                <a16:creationId xmlns:a16="http://schemas.microsoft.com/office/drawing/2014/main" id="{3B7D9537-B25D-7D96-9993-3FD73B2FDB2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C1EAE48-670D-1E75-E1E5-6E8259532FE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6" name="Title 1">
            <a:extLst>
              <a:ext uri="{FF2B5EF4-FFF2-40B4-BE49-F238E27FC236}">
                <a16:creationId xmlns:a16="http://schemas.microsoft.com/office/drawing/2014/main" id="{E6F59B46-0DE3-E568-233F-75A607AEE627}"/>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8" name="Text Placeholder 10">
            <a:extLst>
              <a:ext uri="{FF2B5EF4-FFF2-40B4-BE49-F238E27FC236}">
                <a16:creationId xmlns:a16="http://schemas.microsoft.com/office/drawing/2014/main" id="{57396B7B-5CA0-2575-EECE-9254812E7AA7}"/>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426952470"/>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Case_Study_1/2_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a:solidFill>
            <a:schemeClr val="bg1">
              <a:lumMod val="95000"/>
            </a:schemeClr>
          </a:solidFill>
        </p:spPr>
        <p:txBody>
          <a:bodyPr/>
          <a:lstStyle/>
          <a:p>
            <a:r>
              <a:rPr lang="en-US"/>
              <a:t>Click icon to add picture</a:t>
            </a:r>
          </a:p>
        </p:txBody>
      </p:sp>
      <p:sp>
        <p:nvSpPr>
          <p:cNvPr id="7" name="TextBox 6">
            <a:extLst>
              <a:ext uri="{FF2B5EF4-FFF2-40B4-BE49-F238E27FC236}">
                <a16:creationId xmlns:a16="http://schemas.microsoft.com/office/drawing/2014/main" id="{E7E1AB88-4EAB-7302-D460-368C8A95B88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8" name="Text Placeholder 3">
            <a:extLst>
              <a:ext uri="{FF2B5EF4-FFF2-40B4-BE49-F238E27FC236}">
                <a16:creationId xmlns:a16="http://schemas.microsoft.com/office/drawing/2014/main" id="{63BB7D0E-0360-1177-1B37-D40F98E8945C}"/>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5" name="Title 1">
            <a:extLst>
              <a:ext uri="{FF2B5EF4-FFF2-40B4-BE49-F238E27FC236}">
                <a16:creationId xmlns:a16="http://schemas.microsoft.com/office/drawing/2014/main" id="{FC806764-F53B-099D-08F4-9559CEC18F27}"/>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6" name="Text Placeholder 10">
            <a:extLst>
              <a:ext uri="{FF2B5EF4-FFF2-40B4-BE49-F238E27FC236}">
                <a16:creationId xmlns:a16="http://schemas.microsoft.com/office/drawing/2014/main" id="{93281F56-5810-8527-EA21-EF9D06E82D7E}"/>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24970587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3FF4445-7E43-4943-6564-663F57E4686B}"/>
              </a:ext>
            </a:extLst>
          </p:cNvPr>
          <p:cNvSpPr/>
          <p:nvPr userDrawn="1"/>
        </p:nvSpPr>
        <p:spPr bwMode="auto">
          <a:xfrm>
            <a:off x="0" y="0"/>
            <a:ext cx="6105525"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pic>
        <p:nvPicPr>
          <p:cNvPr id="2" name="Picture 1">
            <a:extLst>
              <a:ext uri="{FF2B5EF4-FFF2-40B4-BE49-F238E27FC236}">
                <a16:creationId xmlns:a16="http://schemas.microsoft.com/office/drawing/2014/main" id="{E6BCB5CB-662F-D77E-B95C-6FAEB9F5B96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3" name="Title 1">
            <a:extLst>
              <a:ext uri="{FF2B5EF4-FFF2-40B4-BE49-F238E27FC236}">
                <a16:creationId xmlns:a16="http://schemas.microsoft.com/office/drawing/2014/main" id="{AB9A991D-1B79-B376-3D76-EEC73A5EFBAA}"/>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136083D7-1357-B3A0-B2CA-C5879573A124}"/>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11961495"/>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3429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428999" y="0"/>
            <a:ext cx="8763001" cy="6858000"/>
          </a:xfrm>
          <a:prstGeom prst="rect">
            <a:avLst/>
          </a:prstGeom>
        </p:spPr>
        <p:txBody>
          <a:bodyPr/>
          <a:lstStyle/>
          <a:p>
            <a:r>
              <a:rPr lang="en-US"/>
              <a:t>Click icon to add picture</a:t>
            </a:r>
          </a:p>
        </p:txBody>
      </p:sp>
      <p:pic>
        <p:nvPicPr>
          <p:cNvPr id="6" name="Picture 5">
            <a:extLst>
              <a:ext uri="{FF2B5EF4-FFF2-40B4-BE49-F238E27FC236}">
                <a16:creationId xmlns:a16="http://schemas.microsoft.com/office/drawing/2014/main" id="{45215EAA-C348-C006-D714-D17F88664CE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2" name="Title 1">
            <a:extLst>
              <a:ext uri="{FF2B5EF4-FFF2-40B4-BE49-F238E27FC236}">
                <a16:creationId xmlns:a16="http://schemas.microsoft.com/office/drawing/2014/main" id="{AEB6FBC1-BEC1-A0F4-57EF-55F4857ABEE1}"/>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8" name="Text Placeholder 10">
            <a:extLst>
              <a:ext uri="{FF2B5EF4-FFF2-40B4-BE49-F238E27FC236}">
                <a16:creationId xmlns:a16="http://schemas.microsoft.com/office/drawing/2014/main" id="{14D7C070-9D88-55A0-43C0-D19D13432502}"/>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866234826"/>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815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6" name="Picture 5">
            <a:extLst>
              <a:ext uri="{FF2B5EF4-FFF2-40B4-BE49-F238E27FC236}">
                <a16:creationId xmlns:a16="http://schemas.microsoft.com/office/drawing/2014/main" id="{1189404C-9543-05AC-0FE7-5F45141B88BF}"/>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0" name="Title 1">
            <a:extLst>
              <a:ext uri="{FF2B5EF4-FFF2-40B4-BE49-F238E27FC236}">
                <a16:creationId xmlns:a16="http://schemas.microsoft.com/office/drawing/2014/main" id="{7EE2443F-202F-9996-08A0-68D8B34EB257}"/>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11" name="Text Placeholder 10">
            <a:extLst>
              <a:ext uri="{FF2B5EF4-FFF2-40B4-BE49-F238E27FC236}">
                <a16:creationId xmlns:a16="http://schemas.microsoft.com/office/drawing/2014/main" id="{75A952B7-2C29-CE80-75CE-F2ED96B6386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62878152"/>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52926" y="0"/>
            <a:ext cx="7839074"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2" name="TextBox 11">
            <a:extLst>
              <a:ext uri="{FF2B5EF4-FFF2-40B4-BE49-F238E27FC236}">
                <a16:creationId xmlns:a16="http://schemas.microsoft.com/office/drawing/2014/main" id="{9D211704-E6A2-554A-83D7-019EF0F003D0}"/>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lvl="0"/>
            <a:r>
              <a:rPr lang="en-US">
                <a:solidFill>
                  <a:schemeClr val="tx1"/>
                </a:solidFill>
              </a:rPr>
              <a:t>CONFIDENTIAL. Copyright ©</a:t>
            </a:r>
          </a:p>
        </p:txBody>
      </p:sp>
      <p:sp>
        <p:nvSpPr>
          <p:cNvPr id="13" name="Text Placeholder 3">
            <a:extLst>
              <a:ext uri="{FF2B5EF4-FFF2-40B4-BE49-F238E27FC236}">
                <a16:creationId xmlns:a16="http://schemas.microsoft.com/office/drawing/2014/main" id="{C4E06C20-AA8E-8342-A500-79B18C390223}"/>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tx1"/>
                </a:solidFill>
              </a:rPr>
              <a:pPr lvl="0"/>
              <a:t>‹#›</a:t>
            </a:fld>
            <a:endParaRPr lang="en-US" sz="1000">
              <a:solidFill>
                <a:schemeClr val="tx1"/>
              </a:solidFill>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52925" y="0"/>
            <a:ext cx="7839075" cy="6858000"/>
          </a:xfrm>
          <a:prstGeom prst="rect">
            <a:avLst/>
          </a:prstGeom>
          <a:solidFill>
            <a:schemeClr val="bg1">
              <a:lumMod val="95000"/>
            </a:schemeClr>
          </a:solidFill>
        </p:spPr>
        <p:txBody>
          <a:bodyPr/>
          <a:lstStyle/>
          <a:p>
            <a:r>
              <a:rPr lang="en-US"/>
              <a:t>Click icon to add picture</a:t>
            </a:r>
          </a:p>
        </p:txBody>
      </p:sp>
      <p:sp>
        <p:nvSpPr>
          <p:cNvPr id="6" name="Title 1">
            <a:extLst>
              <a:ext uri="{FF2B5EF4-FFF2-40B4-BE49-F238E27FC236}">
                <a16:creationId xmlns:a16="http://schemas.microsoft.com/office/drawing/2014/main" id="{50445D59-5D09-D8C1-2EC1-A52718159786}"/>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7" name="Text Placeholder 10">
            <a:extLst>
              <a:ext uri="{FF2B5EF4-FFF2-40B4-BE49-F238E27FC236}">
                <a16:creationId xmlns:a16="http://schemas.microsoft.com/office/drawing/2014/main" id="{77EF2F3C-6015-6E2B-6FDD-5205793AA2F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18800113"/>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Case Study_Mockup_Lef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12FD094-0794-063E-2B57-722EE39684F1}"/>
              </a:ext>
            </a:extLst>
          </p:cNvPr>
          <p:cNvSpPr/>
          <p:nvPr userDrawn="1"/>
        </p:nvSpPr>
        <p:spPr bwMode="auto">
          <a:xfrm>
            <a:off x="0" y="0"/>
            <a:ext cx="7143750"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pic>
        <p:nvPicPr>
          <p:cNvPr id="8" name="Picture 7">
            <a:extLst>
              <a:ext uri="{FF2B5EF4-FFF2-40B4-BE49-F238E27FC236}">
                <a16:creationId xmlns:a16="http://schemas.microsoft.com/office/drawing/2014/main" id="{81633583-352F-F956-B6C1-9C86A76DE1E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6" name="Title 1">
            <a:extLst>
              <a:ext uri="{FF2B5EF4-FFF2-40B4-BE49-F238E27FC236}">
                <a16:creationId xmlns:a16="http://schemas.microsoft.com/office/drawing/2014/main" id="{5CB865C5-5C2A-A194-F7E1-984E0B642407}"/>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7" name="Text Placeholder 10">
            <a:extLst>
              <a:ext uri="{FF2B5EF4-FFF2-40B4-BE49-F238E27FC236}">
                <a16:creationId xmlns:a16="http://schemas.microsoft.com/office/drawing/2014/main" id="{4D86B38F-89DD-F114-5F16-98FE8F50CA3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810795457"/>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Case Study_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9D2A7FA-64FE-D868-11A0-F061891C2469}"/>
              </a:ext>
            </a:extLst>
          </p:cNvPr>
          <p:cNvSpPr/>
          <p:nvPr userDrawn="1"/>
        </p:nvSpPr>
        <p:spPr bwMode="auto">
          <a:xfrm>
            <a:off x="0" y="0"/>
            <a:ext cx="24892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itle 1">
            <a:extLst>
              <a:ext uri="{FF2B5EF4-FFF2-40B4-BE49-F238E27FC236}">
                <a16:creationId xmlns:a16="http://schemas.microsoft.com/office/drawing/2014/main" id="{EAF94430-52EF-289A-6B5B-96C63479C8AD}"/>
              </a:ext>
            </a:extLst>
          </p:cNvPr>
          <p:cNvSpPr>
            <a:spLocks noGrp="1"/>
          </p:cNvSpPr>
          <p:nvPr>
            <p:ph type="title"/>
          </p:nvPr>
        </p:nvSpPr>
        <p:spPr>
          <a:xfrm>
            <a:off x="4354641" y="1600200"/>
            <a:ext cx="4797425" cy="338554"/>
          </a:xfrm>
          <a:prstGeom prst="rect">
            <a:avLst/>
          </a:prstGeom>
        </p:spPr>
        <p:txBody>
          <a:bodyPr>
            <a:spAutoFit/>
          </a:bodyPr>
          <a:lstStyle>
            <a:lvl1pPr>
              <a:defRPr sz="2200" b="1" i="0">
                <a:solidFill>
                  <a:schemeClr val="tx1"/>
                </a:solidFill>
                <a:latin typeface="Calibri" panose="020F0502020204030204" pitchFamily="34" charset="0"/>
                <a:cs typeface="Calibri" panose="020F0502020204030204" pitchFamily="34" charset="0"/>
              </a:defRPr>
            </a:lvl1pPr>
          </a:lstStyle>
          <a:p>
            <a:r>
              <a:rPr lang="en-US"/>
              <a:t>Click to edit Master title style</a:t>
            </a:r>
          </a:p>
        </p:txBody>
      </p:sp>
      <p:sp>
        <p:nvSpPr>
          <p:cNvPr id="6" name="Text Placeholder 2">
            <a:extLst>
              <a:ext uri="{FF2B5EF4-FFF2-40B4-BE49-F238E27FC236}">
                <a16:creationId xmlns:a16="http://schemas.microsoft.com/office/drawing/2014/main" id="{79C365B7-BDA2-A1BA-99C3-FAE4F63E6178}"/>
              </a:ext>
            </a:extLst>
          </p:cNvPr>
          <p:cNvSpPr>
            <a:spLocks noGrp="1"/>
          </p:cNvSpPr>
          <p:nvPr>
            <p:ph type="body" sz="quarter" idx="17" hasCustomPrompt="1"/>
          </p:nvPr>
        </p:nvSpPr>
        <p:spPr>
          <a:xfrm>
            <a:off x="4354641" y="2286000"/>
            <a:ext cx="4784852" cy="3657600"/>
          </a:xfrm>
          <a:prstGeom prst="rect">
            <a:avLst/>
          </a:prstGeom>
        </p:spPr>
        <p:txBody>
          <a:bodyPr/>
          <a:lstStyle>
            <a:lvl1pPr>
              <a:lnSpc>
                <a:spcPts val="2400"/>
              </a:lnSpc>
              <a:defRPr sz="1600" b="0" i="0">
                <a:solidFill>
                  <a:schemeClr val="tx1"/>
                </a:solidFill>
                <a:latin typeface="Calibri Light" panose="020F0302020204030204" pitchFamily="34" charset="0"/>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a:t>
            </a:r>
          </a:p>
        </p:txBody>
      </p:sp>
      <p:pic>
        <p:nvPicPr>
          <p:cNvPr id="8" name="Picture 7">
            <a:extLst>
              <a:ext uri="{FF2B5EF4-FFF2-40B4-BE49-F238E27FC236}">
                <a16:creationId xmlns:a16="http://schemas.microsoft.com/office/drawing/2014/main" id="{7D27BDED-D894-E63E-2F9E-832F391AA1F8}"/>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3813826399"/>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7FD4578C-8BBA-DD7F-1D7F-67C3334C4001}"/>
              </a:ext>
            </a:extLst>
          </p:cNvPr>
          <p:cNvSpPr>
            <a:spLocks noGrp="1"/>
          </p:cNvSpPr>
          <p:nvPr>
            <p:ph type="pic" sz="quarter" idx="12"/>
          </p:nvPr>
        </p:nvSpPr>
        <p:spPr>
          <a:xfrm>
            <a:off x="0" y="0"/>
            <a:ext cx="12192000" cy="6858000"/>
          </a:xfrm>
          <a:prstGeom prst="rect">
            <a:avLst/>
          </a:prstGeom>
        </p:spPr>
        <p:txBody>
          <a:bodyPr/>
          <a:lstStyle/>
          <a:p>
            <a:r>
              <a:rPr lang="en-US"/>
              <a:t>Click icon to add picture</a:t>
            </a:r>
          </a:p>
        </p:txBody>
      </p:sp>
    </p:spTree>
    <p:extLst>
      <p:ext uri="{BB962C8B-B14F-4D97-AF65-F5344CB8AC3E}">
        <p14:creationId xmlns:p14="http://schemas.microsoft.com/office/powerpoint/2010/main" val="159595019"/>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2_Custom Layout">
    <p:bg>
      <p:bgPr>
        <a:blipFill dpi="0" rotWithShape="1">
          <a:blip r:embed="rId2" cstate="email">
            <a:alphaModFix amt="9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7E287B6-2821-6380-6538-D34B5499079B}"/>
              </a:ext>
            </a:extLst>
          </p:cNvPr>
          <p:cNvSpPr>
            <a:spLocks noGrp="1"/>
          </p:cNvSpPr>
          <p:nvPr>
            <p:ph type="title" hasCustomPrompt="1"/>
          </p:nvPr>
        </p:nvSpPr>
        <p:spPr>
          <a:xfrm>
            <a:off x="639074" y="731520"/>
            <a:ext cx="1091792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4" name="Text Placeholder 10">
            <a:extLst>
              <a:ext uri="{FF2B5EF4-FFF2-40B4-BE49-F238E27FC236}">
                <a16:creationId xmlns:a16="http://schemas.microsoft.com/office/drawing/2014/main" id="{01126A01-3EE7-5F33-DA74-B4FF2B18EB2F}"/>
              </a:ext>
            </a:extLst>
          </p:cNvPr>
          <p:cNvSpPr>
            <a:spLocks noGrp="1"/>
          </p:cNvSpPr>
          <p:nvPr>
            <p:ph type="body" sz="quarter" idx="15" hasCustomPrompt="1"/>
          </p:nvPr>
        </p:nvSpPr>
        <p:spPr>
          <a:xfrm>
            <a:off x="639074" y="419100"/>
            <a:ext cx="1091792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846476287"/>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Thank_you">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pPr lvl="0"/>
            <a:r>
              <a:rPr lang="en-US"/>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5"/>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5"/>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639074" y="1353882"/>
            <a:ext cx="4220135" cy="1107996"/>
          </a:xfrm>
          <a:prstGeom prst="rect">
            <a:avLst/>
          </a:prstGeom>
        </p:spPr>
        <p:txBody>
          <a:bodyPr wrap="square">
            <a:spAutoFit/>
          </a:bodyPr>
          <a:lstStyle>
            <a:lvl1pPr>
              <a:defRPr sz="7200" b="0" i="0">
                <a:gradFill>
                  <a:gsLst>
                    <a:gs pos="0">
                      <a:schemeClr val="accent3"/>
                    </a:gs>
                    <a:gs pos="55000">
                      <a:schemeClr val="accent2"/>
                    </a:gs>
                    <a:gs pos="100000">
                      <a:schemeClr val="accent4"/>
                    </a:gs>
                  </a:gsLst>
                  <a:lin ang="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5028228"/>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Thank_you_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US"/>
              <a:t>Click icon to add picture</a:t>
            </a:r>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639074" y="1035424"/>
            <a:ext cx="4648200" cy="1107996"/>
          </a:xfrm>
          <a:prstGeom prst="rect">
            <a:avLst/>
          </a:prstGeom>
        </p:spPr>
        <p:txBody>
          <a:bodyPr wrap="square" lIns="0" tIns="0" rIns="0" bIns="0">
            <a:spAutoFit/>
          </a:bodyPr>
          <a:lstStyle>
            <a:lvl1pPr>
              <a:defRPr lang="en-US" sz="7200" b="0" dirty="0">
                <a:gradFill>
                  <a:gsLst>
                    <a:gs pos="0">
                      <a:schemeClr val="accent3"/>
                    </a:gs>
                    <a:gs pos="55000">
                      <a:schemeClr val="accent2"/>
                    </a:gs>
                    <a:gs pos="100000">
                      <a:schemeClr val="accent4"/>
                    </a:gs>
                  </a:gsLst>
                  <a:lin ang="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639074" y="2540616"/>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pPr lvl="0"/>
            <a:r>
              <a:rPr lang="en-US"/>
              <a:t>Click to edit Master text styles</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639074" y="3313799"/>
            <a:ext cx="3827462" cy="289438"/>
          </a:xfrm>
          <a:prstGeom prst="rect">
            <a:avLst/>
          </a:prstGeom>
        </p:spPr>
        <p:txBody>
          <a:bodyPr/>
          <a:lstStyle>
            <a:lvl1pPr>
              <a:defRPr sz="1800" b="1" i="0">
                <a:solidFill>
                  <a:schemeClr val="accent5"/>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639074" y="3672220"/>
            <a:ext cx="3827462" cy="225126"/>
          </a:xfrm>
          <a:prstGeom prst="rect">
            <a:avLst/>
          </a:prstGeom>
        </p:spPr>
        <p:txBody>
          <a:bodyPr/>
          <a:lstStyle>
            <a:lvl1pPr>
              <a:defRPr sz="1400" b="0" i="0">
                <a:solidFill>
                  <a:schemeClr val="accent5"/>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639074" y="420130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639074" y="448823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639074" y="4897078"/>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639074"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235918"/>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US"/>
              <a:t>Click icon to add picture</a:t>
            </a:r>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chemeClr val="bg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1674905" y="5035401"/>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tx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CD5434AD-5AC2-9852-2EE5-0B7825009419}"/>
              </a:ext>
            </a:extLst>
          </p:cNvPr>
          <p:cNvSpPr txBox="1"/>
          <p:nvPr userDrawn="1"/>
        </p:nvSpPr>
        <p:spPr>
          <a:xfrm>
            <a:off x="-914400" y="274320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165041603"/>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p:nvSpPr>
        <p:spPr bwMode="auto">
          <a:xfrm>
            <a:off x="0" y="0"/>
            <a:ext cx="718026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648767483"/>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over-BG">
    <p:bg>
      <p:bgPr>
        <a:solidFill>
          <a:schemeClr val="bg1"/>
        </a:solidFill>
        <a:effectLst/>
      </p:bgPr>
    </p:bg>
    <p:spTree>
      <p:nvGrpSpPr>
        <p:cNvPr id="1" name=""/>
        <p:cNvGrpSpPr/>
        <p:nvPr/>
      </p:nvGrpSpPr>
      <p:grpSpPr>
        <a:xfrm>
          <a:off x="0" y="0"/>
          <a:ext cx="0" cy="0"/>
          <a:chOff x="0" y="0"/>
          <a:chExt cx="0" cy="0"/>
        </a:xfrm>
      </p:grpSpPr>
      <p:pic>
        <p:nvPicPr>
          <p:cNvPr id="4" name="Picture 3" descr="A bright light in the dark  Description automatically generated with medium confidence">
            <a:extLst>
              <a:ext uri="{FF2B5EF4-FFF2-40B4-BE49-F238E27FC236}">
                <a16:creationId xmlns:a16="http://schemas.microsoft.com/office/drawing/2014/main" id="{292D94B7-0233-C940-0B7E-BB187340B7C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1"/>
            <a:ext cx="12192000" cy="6858001"/>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8" name="Picture 7">
            <a:extLst>
              <a:ext uri="{FF2B5EF4-FFF2-40B4-BE49-F238E27FC236}">
                <a16:creationId xmlns:a16="http://schemas.microsoft.com/office/drawing/2014/main" id="{3AAC7376-20F0-E0B1-E7D5-414FC5DC35F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650261858"/>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Cover-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8188486-1E04-4170-877E-F561315E0FFC}"/>
              </a:ext>
            </a:extLst>
          </p:cNvPr>
          <p:cNvSpPr>
            <a:spLocks noGrp="1"/>
          </p:cNvSpPr>
          <p:nvPr>
            <p:ph type="pic" sz="quarter" idx="13"/>
          </p:nvPr>
        </p:nvSpPr>
        <p:spPr>
          <a:xfrm>
            <a:off x="0" y="0"/>
            <a:ext cx="12192000" cy="6858000"/>
          </a:xfrm>
          <a:prstGeom prst="rect">
            <a:avLst/>
          </a:prstGeom>
          <a:solidFill>
            <a:schemeClr val="bg1">
              <a:lumMod val="65000"/>
            </a:schemeClr>
          </a:solidFill>
        </p:spPr>
        <p:txBody>
          <a:bodyPr/>
          <a:lstStyle>
            <a:lvl1pPr>
              <a:defRPr/>
            </a:lvl1pPr>
          </a:lstStyle>
          <a:p>
            <a:endParaRPr lang="en-US"/>
          </a:p>
        </p:txBody>
      </p:sp>
      <p:sp>
        <p:nvSpPr>
          <p:cNvPr id="4" name="Text Placeholder 4">
            <a:extLst>
              <a:ext uri="{FF2B5EF4-FFF2-40B4-BE49-F238E27FC236}">
                <a16:creationId xmlns:a16="http://schemas.microsoft.com/office/drawing/2014/main" id="{0BD2E969-F100-6B32-8DFD-11A45E5E43FA}"/>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5" name="Text Placeholder 4">
            <a:extLst>
              <a:ext uri="{FF2B5EF4-FFF2-40B4-BE49-F238E27FC236}">
                <a16:creationId xmlns:a16="http://schemas.microsoft.com/office/drawing/2014/main" id="{2C67B491-F517-CB8D-96B1-B02A50D72325}"/>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6" name="Title 2">
            <a:extLst>
              <a:ext uri="{FF2B5EF4-FFF2-40B4-BE49-F238E27FC236}">
                <a16:creationId xmlns:a16="http://schemas.microsoft.com/office/drawing/2014/main" id="{430FF820-B532-1296-E817-DF961B67DF09}"/>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7" name="Picture 6">
            <a:extLst>
              <a:ext uri="{FF2B5EF4-FFF2-40B4-BE49-F238E27FC236}">
                <a16:creationId xmlns:a16="http://schemas.microsoft.com/office/drawing/2014/main" id="{5754D4BD-6E7A-841D-F70C-31FAEF56CD6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913969521"/>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Cover-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39377C-8642-441F-BDC6-500DB01AD362}"/>
              </a:ext>
            </a:extLst>
          </p:cNvPr>
          <p:cNvSpPr/>
          <p:nvPr userDrawn="1"/>
        </p:nvSpPr>
        <p:spPr bwMode="auto">
          <a:xfrm>
            <a:off x="0" y="0"/>
            <a:ext cx="6096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11A216CA-E680-42EB-BC45-95A09D62759B}"/>
              </a:ext>
            </a:extLst>
          </p:cNvPr>
          <p:cNvSpPr>
            <a:spLocks noGrp="1"/>
          </p:cNvSpPr>
          <p:nvPr>
            <p:ph type="pic" sz="quarter" idx="13"/>
          </p:nvPr>
        </p:nvSpPr>
        <p:spPr>
          <a:xfrm>
            <a:off x="6095998" y="0"/>
            <a:ext cx="6096001" cy="6858000"/>
          </a:xfrm>
          <a:prstGeom prst="rect">
            <a:avLst/>
          </a:prstGeom>
          <a:solidFill>
            <a:schemeClr val="bg2"/>
          </a:solidFill>
        </p:spPr>
        <p:txBody>
          <a:bodyPr/>
          <a:lstStyle>
            <a:lvl1pPr>
              <a:defRPr/>
            </a:lvl1pPr>
          </a:lstStyle>
          <a:p>
            <a:endParaRPr lang="en-US"/>
          </a:p>
        </p:txBody>
      </p:sp>
      <p:sp>
        <p:nvSpPr>
          <p:cNvPr id="3" name="Text Placeholder 4">
            <a:extLst>
              <a:ext uri="{FF2B5EF4-FFF2-40B4-BE49-F238E27FC236}">
                <a16:creationId xmlns:a16="http://schemas.microsoft.com/office/drawing/2014/main" id="{30094E5E-6EFF-CE7E-D775-2FA95EEE2F1D}"/>
              </a:ext>
            </a:extLst>
          </p:cNvPr>
          <p:cNvSpPr>
            <a:spLocks noGrp="1"/>
          </p:cNvSpPr>
          <p:nvPr>
            <p:ph type="body" sz="quarter" idx="11" hasCustomPrompt="1"/>
          </p:nvPr>
        </p:nvSpPr>
        <p:spPr>
          <a:xfrm>
            <a:off x="468775" y="4663440"/>
            <a:ext cx="5309027"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4" name="Text Placeholder 4">
            <a:extLst>
              <a:ext uri="{FF2B5EF4-FFF2-40B4-BE49-F238E27FC236}">
                <a16:creationId xmlns:a16="http://schemas.microsoft.com/office/drawing/2014/main" id="{4E632B84-D810-D682-26F1-538579099EAB}"/>
              </a:ext>
            </a:extLst>
          </p:cNvPr>
          <p:cNvSpPr>
            <a:spLocks noGrp="1"/>
          </p:cNvSpPr>
          <p:nvPr>
            <p:ph type="body" sz="quarter" idx="12" hasCustomPrompt="1"/>
          </p:nvPr>
        </p:nvSpPr>
        <p:spPr>
          <a:xfrm>
            <a:off x="468775" y="5245390"/>
            <a:ext cx="5309027"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5" name="Title 2">
            <a:extLst>
              <a:ext uri="{FF2B5EF4-FFF2-40B4-BE49-F238E27FC236}">
                <a16:creationId xmlns:a16="http://schemas.microsoft.com/office/drawing/2014/main" id="{7E6BD730-15BB-8DAE-B807-85A733E0F752}"/>
              </a:ext>
            </a:extLst>
          </p:cNvPr>
          <p:cNvSpPr>
            <a:spLocks noGrp="1"/>
          </p:cNvSpPr>
          <p:nvPr>
            <p:ph type="title"/>
          </p:nvPr>
        </p:nvSpPr>
        <p:spPr>
          <a:xfrm>
            <a:off x="466165" y="1696496"/>
            <a:ext cx="5311637" cy="1846659"/>
          </a:xfrm>
        </p:spPr>
        <p:txBody>
          <a:bodyPr vert="horz" wrap="square" lIns="0" tIns="0" rIns="0" bIns="0" rtlCol="0">
            <a:spAutoFit/>
          </a:bodyPr>
          <a:lstStyle>
            <a:lvl1pPr>
              <a:defRPr lang="en-US" sz="6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2" name="Picture 1">
            <a:extLst>
              <a:ext uri="{FF2B5EF4-FFF2-40B4-BE49-F238E27FC236}">
                <a16:creationId xmlns:a16="http://schemas.microsoft.com/office/drawing/2014/main" id="{58229A6F-36FA-05D5-E223-1581D31CE2D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3379480648"/>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3" name="Title 2">
            <a:extLst>
              <a:ext uri="{FF2B5EF4-FFF2-40B4-BE49-F238E27FC236}">
                <a16:creationId xmlns:a16="http://schemas.microsoft.com/office/drawing/2014/main" id="{7D36EB9C-BBDB-7447-884B-AC6C7C7D1DA2}"/>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Contents</a:t>
            </a:r>
          </a:p>
        </p:txBody>
      </p:sp>
      <p:sp>
        <p:nvSpPr>
          <p:cNvPr id="24" name="Text Placeholder 4">
            <a:extLst>
              <a:ext uri="{FF2B5EF4-FFF2-40B4-BE49-F238E27FC236}">
                <a16:creationId xmlns:a16="http://schemas.microsoft.com/office/drawing/2014/main" id="{ECE784D3-D287-664F-80A6-CBA29DD12FE1}"/>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01</a:t>
            </a:r>
          </a:p>
        </p:txBody>
      </p:sp>
      <p:sp>
        <p:nvSpPr>
          <p:cNvPr id="25" name="Text Placeholder 4">
            <a:extLst>
              <a:ext uri="{FF2B5EF4-FFF2-40B4-BE49-F238E27FC236}">
                <a16:creationId xmlns:a16="http://schemas.microsoft.com/office/drawing/2014/main" id="{29A1CE94-599A-5146-9EFB-9AEECE436784}"/>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02</a:t>
            </a:r>
          </a:p>
        </p:txBody>
      </p:sp>
      <p:sp>
        <p:nvSpPr>
          <p:cNvPr id="26" name="Text Placeholder 4">
            <a:extLst>
              <a:ext uri="{FF2B5EF4-FFF2-40B4-BE49-F238E27FC236}">
                <a16:creationId xmlns:a16="http://schemas.microsoft.com/office/drawing/2014/main" id="{B0E828E5-70FD-D449-B964-390D8366EA4E}"/>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03</a:t>
            </a:r>
          </a:p>
        </p:txBody>
      </p:sp>
      <p:sp>
        <p:nvSpPr>
          <p:cNvPr id="27" name="Text Placeholder 4">
            <a:extLst>
              <a:ext uri="{FF2B5EF4-FFF2-40B4-BE49-F238E27FC236}">
                <a16:creationId xmlns:a16="http://schemas.microsoft.com/office/drawing/2014/main" id="{23D1ADF7-7F17-9F4A-A000-26CFD756A34B}"/>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04</a:t>
            </a:r>
          </a:p>
        </p:txBody>
      </p:sp>
      <p:sp>
        <p:nvSpPr>
          <p:cNvPr id="28" name="Text Placeholder 4">
            <a:extLst>
              <a:ext uri="{FF2B5EF4-FFF2-40B4-BE49-F238E27FC236}">
                <a16:creationId xmlns:a16="http://schemas.microsoft.com/office/drawing/2014/main" id="{C8974FB4-0DC4-9A48-849B-3445C17323D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05</a:t>
            </a:r>
          </a:p>
        </p:txBody>
      </p:sp>
      <p:sp>
        <p:nvSpPr>
          <p:cNvPr id="29" name="Text Placeholder 4">
            <a:extLst>
              <a:ext uri="{FF2B5EF4-FFF2-40B4-BE49-F238E27FC236}">
                <a16:creationId xmlns:a16="http://schemas.microsoft.com/office/drawing/2014/main" id="{3B70AEBB-A750-864B-B6BD-21B4D0EFE2A7}"/>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06</a:t>
            </a:r>
          </a:p>
        </p:txBody>
      </p:sp>
      <p:sp>
        <p:nvSpPr>
          <p:cNvPr id="30" name="Text Placeholder 4">
            <a:extLst>
              <a:ext uri="{FF2B5EF4-FFF2-40B4-BE49-F238E27FC236}">
                <a16:creationId xmlns:a16="http://schemas.microsoft.com/office/drawing/2014/main" id="{B6A80AC0-F1D6-7541-A91C-C279FD194827}"/>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1" name="Text Placeholder 4">
            <a:extLst>
              <a:ext uri="{FF2B5EF4-FFF2-40B4-BE49-F238E27FC236}">
                <a16:creationId xmlns:a16="http://schemas.microsoft.com/office/drawing/2014/main" id="{48BEB51A-F18F-5749-809D-EC078A513A09}"/>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2" name="Text Placeholder 4">
            <a:extLst>
              <a:ext uri="{FF2B5EF4-FFF2-40B4-BE49-F238E27FC236}">
                <a16:creationId xmlns:a16="http://schemas.microsoft.com/office/drawing/2014/main" id="{C6735154-D863-074C-BEF0-25E8F0836038}"/>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3" name="Text Placeholder 4">
            <a:extLst>
              <a:ext uri="{FF2B5EF4-FFF2-40B4-BE49-F238E27FC236}">
                <a16:creationId xmlns:a16="http://schemas.microsoft.com/office/drawing/2014/main" id="{C373B72A-00B1-9E4F-BC7F-202B2AC57FCC}"/>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4" name="Text Placeholder 4">
            <a:extLst>
              <a:ext uri="{FF2B5EF4-FFF2-40B4-BE49-F238E27FC236}">
                <a16:creationId xmlns:a16="http://schemas.microsoft.com/office/drawing/2014/main" id="{A584DDAC-74C3-8649-AA09-BE37E59266EB}"/>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5" name="Text Placeholder 4">
            <a:extLst>
              <a:ext uri="{FF2B5EF4-FFF2-40B4-BE49-F238E27FC236}">
                <a16:creationId xmlns:a16="http://schemas.microsoft.com/office/drawing/2014/main" id="{4BE98457-B105-874C-9706-66BA69C1AFC7}"/>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Tree>
    <p:extLst>
      <p:ext uri="{BB962C8B-B14F-4D97-AF65-F5344CB8AC3E}">
        <p14:creationId xmlns:p14="http://schemas.microsoft.com/office/powerpoint/2010/main" val="3407502645"/>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Contents-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10" name="Graphic 9">
            <a:extLst>
              <a:ext uri="{FF2B5EF4-FFF2-40B4-BE49-F238E27FC236}">
                <a16:creationId xmlns:a16="http://schemas.microsoft.com/office/drawing/2014/main" id="{7F2C7208-C4AB-4962-96F0-F897DFFC37C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3" name="TextBox 22">
            <a:extLst>
              <a:ext uri="{FF2B5EF4-FFF2-40B4-BE49-F238E27FC236}">
                <a16:creationId xmlns:a16="http://schemas.microsoft.com/office/drawing/2014/main" id="{05DCFC83-97AB-BE40-9059-9CE8B2021737}"/>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CONFIDENTIAL. Copyright ©</a:t>
            </a:r>
          </a:p>
        </p:txBody>
      </p:sp>
      <p:sp>
        <p:nvSpPr>
          <p:cNvPr id="26" name="Text Placeholder 3">
            <a:extLst>
              <a:ext uri="{FF2B5EF4-FFF2-40B4-BE49-F238E27FC236}">
                <a16:creationId xmlns:a16="http://schemas.microsoft.com/office/drawing/2014/main" id="{AE04C751-FBC9-3B46-AAD4-46BD8DFA5D3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Title 2">
            <a:extLst>
              <a:ext uri="{FF2B5EF4-FFF2-40B4-BE49-F238E27FC236}">
                <a16:creationId xmlns:a16="http://schemas.microsoft.com/office/drawing/2014/main" id="{37B4F039-C58D-468E-394C-C92CD517A82F}"/>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dirty="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Contents</a:t>
            </a:r>
          </a:p>
        </p:txBody>
      </p:sp>
      <p:sp>
        <p:nvSpPr>
          <p:cNvPr id="7" name="Text Placeholder 4">
            <a:extLst>
              <a:ext uri="{FF2B5EF4-FFF2-40B4-BE49-F238E27FC236}">
                <a16:creationId xmlns:a16="http://schemas.microsoft.com/office/drawing/2014/main" id="{EEBDF361-F375-D313-8D06-BDA2782784FE}"/>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01</a:t>
            </a:r>
          </a:p>
        </p:txBody>
      </p:sp>
      <p:sp>
        <p:nvSpPr>
          <p:cNvPr id="8" name="Text Placeholder 4">
            <a:extLst>
              <a:ext uri="{FF2B5EF4-FFF2-40B4-BE49-F238E27FC236}">
                <a16:creationId xmlns:a16="http://schemas.microsoft.com/office/drawing/2014/main" id="{BBC6E842-5D88-CC5C-F1DA-808D61BEE757}"/>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02</a:t>
            </a:r>
          </a:p>
        </p:txBody>
      </p:sp>
      <p:sp>
        <p:nvSpPr>
          <p:cNvPr id="11" name="Text Placeholder 4">
            <a:extLst>
              <a:ext uri="{FF2B5EF4-FFF2-40B4-BE49-F238E27FC236}">
                <a16:creationId xmlns:a16="http://schemas.microsoft.com/office/drawing/2014/main" id="{CD37A923-9C8E-6CA3-1F51-1680DBD25361}"/>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03</a:t>
            </a:r>
          </a:p>
        </p:txBody>
      </p:sp>
      <p:sp>
        <p:nvSpPr>
          <p:cNvPr id="12" name="Text Placeholder 4">
            <a:extLst>
              <a:ext uri="{FF2B5EF4-FFF2-40B4-BE49-F238E27FC236}">
                <a16:creationId xmlns:a16="http://schemas.microsoft.com/office/drawing/2014/main" id="{3DB5EB1A-8556-A82E-AC69-301BA431D9AC}"/>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04</a:t>
            </a:r>
          </a:p>
        </p:txBody>
      </p:sp>
      <p:sp>
        <p:nvSpPr>
          <p:cNvPr id="24" name="Text Placeholder 4">
            <a:extLst>
              <a:ext uri="{FF2B5EF4-FFF2-40B4-BE49-F238E27FC236}">
                <a16:creationId xmlns:a16="http://schemas.microsoft.com/office/drawing/2014/main" id="{11E3B50A-6363-7824-DFC1-3035609DF67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05</a:t>
            </a:r>
          </a:p>
        </p:txBody>
      </p:sp>
      <p:sp>
        <p:nvSpPr>
          <p:cNvPr id="27" name="Text Placeholder 4">
            <a:extLst>
              <a:ext uri="{FF2B5EF4-FFF2-40B4-BE49-F238E27FC236}">
                <a16:creationId xmlns:a16="http://schemas.microsoft.com/office/drawing/2014/main" id="{13E6F179-1003-654A-7321-F8FE6D12AC32}"/>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06</a:t>
            </a:r>
          </a:p>
        </p:txBody>
      </p:sp>
      <p:sp>
        <p:nvSpPr>
          <p:cNvPr id="28" name="Text Placeholder 4">
            <a:extLst>
              <a:ext uri="{FF2B5EF4-FFF2-40B4-BE49-F238E27FC236}">
                <a16:creationId xmlns:a16="http://schemas.microsoft.com/office/drawing/2014/main" id="{9A7166E3-13D7-44C2-45BA-F8800FCD1D93}"/>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29" name="Text Placeholder 4">
            <a:extLst>
              <a:ext uri="{FF2B5EF4-FFF2-40B4-BE49-F238E27FC236}">
                <a16:creationId xmlns:a16="http://schemas.microsoft.com/office/drawing/2014/main" id="{342EBD53-BF92-55A6-E85A-50AD5A80A5B1}"/>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0" name="Text Placeholder 4">
            <a:extLst>
              <a:ext uri="{FF2B5EF4-FFF2-40B4-BE49-F238E27FC236}">
                <a16:creationId xmlns:a16="http://schemas.microsoft.com/office/drawing/2014/main" id="{41709A76-8AD3-E8A8-447B-E2C8D00A4A1D}"/>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1" name="Text Placeholder 4">
            <a:extLst>
              <a:ext uri="{FF2B5EF4-FFF2-40B4-BE49-F238E27FC236}">
                <a16:creationId xmlns:a16="http://schemas.microsoft.com/office/drawing/2014/main" id="{FA4DA4A4-AEAC-105E-34C0-12EBA35F10E6}"/>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2" name="Text Placeholder 4">
            <a:extLst>
              <a:ext uri="{FF2B5EF4-FFF2-40B4-BE49-F238E27FC236}">
                <a16:creationId xmlns:a16="http://schemas.microsoft.com/office/drawing/2014/main" id="{B6DD83F2-9BFD-E0B8-4706-D7200B45DE3C}"/>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3" name="Text Placeholder 4">
            <a:extLst>
              <a:ext uri="{FF2B5EF4-FFF2-40B4-BE49-F238E27FC236}">
                <a16:creationId xmlns:a16="http://schemas.microsoft.com/office/drawing/2014/main" id="{0D94FEEB-2EA8-081B-0B69-F0ED7A8348AC}"/>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Tree>
    <p:extLst>
      <p:ext uri="{BB962C8B-B14F-4D97-AF65-F5344CB8AC3E}">
        <p14:creationId xmlns:p14="http://schemas.microsoft.com/office/powerpoint/2010/main" val="2629784643"/>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Agenda</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 name="Text Placeholder 4">
            <a:extLst>
              <a:ext uri="{FF2B5EF4-FFF2-40B4-BE49-F238E27FC236}">
                <a16:creationId xmlns:a16="http://schemas.microsoft.com/office/drawing/2014/main" id="{749D503E-C57A-9E5B-19CF-94AF46BB63B3}"/>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6" name="Text Placeholder 4">
            <a:extLst>
              <a:ext uri="{FF2B5EF4-FFF2-40B4-BE49-F238E27FC236}">
                <a16:creationId xmlns:a16="http://schemas.microsoft.com/office/drawing/2014/main" id="{42BD3FFC-05D4-6AF7-0434-C1AC0298E5CD}"/>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7" name="Text Placeholder 4">
            <a:extLst>
              <a:ext uri="{FF2B5EF4-FFF2-40B4-BE49-F238E27FC236}">
                <a16:creationId xmlns:a16="http://schemas.microsoft.com/office/drawing/2014/main" id="{D0952C60-604F-9F1A-9D20-17D094CE4831}"/>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8" name="Text Placeholder 4">
            <a:extLst>
              <a:ext uri="{FF2B5EF4-FFF2-40B4-BE49-F238E27FC236}">
                <a16:creationId xmlns:a16="http://schemas.microsoft.com/office/drawing/2014/main" id="{BD164F81-CDD1-C1B4-ED55-A3321E1032B0}"/>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1" name="Text Placeholder 4">
            <a:extLst>
              <a:ext uri="{FF2B5EF4-FFF2-40B4-BE49-F238E27FC236}">
                <a16:creationId xmlns:a16="http://schemas.microsoft.com/office/drawing/2014/main" id="{7DF71D53-1D3F-D8F8-96D5-6DE13F1A9CC8}"/>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2" name="Text Placeholder 4">
            <a:extLst>
              <a:ext uri="{FF2B5EF4-FFF2-40B4-BE49-F238E27FC236}">
                <a16:creationId xmlns:a16="http://schemas.microsoft.com/office/drawing/2014/main" id="{142F11AF-BF37-8BBB-B5E7-A8655CF9477B}"/>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4254146511"/>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Agenda-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dirty="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Agenda</a:t>
            </a:r>
          </a:p>
        </p:txBody>
      </p:sp>
      <p:pic>
        <p:nvPicPr>
          <p:cNvPr id="27" name="Graphic 26">
            <a:extLst>
              <a:ext uri="{FF2B5EF4-FFF2-40B4-BE49-F238E27FC236}">
                <a16:creationId xmlns:a16="http://schemas.microsoft.com/office/drawing/2014/main" id="{404C027E-E5F6-C4D1-7BE4-B87D52F48E6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8" name="TextBox 27">
            <a:extLst>
              <a:ext uri="{FF2B5EF4-FFF2-40B4-BE49-F238E27FC236}">
                <a16:creationId xmlns:a16="http://schemas.microsoft.com/office/drawing/2014/main" id="{5696A0CB-1C78-8CBF-08C6-7CD08CF1D19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29" name="Text Placeholder 3">
            <a:extLst>
              <a:ext uri="{FF2B5EF4-FFF2-40B4-BE49-F238E27FC236}">
                <a16:creationId xmlns:a16="http://schemas.microsoft.com/office/drawing/2014/main" id="{328107B5-87E9-D299-9F61-658CFC39E3B4}"/>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ext Placeholder 4">
            <a:extLst>
              <a:ext uri="{FF2B5EF4-FFF2-40B4-BE49-F238E27FC236}">
                <a16:creationId xmlns:a16="http://schemas.microsoft.com/office/drawing/2014/main" id="{6672B4D0-A39C-FAF6-B1FC-E8138006004A}"/>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9" name="Text Placeholder 4">
            <a:extLst>
              <a:ext uri="{FF2B5EF4-FFF2-40B4-BE49-F238E27FC236}">
                <a16:creationId xmlns:a16="http://schemas.microsoft.com/office/drawing/2014/main" id="{A00A134C-93F9-0B06-D8F4-9B3C7532A426}"/>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0" name="Text Placeholder 4">
            <a:extLst>
              <a:ext uri="{FF2B5EF4-FFF2-40B4-BE49-F238E27FC236}">
                <a16:creationId xmlns:a16="http://schemas.microsoft.com/office/drawing/2014/main" id="{E37B92C4-122A-5377-7B74-D58A2319E90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3" name="Text Placeholder 4">
            <a:extLst>
              <a:ext uri="{FF2B5EF4-FFF2-40B4-BE49-F238E27FC236}">
                <a16:creationId xmlns:a16="http://schemas.microsoft.com/office/drawing/2014/main" id="{D28A167B-CD8D-159B-58DB-AD9C0600F651}"/>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4" name="Text Placeholder 4">
            <a:extLst>
              <a:ext uri="{FF2B5EF4-FFF2-40B4-BE49-F238E27FC236}">
                <a16:creationId xmlns:a16="http://schemas.microsoft.com/office/drawing/2014/main" id="{D3238DD8-4A7D-554B-8216-37EA1F023174}"/>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5" name="Text Placeholder 4">
            <a:extLst>
              <a:ext uri="{FF2B5EF4-FFF2-40B4-BE49-F238E27FC236}">
                <a16:creationId xmlns:a16="http://schemas.microsoft.com/office/drawing/2014/main" id="{11D58AB5-54CF-F584-79F8-821E69DF6010}"/>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6" name="Text Placeholder 4">
            <a:extLst>
              <a:ext uri="{FF2B5EF4-FFF2-40B4-BE49-F238E27FC236}">
                <a16:creationId xmlns:a16="http://schemas.microsoft.com/office/drawing/2014/main" id="{6367AC01-84C2-7E8C-3BF8-201856803E21}"/>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3" name="Text Placeholder 4">
            <a:extLst>
              <a:ext uri="{FF2B5EF4-FFF2-40B4-BE49-F238E27FC236}">
                <a16:creationId xmlns:a16="http://schemas.microsoft.com/office/drawing/2014/main" id="{60B1A9C8-7F43-7DB1-4F91-53075745C4B6}"/>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4" name="Text Placeholder 4">
            <a:extLst>
              <a:ext uri="{FF2B5EF4-FFF2-40B4-BE49-F238E27FC236}">
                <a16:creationId xmlns:a16="http://schemas.microsoft.com/office/drawing/2014/main" id="{46C8629B-DFA8-41AA-9C67-96D3D02BED28}"/>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6" name="Text Placeholder 4">
            <a:extLst>
              <a:ext uri="{FF2B5EF4-FFF2-40B4-BE49-F238E27FC236}">
                <a16:creationId xmlns:a16="http://schemas.microsoft.com/office/drawing/2014/main" id="{11CC2B96-A6B1-5232-3AEE-F9B7FDBBC137}"/>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0" name="Text Placeholder 4">
            <a:extLst>
              <a:ext uri="{FF2B5EF4-FFF2-40B4-BE49-F238E27FC236}">
                <a16:creationId xmlns:a16="http://schemas.microsoft.com/office/drawing/2014/main" id="{7A18B250-73F5-69E3-5878-B1D8C984F427}"/>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1" name="Text Placeholder 4">
            <a:extLst>
              <a:ext uri="{FF2B5EF4-FFF2-40B4-BE49-F238E27FC236}">
                <a16:creationId xmlns:a16="http://schemas.microsoft.com/office/drawing/2014/main" id="{462FE180-ECE1-55D7-0248-053AC1E99B1F}"/>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3521564650"/>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Section_Header_Custom_1">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919866F5-F57A-6C40-4D30-D67CB6A3D24E}"/>
              </a:ext>
            </a:extLst>
          </p:cNvPr>
          <p:cNvSpPr>
            <a:spLocks noGrp="1"/>
          </p:cNvSpPr>
          <p:nvPr>
            <p:ph type="title" hasCustomPrompt="1"/>
          </p:nvPr>
        </p:nvSpPr>
        <p:spPr>
          <a:xfrm>
            <a:off x="481265" y="1793240"/>
            <a:ext cx="5640805" cy="923330"/>
          </a:xfrm>
          <a:prstGeom prst="rect">
            <a:avLst/>
          </a:prstGeom>
        </p:spPr>
        <p:txBody>
          <a:bodyPr wrap="square">
            <a:spAutoFit/>
          </a:bodyPr>
          <a:lstStyle>
            <a:lvl1pPr>
              <a:defRPr sz="6000" b="1" i="0">
                <a:solidFill>
                  <a:schemeClr val="bg1"/>
                </a:solidFill>
                <a:latin typeface="+mj-lt"/>
                <a:cs typeface="Calibri Light" panose="020F0302020204030204" pitchFamily="34" charset="0"/>
              </a:defRPr>
            </a:lvl1pPr>
          </a:lstStyle>
          <a:p>
            <a:r>
              <a:rPr lang="en-US"/>
              <a:t>Section Header</a:t>
            </a:r>
          </a:p>
        </p:txBody>
      </p:sp>
      <p:sp>
        <p:nvSpPr>
          <p:cNvPr id="3" name="Text Placeholder 4">
            <a:extLst>
              <a:ext uri="{FF2B5EF4-FFF2-40B4-BE49-F238E27FC236}">
                <a16:creationId xmlns:a16="http://schemas.microsoft.com/office/drawing/2014/main" id="{B0EC5345-D2D0-6B03-7DDB-B62AB64329C8}"/>
              </a:ext>
            </a:extLst>
          </p:cNvPr>
          <p:cNvSpPr>
            <a:spLocks noGrp="1"/>
          </p:cNvSpPr>
          <p:nvPr>
            <p:ph type="body" sz="quarter" idx="10" hasCustomPrompt="1"/>
          </p:nvPr>
        </p:nvSpPr>
        <p:spPr>
          <a:xfrm>
            <a:off x="481265" y="1336040"/>
            <a:ext cx="498928" cy="321627"/>
          </a:xfrm>
          <a:prstGeom prst="rect">
            <a:avLst/>
          </a:prstGeom>
        </p:spPr>
        <p:txBody>
          <a:bodyPr wrap="square" anchor="t" anchorCtr="0">
            <a:spAutoFit/>
          </a:bodyPr>
          <a:lstStyle>
            <a:lvl1pPr algn="l">
              <a:defRPr sz="2000" b="1">
                <a:solidFill>
                  <a:schemeClr val="bg1"/>
                </a:solidFill>
              </a:defRPr>
            </a:lvl1pPr>
          </a:lstStyle>
          <a:p>
            <a:pPr lvl="0"/>
            <a:r>
              <a:rPr lang="en-US"/>
              <a:t>01</a:t>
            </a:r>
          </a:p>
        </p:txBody>
      </p:sp>
      <p:sp>
        <p:nvSpPr>
          <p:cNvPr id="4" name="Text Placeholder 4">
            <a:extLst>
              <a:ext uri="{FF2B5EF4-FFF2-40B4-BE49-F238E27FC236}">
                <a16:creationId xmlns:a16="http://schemas.microsoft.com/office/drawing/2014/main" id="{CB32F50E-D900-4FFA-87A8-502151FBE20C}"/>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5" name="Graphic 4">
            <a:extLst>
              <a:ext uri="{FF2B5EF4-FFF2-40B4-BE49-F238E27FC236}">
                <a16:creationId xmlns:a16="http://schemas.microsoft.com/office/drawing/2014/main" id="{7BA73176-A11D-D62A-EC12-39C3DF983B1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DDED43E1-5036-AF03-3AFC-AC404D716E4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7" name="Text Placeholder 3">
            <a:extLst>
              <a:ext uri="{FF2B5EF4-FFF2-40B4-BE49-F238E27FC236}">
                <a16:creationId xmlns:a16="http://schemas.microsoft.com/office/drawing/2014/main" id="{B4AFFE7B-BAB3-2BE6-68C7-82413494811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736114600"/>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Section_Header_Custiom_2">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5BDBBF2-452B-8A53-D3BC-946EEC403099}"/>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dirty="0">
                <a:solidFill>
                  <a:schemeClr val="bg1"/>
                </a:solidFill>
                <a:latin typeface="+mj-lt"/>
                <a:cs typeface="Calibri Light" panose="020F0302020204030204" pitchFamily="34" charset="0"/>
              </a:defRPr>
            </a:lvl1pPr>
          </a:lstStyle>
          <a:p>
            <a:pPr lvl="0"/>
            <a:r>
              <a:rPr lang="en-US"/>
              <a:t>Section Header</a:t>
            </a:r>
          </a:p>
        </p:txBody>
      </p:sp>
      <p:sp>
        <p:nvSpPr>
          <p:cNvPr id="9" name="Text Placeholder 4">
            <a:extLst>
              <a:ext uri="{FF2B5EF4-FFF2-40B4-BE49-F238E27FC236}">
                <a16:creationId xmlns:a16="http://schemas.microsoft.com/office/drawing/2014/main" id="{2CA620CE-1B8B-D388-B43E-902BAFDB8F31}"/>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10" name="Text Placeholder 4">
            <a:extLst>
              <a:ext uri="{FF2B5EF4-FFF2-40B4-BE49-F238E27FC236}">
                <a16:creationId xmlns:a16="http://schemas.microsoft.com/office/drawing/2014/main" id="{9B21D373-42F2-86AB-3F79-81C1BE348209}"/>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8720EBE-A59D-52D5-044F-DF5C07F83D7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3F31129-9154-6101-E99F-40D9C428A70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BF7BD8E2-6131-A98D-36C8-080B716E4D6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207312826"/>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Section_Header_Custiom_3">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8BEA6F8A-F8D2-0E03-127C-C4C39351EE62}"/>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F86F72EA-0ABE-9A8E-4E77-930AA5496A56}"/>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7" name="Text Placeholder 4">
            <a:extLst>
              <a:ext uri="{FF2B5EF4-FFF2-40B4-BE49-F238E27FC236}">
                <a16:creationId xmlns:a16="http://schemas.microsoft.com/office/drawing/2014/main" id="{A5E6E347-3D84-596D-2504-6BB7F3483113}"/>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5684E56-61FE-0760-81FB-D738FF31CE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4AFDEA9-4B5D-18D7-3B7C-ADC156E9EFC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1C818241-0582-A630-8CB0-7598682D85EA}"/>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32032259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Section_Header_Custiom_4">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8956E04-CBD7-E482-8975-949516BE35C7}"/>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4DF04DE8-18FA-CC1C-A2E5-416F24CA0863}"/>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7" name="Text Placeholder 4">
            <a:extLst>
              <a:ext uri="{FF2B5EF4-FFF2-40B4-BE49-F238E27FC236}">
                <a16:creationId xmlns:a16="http://schemas.microsoft.com/office/drawing/2014/main" id="{6BD1EAAB-FF14-59B6-EB7C-E327DBE47644}"/>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53ED1D57-42C1-01EC-FDEC-8930A13F028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FA158379-42B6-CCBC-ACEF-3055CDBB2D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48C1715E-3786-F104-88AB-8B85E2F6D91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4383703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Disclaimer">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CBC286D-0325-2652-6DE3-BC17B7921CDE}"/>
              </a:ext>
            </a:extLst>
          </p:cNvPr>
          <p:cNvSpPr txBox="1">
            <a:spLocks/>
          </p:cNvSpPr>
          <p:nvPr userDrawn="1"/>
        </p:nvSpPr>
        <p:spPr>
          <a:xfrm>
            <a:off x="481264" y="1667844"/>
            <a:ext cx="4403565" cy="1015663"/>
          </a:xfrm>
          <a:prstGeom prst="rect">
            <a:avLst/>
          </a:prstGeom>
        </p:spPr>
        <p:txBody>
          <a:bodyPr vert="horz" wrap="square" lIns="0" tIns="0" rIns="0" bIns="0" rtlCol="0" anchor="t">
            <a:spAutoFit/>
          </a:bodyPr>
          <a:lstStyle>
            <a:lvl1pPr>
              <a:lnSpc>
                <a:spcPct val="100000"/>
              </a:lnSpc>
              <a:spcBef>
                <a:spcPct val="0"/>
              </a:spcBef>
              <a:buNone/>
              <a:defRPr lang="en-US" sz="6000" b="1" i="0" dirty="0">
                <a:solidFill>
                  <a:schemeClr val="bg1"/>
                </a:solidFill>
                <a:latin typeface="+mj-lt"/>
                <a:ea typeface="Calibri" panose="020F0502020204030204" pitchFamily="34" charset="0"/>
                <a:cs typeface="Calibri Light" panose="020F0302020204030204" pitchFamily="34" charset="0"/>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6000" b="1" i="0" u="none" strike="noStrike" kern="1200" cap="none" spc="0" normalizeH="0" baseline="0" noProof="0">
                <a:ln>
                  <a:noFill/>
                </a:ln>
                <a:solidFill>
                  <a:srgbClr val="FFFFFF"/>
                </a:solidFill>
                <a:effectLst/>
                <a:uLnTx/>
                <a:uFillTx/>
                <a:latin typeface="Calibri Bold"/>
                <a:cs typeface="Calibri Light" panose="020F0302020204030204" pitchFamily="34" charset="0"/>
              </a:rPr>
              <a:t>Disclaimer</a:t>
            </a:r>
          </a:p>
        </p:txBody>
      </p:sp>
      <p:sp>
        <p:nvSpPr>
          <p:cNvPr id="6" name="Rectangle 5">
            <a:extLst>
              <a:ext uri="{FF2B5EF4-FFF2-40B4-BE49-F238E27FC236}">
                <a16:creationId xmlns:a16="http://schemas.microsoft.com/office/drawing/2014/main" id="{EDA858F5-1B5C-FD7A-432D-19F62375A90D}"/>
              </a:ext>
            </a:extLst>
          </p:cNvPr>
          <p:cNvSpPr/>
          <p:nvPr userDrawn="1"/>
        </p:nvSpPr>
        <p:spPr>
          <a:xfrm>
            <a:off x="481264" y="4759456"/>
            <a:ext cx="4267462" cy="986010"/>
          </a:xfrm>
          <a:prstGeom prst="rect">
            <a:avLst/>
          </a:prstGeom>
          <a:noFill/>
          <a:ln>
            <a:noFill/>
          </a:ln>
          <a:extLst>
            <a:ext uri="{909E8E84-426E-40DD-AFC4-6F175D3DCCD1}">
              <a14:hiddenFill xmlns:a14="http://schemas.microsoft.com/office/drawing/2010/main">
                <a:solidFill>
                  <a:schemeClr val="bg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l" defTabSz="914354" rtl="0" eaLnBrk="1" fontAlgn="auto" latinLnBrk="0" hangingPunct="1">
              <a:lnSpc>
                <a:spcPct val="100000"/>
              </a:lnSpc>
              <a:spcBef>
                <a:spcPts val="0"/>
              </a:spcBef>
              <a:spcAft>
                <a:spcPts val="600"/>
              </a:spcAft>
              <a:buClrTx/>
              <a:buSzTx/>
              <a:buFontTx/>
              <a:buNone/>
              <a:tabLst/>
              <a:defRPr/>
            </a:pPr>
            <a:r>
              <a:rPr kumimoji="0" lang="en-US" sz="1200" b="1" i="0" u="none" strike="noStrike" kern="1200" cap="none" spc="0" normalizeH="0" baseline="0" noProof="0">
                <a:ln>
                  <a:noFill/>
                </a:ln>
                <a:solidFill>
                  <a:srgbClr val="418DFF"/>
                </a:solidFill>
                <a:effectLst/>
                <a:uLnTx/>
                <a:uFillTx/>
                <a:latin typeface="Calibri"/>
                <a:ea typeface="+mn-ea"/>
                <a:cs typeface="+mn-cs"/>
              </a:rPr>
              <a:t>This presentation was downloaded from Presales Stories. </a:t>
            </a:r>
          </a:p>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418DFF"/>
                </a:solidFill>
                <a:effectLst/>
                <a:uLnTx/>
                <a:uFillTx/>
                <a:latin typeface="Calibri"/>
                <a:ea typeface="+mn-ea"/>
                <a:cs typeface="+mn-cs"/>
              </a:rPr>
              <a:t>Discover more content about EPAM’s Capabilities at </a:t>
            </a:r>
            <a:br>
              <a:rPr kumimoji="0" lang="en-US" sz="1200" b="1" i="0" u="none" strike="noStrike" kern="1200" cap="none" spc="0" normalizeH="0" baseline="0" noProof="0">
                <a:ln>
                  <a:noFill/>
                </a:ln>
                <a:solidFill>
                  <a:srgbClr val="418DFF"/>
                </a:solidFill>
                <a:effectLst/>
                <a:uLnTx/>
                <a:uFillTx/>
                <a:latin typeface="Calibri"/>
                <a:ea typeface="+mn-ea"/>
                <a:cs typeface="+mn-cs"/>
              </a:rPr>
            </a:br>
            <a:r>
              <a:rPr kumimoji="0" lang="en-US" sz="1200" b="1" i="0" u="sng" strike="noStrike" kern="1200" cap="none" spc="0" normalizeH="0" baseline="0" noProof="0">
                <a:ln>
                  <a:noFill/>
                </a:ln>
                <a:solidFill>
                  <a:srgbClr val="418DFF"/>
                </a:solidFill>
                <a:effectLst/>
                <a:uLnTx/>
                <a:uFillTx/>
                <a:latin typeface="Calibri"/>
                <a:ea typeface="+mn-ea"/>
                <a:cs typeface="+mn-cs"/>
                <a:hlinkClick r:id="rId3">
                  <a:extLst>
                    <a:ext uri="{A12FA001-AC4F-418D-AE19-62706E023703}">
                      <ahyp:hlinkClr xmlns:ahyp="http://schemas.microsoft.com/office/drawing/2018/hyperlinkcolor" val="tx"/>
                    </a:ext>
                  </a:extLst>
                </a:hlinkClick>
              </a:rPr>
              <a:t>https://epa.ms/stories</a:t>
            </a:r>
            <a:endParaRPr kumimoji="0" lang="en-US" sz="1200" b="1" i="0" u="none" strike="noStrike" kern="1200" cap="none" spc="0" normalizeH="0" baseline="0" noProof="0">
              <a:ln>
                <a:noFill/>
              </a:ln>
              <a:solidFill>
                <a:srgbClr val="418DFF"/>
              </a:solidFill>
              <a:effectLst/>
              <a:uLnTx/>
              <a:uFillTx/>
              <a:latin typeface="Calibri"/>
              <a:ea typeface="+mn-ea"/>
              <a:cs typeface="+mn-cs"/>
            </a:endParaRPr>
          </a:p>
        </p:txBody>
      </p:sp>
      <p:sp>
        <p:nvSpPr>
          <p:cNvPr id="7" name="Title 4">
            <a:extLst>
              <a:ext uri="{FF2B5EF4-FFF2-40B4-BE49-F238E27FC236}">
                <a16:creationId xmlns:a16="http://schemas.microsoft.com/office/drawing/2014/main" id="{5C60129C-ED73-46C0-0FB7-BB32CA2BD978}"/>
              </a:ext>
            </a:extLst>
          </p:cNvPr>
          <p:cNvSpPr txBox="1">
            <a:spLocks/>
          </p:cNvSpPr>
          <p:nvPr userDrawn="1"/>
        </p:nvSpPr>
        <p:spPr>
          <a:xfrm>
            <a:off x="481264" y="2919114"/>
            <a:ext cx="6388966" cy="1604735"/>
          </a:xfrm>
          <a:prstGeom prst="rect">
            <a:avLst/>
          </a:prstGeom>
        </p:spPr>
        <p:txBody>
          <a:bodyPr wrap="square" lIns="0" tIns="0" rIns="0" bIns="0">
            <a:spAutoFit/>
          </a:bodyPr>
          <a:lstStyle>
            <a:lvl1pPr algn="l" defTabSz="914400" rtl="0" eaLnBrk="1" latinLnBrk="0" hangingPunct="1">
              <a:lnSpc>
                <a:spcPct val="100000"/>
              </a:lnSpc>
              <a:spcBef>
                <a:spcPct val="0"/>
              </a:spcBef>
              <a:buNone/>
              <a:defRPr sz="2200" b="1" i="0" kern="1200">
                <a:solidFill>
                  <a:schemeClr val="tx1"/>
                </a:solidFill>
                <a:latin typeface="+mj-lt"/>
                <a:ea typeface="Calibri" panose="020F0502020204030204" pitchFamily="34" charset="0"/>
                <a:cs typeface="Calibri" panose="020F0502020204030204" pitchFamily="34" charset="0"/>
              </a:defRPr>
            </a:lvl1pPr>
          </a:lstStyle>
          <a:p>
            <a:pPr marL="0" marR="0" lvl="0" indent="0" algn="l" defTabSz="914400" rtl="0" eaLnBrk="1" fontAlgn="auto" latinLnBrk="0" hangingPunct="1">
              <a:lnSpc>
                <a:spcPct val="150000"/>
              </a:lnSpc>
              <a:spcBef>
                <a:spcPct val="0"/>
              </a:spcBef>
              <a:spcAft>
                <a:spcPts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All provided material can only be used under NDA</a:t>
            </a:r>
            <a:b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b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Slides can contain confidential notes</a:t>
            </a:r>
            <a:b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b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Convert to PDF before sharing</a:t>
            </a:r>
          </a:p>
        </p:txBody>
      </p:sp>
      <p:pic>
        <p:nvPicPr>
          <p:cNvPr id="8" name="Picture 7">
            <a:extLst>
              <a:ext uri="{FF2B5EF4-FFF2-40B4-BE49-F238E27FC236}">
                <a16:creationId xmlns:a16="http://schemas.microsoft.com/office/drawing/2014/main" id="{EF3464A0-B9BD-B9A5-38BA-45F5800B2DA9}"/>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481264" y="872962"/>
            <a:ext cx="668294" cy="622205"/>
          </a:xfrm>
          <a:prstGeom prst="rect">
            <a:avLst/>
          </a:prstGeom>
        </p:spPr>
      </p:pic>
      <p:pic>
        <p:nvPicPr>
          <p:cNvPr id="2" name="Graphic 1">
            <a:extLst>
              <a:ext uri="{FF2B5EF4-FFF2-40B4-BE49-F238E27FC236}">
                <a16:creationId xmlns:a16="http://schemas.microsoft.com/office/drawing/2014/main" id="{C9E71BD3-C16B-E833-87BA-15C30377643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D42082F-236C-033C-4BB1-ED91055E10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43DDC278-1F97-461F-020F-97C4F17BCD4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4268968994"/>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Divider-Light">
    <p:spTree>
      <p:nvGrpSpPr>
        <p:cNvPr id="1" name=""/>
        <p:cNvGrpSpPr/>
        <p:nvPr/>
      </p:nvGrpSpPr>
      <p:grpSpPr>
        <a:xfrm>
          <a:off x="0" y="0"/>
          <a:ext cx="0" cy="0"/>
          <a:chOff x="0" y="0"/>
          <a:chExt cx="0" cy="0"/>
        </a:xfrm>
      </p:grpSpPr>
      <p:pic>
        <p:nvPicPr>
          <p:cNvPr id="4" name="Picture 3" descr="Background pattern  Description automatically generated with medium confidence">
            <a:extLst>
              <a:ext uri="{FF2B5EF4-FFF2-40B4-BE49-F238E27FC236}">
                <a16:creationId xmlns:a16="http://schemas.microsoft.com/office/drawing/2014/main" id="{93E89BDD-DFE0-2F52-8234-B4BA719C24D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45299"/>
          </a:xfrm>
          <a:prstGeom prst="rect">
            <a:avLst/>
          </a:prstGeom>
        </p:spPr>
      </p:pic>
      <p:pic>
        <p:nvPicPr>
          <p:cNvPr id="5" name="Graphic 4">
            <a:extLst>
              <a:ext uri="{FF2B5EF4-FFF2-40B4-BE49-F238E27FC236}">
                <a16:creationId xmlns:a16="http://schemas.microsoft.com/office/drawing/2014/main" id="{BAB1331E-AD8D-C6DD-2EB9-162F1E8744C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38E73F41-F196-FE58-99BD-8AFA2B90986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8" name="Text Placeholder 3">
            <a:extLst>
              <a:ext uri="{FF2B5EF4-FFF2-40B4-BE49-F238E27FC236}">
                <a16:creationId xmlns:a16="http://schemas.microsoft.com/office/drawing/2014/main" id="{ECA775BE-E377-94D3-AEB3-0F6AC5EABBE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2" name="Text Placeholder 7">
            <a:extLst>
              <a:ext uri="{FF2B5EF4-FFF2-40B4-BE49-F238E27FC236}">
                <a16:creationId xmlns:a16="http://schemas.microsoft.com/office/drawing/2014/main" id="{51296AC5-6772-5447-9F7F-930222E7DD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3" name="Title 8">
            <a:extLst>
              <a:ext uri="{FF2B5EF4-FFF2-40B4-BE49-F238E27FC236}">
                <a16:creationId xmlns:a16="http://schemas.microsoft.com/office/drawing/2014/main" id="{522FF93D-C8A6-33EF-5BC7-877E52BEE05B}"/>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7" name="Text Placeholder 4">
            <a:extLst>
              <a:ext uri="{FF2B5EF4-FFF2-40B4-BE49-F238E27FC236}">
                <a16:creationId xmlns:a16="http://schemas.microsoft.com/office/drawing/2014/main" id="{FA81627C-09AF-5EC8-CA35-DF312ECADD9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222512767"/>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Divider-Light-2">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8E60C0F2-79B7-EE1B-6041-90317B3CB1E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5199D6FE-5F94-4710-8291-B3438158799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13F08F0-0194-EA75-42BA-A0773D6D3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5EBCD999-82B2-EE7A-6B7F-62E9DF0FC3BB}"/>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5" name="Text Placeholder 7">
            <a:extLst>
              <a:ext uri="{FF2B5EF4-FFF2-40B4-BE49-F238E27FC236}">
                <a16:creationId xmlns:a16="http://schemas.microsoft.com/office/drawing/2014/main" id="{F60BC1F9-F5BB-BACB-98D9-6B1EA76689A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21A2213A-A5D0-F62A-BDB3-8BB538A659C6}"/>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500BD8D1-BEE3-CC7B-18BC-B2C6739412DA}"/>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650290873"/>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preserve="1" userDrawn="1">
  <p:cSld name="Divider-Light-3">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47254E77-EA64-0D5B-1B56-09AF228EFA4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41AD50E6-D58E-3D8C-41A0-48F21CC758C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BEC493A-D2B3-E243-2D3B-B6C3183A317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0AF48D13-7FE0-0CB2-89F9-E7AA85593DB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5" name="Text Placeholder 7">
            <a:extLst>
              <a:ext uri="{FF2B5EF4-FFF2-40B4-BE49-F238E27FC236}">
                <a16:creationId xmlns:a16="http://schemas.microsoft.com/office/drawing/2014/main" id="{7D221B2F-F01A-3D8B-58F3-2E0CD57769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7" name="Title 8">
            <a:extLst>
              <a:ext uri="{FF2B5EF4-FFF2-40B4-BE49-F238E27FC236}">
                <a16:creationId xmlns:a16="http://schemas.microsoft.com/office/drawing/2014/main" id="{5E154CAE-C4D8-C2A0-6BE8-461C3B8FA5B3}"/>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8" name="Text Placeholder 4">
            <a:extLst>
              <a:ext uri="{FF2B5EF4-FFF2-40B4-BE49-F238E27FC236}">
                <a16:creationId xmlns:a16="http://schemas.microsoft.com/office/drawing/2014/main" id="{702DE92A-A744-9D66-5950-661ECF019C8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1692201138"/>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Divider-Light-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5381F3-7ADD-A798-2917-70C400E5FC0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704668" y="2820541"/>
            <a:ext cx="4487332" cy="4037459"/>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9" name="Text Placeholder 7">
            <a:extLst>
              <a:ext uri="{FF2B5EF4-FFF2-40B4-BE49-F238E27FC236}">
                <a16:creationId xmlns:a16="http://schemas.microsoft.com/office/drawing/2014/main" id="{5747460E-84D6-E4C7-66CE-0A88D0D3B7E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4C926E2E-67D5-D03F-CAF1-D936DD3C015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470B9D3F-8FFD-EE49-3B30-05286E2EBB66}"/>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4033234568"/>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Divider-Light-5">
    <p:spTree>
      <p:nvGrpSpPr>
        <p:cNvPr id="1" name=""/>
        <p:cNvGrpSpPr/>
        <p:nvPr/>
      </p:nvGrpSpPr>
      <p:grpSpPr>
        <a:xfrm>
          <a:off x="0" y="0"/>
          <a:ext cx="0" cy="0"/>
          <a:chOff x="0" y="0"/>
          <a:chExt cx="0" cy="0"/>
        </a:xfrm>
      </p:grpSpPr>
      <p:pic>
        <p:nvPicPr>
          <p:cNvPr id="7" name="Picture 6" descr="Background pattern  Description automatically generated">
            <a:extLst>
              <a:ext uri="{FF2B5EF4-FFF2-40B4-BE49-F238E27FC236}">
                <a16:creationId xmlns:a16="http://schemas.microsoft.com/office/drawing/2014/main" id="{35273E55-8F47-AC18-08B7-C31C53E2A27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9" name="Text Placeholder 7">
            <a:extLst>
              <a:ext uri="{FF2B5EF4-FFF2-40B4-BE49-F238E27FC236}">
                <a16:creationId xmlns:a16="http://schemas.microsoft.com/office/drawing/2014/main" id="{CBBCDB36-A5F4-DF81-FE84-1CBB0550822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36520FD8-AF16-A7D1-FBFD-C07B1B5276A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BEA145C4-F1AE-010B-FC94-C27466A668E5}"/>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2101120849"/>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1896"/>
            <a:ext cx="11274552" cy="457200"/>
          </a:xfrm>
        </p:spPr>
        <p:txBody>
          <a:bodyPr/>
          <a:lstStyle>
            <a:lvl1pPr>
              <a:defRPr b="1">
                <a:latin typeface="+mn-lt"/>
              </a:defRPr>
            </a:lvl1pPr>
          </a:lstStyle>
          <a:p>
            <a:r>
              <a:rPr lang="en-US"/>
              <a:t>Click to edit Master title style</a:t>
            </a:r>
          </a:p>
        </p:txBody>
      </p:sp>
    </p:spTree>
    <p:extLst>
      <p:ext uri="{BB962C8B-B14F-4D97-AF65-F5344CB8AC3E}">
        <p14:creationId xmlns:p14="http://schemas.microsoft.com/office/powerpoint/2010/main" val="31037432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Title+UpSub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3900"/>
            <a:ext cx="11274552" cy="4572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97884110"/>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6" name="Text Placeholder 8">
            <a:extLst>
              <a:ext uri="{FF2B5EF4-FFF2-40B4-BE49-F238E27FC236}">
                <a16:creationId xmlns:a16="http://schemas.microsoft.com/office/drawing/2014/main" id="{E4F57360-96E0-124A-8B27-F0C4589ED94D}"/>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ts val="0"/>
              </a:spcBef>
              <a:buNone/>
              <a:defRPr sz="1600" b="1" i="0">
                <a:solidFill>
                  <a:schemeClr val="tx1"/>
                </a:solidFill>
              </a:defRPr>
            </a:lvl1pPr>
          </a:lstStyle>
          <a:p>
            <a:pPr lvl="0"/>
            <a:r>
              <a:rPr lang="en-US"/>
              <a:t>Edit Master text styles</a:t>
            </a:r>
          </a:p>
        </p:txBody>
      </p:sp>
      <p:sp>
        <p:nvSpPr>
          <p:cNvPr id="2" name="Title 1">
            <a:extLst>
              <a:ext uri="{FF2B5EF4-FFF2-40B4-BE49-F238E27FC236}">
                <a16:creationId xmlns:a16="http://schemas.microsoft.com/office/drawing/2014/main" id="{51B4284D-C7B7-AF33-505C-3BCE705434E9}"/>
              </a:ext>
            </a:extLst>
          </p:cNvPr>
          <p:cNvSpPr>
            <a:spLocks noGrp="1"/>
          </p:cNvSpPr>
          <p:nvPr>
            <p:ph type="title"/>
          </p:nvPr>
        </p:nvSpPr>
        <p:spPr>
          <a:xfrm>
            <a:off x="457200" y="723900"/>
            <a:ext cx="11274552" cy="457200"/>
          </a:xfrm>
        </p:spPr>
        <p:txBody>
          <a:bodyPr/>
          <a:lstStyle>
            <a:lvl1pPr>
              <a:defRPr b="1">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8CBF3641-43B5-6FAC-E7AA-3C2E1B68684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02969503"/>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1769223"/>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534525221"/>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Title-Sub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7" name="Text Placeholder 8">
            <a:extLst>
              <a:ext uri="{FF2B5EF4-FFF2-40B4-BE49-F238E27FC236}">
                <a16:creationId xmlns:a16="http://schemas.microsoft.com/office/drawing/2014/main" id="{AA4049EA-1C80-CEF2-C39E-9249C1D295FE}"/>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ts val="0"/>
              </a:spcBef>
              <a:buNone/>
              <a:defRPr sz="1600" b="1" i="0">
                <a:solidFill>
                  <a:schemeClr val="bg1"/>
                </a:solidFill>
              </a:defRPr>
            </a:lvl1pPr>
          </a:lstStyle>
          <a:p>
            <a:pPr lvl="0"/>
            <a:r>
              <a:rPr lang="en-US"/>
              <a:t>Edit Master text styles</a:t>
            </a:r>
          </a:p>
        </p:txBody>
      </p:sp>
    </p:spTree>
    <p:extLst>
      <p:ext uri="{BB962C8B-B14F-4D97-AF65-F5344CB8AC3E}">
        <p14:creationId xmlns:p14="http://schemas.microsoft.com/office/powerpoint/2010/main" val="7642970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6022081"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pic>
        <p:nvPicPr>
          <p:cNvPr id="2" name="Graphic 1">
            <a:extLst>
              <a:ext uri="{FF2B5EF4-FFF2-40B4-BE49-F238E27FC236}">
                <a16:creationId xmlns:a16="http://schemas.microsoft.com/office/drawing/2014/main" id="{9D2FFF58-70EB-C86F-9E59-1581F18B872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bg1"/>
                </a:solidFill>
                <a:latin typeface="+mn-lt"/>
              </a:defRPr>
            </a:lvl1pPr>
          </a:lstStyle>
          <a:p>
            <a:r>
              <a:rPr lang="en-US"/>
              <a:t>Click to edit Master title style</a:t>
            </a:r>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924932763"/>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Arrow-Two">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7891C23-3EE8-0CED-28FE-170D18A2D615}"/>
              </a:ext>
            </a:extLst>
          </p:cNvPr>
          <p:cNvGrpSpPr/>
          <p:nvPr userDrawn="1"/>
        </p:nvGrpSpPr>
        <p:grpSpPr>
          <a:xfrm>
            <a:off x="3909694" y="-2"/>
            <a:ext cx="4653972" cy="6858002"/>
            <a:chOff x="3300840" y="-2"/>
            <a:chExt cx="4653972" cy="6858002"/>
          </a:xfrm>
          <a:solidFill>
            <a:schemeClr val="bg1">
              <a:lumMod val="95000"/>
            </a:schemeClr>
          </a:solidFill>
        </p:grpSpPr>
        <p:sp>
          <p:nvSpPr>
            <p:cNvPr id="10" name="Rectangle 9">
              <a:extLst>
                <a:ext uri="{FF2B5EF4-FFF2-40B4-BE49-F238E27FC236}">
                  <a16:creationId xmlns:a16="http://schemas.microsoft.com/office/drawing/2014/main" id="{3E4E5E53-9F1A-D61C-9EEB-E1510482E5BF}"/>
                </a:ext>
              </a:extLst>
            </p:cNvPr>
            <p:cNvSpPr/>
            <p:nvPr userDrawn="1"/>
          </p:nvSpPr>
          <p:spPr bwMode="auto">
            <a:xfrm>
              <a:off x="3300840" y="0"/>
              <a:ext cx="4110732" cy="6858000"/>
            </a:xfrm>
            <a:prstGeom prst="rect">
              <a:avLst/>
            </a:prstGeom>
            <a:grp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3" name="Isosceles Triangle 13">
              <a:extLst>
                <a:ext uri="{FF2B5EF4-FFF2-40B4-BE49-F238E27FC236}">
                  <a16:creationId xmlns:a16="http://schemas.microsoft.com/office/drawing/2014/main" id="{DF41968F-990C-67B1-0475-04E0249E281A}"/>
                </a:ext>
              </a:extLst>
            </p:cNvPr>
            <p:cNvSpPr/>
            <p:nvPr userDrawn="1"/>
          </p:nvSpPr>
          <p:spPr>
            <a:xfrm rot="5400000" flipH="1">
              <a:off x="4249415" y="3152602"/>
              <a:ext cx="6858002" cy="55279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grpSp>
      <p:sp>
        <p:nvSpPr>
          <p:cNvPr id="5" name="Rectangle 4">
            <a:extLst>
              <a:ext uri="{FF2B5EF4-FFF2-40B4-BE49-F238E27FC236}">
                <a16:creationId xmlns:a16="http://schemas.microsoft.com/office/drawing/2014/main" id="{B17DFB89-A9BD-47AC-B57A-7869039229B5}"/>
              </a:ext>
            </a:extLst>
          </p:cNvPr>
          <p:cNvSpPr/>
          <p:nvPr userDrawn="1"/>
        </p:nvSpPr>
        <p:spPr bwMode="auto">
          <a:xfrm>
            <a:off x="-1" y="0"/>
            <a:ext cx="4076701"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936060"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 name="Title 1">
            <a:extLst>
              <a:ext uri="{FF2B5EF4-FFF2-40B4-BE49-F238E27FC236}">
                <a16:creationId xmlns:a16="http://schemas.microsoft.com/office/drawing/2014/main" id="{180E4AD9-5B60-F04F-FEE1-80647A0EADEE}"/>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189EAA6-8653-D9C5-4653-C4B7BB2BB32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401938330"/>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318471840"/>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Case Study-1/6-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0FD50C-06F7-21CC-1F6A-D75586A5063A}"/>
              </a:ext>
            </a:extLst>
          </p:cNvPr>
          <p:cNvSpPr/>
          <p:nvPr userDrawn="1"/>
        </p:nvSpPr>
        <p:spPr bwMode="auto">
          <a:xfrm>
            <a:off x="5166"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56866651-9DE6-3C00-E38E-CCE80D60499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62367" y="6438901"/>
            <a:ext cx="540540" cy="190499"/>
          </a:xfrm>
          <a:prstGeom prst="rect">
            <a:avLst/>
          </a:prstGeom>
        </p:spPr>
      </p:pic>
      <p:sp>
        <p:nvSpPr>
          <p:cNvPr id="9" name="TextBox 8">
            <a:extLst>
              <a:ext uri="{FF2B5EF4-FFF2-40B4-BE49-F238E27FC236}">
                <a16:creationId xmlns:a16="http://schemas.microsoft.com/office/drawing/2014/main" id="{70991B0C-C540-A449-1C7D-F3AE627558A1}"/>
              </a:ext>
            </a:extLst>
          </p:cNvPr>
          <p:cNvSpPr txBox="1"/>
          <p:nvPr userDrawn="1"/>
        </p:nvSpPr>
        <p:spPr>
          <a:xfrm>
            <a:off x="10054041"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19382AE5-9D01-6839-5979-7A3921E0574F}"/>
              </a:ext>
            </a:extLst>
          </p:cNvPr>
          <p:cNvSpPr txBox="1">
            <a:spLocks/>
          </p:cNvSpPr>
          <p:nvPr userDrawn="1"/>
        </p:nvSpPr>
        <p:spPr>
          <a:xfrm>
            <a:off x="11503260"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374784563"/>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182739138"/>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Case Study-1/3-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F441E88-7FE8-D22E-100F-B090659320A1}"/>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BFA5AB7F-48A8-2636-3278-4702BB8C575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9" name="TextBox 8">
            <a:extLst>
              <a:ext uri="{FF2B5EF4-FFF2-40B4-BE49-F238E27FC236}">
                <a16:creationId xmlns:a16="http://schemas.microsoft.com/office/drawing/2014/main" id="{F1B4A2EA-2922-26E5-D797-A05E70DB9B02}"/>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9C8D5290-AB1A-98C0-647E-05F429722DE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3598037"/>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3291840" cy="246221"/>
          </a:xfrm>
          <a:prstGeom prst="rect">
            <a:avLst/>
          </a:prstGeom>
          <a:noFill/>
        </p:spPr>
        <p:txBody>
          <a:bodyPr vert="horz" wrap="none" lIns="0" tIns="0" rIns="0" bIns="0" rtlCol="0" anchor="ctr">
            <a:spAutoFit/>
          </a:bodyPr>
          <a:lstStyle>
            <a:lvl1pPr>
              <a:defRPr lang="en-US" sz="1600" b="1" cap="none" spc="10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3291840" cy="246221"/>
          </a:xfrm>
          <a:prstGeom prst="rect">
            <a:avLst/>
          </a:prstGeom>
          <a:noFill/>
        </p:spPr>
        <p:txBody>
          <a:bodyPr vert="horz" wrap="none" lIns="0" tIns="0" rIns="0" bIns="0" rtlCol="0" anchor="ctr">
            <a:spAutoFit/>
          </a:bodyPr>
          <a:lstStyle>
            <a:lvl1pPr>
              <a:defRPr lang="en-US" sz="1600" b="1" cap="none" spc="10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572188152"/>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Case Study-1/2-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E6C5343-68AD-9879-2727-7ECBCB6A1B23}"/>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BEF0FAA-381C-3A89-42AF-830EF59119A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56236"/>
            <a:ext cx="540540" cy="190499"/>
          </a:xfrm>
          <a:prstGeom prst="rect">
            <a:avLst/>
          </a:prstGeom>
        </p:spPr>
      </p:pic>
      <p:sp>
        <p:nvSpPr>
          <p:cNvPr id="11" name="TextBox 10">
            <a:extLst>
              <a:ext uri="{FF2B5EF4-FFF2-40B4-BE49-F238E27FC236}">
                <a16:creationId xmlns:a16="http://schemas.microsoft.com/office/drawing/2014/main" id="{8B24921F-F7DB-7A40-465F-85F610FC20C6}"/>
              </a:ext>
            </a:extLst>
          </p:cNvPr>
          <p:cNvSpPr txBox="1"/>
          <p:nvPr userDrawn="1"/>
        </p:nvSpPr>
        <p:spPr>
          <a:xfrm>
            <a:off x="10048875" y="6423925"/>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2" name="Text Placeholder 3">
            <a:extLst>
              <a:ext uri="{FF2B5EF4-FFF2-40B4-BE49-F238E27FC236}">
                <a16:creationId xmlns:a16="http://schemas.microsoft.com/office/drawing/2014/main" id="{64F018D9-6B5F-8BCB-BD75-7816BF58C56F}"/>
              </a:ext>
            </a:extLst>
          </p:cNvPr>
          <p:cNvSpPr txBox="1">
            <a:spLocks/>
          </p:cNvSpPr>
          <p:nvPr userDrawn="1"/>
        </p:nvSpPr>
        <p:spPr>
          <a:xfrm>
            <a:off x="11498094" y="6423926"/>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96924457"/>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Case Study-1/2 Pictur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p:spPr>
        <p:txBody>
          <a:bodyPr/>
          <a:lstStyle/>
          <a:p>
            <a:endParaRPr lang="en-US"/>
          </a:p>
        </p:txBody>
      </p:sp>
      <p:sp>
        <p:nvSpPr>
          <p:cNvPr id="2" name="Title 1">
            <a:extLst>
              <a:ext uri="{FF2B5EF4-FFF2-40B4-BE49-F238E27FC236}">
                <a16:creationId xmlns:a16="http://schemas.microsoft.com/office/drawing/2014/main" id="{E740C5E2-D359-5FED-B284-19CF47A418DC}"/>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A60CDFE-3A94-5F3A-0523-ABA56078007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E7052EF-2C83-09DE-9638-F3492217FF7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8" name="Text Placeholder 3">
            <a:extLst>
              <a:ext uri="{FF2B5EF4-FFF2-40B4-BE49-F238E27FC236}">
                <a16:creationId xmlns:a16="http://schemas.microsoft.com/office/drawing/2014/main" id="{997612B5-8615-3AC0-8239-012312B6FD9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944080907"/>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Case Study-1/2 Picture-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2960BA-AA0C-9715-43A2-22B9050A4780}"/>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9" name="Graphic 8">
            <a:extLst>
              <a:ext uri="{FF2B5EF4-FFF2-40B4-BE49-F238E27FC236}">
                <a16:creationId xmlns:a16="http://schemas.microsoft.com/office/drawing/2014/main" id="{81783F67-AD13-06FC-C79E-DE6FBF4D057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a:solidFill>
            <a:schemeClr val="tx1">
              <a:lumMod val="85000"/>
              <a:lumOff val="15000"/>
            </a:schemeClr>
          </a:solidFill>
        </p:spPr>
        <p:txBody>
          <a:bodyPr/>
          <a:lstStyle/>
          <a:p>
            <a:endParaRPr lang="en-US"/>
          </a:p>
        </p:txBody>
      </p:sp>
      <p:sp>
        <p:nvSpPr>
          <p:cNvPr id="2" name="Title 1">
            <a:extLst>
              <a:ext uri="{FF2B5EF4-FFF2-40B4-BE49-F238E27FC236}">
                <a16:creationId xmlns:a16="http://schemas.microsoft.com/office/drawing/2014/main" id="{B2F414E4-F961-7DD4-8CFB-7B93DD10B689}"/>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2BE525B-A1C0-1DD5-E075-79F96E71ED4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0" name="TextBox 9">
            <a:extLst>
              <a:ext uri="{FF2B5EF4-FFF2-40B4-BE49-F238E27FC236}">
                <a16:creationId xmlns:a16="http://schemas.microsoft.com/office/drawing/2014/main" id="{5067A229-8E7F-A1E8-7492-218AEFB06B0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1" name="Text Placeholder 3">
            <a:extLst>
              <a:ext uri="{FF2B5EF4-FFF2-40B4-BE49-F238E27FC236}">
                <a16:creationId xmlns:a16="http://schemas.microsoft.com/office/drawing/2014/main" id="{371751A4-BF09-09F2-77C6-42F2F2AEB24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129012256"/>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p:spPr>
        <p:txBody>
          <a:bodyPr/>
          <a:lstStyle/>
          <a:p>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031678274"/>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Case Study-2/3 Pictur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63925-928E-4FE1-B9E5-B83141A2C221}"/>
              </a:ext>
            </a:extLst>
          </p:cNvPr>
          <p:cNvSpPr/>
          <p:nvPr userDrawn="1"/>
        </p:nvSpPr>
        <p:spPr bwMode="auto">
          <a:xfrm>
            <a:off x="-1"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C169AD5E-5F94-E6C0-0DB3-77E8A5A0D3C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0" y="6438901"/>
            <a:ext cx="540540" cy="190499"/>
          </a:xfrm>
          <a:prstGeom prst="rect">
            <a:avLst/>
          </a:prstGeom>
        </p:spPr>
      </p:pic>
      <p:sp>
        <p:nvSpPr>
          <p:cNvPr id="8" name="TextBox 7">
            <a:extLst>
              <a:ext uri="{FF2B5EF4-FFF2-40B4-BE49-F238E27FC236}">
                <a16:creationId xmlns:a16="http://schemas.microsoft.com/office/drawing/2014/main" id="{D63DBF0C-CA25-003D-B5D8-6EE24C1F808C}"/>
              </a:ext>
            </a:extLst>
          </p:cNvPr>
          <p:cNvSpPr txBox="1"/>
          <p:nvPr userDrawn="1"/>
        </p:nvSpPr>
        <p:spPr>
          <a:xfrm>
            <a:off x="10048874"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697B36E0-E687-34C7-ACB3-F681FF77C582}"/>
              </a:ext>
            </a:extLst>
          </p:cNvPr>
          <p:cNvSpPr txBox="1">
            <a:spLocks/>
          </p:cNvSpPr>
          <p:nvPr userDrawn="1"/>
        </p:nvSpPr>
        <p:spPr>
          <a:xfrm>
            <a:off x="11498093"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a:solidFill>
            <a:schemeClr val="tx1">
              <a:lumMod val="85000"/>
              <a:lumOff val="15000"/>
            </a:schemeClr>
          </a:solidFill>
        </p:spPr>
        <p:txBody>
          <a:bodyPr/>
          <a:lstStyle/>
          <a:p>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bg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123899835"/>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Case Study-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15EB0785-A8B2-B844-97DC-362F6DEDBA7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634477942"/>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Case Study-MockUp-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D6310AE-15DA-337B-9B5E-33A904BF3549}"/>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4" name="Graphic 3">
            <a:extLst>
              <a:ext uri="{FF2B5EF4-FFF2-40B4-BE49-F238E27FC236}">
                <a16:creationId xmlns:a16="http://schemas.microsoft.com/office/drawing/2014/main" id="{C4F314DE-C7E3-7237-4318-0407E44F572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Box 4">
            <a:extLst>
              <a:ext uri="{FF2B5EF4-FFF2-40B4-BE49-F238E27FC236}">
                <a16:creationId xmlns:a16="http://schemas.microsoft.com/office/drawing/2014/main" id="{9A5B1A98-E850-C3DE-38BF-EFAE0A2DC98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6E6FC5F8-7CE5-D29D-2CCA-C5715CDD43B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870954117"/>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499885947"/>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Case Study-Mock Up Left-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69C4A8F-5B1E-7B0E-CAF7-B9F33D92C844}"/>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6" name="Graphic 5">
            <a:extLst>
              <a:ext uri="{FF2B5EF4-FFF2-40B4-BE49-F238E27FC236}">
                <a16:creationId xmlns:a16="http://schemas.microsoft.com/office/drawing/2014/main" id="{1D6F42AB-F517-759C-A3C4-63443ED771D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TextBox 6">
            <a:extLst>
              <a:ext uri="{FF2B5EF4-FFF2-40B4-BE49-F238E27FC236}">
                <a16:creationId xmlns:a16="http://schemas.microsoft.com/office/drawing/2014/main" id="{714E9D77-5CF8-5131-6018-48DF58117EC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9" name="Text Placeholder 3">
            <a:extLst>
              <a:ext uri="{FF2B5EF4-FFF2-40B4-BE49-F238E27FC236}">
                <a16:creationId xmlns:a16="http://schemas.microsoft.com/office/drawing/2014/main" id="{334280A7-4796-759A-6B00-0444E865A6A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84468544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Case Study-Mock Up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E5D96D1E-C1BD-6F40-A978-D03F53CD4A4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918841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62668829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7A9547FE-7857-4A70-ACDF-06ACC0CC381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62904587"/>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Case Study-Mock Up Lef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4" name="Graphic 3">
            <a:extLst>
              <a:ext uri="{FF2B5EF4-FFF2-40B4-BE49-F238E27FC236}">
                <a16:creationId xmlns:a16="http://schemas.microsoft.com/office/drawing/2014/main" id="{FF61EEF5-D25E-43F9-9DE7-B0D48CE58D1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700771F-7FE8-2510-0C0E-734572A38145}"/>
              </a:ext>
            </a:extLst>
          </p:cNvPr>
          <p:cNvSpPr>
            <a:spLocks noGrp="1"/>
          </p:cNvSpPr>
          <p:nvPr>
            <p:ph type="title"/>
          </p:nvPr>
        </p:nvSpPr>
        <p:spPr>
          <a:xfrm>
            <a:off x="457200" y="723900"/>
            <a:ext cx="5764213" cy="457200"/>
          </a:xfrm>
        </p:spPr>
        <p:txBody>
          <a:bodyPr/>
          <a:lstStyle>
            <a:lvl1pPr>
              <a:defRPr b="1">
                <a:solidFill>
                  <a:schemeClr val="bg1"/>
                </a:solidFill>
                <a:latin typeface="+mn-lt"/>
              </a:defRPr>
            </a:lvl1pPr>
          </a:lstStyle>
          <a:p>
            <a:r>
              <a:rPr lang="en-US"/>
              <a:t>Click to edit Master title style</a:t>
            </a:r>
          </a:p>
        </p:txBody>
      </p:sp>
      <p:sp>
        <p:nvSpPr>
          <p:cNvPr id="5" name="Text Placeholder 10">
            <a:extLst>
              <a:ext uri="{FF2B5EF4-FFF2-40B4-BE49-F238E27FC236}">
                <a16:creationId xmlns:a16="http://schemas.microsoft.com/office/drawing/2014/main" id="{E1513A24-C9FD-06A1-1015-D9656D68B888}"/>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7909309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Narrow-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B0227B-1090-48E9-B33D-CB9CA73DF05F}"/>
              </a:ext>
            </a:extLst>
          </p:cNvPr>
          <p:cNvSpPr/>
          <p:nvPr userDrawn="1"/>
        </p:nvSpPr>
        <p:spPr bwMode="auto">
          <a:xfrm flipH="1">
            <a:off x="3108325" y="0"/>
            <a:ext cx="908367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1C45522-9A1C-E9EB-4D96-B0CFFD2F7212}"/>
              </a:ext>
            </a:extLst>
          </p:cNvPr>
          <p:cNvSpPr>
            <a:spLocks noGrp="1"/>
          </p:cNvSpPr>
          <p:nvPr>
            <p:ph type="title"/>
          </p:nvPr>
        </p:nvSpPr>
        <p:spPr>
          <a:xfrm>
            <a:off x="457201" y="723900"/>
            <a:ext cx="2502567"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E6E8F6-4D6C-2884-0A7D-72BB39B21D6B}"/>
              </a:ext>
            </a:extLst>
          </p:cNvPr>
          <p:cNvSpPr>
            <a:spLocks noGrp="1"/>
          </p:cNvSpPr>
          <p:nvPr>
            <p:ph type="body" sz="quarter" idx="15" hasCustomPrompt="1"/>
          </p:nvPr>
        </p:nvSpPr>
        <p:spPr>
          <a:xfrm>
            <a:off x="457200" y="382447"/>
            <a:ext cx="2502567"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6" name="TextBox 5">
            <a:extLst>
              <a:ext uri="{FF2B5EF4-FFF2-40B4-BE49-F238E27FC236}">
                <a16:creationId xmlns:a16="http://schemas.microsoft.com/office/drawing/2014/main" id="{A3A07FC1-18DF-2355-0123-10BF2390C02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7" name="Text Placeholder 3">
            <a:extLst>
              <a:ext uri="{FF2B5EF4-FFF2-40B4-BE49-F238E27FC236}">
                <a16:creationId xmlns:a16="http://schemas.microsoft.com/office/drawing/2014/main" id="{7B024407-B901-7B1F-04F9-932983C670E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666875391"/>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Case Study-1/2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4" name="TextBox 3">
            <a:extLst>
              <a:ext uri="{FF2B5EF4-FFF2-40B4-BE49-F238E27FC236}">
                <a16:creationId xmlns:a16="http://schemas.microsoft.com/office/drawing/2014/main" id="{ACB7486B-35A7-A3FF-6F44-2159B1E9FAD3}"/>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B82A7F25-3763-4002-A844-19432F96312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6" name="Title 1">
            <a:extLst>
              <a:ext uri="{FF2B5EF4-FFF2-40B4-BE49-F238E27FC236}">
                <a16:creationId xmlns:a16="http://schemas.microsoft.com/office/drawing/2014/main" id="{9EBC1AB0-2CF4-70A1-0BD7-A9A57D9F98BB}"/>
              </a:ext>
            </a:extLst>
          </p:cNvPr>
          <p:cNvSpPr>
            <a:spLocks noGrp="1"/>
          </p:cNvSpPr>
          <p:nvPr>
            <p:ph type="title"/>
          </p:nvPr>
        </p:nvSpPr>
        <p:spPr>
          <a:xfrm>
            <a:off x="457200" y="723900"/>
            <a:ext cx="5342021" cy="457200"/>
          </a:xfrm>
        </p:spPr>
        <p:txBody>
          <a:bodyPr/>
          <a:lstStyle>
            <a:lvl1pPr>
              <a:defRPr b="1">
                <a:solidFill>
                  <a:schemeClr val="tx1"/>
                </a:solidFill>
                <a:latin typeface="+mn-lt"/>
              </a:defRPr>
            </a:lvl1pPr>
          </a:lstStyle>
          <a:p>
            <a:r>
              <a:rPr lang="en-US"/>
              <a:t>Click to edit Master title style</a:t>
            </a:r>
          </a:p>
        </p:txBody>
      </p:sp>
      <p:sp>
        <p:nvSpPr>
          <p:cNvPr id="8" name="Text Placeholder 10">
            <a:extLst>
              <a:ext uri="{FF2B5EF4-FFF2-40B4-BE49-F238E27FC236}">
                <a16:creationId xmlns:a16="http://schemas.microsoft.com/office/drawing/2014/main" id="{9B299D4E-38EF-AC64-7836-1AD1E87996BE}"/>
              </a:ext>
            </a:extLst>
          </p:cNvPr>
          <p:cNvSpPr>
            <a:spLocks noGrp="1"/>
          </p:cNvSpPr>
          <p:nvPr>
            <p:ph type="body" sz="quarter" idx="15" hasCustomPrompt="1"/>
          </p:nvPr>
        </p:nvSpPr>
        <p:spPr>
          <a:xfrm>
            <a:off x="457200" y="382446"/>
            <a:ext cx="5342021"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004447087"/>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Case Study-1/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C79FDF51-3B9F-C5D8-7A84-09B7B6CB9E8B}"/>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AFD3A15A-582D-3DDB-CC40-43726E84CA43}"/>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7D8F2DF5-DE6F-E2FC-0057-63CC04174C3F}"/>
              </a:ext>
            </a:extLst>
          </p:cNvPr>
          <p:cNvSpPr>
            <a:spLocks noGrp="1"/>
          </p:cNvSpPr>
          <p:nvPr>
            <p:ph type="title"/>
          </p:nvPr>
        </p:nvSpPr>
        <p:spPr>
          <a:xfrm>
            <a:off x="457200" y="723900"/>
            <a:ext cx="5764213" cy="457200"/>
          </a:xfrm>
        </p:spPr>
        <p:txBody>
          <a:bodyPr/>
          <a:lstStyle>
            <a:lvl1pPr>
              <a:defRPr b="1">
                <a:solidFill>
                  <a:schemeClr val="tx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74897430-924B-CB14-9A94-8DB20A76C701}"/>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18544099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Case Study-1/6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5" y="0"/>
            <a:ext cx="2371722"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B1E6AE37-FC1E-5269-1E83-C3E9928ED25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607A8488-5F43-686E-E10B-16D16E352EE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7B7DE099-ACDF-D41B-FBC3-5EE9A76F4C28}"/>
              </a:ext>
            </a:extLst>
          </p:cNvPr>
          <p:cNvSpPr>
            <a:spLocks noGrp="1"/>
          </p:cNvSpPr>
          <p:nvPr>
            <p:ph type="title"/>
          </p:nvPr>
        </p:nvSpPr>
        <p:spPr>
          <a:xfrm>
            <a:off x="457200" y="723900"/>
            <a:ext cx="7450138" cy="457200"/>
          </a:xfrm>
        </p:spPr>
        <p:txBody>
          <a:bodyPr/>
          <a:lstStyle>
            <a:lvl1pPr>
              <a:defRPr b="1">
                <a:solidFill>
                  <a:schemeClr val="tx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AF7055BE-CD0F-6E9E-5992-4C7B9EF5FAB5}"/>
              </a:ext>
            </a:extLst>
          </p:cNvPr>
          <p:cNvSpPr>
            <a:spLocks noGrp="1"/>
          </p:cNvSpPr>
          <p:nvPr>
            <p:ph type="body" sz="quarter" idx="15" hasCustomPrompt="1"/>
          </p:nvPr>
        </p:nvSpPr>
        <p:spPr>
          <a:xfrm>
            <a:off x="457200" y="382446"/>
            <a:ext cx="3600000"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66718560"/>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Case Study-1/2 Picture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D4D51ED0-4D08-4641-87AC-8F2B5E2A3B9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3" name="Picture Placeholder 2">
            <a:extLst>
              <a:ext uri="{FF2B5EF4-FFF2-40B4-BE49-F238E27FC236}">
                <a16:creationId xmlns:a16="http://schemas.microsoft.com/office/drawing/2014/main" id="{091CD3F7-14AE-A849-9B73-75D2354D4845}"/>
              </a:ext>
            </a:extLst>
          </p:cNvPr>
          <p:cNvSpPr>
            <a:spLocks noGrp="1"/>
          </p:cNvSpPr>
          <p:nvPr>
            <p:ph type="pic" sz="quarter" idx="16"/>
          </p:nvPr>
        </p:nvSpPr>
        <p:spPr>
          <a:xfrm>
            <a:off x="6096000" y="0"/>
            <a:ext cx="6096000" cy="6858000"/>
          </a:xfrm>
          <a:prstGeom prst="rect">
            <a:avLst/>
          </a:prstGeom>
        </p:spPr>
        <p:txBody>
          <a:bodyPr/>
          <a:lstStyle/>
          <a:p>
            <a:endParaRPr lang="en-US"/>
          </a:p>
        </p:txBody>
      </p:sp>
      <p:sp>
        <p:nvSpPr>
          <p:cNvPr id="3" name="TextBox 2">
            <a:extLst>
              <a:ext uri="{FF2B5EF4-FFF2-40B4-BE49-F238E27FC236}">
                <a16:creationId xmlns:a16="http://schemas.microsoft.com/office/drawing/2014/main" id="{90C6BA4E-CBCB-554D-CA98-146A521CFDF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E9BB62B8-4926-8E23-51B4-D8AC31708BB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5A808058-9E6F-F0D8-A385-7B4C54766A2E}"/>
              </a:ext>
            </a:extLst>
          </p:cNvPr>
          <p:cNvSpPr>
            <a:spLocks noGrp="1"/>
          </p:cNvSpPr>
          <p:nvPr>
            <p:ph type="title"/>
          </p:nvPr>
        </p:nvSpPr>
        <p:spPr>
          <a:xfrm>
            <a:off x="457200" y="723900"/>
            <a:ext cx="5005137" cy="457200"/>
          </a:xfrm>
        </p:spPr>
        <p:txBody>
          <a:bodyPr/>
          <a:lstStyle>
            <a:lvl1pPr>
              <a:defRPr b="1">
                <a:solidFill>
                  <a:schemeClr val="bg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93D95AB9-CE03-7AFD-DBBE-C67756B352CB}"/>
              </a:ext>
            </a:extLst>
          </p:cNvPr>
          <p:cNvSpPr>
            <a:spLocks noGrp="1"/>
          </p:cNvSpPr>
          <p:nvPr>
            <p:ph type="body" sz="quarter" idx="15" hasCustomPrompt="1"/>
          </p:nvPr>
        </p:nvSpPr>
        <p:spPr>
          <a:xfrm>
            <a:off x="457200" y="382446"/>
            <a:ext cx="5005137"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402726603"/>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Case Study-Statemen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7" name="Graphic 6">
            <a:extLst>
              <a:ext uri="{FF2B5EF4-FFF2-40B4-BE49-F238E27FC236}">
                <a16:creationId xmlns:a16="http://schemas.microsoft.com/office/drawing/2014/main" id="{6E44CDB4-CF54-423C-9681-C9AAACA56BA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32F6686-8C0A-120D-0C06-1F8DA97E3C4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5E465D26-CB94-F414-6836-638151C91C4F}"/>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1768151"/>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4-Column Pictures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20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20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341376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341376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637032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637032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19" name="Text Placeholder 2">
            <a:extLst>
              <a:ext uri="{FF2B5EF4-FFF2-40B4-BE49-F238E27FC236}">
                <a16:creationId xmlns:a16="http://schemas.microsoft.com/office/drawing/2014/main" id="{0D35C967-D122-42CE-BDAF-F34B55F00EA2}"/>
              </a:ext>
            </a:extLst>
          </p:cNvPr>
          <p:cNvSpPr>
            <a:spLocks noGrp="1"/>
          </p:cNvSpPr>
          <p:nvPr>
            <p:ph type="body" sz="quarter" idx="23" hasCustomPrompt="1"/>
          </p:nvPr>
        </p:nvSpPr>
        <p:spPr>
          <a:xfrm>
            <a:off x="932688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20" name="Text Placeholder 2">
            <a:extLst>
              <a:ext uri="{FF2B5EF4-FFF2-40B4-BE49-F238E27FC236}">
                <a16:creationId xmlns:a16="http://schemas.microsoft.com/office/drawing/2014/main" id="{54FDC613-45BE-47C3-82C5-FC027C2DE43E}"/>
              </a:ext>
            </a:extLst>
          </p:cNvPr>
          <p:cNvSpPr>
            <a:spLocks noGrp="1"/>
          </p:cNvSpPr>
          <p:nvPr>
            <p:ph type="body" sz="quarter" idx="24" hasCustomPrompt="1"/>
          </p:nvPr>
        </p:nvSpPr>
        <p:spPr>
          <a:xfrm>
            <a:off x="932688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31" y="1389801"/>
            <a:ext cx="2408238" cy="1371600"/>
          </a:xfrm>
          <a:prstGeom prst="rect">
            <a:avLst/>
          </a:prstGeom>
          <a:solidFill>
            <a:schemeClr val="bg1">
              <a:lumMod val="95000"/>
            </a:schemeClr>
          </a:solidFill>
        </p:spPr>
        <p:txBody>
          <a:bodyPr/>
          <a:lstStyle/>
          <a:p>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3413442" y="1389801"/>
            <a:ext cx="2408238" cy="1371600"/>
          </a:xfrm>
          <a:prstGeom prst="rect">
            <a:avLst/>
          </a:prstGeom>
          <a:solidFill>
            <a:schemeClr val="bg1">
              <a:lumMod val="95000"/>
            </a:schemeClr>
          </a:solidFill>
        </p:spPr>
        <p:txBody>
          <a:bodyPr/>
          <a:lstStyle/>
          <a:p>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6363153" y="1389801"/>
            <a:ext cx="2408238" cy="1371600"/>
          </a:xfrm>
          <a:prstGeom prst="rect">
            <a:avLst/>
          </a:prstGeom>
          <a:solidFill>
            <a:schemeClr val="bg1">
              <a:lumMod val="95000"/>
            </a:schemeClr>
          </a:solidFill>
        </p:spPr>
        <p:txBody>
          <a:bodyPr/>
          <a:lstStyle/>
          <a:p>
            <a:endParaRPr lang="en-US"/>
          </a:p>
        </p:txBody>
      </p:sp>
      <p:sp>
        <p:nvSpPr>
          <p:cNvPr id="27" name="Picture Placeholder 23">
            <a:extLst>
              <a:ext uri="{FF2B5EF4-FFF2-40B4-BE49-F238E27FC236}">
                <a16:creationId xmlns:a16="http://schemas.microsoft.com/office/drawing/2014/main" id="{5145A383-DF32-4D59-98B6-07591E0CE3E3}"/>
              </a:ext>
            </a:extLst>
          </p:cNvPr>
          <p:cNvSpPr>
            <a:spLocks noGrp="1"/>
          </p:cNvSpPr>
          <p:nvPr>
            <p:ph type="pic" sz="quarter" idx="30"/>
          </p:nvPr>
        </p:nvSpPr>
        <p:spPr>
          <a:xfrm>
            <a:off x="9312864" y="1389801"/>
            <a:ext cx="2408238" cy="1371600"/>
          </a:xfrm>
          <a:prstGeom prst="rect">
            <a:avLst/>
          </a:prstGeom>
          <a:solidFill>
            <a:schemeClr val="bg1">
              <a:lumMod val="95000"/>
            </a:schemeClr>
          </a:solidFill>
        </p:spPr>
        <p:txBody>
          <a:bodyPr/>
          <a:lstStyle/>
          <a:p>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852413614"/>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Case Study-3 Pictures">
    <p:spTree>
      <p:nvGrpSpPr>
        <p:cNvPr id="1" name=""/>
        <p:cNvGrpSpPr/>
        <p:nvPr/>
      </p:nvGrpSpPr>
      <p:grpSpPr>
        <a:xfrm>
          <a:off x="0" y="0"/>
          <a:ext cx="0" cy="0"/>
          <a:chOff x="0" y="0"/>
          <a:chExt cx="0" cy="0"/>
        </a:xfrm>
      </p:grpSpPr>
      <p:sp>
        <p:nvSpPr>
          <p:cNvPr id="11" name="Title 1"/>
          <p:cNvSpPr>
            <a:spLocks noGrp="1"/>
          </p:cNvSpPr>
          <p:nvPr>
            <p:ph type="title"/>
          </p:nvPr>
        </p:nvSpPr>
        <p:spPr>
          <a:xfrm>
            <a:off x="457201" y="4124960"/>
            <a:ext cx="3312160" cy="246221"/>
          </a:xfrm>
        </p:spPr>
        <p:txBody>
          <a:bodyPr>
            <a:spAutoFit/>
          </a:bodyPr>
          <a:lstStyle>
            <a:lvl1pPr>
              <a:defRPr sz="1600"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69773"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0" y="0"/>
            <a:ext cx="4076700" cy="3429000"/>
          </a:xfrm>
          <a:prstGeom prst="rect">
            <a:avLst/>
          </a:prstGeom>
          <a:solidFill>
            <a:schemeClr val="bg2"/>
          </a:solidFill>
        </p:spPr>
        <p:txBody>
          <a:bodyPr/>
          <a:lstStyle/>
          <a:p>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4076700" y="0"/>
            <a:ext cx="4064000" cy="3429000"/>
          </a:xfrm>
          <a:prstGeom prst="rect">
            <a:avLst/>
          </a:prstGeom>
          <a:solidFill>
            <a:schemeClr val="bg2"/>
          </a:solidFill>
        </p:spPr>
        <p:txBody>
          <a:bodyPr/>
          <a:lstStyle/>
          <a:p>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8140700" y="0"/>
            <a:ext cx="4064000" cy="3429000"/>
          </a:xfrm>
          <a:prstGeom prst="rect">
            <a:avLst/>
          </a:prstGeom>
          <a:solidFill>
            <a:schemeClr val="bg2"/>
          </a:solidFill>
        </p:spPr>
        <p:txBody>
          <a:bodyPr/>
          <a:lstStyle/>
          <a:p>
            <a:endParaRPr lang="en-US"/>
          </a:p>
        </p:txBody>
      </p:sp>
      <p:sp>
        <p:nvSpPr>
          <p:cNvPr id="17" name="Text Placeholder 2">
            <a:extLst>
              <a:ext uri="{FF2B5EF4-FFF2-40B4-BE49-F238E27FC236}">
                <a16:creationId xmlns:a16="http://schemas.microsoft.com/office/drawing/2014/main" id="{97BF9D5A-73E5-43EB-95F4-FF5636951647}"/>
              </a:ext>
            </a:extLst>
          </p:cNvPr>
          <p:cNvSpPr>
            <a:spLocks noGrp="1"/>
          </p:cNvSpPr>
          <p:nvPr>
            <p:ph type="body" sz="quarter" idx="21" hasCustomPrompt="1"/>
          </p:nvPr>
        </p:nvSpPr>
        <p:spPr>
          <a:xfrm>
            <a:off x="4314697"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9" name="Text Placeholder 2">
            <a:extLst>
              <a:ext uri="{FF2B5EF4-FFF2-40B4-BE49-F238E27FC236}">
                <a16:creationId xmlns:a16="http://schemas.microsoft.com/office/drawing/2014/main" id="{6AC52B6B-2068-4BD5-8D7B-E2AA5CC142A6}"/>
              </a:ext>
            </a:extLst>
          </p:cNvPr>
          <p:cNvSpPr>
            <a:spLocks noGrp="1"/>
          </p:cNvSpPr>
          <p:nvPr>
            <p:ph type="body" sz="quarter" idx="22" hasCustomPrompt="1"/>
          </p:nvPr>
        </p:nvSpPr>
        <p:spPr>
          <a:xfrm>
            <a:off x="8406449"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4" name="Text Placeholder 3">
            <a:extLst>
              <a:ext uri="{FF2B5EF4-FFF2-40B4-BE49-F238E27FC236}">
                <a16:creationId xmlns:a16="http://schemas.microsoft.com/office/drawing/2014/main" id="{AC56DCAB-CD09-4E29-A907-70E7EBE0E688}"/>
              </a:ext>
            </a:extLst>
          </p:cNvPr>
          <p:cNvSpPr>
            <a:spLocks noGrp="1"/>
          </p:cNvSpPr>
          <p:nvPr>
            <p:ph type="body" sz="quarter" idx="23"/>
          </p:nvPr>
        </p:nvSpPr>
        <p:spPr>
          <a:xfrm>
            <a:off x="4302125" y="4124325"/>
            <a:ext cx="3311525"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US"/>
              <a:t>Click to edit Master text styles</a:t>
            </a:r>
          </a:p>
        </p:txBody>
      </p:sp>
      <p:sp>
        <p:nvSpPr>
          <p:cNvPr id="6" name="Text Placeholder 5">
            <a:extLst>
              <a:ext uri="{FF2B5EF4-FFF2-40B4-BE49-F238E27FC236}">
                <a16:creationId xmlns:a16="http://schemas.microsoft.com/office/drawing/2014/main" id="{AC9A5C7D-52BE-42FF-9382-B63BBD810FDD}"/>
              </a:ext>
            </a:extLst>
          </p:cNvPr>
          <p:cNvSpPr>
            <a:spLocks noGrp="1"/>
          </p:cNvSpPr>
          <p:nvPr>
            <p:ph type="body" sz="quarter" idx="24"/>
          </p:nvPr>
        </p:nvSpPr>
        <p:spPr>
          <a:xfrm>
            <a:off x="8406449" y="4114800"/>
            <a:ext cx="3312160"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US"/>
              <a:t>Click to edit Master text styles</a:t>
            </a:r>
          </a:p>
        </p:txBody>
      </p:sp>
    </p:spTree>
    <p:extLst>
      <p:ext uri="{BB962C8B-B14F-4D97-AF65-F5344CB8AC3E}">
        <p14:creationId xmlns:p14="http://schemas.microsoft.com/office/powerpoint/2010/main" val="493436812"/>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Case Study-4 Picture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45667" cy="6858000"/>
          </a:xfrm>
          <a:prstGeom prst="rect">
            <a:avLst/>
          </a:prstGeom>
          <a:solidFill>
            <a:schemeClr val="bg2"/>
          </a:solidFill>
        </p:spPr>
        <p:txBody>
          <a:bodyPr/>
          <a:lstStyle/>
          <a:p>
            <a:endParaRPr lang="en-US"/>
          </a:p>
        </p:txBody>
      </p:sp>
      <p:sp>
        <p:nvSpPr>
          <p:cNvPr id="16" name="Picture Placeholder 12">
            <a:extLst>
              <a:ext uri="{FF2B5EF4-FFF2-40B4-BE49-F238E27FC236}">
                <a16:creationId xmlns:a16="http://schemas.microsoft.com/office/drawing/2014/main" id="{95D56692-426B-4F40-8BC1-45B989D44140}"/>
              </a:ext>
            </a:extLst>
          </p:cNvPr>
          <p:cNvSpPr>
            <a:spLocks noGrp="1"/>
          </p:cNvSpPr>
          <p:nvPr>
            <p:ph type="pic" sz="quarter" idx="19"/>
          </p:nvPr>
        </p:nvSpPr>
        <p:spPr>
          <a:xfrm>
            <a:off x="3048777" y="0"/>
            <a:ext cx="3045667" cy="6858000"/>
          </a:xfrm>
          <a:prstGeom prst="rect">
            <a:avLst/>
          </a:prstGeom>
          <a:solidFill>
            <a:schemeClr val="bg2"/>
          </a:solidFill>
        </p:spPr>
        <p:txBody>
          <a:bodyPr/>
          <a:lstStyle/>
          <a:p>
            <a:endParaRPr lang="en-US"/>
          </a:p>
        </p:txBody>
      </p:sp>
      <p:sp>
        <p:nvSpPr>
          <p:cNvPr id="18" name="Picture Placeholder 12">
            <a:extLst>
              <a:ext uri="{FF2B5EF4-FFF2-40B4-BE49-F238E27FC236}">
                <a16:creationId xmlns:a16="http://schemas.microsoft.com/office/drawing/2014/main" id="{32D43E18-54F7-4125-A364-D733497B4F32}"/>
              </a:ext>
            </a:extLst>
          </p:cNvPr>
          <p:cNvSpPr>
            <a:spLocks noGrp="1"/>
          </p:cNvSpPr>
          <p:nvPr>
            <p:ph type="pic" sz="quarter" idx="20"/>
          </p:nvPr>
        </p:nvSpPr>
        <p:spPr>
          <a:xfrm>
            <a:off x="6097555" y="0"/>
            <a:ext cx="3045667" cy="6858000"/>
          </a:xfrm>
          <a:prstGeom prst="rect">
            <a:avLst/>
          </a:prstGeom>
          <a:solidFill>
            <a:schemeClr val="bg2"/>
          </a:solidFill>
        </p:spPr>
        <p:txBody>
          <a:bodyPr/>
          <a:lstStyle/>
          <a:p>
            <a:endParaRPr lang="en-US"/>
          </a:p>
        </p:txBody>
      </p:sp>
      <p:sp>
        <p:nvSpPr>
          <p:cNvPr id="20" name="Picture Placeholder 12">
            <a:extLst>
              <a:ext uri="{FF2B5EF4-FFF2-40B4-BE49-F238E27FC236}">
                <a16:creationId xmlns:a16="http://schemas.microsoft.com/office/drawing/2014/main" id="{0D751945-7936-4E08-A1DF-7F344072146F}"/>
              </a:ext>
            </a:extLst>
          </p:cNvPr>
          <p:cNvSpPr>
            <a:spLocks noGrp="1"/>
          </p:cNvSpPr>
          <p:nvPr>
            <p:ph type="pic" sz="quarter" idx="21"/>
          </p:nvPr>
        </p:nvSpPr>
        <p:spPr>
          <a:xfrm>
            <a:off x="9146333" y="0"/>
            <a:ext cx="3045667" cy="6858000"/>
          </a:xfrm>
          <a:prstGeom prst="rect">
            <a:avLst/>
          </a:prstGeom>
          <a:solidFill>
            <a:schemeClr val="bg2"/>
          </a:solidFill>
        </p:spPr>
        <p:txBody>
          <a:bodyPr/>
          <a:lstStyle/>
          <a:p>
            <a:endParaRPr lang="en-US"/>
          </a:p>
        </p:txBody>
      </p:sp>
      <p:pic>
        <p:nvPicPr>
          <p:cNvPr id="2" name="Graphic 1">
            <a:extLst>
              <a:ext uri="{FF2B5EF4-FFF2-40B4-BE49-F238E27FC236}">
                <a16:creationId xmlns:a16="http://schemas.microsoft.com/office/drawing/2014/main" id="{0F219C23-5248-6A23-1656-7F24D37DB20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9D0F7879-EF16-5C25-BC5F-DF85AD10BA3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7931746-EE72-E501-E583-1218E82991FF}"/>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908880661"/>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Full Pictur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BE84340-BD33-8E44-99AA-69963886122B}"/>
              </a:ext>
            </a:extLst>
          </p:cNvPr>
          <p:cNvSpPr>
            <a:spLocks noGrp="1"/>
          </p:cNvSpPr>
          <p:nvPr>
            <p:ph type="pic" sz="quarter" idx="10"/>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3889560726"/>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Thank_you">
    <p:bg>
      <p:bgPr>
        <a:solidFill>
          <a:schemeClr val="tx1"/>
        </a:solid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r>
              <a:rPr lang="en-US"/>
              <a:t>For more information, contact</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Insert email</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+1 000 000 000</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397075"/>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Thank_you_photo">
    <p:bg>
      <p:bgPr>
        <a:solidFill>
          <a:schemeClr val="tx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474663" y="1035424"/>
            <a:ext cx="4648200" cy="1107996"/>
          </a:xfrm>
          <a:prstGeom prst="rect">
            <a:avLst/>
          </a:prstGeom>
        </p:spPr>
        <p:txBody>
          <a:bodyPr vert="horz" wrap="square" lIns="0" tIns="0" rIns="0" bIns="0" rtlCol="0" anchor="t">
            <a:spAutoFit/>
          </a:bodyPr>
          <a:lstStyle>
            <a:lvl1pPr>
              <a:defRPr lang="en-US" sz="7200" b="0" dirty="0">
                <a:gradFill>
                  <a:gsLst>
                    <a:gs pos="50000">
                      <a:schemeClr val="accent2"/>
                    </a:gs>
                    <a:gs pos="70000">
                      <a:schemeClr val="accent5"/>
                    </a:gs>
                    <a:gs pos="100000">
                      <a:schemeClr val="accent4"/>
                    </a:gs>
                  </a:gsLst>
                  <a:lin ang="120000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474663" y="2540616"/>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r>
              <a:rPr lang="en-US"/>
              <a:t>For more information, contact</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474663"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474663"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474663" y="420130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Insert email</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474663" y="448823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+1 000 000 000</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474663" y="4897078"/>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474663"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9876047"/>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marL="0" marR="0" lvl="0" indent="0" algn="l" defTabSz="914400" rtl="0" eaLnBrk="1" fontAlgn="auto" latinLnBrk="0" hangingPunct="1">
              <a:lnSpc>
                <a:spcPct val="110000"/>
              </a:lnSpc>
              <a:spcBef>
                <a:spcPts val="600"/>
              </a:spcBef>
              <a:spcAft>
                <a:spcPts val="0"/>
              </a:spcAft>
              <a:buClrTx/>
              <a:buSzTx/>
              <a:buFontTx/>
              <a:buNone/>
              <a:tabLst/>
              <a:defRPr/>
            </a:pPr>
            <a:endParaRPr kumimoji="0" lang="en-US" sz="1200" b="0" i="0" u="none" strike="noStrike" kern="1200" cap="none" spc="0" normalizeH="0" baseline="0" noProof="0" err="1">
              <a:ln>
                <a:noFill/>
              </a:ln>
              <a:solidFill>
                <a:srgbClr val="000000"/>
              </a:solidFill>
              <a:effectLst/>
              <a:uLnTx/>
              <a:uFillTx/>
              <a:latin typeface="Calibri"/>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800" b="0" i="0" u="none" strike="noStrike" kern="1200" cap="none" spc="0" normalizeH="0" baseline="0" noProof="0" smtClean="0">
                <a:ln>
                  <a:noFill/>
                </a:ln>
                <a:solidFill>
                  <a:srgbClr val="000000"/>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000000"/>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4121217838"/>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userDrawn="1">
  <p:cSld name="Narrow-Grey">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D5325495-8AB0-354C-B08E-DEBACB7A60F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18328652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Cover-BG">
    <p:bg>
      <p:bgPr>
        <a:solidFill>
          <a:schemeClr val="bg1"/>
        </a:solidFill>
        <a:effectLst/>
      </p:bgPr>
    </p:bg>
    <p:spTree>
      <p:nvGrpSpPr>
        <p:cNvPr id="1" name=""/>
        <p:cNvGrpSpPr/>
        <p:nvPr/>
      </p:nvGrpSpPr>
      <p:grpSpPr>
        <a:xfrm>
          <a:off x="0" y="0"/>
          <a:ext cx="0" cy="0"/>
          <a:chOff x="0" y="0"/>
          <a:chExt cx="0" cy="0"/>
        </a:xfrm>
      </p:grpSpPr>
      <p:pic>
        <p:nvPicPr>
          <p:cNvPr id="4" name="Picture 3" descr="A bright light in the dark  Description automatically generated with medium confidence">
            <a:extLst>
              <a:ext uri="{FF2B5EF4-FFF2-40B4-BE49-F238E27FC236}">
                <a16:creationId xmlns:a16="http://schemas.microsoft.com/office/drawing/2014/main" id="{292D94B7-0233-C940-0B7E-BB187340B7C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1"/>
            <a:ext cx="12192000" cy="6858001"/>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8" name="Picture 7">
            <a:extLst>
              <a:ext uri="{FF2B5EF4-FFF2-40B4-BE49-F238E27FC236}">
                <a16:creationId xmlns:a16="http://schemas.microsoft.com/office/drawing/2014/main" id="{3AAC7376-20F0-E0B1-E7D5-414FC5DC35FA}"/>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2694802863"/>
      </p:ext>
    </p:extLst>
  </p:cSld>
  <p:clrMapOvr>
    <a:masterClrMapping/>
  </p:clrMapOvr>
  <p:transition/>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userDrawn="1">
  <p:cSld name="Cover-BG-Light">
    <p:bg>
      <p:bgPr>
        <a:solidFill>
          <a:schemeClr val="bg1"/>
        </a:solidFill>
        <a:effectLst/>
      </p:bgPr>
    </p:bg>
    <p:spTree>
      <p:nvGrpSpPr>
        <p:cNvPr id="1" name=""/>
        <p:cNvGrpSpPr/>
        <p:nvPr/>
      </p:nvGrpSpPr>
      <p:grpSpPr>
        <a:xfrm>
          <a:off x="0" y="0"/>
          <a:ext cx="0" cy="0"/>
          <a:chOff x="0" y="0"/>
          <a:chExt cx="0" cy="0"/>
        </a:xfrm>
      </p:grpSpPr>
      <p:pic>
        <p:nvPicPr>
          <p:cNvPr id="2" name="Picture 1" descr="Background pattern  Description automatically generated">
            <a:extLst>
              <a:ext uri="{FF2B5EF4-FFF2-40B4-BE49-F238E27FC236}">
                <a16:creationId xmlns:a16="http://schemas.microsoft.com/office/drawing/2014/main" id="{DE3A7CEE-E1C9-5E29-7BD1-4DC1A1B47F8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tx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tx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3" name="Graphic 2">
            <a:extLst>
              <a:ext uri="{FF2B5EF4-FFF2-40B4-BE49-F238E27FC236}">
                <a16:creationId xmlns:a16="http://schemas.microsoft.com/office/drawing/2014/main" id="{D046FBA0-34E7-8BA0-8C70-B6AFD4D64D8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85414" y="748727"/>
            <a:ext cx="1226857" cy="432373"/>
          </a:xfrm>
          <a:prstGeom prst="rect">
            <a:avLst/>
          </a:prstGeom>
        </p:spPr>
      </p:pic>
      <p:pic>
        <p:nvPicPr>
          <p:cNvPr id="4" name="Picture 2">
            <a:extLst>
              <a:ext uri="{FF2B5EF4-FFF2-40B4-BE49-F238E27FC236}">
                <a16:creationId xmlns:a16="http://schemas.microsoft.com/office/drawing/2014/main" id="{CBF502CF-1A1A-CC59-E387-0D13F988CF5D}"/>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2067622" y="720619"/>
            <a:ext cx="1658252" cy="391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0313667"/>
      </p:ext>
    </p:extLst>
  </p:cSld>
  <p:clrMapOvr>
    <a:masterClrMapping/>
  </p:clrMapOvr>
  <p:transition/>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Cover-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8188486-1E04-4170-877E-F561315E0FFC}"/>
              </a:ext>
            </a:extLst>
          </p:cNvPr>
          <p:cNvSpPr>
            <a:spLocks noGrp="1"/>
          </p:cNvSpPr>
          <p:nvPr>
            <p:ph type="pic" sz="quarter" idx="13"/>
          </p:nvPr>
        </p:nvSpPr>
        <p:spPr>
          <a:xfrm>
            <a:off x="0" y="0"/>
            <a:ext cx="12192000" cy="6858000"/>
          </a:xfrm>
          <a:prstGeom prst="rect">
            <a:avLst/>
          </a:prstGeom>
          <a:solidFill>
            <a:schemeClr val="bg1">
              <a:lumMod val="65000"/>
            </a:schemeClr>
          </a:solidFill>
        </p:spPr>
        <p:txBody>
          <a:bodyPr/>
          <a:lstStyle>
            <a:lvl1pPr>
              <a:defRPr/>
            </a:lvl1pPr>
          </a:lstStyle>
          <a:p>
            <a:r>
              <a:rPr lang="en-GB"/>
              <a:t>Click icon to add picture</a:t>
            </a:r>
            <a:endParaRPr lang="en-US"/>
          </a:p>
        </p:txBody>
      </p:sp>
      <p:sp>
        <p:nvSpPr>
          <p:cNvPr id="4" name="Text Placeholder 4">
            <a:extLst>
              <a:ext uri="{FF2B5EF4-FFF2-40B4-BE49-F238E27FC236}">
                <a16:creationId xmlns:a16="http://schemas.microsoft.com/office/drawing/2014/main" id="{0BD2E969-F100-6B32-8DFD-11A45E5E43FA}"/>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5" name="Text Placeholder 4">
            <a:extLst>
              <a:ext uri="{FF2B5EF4-FFF2-40B4-BE49-F238E27FC236}">
                <a16:creationId xmlns:a16="http://schemas.microsoft.com/office/drawing/2014/main" id="{2C67B491-F517-CB8D-96B1-B02A50D72325}"/>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6" name="Title 2">
            <a:extLst>
              <a:ext uri="{FF2B5EF4-FFF2-40B4-BE49-F238E27FC236}">
                <a16:creationId xmlns:a16="http://schemas.microsoft.com/office/drawing/2014/main" id="{430FF820-B532-1296-E817-DF961B67DF09}"/>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7" name="Picture 6">
            <a:extLst>
              <a:ext uri="{FF2B5EF4-FFF2-40B4-BE49-F238E27FC236}">
                <a16:creationId xmlns:a16="http://schemas.microsoft.com/office/drawing/2014/main" id="{5754D4BD-6E7A-841D-F70C-31FAEF56CD6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4040502134"/>
      </p:ext>
    </p:extLst>
  </p:cSld>
  <p:clrMapOvr>
    <a:masterClrMapping/>
  </p:clrMapOvr>
  <p:transition/>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Cover-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39377C-8642-441F-BDC6-500DB01AD362}"/>
              </a:ext>
            </a:extLst>
          </p:cNvPr>
          <p:cNvSpPr/>
          <p:nvPr userDrawn="1"/>
        </p:nvSpPr>
        <p:spPr bwMode="auto">
          <a:xfrm>
            <a:off x="0" y="0"/>
            <a:ext cx="6096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11A216CA-E680-42EB-BC45-95A09D62759B}"/>
              </a:ext>
            </a:extLst>
          </p:cNvPr>
          <p:cNvSpPr>
            <a:spLocks noGrp="1"/>
          </p:cNvSpPr>
          <p:nvPr>
            <p:ph type="pic" sz="quarter" idx="13"/>
          </p:nvPr>
        </p:nvSpPr>
        <p:spPr>
          <a:xfrm>
            <a:off x="6095998" y="0"/>
            <a:ext cx="6096001" cy="6858000"/>
          </a:xfrm>
          <a:prstGeom prst="rect">
            <a:avLst/>
          </a:prstGeom>
          <a:solidFill>
            <a:schemeClr val="bg2"/>
          </a:solidFill>
        </p:spPr>
        <p:txBody>
          <a:bodyPr/>
          <a:lstStyle>
            <a:lvl1pPr>
              <a:defRPr/>
            </a:lvl1pPr>
          </a:lstStyle>
          <a:p>
            <a:r>
              <a:rPr lang="en-GB"/>
              <a:t>Click icon to add picture</a:t>
            </a:r>
            <a:endParaRPr lang="en-US"/>
          </a:p>
        </p:txBody>
      </p:sp>
      <p:sp>
        <p:nvSpPr>
          <p:cNvPr id="3" name="Text Placeholder 4">
            <a:extLst>
              <a:ext uri="{FF2B5EF4-FFF2-40B4-BE49-F238E27FC236}">
                <a16:creationId xmlns:a16="http://schemas.microsoft.com/office/drawing/2014/main" id="{30094E5E-6EFF-CE7E-D775-2FA95EEE2F1D}"/>
              </a:ext>
            </a:extLst>
          </p:cNvPr>
          <p:cNvSpPr>
            <a:spLocks noGrp="1"/>
          </p:cNvSpPr>
          <p:nvPr>
            <p:ph type="body" sz="quarter" idx="11" hasCustomPrompt="1"/>
          </p:nvPr>
        </p:nvSpPr>
        <p:spPr>
          <a:xfrm>
            <a:off x="468775" y="4663440"/>
            <a:ext cx="5309027" cy="276999"/>
          </a:xfrm>
          <a:prstGeom prst="rect">
            <a:avLst/>
          </a:prstGeom>
        </p:spPr>
        <p:txBody>
          <a:bodyPr wrap="square">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4" name="Text Placeholder 4">
            <a:extLst>
              <a:ext uri="{FF2B5EF4-FFF2-40B4-BE49-F238E27FC236}">
                <a16:creationId xmlns:a16="http://schemas.microsoft.com/office/drawing/2014/main" id="{4E632B84-D810-D682-26F1-538579099EAB}"/>
              </a:ext>
            </a:extLst>
          </p:cNvPr>
          <p:cNvSpPr>
            <a:spLocks noGrp="1"/>
          </p:cNvSpPr>
          <p:nvPr>
            <p:ph type="body" sz="quarter" idx="12" hasCustomPrompt="1"/>
          </p:nvPr>
        </p:nvSpPr>
        <p:spPr>
          <a:xfrm>
            <a:off x="468775" y="5245390"/>
            <a:ext cx="5309027"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5" name="Title 2">
            <a:extLst>
              <a:ext uri="{FF2B5EF4-FFF2-40B4-BE49-F238E27FC236}">
                <a16:creationId xmlns:a16="http://schemas.microsoft.com/office/drawing/2014/main" id="{7E6BD730-15BB-8DAE-B807-85A733E0F752}"/>
              </a:ext>
            </a:extLst>
          </p:cNvPr>
          <p:cNvSpPr>
            <a:spLocks noGrp="1"/>
          </p:cNvSpPr>
          <p:nvPr>
            <p:ph type="title"/>
          </p:nvPr>
        </p:nvSpPr>
        <p:spPr>
          <a:xfrm>
            <a:off x="466165" y="1696496"/>
            <a:ext cx="5311637" cy="1846659"/>
          </a:xfrm>
        </p:spPr>
        <p:txBody>
          <a:bodyPr vert="horz" wrap="square" lIns="0" tIns="0" rIns="0" bIns="0" rtlCol="0">
            <a:spAutoFit/>
          </a:bodyPr>
          <a:lstStyle>
            <a:lvl1pPr>
              <a:defRPr lang="en-US" sz="6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2" name="Picture 1">
            <a:extLst>
              <a:ext uri="{FF2B5EF4-FFF2-40B4-BE49-F238E27FC236}">
                <a16:creationId xmlns:a16="http://schemas.microsoft.com/office/drawing/2014/main" id="{58229A6F-36FA-05D5-E223-1581D31CE2D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537534567"/>
      </p:ext>
    </p:extLst>
  </p:cSld>
  <p:clrMapOvr>
    <a:masterClrMapping/>
  </p:clrMapOvr>
  <p:transition/>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3" name="Title 2">
            <a:extLst>
              <a:ext uri="{FF2B5EF4-FFF2-40B4-BE49-F238E27FC236}">
                <a16:creationId xmlns:a16="http://schemas.microsoft.com/office/drawing/2014/main" id="{7D36EB9C-BBDB-7447-884B-AC6C7C7D1DA2}"/>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Contents</a:t>
            </a:r>
          </a:p>
        </p:txBody>
      </p:sp>
      <p:sp>
        <p:nvSpPr>
          <p:cNvPr id="24" name="Text Placeholder 4">
            <a:extLst>
              <a:ext uri="{FF2B5EF4-FFF2-40B4-BE49-F238E27FC236}">
                <a16:creationId xmlns:a16="http://schemas.microsoft.com/office/drawing/2014/main" id="{ECE784D3-D287-664F-80A6-CBA29DD12FE1}"/>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01</a:t>
            </a:r>
          </a:p>
        </p:txBody>
      </p:sp>
      <p:sp>
        <p:nvSpPr>
          <p:cNvPr id="25" name="Text Placeholder 4">
            <a:extLst>
              <a:ext uri="{FF2B5EF4-FFF2-40B4-BE49-F238E27FC236}">
                <a16:creationId xmlns:a16="http://schemas.microsoft.com/office/drawing/2014/main" id="{29A1CE94-599A-5146-9EFB-9AEECE436784}"/>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02</a:t>
            </a:r>
          </a:p>
        </p:txBody>
      </p:sp>
      <p:sp>
        <p:nvSpPr>
          <p:cNvPr id="26" name="Text Placeholder 4">
            <a:extLst>
              <a:ext uri="{FF2B5EF4-FFF2-40B4-BE49-F238E27FC236}">
                <a16:creationId xmlns:a16="http://schemas.microsoft.com/office/drawing/2014/main" id="{B0E828E5-70FD-D449-B964-390D8366EA4E}"/>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03</a:t>
            </a:r>
          </a:p>
        </p:txBody>
      </p:sp>
      <p:sp>
        <p:nvSpPr>
          <p:cNvPr id="27" name="Text Placeholder 4">
            <a:extLst>
              <a:ext uri="{FF2B5EF4-FFF2-40B4-BE49-F238E27FC236}">
                <a16:creationId xmlns:a16="http://schemas.microsoft.com/office/drawing/2014/main" id="{23D1ADF7-7F17-9F4A-A000-26CFD756A34B}"/>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04</a:t>
            </a:r>
          </a:p>
        </p:txBody>
      </p:sp>
      <p:sp>
        <p:nvSpPr>
          <p:cNvPr id="28" name="Text Placeholder 4">
            <a:extLst>
              <a:ext uri="{FF2B5EF4-FFF2-40B4-BE49-F238E27FC236}">
                <a16:creationId xmlns:a16="http://schemas.microsoft.com/office/drawing/2014/main" id="{C8974FB4-0DC4-9A48-849B-3445C17323D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05</a:t>
            </a:r>
          </a:p>
        </p:txBody>
      </p:sp>
      <p:sp>
        <p:nvSpPr>
          <p:cNvPr id="29" name="Text Placeholder 4">
            <a:extLst>
              <a:ext uri="{FF2B5EF4-FFF2-40B4-BE49-F238E27FC236}">
                <a16:creationId xmlns:a16="http://schemas.microsoft.com/office/drawing/2014/main" id="{3B70AEBB-A750-864B-B6BD-21B4D0EFE2A7}"/>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06</a:t>
            </a:r>
          </a:p>
        </p:txBody>
      </p:sp>
      <p:sp>
        <p:nvSpPr>
          <p:cNvPr id="30" name="Text Placeholder 4">
            <a:extLst>
              <a:ext uri="{FF2B5EF4-FFF2-40B4-BE49-F238E27FC236}">
                <a16:creationId xmlns:a16="http://schemas.microsoft.com/office/drawing/2014/main" id="{B6A80AC0-F1D6-7541-A91C-C279FD194827}"/>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1" name="Text Placeholder 4">
            <a:extLst>
              <a:ext uri="{FF2B5EF4-FFF2-40B4-BE49-F238E27FC236}">
                <a16:creationId xmlns:a16="http://schemas.microsoft.com/office/drawing/2014/main" id="{48BEB51A-F18F-5749-809D-EC078A513A09}"/>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2" name="Text Placeholder 4">
            <a:extLst>
              <a:ext uri="{FF2B5EF4-FFF2-40B4-BE49-F238E27FC236}">
                <a16:creationId xmlns:a16="http://schemas.microsoft.com/office/drawing/2014/main" id="{C6735154-D863-074C-BEF0-25E8F0836038}"/>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3" name="Text Placeholder 4">
            <a:extLst>
              <a:ext uri="{FF2B5EF4-FFF2-40B4-BE49-F238E27FC236}">
                <a16:creationId xmlns:a16="http://schemas.microsoft.com/office/drawing/2014/main" id="{C373B72A-00B1-9E4F-BC7F-202B2AC57FCC}"/>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4" name="Text Placeholder 4">
            <a:extLst>
              <a:ext uri="{FF2B5EF4-FFF2-40B4-BE49-F238E27FC236}">
                <a16:creationId xmlns:a16="http://schemas.microsoft.com/office/drawing/2014/main" id="{A584DDAC-74C3-8649-AA09-BE37E59266EB}"/>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5" name="Text Placeholder 4">
            <a:extLst>
              <a:ext uri="{FF2B5EF4-FFF2-40B4-BE49-F238E27FC236}">
                <a16:creationId xmlns:a16="http://schemas.microsoft.com/office/drawing/2014/main" id="{4BE98457-B105-874C-9706-66BA69C1AFC7}"/>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Tree>
    <p:extLst>
      <p:ext uri="{BB962C8B-B14F-4D97-AF65-F5344CB8AC3E}">
        <p14:creationId xmlns:p14="http://schemas.microsoft.com/office/powerpoint/2010/main" val="2155033612"/>
      </p:ext>
    </p:extLst>
  </p:cSld>
  <p:clrMapOvr>
    <a:masterClrMapping/>
  </p:clrMapOvr>
  <p:transition/>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Contents-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10" name="Graphic 9">
            <a:extLst>
              <a:ext uri="{FF2B5EF4-FFF2-40B4-BE49-F238E27FC236}">
                <a16:creationId xmlns:a16="http://schemas.microsoft.com/office/drawing/2014/main" id="{7F2C7208-C4AB-4962-96F0-F897DFFC37C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 name="Title 2">
            <a:extLst>
              <a:ext uri="{FF2B5EF4-FFF2-40B4-BE49-F238E27FC236}">
                <a16:creationId xmlns:a16="http://schemas.microsoft.com/office/drawing/2014/main" id="{37B4F039-C58D-468E-394C-C92CD517A82F}"/>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Contents</a:t>
            </a:r>
          </a:p>
        </p:txBody>
      </p:sp>
      <p:sp>
        <p:nvSpPr>
          <p:cNvPr id="7" name="Text Placeholder 4">
            <a:extLst>
              <a:ext uri="{FF2B5EF4-FFF2-40B4-BE49-F238E27FC236}">
                <a16:creationId xmlns:a16="http://schemas.microsoft.com/office/drawing/2014/main" id="{EEBDF361-F375-D313-8D06-BDA2782784FE}"/>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01</a:t>
            </a:r>
          </a:p>
        </p:txBody>
      </p:sp>
      <p:sp>
        <p:nvSpPr>
          <p:cNvPr id="8" name="Text Placeholder 4">
            <a:extLst>
              <a:ext uri="{FF2B5EF4-FFF2-40B4-BE49-F238E27FC236}">
                <a16:creationId xmlns:a16="http://schemas.microsoft.com/office/drawing/2014/main" id="{BBC6E842-5D88-CC5C-F1DA-808D61BEE757}"/>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02</a:t>
            </a:r>
          </a:p>
        </p:txBody>
      </p:sp>
      <p:sp>
        <p:nvSpPr>
          <p:cNvPr id="11" name="Text Placeholder 4">
            <a:extLst>
              <a:ext uri="{FF2B5EF4-FFF2-40B4-BE49-F238E27FC236}">
                <a16:creationId xmlns:a16="http://schemas.microsoft.com/office/drawing/2014/main" id="{CD37A923-9C8E-6CA3-1F51-1680DBD25361}"/>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03</a:t>
            </a:r>
          </a:p>
        </p:txBody>
      </p:sp>
      <p:sp>
        <p:nvSpPr>
          <p:cNvPr id="12" name="Text Placeholder 4">
            <a:extLst>
              <a:ext uri="{FF2B5EF4-FFF2-40B4-BE49-F238E27FC236}">
                <a16:creationId xmlns:a16="http://schemas.microsoft.com/office/drawing/2014/main" id="{3DB5EB1A-8556-A82E-AC69-301BA431D9AC}"/>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04</a:t>
            </a:r>
          </a:p>
        </p:txBody>
      </p:sp>
      <p:sp>
        <p:nvSpPr>
          <p:cNvPr id="24" name="Text Placeholder 4">
            <a:extLst>
              <a:ext uri="{FF2B5EF4-FFF2-40B4-BE49-F238E27FC236}">
                <a16:creationId xmlns:a16="http://schemas.microsoft.com/office/drawing/2014/main" id="{11E3B50A-6363-7824-DFC1-3035609DF67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05</a:t>
            </a:r>
          </a:p>
        </p:txBody>
      </p:sp>
      <p:sp>
        <p:nvSpPr>
          <p:cNvPr id="27" name="Text Placeholder 4">
            <a:extLst>
              <a:ext uri="{FF2B5EF4-FFF2-40B4-BE49-F238E27FC236}">
                <a16:creationId xmlns:a16="http://schemas.microsoft.com/office/drawing/2014/main" id="{13E6F179-1003-654A-7321-F8FE6D12AC32}"/>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06</a:t>
            </a:r>
          </a:p>
        </p:txBody>
      </p:sp>
      <p:sp>
        <p:nvSpPr>
          <p:cNvPr id="28" name="Text Placeholder 4">
            <a:extLst>
              <a:ext uri="{FF2B5EF4-FFF2-40B4-BE49-F238E27FC236}">
                <a16:creationId xmlns:a16="http://schemas.microsoft.com/office/drawing/2014/main" id="{9A7166E3-13D7-44C2-45BA-F8800FCD1D93}"/>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29" name="Text Placeholder 4">
            <a:extLst>
              <a:ext uri="{FF2B5EF4-FFF2-40B4-BE49-F238E27FC236}">
                <a16:creationId xmlns:a16="http://schemas.microsoft.com/office/drawing/2014/main" id="{342EBD53-BF92-55A6-E85A-50AD5A80A5B1}"/>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0" name="Text Placeholder 4">
            <a:extLst>
              <a:ext uri="{FF2B5EF4-FFF2-40B4-BE49-F238E27FC236}">
                <a16:creationId xmlns:a16="http://schemas.microsoft.com/office/drawing/2014/main" id="{41709A76-8AD3-E8A8-447B-E2C8D00A4A1D}"/>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1" name="Text Placeholder 4">
            <a:extLst>
              <a:ext uri="{FF2B5EF4-FFF2-40B4-BE49-F238E27FC236}">
                <a16:creationId xmlns:a16="http://schemas.microsoft.com/office/drawing/2014/main" id="{FA4DA4A4-AEAC-105E-34C0-12EBA35F10E6}"/>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2" name="Text Placeholder 4">
            <a:extLst>
              <a:ext uri="{FF2B5EF4-FFF2-40B4-BE49-F238E27FC236}">
                <a16:creationId xmlns:a16="http://schemas.microsoft.com/office/drawing/2014/main" id="{B6DD83F2-9BFD-E0B8-4706-D7200B45DE3C}"/>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3" name="Text Placeholder 4">
            <a:extLst>
              <a:ext uri="{FF2B5EF4-FFF2-40B4-BE49-F238E27FC236}">
                <a16:creationId xmlns:a16="http://schemas.microsoft.com/office/drawing/2014/main" id="{0D94FEEB-2EA8-081B-0B69-F0ED7A8348AC}"/>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 name="TextBox 2">
            <a:extLst>
              <a:ext uri="{FF2B5EF4-FFF2-40B4-BE49-F238E27FC236}">
                <a16:creationId xmlns:a16="http://schemas.microsoft.com/office/drawing/2014/main" id="{A90CA163-9EEA-54E4-57D2-BFE989F6F9C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8A0B6ADF-5C55-9945-3F05-7FFC190F1FD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178355418"/>
      </p:ext>
    </p:extLst>
  </p:cSld>
  <p:clrMapOvr>
    <a:masterClrMapping/>
  </p:clrMapOvr>
  <p:transition/>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Agenda</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 name="Text Placeholder 4">
            <a:extLst>
              <a:ext uri="{FF2B5EF4-FFF2-40B4-BE49-F238E27FC236}">
                <a16:creationId xmlns:a16="http://schemas.microsoft.com/office/drawing/2014/main" id="{749D503E-C57A-9E5B-19CF-94AF46BB63B3}"/>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6" name="Text Placeholder 4">
            <a:extLst>
              <a:ext uri="{FF2B5EF4-FFF2-40B4-BE49-F238E27FC236}">
                <a16:creationId xmlns:a16="http://schemas.microsoft.com/office/drawing/2014/main" id="{42BD3FFC-05D4-6AF7-0434-C1AC0298E5CD}"/>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7" name="Text Placeholder 4">
            <a:extLst>
              <a:ext uri="{FF2B5EF4-FFF2-40B4-BE49-F238E27FC236}">
                <a16:creationId xmlns:a16="http://schemas.microsoft.com/office/drawing/2014/main" id="{D0952C60-604F-9F1A-9D20-17D094CE4831}"/>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8" name="Text Placeholder 4">
            <a:extLst>
              <a:ext uri="{FF2B5EF4-FFF2-40B4-BE49-F238E27FC236}">
                <a16:creationId xmlns:a16="http://schemas.microsoft.com/office/drawing/2014/main" id="{BD164F81-CDD1-C1B4-ED55-A3321E1032B0}"/>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1" name="Text Placeholder 4">
            <a:extLst>
              <a:ext uri="{FF2B5EF4-FFF2-40B4-BE49-F238E27FC236}">
                <a16:creationId xmlns:a16="http://schemas.microsoft.com/office/drawing/2014/main" id="{7DF71D53-1D3F-D8F8-96D5-6DE13F1A9CC8}"/>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2" name="Text Placeholder 4">
            <a:extLst>
              <a:ext uri="{FF2B5EF4-FFF2-40B4-BE49-F238E27FC236}">
                <a16:creationId xmlns:a16="http://schemas.microsoft.com/office/drawing/2014/main" id="{142F11AF-BF37-8BBB-B5E7-A8655CF9477B}"/>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2434639255"/>
      </p:ext>
    </p:extLst>
  </p:cSld>
  <p:clrMapOvr>
    <a:masterClrMapping/>
  </p:clrMapOvr>
  <p:transition/>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Agenda-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Agenda</a:t>
            </a:r>
          </a:p>
        </p:txBody>
      </p:sp>
      <p:pic>
        <p:nvPicPr>
          <p:cNvPr id="27" name="Graphic 26">
            <a:extLst>
              <a:ext uri="{FF2B5EF4-FFF2-40B4-BE49-F238E27FC236}">
                <a16:creationId xmlns:a16="http://schemas.microsoft.com/office/drawing/2014/main" id="{404C027E-E5F6-C4D1-7BE4-B87D52F48E6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 Placeholder 4">
            <a:extLst>
              <a:ext uri="{FF2B5EF4-FFF2-40B4-BE49-F238E27FC236}">
                <a16:creationId xmlns:a16="http://schemas.microsoft.com/office/drawing/2014/main" id="{6672B4D0-A39C-FAF6-B1FC-E8138006004A}"/>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9" name="Text Placeholder 4">
            <a:extLst>
              <a:ext uri="{FF2B5EF4-FFF2-40B4-BE49-F238E27FC236}">
                <a16:creationId xmlns:a16="http://schemas.microsoft.com/office/drawing/2014/main" id="{A00A134C-93F9-0B06-D8F4-9B3C7532A426}"/>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0" name="Text Placeholder 4">
            <a:extLst>
              <a:ext uri="{FF2B5EF4-FFF2-40B4-BE49-F238E27FC236}">
                <a16:creationId xmlns:a16="http://schemas.microsoft.com/office/drawing/2014/main" id="{E37B92C4-122A-5377-7B74-D58A2319E90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3" name="Text Placeholder 4">
            <a:extLst>
              <a:ext uri="{FF2B5EF4-FFF2-40B4-BE49-F238E27FC236}">
                <a16:creationId xmlns:a16="http://schemas.microsoft.com/office/drawing/2014/main" id="{D28A167B-CD8D-159B-58DB-AD9C0600F651}"/>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4" name="Text Placeholder 4">
            <a:extLst>
              <a:ext uri="{FF2B5EF4-FFF2-40B4-BE49-F238E27FC236}">
                <a16:creationId xmlns:a16="http://schemas.microsoft.com/office/drawing/2014/main" id="{D3238DD8-4A7D-554B-8216-37EA1F023174}"/>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5" name="Text Placeholder 4">
            <a:extLst>
              <a:ext uri="{FF2B5EF4-FFF2-40B4-BE49-F238E27FC236}">
                <a16:creationId xmlns:a16="http://schemas.microsoft.com/office/drawing/2014/main" id="{11D58AB5-54CF-F584-79F8-821E69DF6010}"/>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6" name="Text Placeholder 4">
            <a:extLst>
              <a:ext uri="{FF2B5EF4-FFF2-40B4-BE49-F238E27FC236}">
                <a16:creationId xmlns:a16="http://schemas.microsoft.com/office/drawing/2014/main" id="{6367AC01-84C2-7E8C-3BF8-201856803E21}"/>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3" name="Text Placeholder 4">
            <a:extLst>
              <a:ext uri="{FF2B5EF4-FFF2-40B4-BE49-F238E27FC236}">
                <a16:creationId xmlns:a16="http://schemas.microsoft.com/office/drawing/2014/main" id="{60B1A9C8-7F43-7DB1-4F91-53075745C4B6}"/>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4" name="Text Placeholder 4">
            <a:extLst>
              <a:ext uri="{FF2B5EF4-FFF2-40B4-BE49-F238E27FC236}">
                <a16:creationId xmlns:a16="http://schemas.microsoft.com/office/drawing/2014/main" id="{46C8629B-DFA8-41AA-9C67-96D3D02BED28}"/>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6" name="Text Placeholder 4">
            <a:extLst>
              <a:ext uri="{FF2B5EF4-FFF2-40B4-BE49-F238E27FC236}">
                <a16:creationId xmlns:a16="http://schemas.microsoft.com/office/drawing/2014/main" id="{11CC2B96-A6B1-5232-3AEE-F9B7FDBBC137}"/>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0" name="Text Placeholder 4">
            <a:extLst>
              <a:ext uri="{FF2B5EF4-FFF2-40B4-BE49-F238E27FC236}">
                <a16:creationId xmlns:a16="http://schemas.microsoft.com/office/drawing/2014/main" id="{7A18B250-73F5-69E3-5878-B1D8C984F427}"/>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1" name="Text Placeholder 4">
            <a:extLst>
              <a:ext uri="{FF2B5EF4-FFF2-40B4-BE49-F238E27FC236}">
                <a16:creationId xmlns:a16="http://schemas.microsoft.com/office/drawing/2014/main" id="{462FE180-ECE1-55D7-0248-053AC1E99B1F}"/>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 name="TextBox 1">
            <a:extLst>
              <a:ext uri="{FF2B5EF4-FFF2-40B4-BE49-F238E27FC236}">
                <a16:creationId xmlns:a16="http://schemas.microsoft.com/office/drawing/2014/main" id="{D3634F95-D03F-BB17-0BA8-0AB623989FD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50C2139A-0FDA-8116-257B-67457AE6A971}"/>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684245527"/>
      </p:ext>
    </p:extLst>
  </p:cSld>
  <p:clrMapOvr>
    <a:masterClrMapping/>
  </p:clrMapOvr>
  <p:transition/>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Section_Header_Custom_1">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919866F5-F57A-6C40-4D30-D67CB6A3D24E}"/>
              </a:ext>
            </a:extLst>
          </p:cNvPr>
          <p:cNvSpPr>
            <a:spLocks noGrp="1"/>
          </p:cNvSpPr>
          <p:nvPr>
            <p:ph type="title" hasCustomPrompt="1"/>
          </p:nvPr>
        </p:nvSpPr>
        <p:spPr>
          <a:xfrm>
            <a:off x="481265" y="1793240"/>
            <a:ext cx="5640805" cy="923330"/>
          </a:xfrm>
          <a:prstGeom prst="rect">
            <a:avLst/>
          </a:prstGeom>
        </p:spPr>
        <p:txBody>
          <a:bodyPr wrap="square">
            <a:spAutoFit/>
          </a:bodyPr>
          <a:lstStyle>
            <a:lvl1pPr>
              <a:defRPr sz="6000" b="1" i="0">
                <a:solidFill>
                  <a:schemeClr val="bg1"/>
                </a:solidFill>
                <a:latin typeface="+mj-lt"/>
                <a:cs typeface="Calibri Light" panose="020F0302020204030204" pitchFamily="34" charset="0"/>
              </a:defRPr>
            </a:lvl1pPr>
          </a:lstStyle>
          <a:p>
            <a:r>
              <a:rPr lang="en-US"/>
              <a:t>Section Header</a:t>
            </a:r>
          </a:p>
        </p:txBody>
      </p:sp>
      <p:sp>
        <p:nvSpPr>
          <p:cNvPr id="3" name="Text Placeholder 4">
            <a:extLst>
              <a:ext uri="{FF2B5EF4-FFF2-40B4-BE49-F238E27FC236}">
                <a16:creationId xmlns:a16="http://schemas.microsoft.com/office/drawing/2014/main" id="{B0EC5345-D2D0-6B03-7DDB-B62AB64329C8}"/>
              </a:ext>
            </a:extLst>
          </p:cNvPr>
          <p:cNvSpPr>
            <a:spLocks noGrp="1"/>
          </p:cNvSpPr>
          <p:nvPr>
            <p:ph type="body" sz="quarter" idx="10" hasCustomPrompt="1"/>
          </p:nvPr>
        </p:nvSpPr>
        <p:spPr>
          <a:xfrm>
            <a:off x="481265" y="1336040"/>
            <a:ext cx="498928" cy="321627"/>
          </a:xfrm>
          <a:prstGeom prst="rect">
            <a:avLst/>
          </a:prstGeom>
        </p:spPr>
        <p:txBody>
          <a:bodyPr wrap="square" anchor="t" anchorCtr="0">
            <a:spAutoFit/>
          </a:bodyPr>
          <a:lstStyle>
            <a:lvl1pPr algn="l">
              <a:defRPr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4" name="Text Placeholder 4">
            <a:extLst>
              <a:ext uri="{FF2B5EF4-FFF2-40B4-BE49-F238E27FC236}">
                <a16:creationId xmlns:a16="http://schemas.microsoft.com/office/drawing/2014/main" id="{CB32F50E-D900-4FFA-87A8-502151FBE20C}"/>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5" name="Graphic 4">
            <a:extLst>
              <a:ext uri="{FF2B5EF4-FFF2-40B4-BE49-F238E27FC236}">
                <a16:creationId xmlns:a16="http://schemas.microsoft.com/office/drawing/2014/main" id="{7BA73176-A11D-D62A-EC12-39C3DF983B1B}"/>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DDED43E1-5036-AF03-3AFC-AC404D716E4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B4AFFE7B-BAB3-2BE6-68C7-82413494811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133732388"/>
      </p:ext>
    </p:extLst>
  </p:cSld>
  <p:clrMapOvr>
    <a:masterClrMapping/>
  </p:clrMapOvr>
  <p:transition/>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Section_Header_Custiom_2">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5BDBBF2-452B-8A53-D3BC-946EEC403099}"/>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9" name="Text Placeholder 4">
            <a:extLst>
              <a:ext uri="{FF2B5EF4-FFF2-40B4-BE49-F238E27FC236}">
                <a16:creationId xmlns:a16="http://schemas.microsoft.com/office/drawing/2014/main" id="{2CA620CE-1B8B-D388-B43E-902BAFDB8F31}"/>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10" name="Text Placeholder 4">
            <a:extLst>
              <a:ext uri="{FF2B5EF4-FFF2-40B4-BE49-F238E27FC236}">
                <a16:creationId xmlns:a16="http://schemas.microsoft.com/office/drawing/2014/main" id="{9B21D373-42F2-86AB-3F79-81C1BE348209}"/>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8720EBE-A59D-52D5-044F-DF5C07F83D7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3F31129-9154-6101-E99F-40D9C428A70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BF7BD8E2-6131-A98D-36C8-080B716E4D6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318384777"/>
      </p:ext>
    </p:extLst>
  </p:cSld>
  <p:clrMapOvr>
    <a:masterClrMapping/>
  </p:clrMapOvr>
  <p:transition/>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Section_Header_Custiom_3">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8BEA6F8A-F8D2-0E03-127C-C4C39351EE62}"/>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F86F72EA-0ABE-9A8E-4E77-930AA5496A56}"/>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7" name="Text Placeholder 4">
            <a:extLst>
              <a:ext uri="{FF2B5EF4-FFF2-40B4-BE49-F238E27FC236}">
                <a16:creationId xmlns:a16="http://schemas.microsoft.com/office/drawing/2014/main" id="{A5E6E347-3D84-596D-2504-6BB7F3483113}"/>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5684E56-61FE-0760-81FB-D738FF31CED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4AFDEA9-4B5D-18D7-3B7C-ADC156E9EFC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1C818241-0582-A630-8CB0-7598682D85EA}"/>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035082586"/>
      </p:ext>
    </p:extLst>
  </p:cSld>
  <p:clrMapOvr>
    <a:masterClrMapping/>
  </p:clrMapOvr>
  <p:transition/>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Section_Header_Custiom_4">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8956E04-CBD7-E482-8975-949516BE35C7}"/>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4DF04DE8-18FA-CC1C-A2E5-416F24CA0863}"/>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7" name="Text Placeholder 4">
            <a:extLst>
              <a:ext uri="{FF2B5EF4-FFF2-40B4-BE49-F238E27FC236}">
                <a16:creationId xmlns:a16="http://schemas.microsoft.com/office/drawing/2014/main" id="{6BD1EAAB-FF14-59B6-EB7C-E327DBE47644}"/>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53ED1D57-42C1-01EC-FDEC-8930A13F028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FA158379-42B6-CCBC-ACEF-3055CDBB2D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48C1715E-3786-F104-88AB-8B85E2F6D91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503341541"/>
      </p:ext>
    </p:extLst>
  </p:cSld>
  <p:clrMapOvr>
    <a:masterClrMapping/>
  </p:clrMapOvr>
  <p:transition/>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Disclaimer">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CBC286D-0325-2652-6DE3-BC17B7921CDE}"/>
              </a:ext>
            </a:extLst>
          </p:cNvPr>
          <p:cNvSpPr txBox="1"/>
          <p:nvPr userDrawn="1"/>
        </p:nvSpPr>
        <p:spPr>
          <a:xfrm>
            <a:off x="481264" y="1667844"/>
            <a:ext cx="4403565" cy="1015663"/>
          </a:xfrm>
          <a:prstGeom prst="rect">
            <a:avLst/>
          </a:prstGeom>
        </p:spPr>
        <p:txBody>
          <a:bodyPr vert="horz" wrap="square" lIns="0" tIns="0" rIns="0" bIns="0" rtlCol="0" anchor="t">
            <a:spAutoFit/>
          </a:bodyPr>
          <a:lstStyle>
            <a:lvl1pPr>
              <a:lnSpc>
                <a:spcPct val="100000"/>
              </a:lnSpc>
              <a:spcBef>
                <a:spcPct val="0"/>
              </a:spcBef>
              <a:buNone/>
              <a:defRPr lang="en-US" sz="6000" b="1" i="0">
                <a:solidFill>
                  <a:schemeClr val="bg1"/>
                </a:solidFill>
                <a:latin typeface="+mj-lt"/>
                <a:ea typeface="Calibri" panose="020F0502020204030204" pitchFamily="34" charset="0"/>
                <a:cs typeface="Calibri Light" panose="020F0302020204030204" pitchFamily="34" charset="0"/>
              </a:defRPr>
            </a:lvl1pPr>
          </a:lstStyle>
          <a:p>
            <a:pPr lvl="0"/>
            <a:r>
              <a:rPr lang="en-US"/>
              <a:t>Disclaimer</a:t>
            </a:r>
          </a:p>
        </p:txBody>
      </p:sp>
      <p:sp>
        <p:nvSpPr>
          <p:cNvPr id="7" name="Title 4">
            <a:extLst>
              <a:ext uri="{FF2B5EF4-FFF2-40B4-BE49-F238E27FC236}">
                <a16:creationId xmlns:a16="http://schemas.microsoft.com/office/drawing/2014/main" id="{5C60129C-ED73-46C0-0FB7-BB32CA2BD978}"/>
              </a:ext>
            </a:extLst>
          </p:cNvPr>
          <p:cNvSpPr txBox="1"/>
          <p:nvPr userDrawn="1"/>
        </p:nvSpPr>
        <p:spPr>
          <a:xfrm>
            <a:off x="481263" y="2919114"/>
            <a:ext cx="6664971" cy="1050737"/>
          </a:xfrm>
          <a:prstGeom prst="rect">
            <a:avLst/>
          </a:prstGeom>
        </p:spPr>
        <p:txBody>
          <a:bodyPr wrap="square" lIns="0" tIns="0" rIns="0" bIns="0">
            <a:spAutoFit/>
          </a:bodyPr>
          <a:lstStyle>
            <a:lvl1pPr algn="l" defTabSz="914400" rtl="0" eaLnBrk="1" latinLnBrk="0" hangingPunct="1">
              <a:lnSpc>
                <a:spcPct val="100000"/>
              </a:lnSpc>
              <a:spcBef>
                <a:spcPct val="0"/>
              </a:spcBef>
              <a:buNone/>
              <a:defRPr sz="2200" b="1" i="0" kern="1200">
                <a:solidFill>
                  <a:schemeClr val="tx1"/>
                </a:solidFill>
                <a:latin typeface="+mj-lt"/>
                <a:ea typeface="Calibri" panose="020F0502020204030204" pitchFamily="34" charset="0"/>
                <a:cs typeface="Calibri" panose="020F0502020204030204" pitchFamily="34" charset="0"/>
              </a:defRPr>
            </a:lvl1pPr>
          </a:lstStyle>
          <a:p>
            <a:pPr>
              <a:lnSpc>
                <a:spcPct val="150000"/>
              </a:lnSpc>
            </a:pPr>
            <a:r>
              <a:rPr lang="en-US" sz="2400" b="0">
                <a:solidFill>
                  <a:schemeClr val="bg1"/>
                </a:solidFill>
                <a:latin typeface="Calibri Light"/>
                <a:cs typeface="Calibri Light"/>
              </a:rPr>
              <a:t>Do not share this presentation without a signed NDA.</a:t>
            </a:r>
            <a:endParaRPr lang="en-US" sz="2400">
              <a:solidFill>
                <a:schemeClr val="bg1"/>
              </a:solidFill>
              <a:latin typeface="Calibri Light"/>
              <a:cs typeface="Calibri Light"/>
            </a:endParaRPr>
          </a:p>
          <a:p>
            <a:pPr>
              <a:lnSpc>
                <a:spcPct val="150000"/>
              </a:lnSpc>
            </a:pPr>
            <a:r>
              <a:rPr lang="en-US" sz="2400" b="0">
                <a:solidFill>
                  <a:schemeClr val="bg1"/>
                </a:solidFill>
                <a:latin typeface="Calibri Light"/>
                <a:cs typeface="Calibri Light"/>
              </a:rPr>
              <a:t>Convert to PDF to protect sensitive slide notes.</a:t>
            </a:r>
            <a:endParaRPr lang="en-US" sz="2400">
              <a:solidFill>
                <a:schemeClr val="bg1"/>
              </a:solidFill>
              <a:latin typeface="Calibri Light"/>
              <a:cs typeface="Calibri Light"/>
            </a:endParaRPr>
          </a:p>
        </p:txBody>
      </p:sp>
      <p:pic>
        <p:nvPicPr>
          <p:cNvPr id="8" name="Picture 7">
            <a:extLst>
              <a:ext uri="{FF2B5EF4-FFF2-40B4-BE49-F238E27FC236}">
                <a16:creationId xmlns:a16="http://schemas.microsoft.com/office/drawing/2014/main" id="{EF3464A0-B9BD-B9A5-38BA-45F5800B2DA9}"/>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1264" y="872962"/>
            <a:ext cx="668294" cy="622205"/>
          </a:xfrm>
          <a:prstGeom prst="rect">
            <a:avLst/>
          </a:prstGeom>
        </p:spPr>
      </p:pic>
      <p:pic>
        <p:nvPicPr>
          <p:cNvPr id="2" name="Graphic 1">
            <a:extLst>
              <a:ext uri="{FF2B5EF4-FFF2-40B4-BE49-F238E27FC236}">
                <a16:creationId xmlns:a16="http://schemas.microsoft.com/office/drawing/2014/main" id="{C9E71BD3-C16B-E833-87BA-15C30377643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D42082F-236C-033C-4BB1-ED91055E10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43DDC278-1F97-461F-020F-97C4F17BCD4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833522333"/>
      </p:ext>
    </p:extLst>
  </p:cSld>
  <p:clrMapOvr>
    <a:masterClrMapping/>
  </p:clrMapOvr>
  <p:transition/>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Divider-Light">
    <p:spTree>
      <p:nvGrpSpPr>
        <p:cNvPr id="1" name=""/>
        <p:cNvGrpSpPr/>
        <p:nvPr/>
      </p:nvGrpSpPr>
      <p:grpSpPr>
        <a:xfrm>
          <a:off x="0" y="0"/>
          <a:ext cx="0" cy="0"/>
          <a:chOff x="0" y="0"/>
          <a:chExt cx="0" cy="0"/>
        </a:xfrm>
      </p:grpSpPr>
      <p:pic>
        <p:nvPicPr>
          <p:cNvPr id="4" name="Picture 3" descr="Background pattern  Description automatically generated with medium confidence">
            <a:extLst>
              <a:ext uri="{FF2B5EF4-FFF2-40B4-BE49-F238E27FC236}">
                <a16:creationId xmlns:a16="http://schemas.microsoft.com/office/drawing/2014/main" id="{93E89BDD-DFE0-2F52-8234-B4BA719C24D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45299"/>
          </a:xfrm>
          <a:prstGeom prst="rect">
            <a:avLst/>
          </a:prstGeom>
        </p:spPr>
      </p:pic>
      <p:pic>
        <p:nvPicPr>
          <p:cNvPr id="5" name="Graphic 4">
            <a:extLst>
              <a:ext uri="{FF2B5EF4-FFF2-40B4-BE49-F238E27FC236}">
                <a16:creationId xmlns:a16="http://schemas.microsoft.com/office/drawing/2014/main" id="{BAB1331E-AD8D-C6DD-2EB9-162F1E8744C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38E73F41-F196-FE58-99BD-8AFA2B90986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ECA775BE-E377-94D3-AEB3-0F6AC5EABBE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2" name="Text Placeholder 7">
            <a:extLst>
              <a:ext uri="{FF2B5EF4-FFF2-40B4-BE49-F238E27FC236}">
                <a16:creationId xmlns:a16="http://schemas.microsoft.com/office/drawing/2014/main" id="{51296AC5-6772-5447-9F7F-930222E7DD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3" name="Title 8">
            <a:extLst>
              <a:ext uri="{FF2B5EF4-FFF2-40B4-BE49-F238E27FC236}">
                <a16:creationId xmlns:a16="http://schemas.microsoft.com/office/drawing/2014/main" id="{522FF93D-C8A6-33EF-5BC7-877E52BEE05B}"/>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7" name="Text Placeholder 4">
            <a:extLst>
              <a:ext uri="{FF2B5EF4-FFF2-40B4-BE49-F238E27FC236}">
                <a16:creationId xmlns:a16="http://schemas.microsoft.com/office/drawing/2014/main" id="{FA81627C-09AF-5EC8-CA35-DF312ECADD9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9" name="Picture 2">
            <a:extLst>
              <a:ext uri="{FF2B5EF4-FFF2-40B4-BE49-F238E27FC236}">
                <a16:creationId xmlns:a16="http://schemas.microsoft.com/office/drawing/2014/main" id="{349F0370-3C02-C444-CD0F-D08D4C64C812}"/>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8B8C06E9-2078-665E-8F91-DD96B11840B5}"/>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8733420"/>
      </p:ext>
    </p:extLst>
  </p:cSld>
  <p:clrMapOvr>
    <a:masterClrMapping/>
  </p:clrMapOvr>
  <p:transition/>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Divider-Light-2">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8E60C0F2-79B7-EE1B-6041-90317B3CB1E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5199D6FE-5F94-4710-8291-B3438158799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13F08F0-0194-EA75-42BA-A0773D6D3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5EBCD999-82B2-EE7A-6B7F-62E9DF0FC3BB}"/>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5" name="Text Placeholder 7">
            <a:extLst>
              <a:ext uri="{FF2B5EF4-FFF2-40B4-BE49-F238E27FC236}">
                <a16:creationId xmlns:a16="http://schemas.microsoft.com/office/drawing/2014/main" id="{F60BC1F9-F5BB-BACB-98D9-6B1EA76689A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21A2213A-A5D0-F62A-BDB3-8BB538A659C6}"/>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500BD8D1-BEE3-CC7B-18BC-B2C6739412DA}"/>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7" name="Picture 2">
            <a:extLst>
              <a:ext uri="{FF2B5EF4-FFF2-40B4-BE49-F238E27FC236}">
                <a16:creationId xmlns:a16="http://schemas.microsoft.com/office/drawing/2014/main" id="{6B0B6AD7-E17D-5B29-EE8B-DE7A43E27261}"/>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280268E6-2586-CF04-C3CF-40BE4A3273CD}"/>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2846967"/>
      </p:ext>
    </p:extLst>
  </p:cSld>
  <p:clrMapOvr>
    <a:masterClrMapping/>
  </p:clrMapOvr>
  <p:transition/>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userDrawn="1">
  <p:cSld name="Divider-Light-3">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47254E77-EA64-0D5B-1B56-09AF228EFA4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41AD50E6-D58E-3D8C-41A0-48F21CC758CE}"/>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BEC493A-D2B3-E243-2D3B-B6C3183A317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0AF48D13-7FE0-0CB2-89F9-E7AA85593DB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5" name="Text Placeholder 7">
            <a:extLst>
              <a:ext uri="{FF2B5EF4-FFF2-40B4-BE49-F238E27FC236}">
                <a16:creationId xmlns:a16="http://schemas.microsoft.com/office/drawing/2014/main" id="{7D221B2F-F01A-3D8B-58F3-2E0CD57769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7" name="Title 8">
            <a:extLst>
              <a:ext uri="{FF2B5EF4-FFF2-40B4-BE49-F238E27FC236}">
                <a16:creationId xmlns:a16="http://schemas.microsoft.com/office/drawing/2014/main" id="{5E154CAE-C4D8-C2A0-6BE8-461C3B8FA5B3}"/>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8" name="Text Placeholder 4">
            <a:extLst>
              <a:ext uri="{FF2B5EF4-FFF2-40B4-BE49-F238E27FC236}">
                <a16:creationId xmlns:a16="http://schemas.microsoft.com/office/drawing/2014/main" id="{702DE92A-A744-9D66-5950-661ECF019C8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2330182175"/>
      </p:ext>
    </p:extLst>
  </p:cSld>
  <p:clrMapOvr>
    <a:masterClrMapping/>
  </p:clrMapOvr>
  <p:transition/>
</p:sldLayout>
</file>

<file path=ppt/slideLayouts/slideLayout233.xml><?xml version="1.0" encoding="utf-8"?>
<p:sldLayout xmlns:a="http://schemas.openxmlformats.org/drawingml/2006/main" xmlns:r="http://schemas.openxmlformats.org/officeDocument/2006/relationships" xmlns:p="http://schemas.openxmlformats.org/presentationml/2006/main" preserve="1" userDrawn="1">
  <p:cSld name="Divider-Light-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5381F3-7ADD-A798-2917-70C400E5FC03}"/>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7704668" y="2820541"/>
            <a:ext cx="4487332" cy="4037459"/>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9" name="Text Placeholder 7">
            <a:extLst>
              <a:ext uri="{FF2B5EF4-FFF2-40B4-BE49-F238E27FC236}">
                <a16:creationId xmlns:a16="http://schemas.microsoft.com/office/drawing/2014/main" id="{5747460E-84D6-E4C7-66CE-0A88D0D3B7E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4C926E2E-67D5-D03F-CAF1-D936DD3C015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470B9D3F-8FFD-EE49-3B30-05286E2EBB66}"/>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825178884"/>
      </p:ext>
    </p:extLst>
  </p:cSld>
  <p:clrMapOvr>
    <a:masterClrMapping/>
  </p:clrMapOvr>
  <p:transition/>
</p:sldLayout>
</file>

<file path=ppt/slideLayouts/slideLayout234.xml><?xml version="1.0" encoding="utf-8"?>
<p:sldLayout xmlns:a="http://schemas.openxmlformats.org/drawingml/2006/main" xmlns:r="http://schemas.openxmlformats.org/officeDocument/2006/relationships" xmlns:p="http://schemas.openxmlformats.org/presentationml/2006/main" preserve="1" userDrawn="1">
  <p:cSld name="Divider-Light-5">
    <p:spTree>
      <p:nvGrpSpPr>
        <p:cNvPr id="1" name=""/>
        <p:cNvGrpSpPr/>
        <p:nvPr/>
      </p:nvGrpSpPr>
      <p:grpSpPr>
        <a:xfrm>
          <a:off x="0" y="0"/>
          <a:ext cx="0" cy="0"/>
          <a:chOff x="0" y="0"/>
          <a:chExt cx="0" cy="0"/>
        </a:xfrm>
      </p:grpSpPr>
      <p:pic>
        <p:nvPicPr>
          <p:cNvPr id="7" name="Picture 6" descr="Background pattern  Description automatically generated">
            <a:extLst>
              <a:ext uri="{FF2B5EF4-FFF2-40B4-BE49-F238E27FC236}">
                <a16:creationId xmlns:a16="http://schemas.microsoft.com/office/drawing/2014/main" id="{35273E55-8F47-AC18-08B7-C31C53E2A27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9" name="Text Placeholder 7">
            <a:extLst>
              <a:ext uri="{FF2B5EF4-FFF2-40B4-BE49-F238E27FC236}">
                <a16:creationId xmlns:a16="http://schemas.microsoft.com/office/drawing/2014/main" id="{CBBCDB36-A5F4-DF81-FE84-1CBB0550822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36520FD8-AF16-A7D1-FBFD-C07B1B5276A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BEA145C4-F1AE-010B-FC94-C27466A668E5}"/>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2" name="Picture 2">
            <a:extLst>
              <a:ext uri="{FF2B5EF4-FFF2-40B4-BE49-F238E27FC236}">
                <a16:creationId xmlns:a16="http://schemas.microsoft.com/office/drawing/2014/main" id="{4D99E3E8-278A-7766-B327-68617ED8B6D4}"/>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91B8E301-B96C-BCEE-DBCB-1F1C7C748F69}"/>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1819629"/>
      </p:ext>
    </p:extLst>
  </p:cSld>
  <p:clrMapOvr>
    <a:masterClrMapping/>
  </p:clrMapOvr>
  <p:transition/>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1896"/>
            <a:ext cx="11274552" cy="457200"/>
          </a:xfrm>
        </p:spPr>
        <p:txBody>
          <a:bodyPr/>
          <a:lstStyle>
            <a:lvl1pPr>
              <a:defRPr b="1">
                <a:latin typeface="+mn-lt"/>
              </a:defRPr>
            </a:lvl1pPr>
          </a:lstStyle>
          <a:p>
            <a:r>
              <a:rPr lang="en-GB"/>
              <a:t>Click to edit Master title style</a:t>
            </a:r>
            <a:endParaRPr lang="en-US"/>
          </a:p>
        </p:txBody>
      </p:sp>
    </p:spTree>
    <p:extLst>
      <p:ext uri="{BB962C8B-B14F-4D97-AF65-F5344CB8AC3E}">
        <p14:creationId xmlns:p14="http://schemas.microsoft.com/office/powerpoint/2010/main" val="231450848"/>
      </p:ext>
    </p:extLst>
  </p:cSld>
  <p:clrMapOvr>
    <a:masterClrMapping/>
  </p:clrMapOvr>
  <p:transition/>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userDrawn="1">
  <p:cSld name="Title+UpSub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3900"/>
            <a:ext cx="11274552" cy="457200"/>
          </a:xfrm>
        </p:spPr>
        <p:txBody>
          <a:bodyPr/>
          <a:lstStyle>
            <a:lvl1pPr>
              <a:defRPr b="1">
                <a:latin typeface="+mn-lt"/>
              </a:defRPr>
            </a:lvl1pPr>
          </a:lstStyle>
          <a:p>
            <a:r>
              <a:rPr lang="en-GB"/>
              <a:t>Click to edit Master title style</a:t>
            </a:r>
            <a:endParaRPr lang="en-US"/>
          </a:p>
        </p:txBody>
      </p:sp>
      <p:sp>
        <p:nvSpPr>
          <p:cNvPr id="12" name="Text Placeholder 10"/>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951538398"/>
      </p:ext>
    </p:extLst>
  </p:cSld>
  <p:clrMapOvr>
    <a:masterClrMapping/>
  </p:clrMapOvr>
  <p:transition/>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6" name="Text Placeholder 8">
            <a:extLst>
              <a:ext uri="{FF2B5EF4-FFF2-40B4-BE49-F238E27FC236}">
                <a16:creationId xmlns:a16="http://schemas.microsoft.com/office/drawing/2014/main" id="{E4F57360-96E0-124A-8B27-F0C4589ED94D}"/>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ct val="0"/>
              </a:spcBef>
              <a:buNone/>
              <a:defRPr sz="1600" b="1" i="0">
                <a:solidFill>
                  <a:schemeClr val="tx1"/>
                </a:solidFill>
              </a:defRPr>
            </a:lvl1pPr>
          </a:lstStyle>
          <a:p>
            <a:pPr lvl="0"/>
            <a:r>
              <a:rPr lang="en-US"/>
              <a:t>Edit Master text styles</a:t>
            </a:r>
          </a:p>
        </p:txBody>
      </p:sp>
      <p:sp>
        <p:nvSpPr>
          <p:cNvPr id="2" name="Title 1">
            <a:extLst>
              <a:ext uri="{FF2B5EF4-FFF2-40B4-BE49-F238E27FC236}">
                <a16:creationId xmlns:a16="http://schemas.microsoft.com/office/drawing/2014/main" id="{51B4284D-C7B7-AF33-505C-3BCE705434E9}"/>
              </a:ext>
            </a:extLst>
          </p:cNvPr>
          <p:cNvSpPr>
            <a:spLocks noGrp="1"/>
          </p:cNvSpPr>
          <p:nvPr>
            <p:ph type="title"/>
          </p:nvPr>
        </p:nvSpPr>
        <p:spPr>
          <a:xfrm>
            <a:off x="457200" y="723900"/>
            <a:ext cx="11274552" cy="457200"/>
          </a:xfrm>
        </p:spPr>
        <p:txBody>
          <a:bodyPr/>
          <a:lstStyle>
            <a:lvl1pPr>
              <a:defRPr b="1">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8CBF3641-43B5-6FAC-E7AA-3C2E1B68684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80123782"/>
      </p:ext>
    </p:extLst>
  </p:cSld>
  <p:clrMapOvr>
    <a:masterClrMapping/>
  </p:clrMapOvr>
  <p:transition/>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3028170"/>
      </p:ext>
    </p:extLst>
  </p:cSld>
  <p:clrMapOvr>
    <a:masterClrMapping/>
  </p:clrMapOvr>
  <p:transition/>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919541210"/>
      </p:ext>
    </p:extLst>
  </p:cSld>
  <p:clrMapOvr>
    <a:masterClrMapping/>
  </p:clrMapOvr>
  <p:transition/>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Title-Sub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7" name="Text Placeholder 8">
            <a:extLst>
              <a:ext uri="{FF2B5EF4-FFF2-40B4-BE49-F238E27FC236}">
                <a16:creationId xmlns:a16="http://schemas.microsoft.com/office/drawing/2014/main" id="{AA4049EA-1C80-CEF2-C39E-9249C1D295FE}"/>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ct val="0"/>
              </a:spcBef>
              <a:buNone/>
              <a:defRPr sz="1600" b="1" i="0">
                <a:solidFill>
                  <a:schemeClr val="bg1"/>
                </a:solidFill>
              </a:defRPr>
            </a:lvl1pPr>
          </a:lstStyle>
          <a:p>
            <a:pPr lvl="0"/>
            <a:r>
              <a:rPr lang="en-US"/>
              <a:t>Edit Master text styles</a:t>
            </a:r>
          </a:p>
        </p:txBody>
      </p:sp>
    </p:spTree>
    <p:extLst>
      <p:ext uri="{BB962C8B-B14F-4D97-AF65-F5344CB8AC3E}">
        <p14:creationId xmlns:p14="http://schemas.microsoft.com/office/powerpoint/2010/main" val="2309905968"/>
      </p:ext>
    </p:extLst>
  </p:cSld>
  <p:clrMapOvr>
    <a:masterClrMapping/>
  </p:clrMapOvr>
  <p:transition/>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5988049"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5"/>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Graphic 1">
            <a:extLst>
              <a:ext uri="{FF2B5EF4-FFF2-40B4-BE49-F238E27FC236}">
                <a16:creationId xmlns:a16="http://schemas.microsoft.com/office/drawing/2014/main" id="{9D2FFF58-70EB-C86F-9E59-1581F18B872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270810068"/>
      </p:ext>
    </p:extLst>
  </p:cSld>
  <p:clrMapOvr>
    <a:masterClrMapping/>
  </p:clrMapOvr>
  <p:transition/>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Arrow-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5988049"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3" name="Graphic 2">
            <a:extLst>
              <a:ext uri="{FF2B5EF4-FFF2-40B4-BE49-F238E27FC236}">
                <a16:creationId xmlns:a16="http://schemas.microsoft.com/office/drawing/2014/main" id="{99CE1444-B151-5430-2753-A94BFE598634}"/>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2058051714"/>
      </p:ext>
    </p:extLst>
  </p:cSld>
  <p:clrMapOvr>
    <a:masterClrMapping/>
  </p:clrMapOvr>
  <p:transition/>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Arrow-Two">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7891C23-3EE8-0CED-28FE-170D18A2D615}"/>
              </a:ext>
            </a:extLst>
          </p:cNvPr>
          <p:cNvGrpSpPr/>
          <p:nvPr userDrawn="1"/>
        </p:nvGrpSpPr>
        <p:grpSpPr>
          <a:xfrm>
            <a:off x="3909694" y="-2"/>
            <a:ext cx="4653972" cy="6858002"/>
            <a:chOff x="3300840" y="-2"/>
            <a:chExt cx="4653972" cy="6858002"/>
          </a:xfrm>
          <a:solidFill>
            <a:schemeClr val="bg1">
              <a:lumMod val="95000"/>
            </a:schemeClr>
          </a:solidFill>
        </p:grpSpPr>
        <p:sp>
          <p:nvSpPr>
            <p:cNvPr id="10" name="Rectangle 9">
              <a:extLst>
                <a:ext uri="{FF2B5EF4-FFF2-40B4-BE49-F238E27FC236}">
                  <a16:creationId xmlns:a16="http://schemas.microsoft.com/office/drawing/2014/main" id="{3E4E5E53-9F1A-D61C-9EEB-E1510482E5BF}"/>
                </a:ext>
              </a:extLst>
            </p:cNvPr>
            <p:cNvSpPr/>
            <p:nvPr userDrawn="1"/>
          </p:nvSpPr>
          <p:spPr bwMode="auto">
            <a:xfrm>
              <a:off x="3300840" y="0"/>
              <a:ext cx="4110732" cy="6858000"/>
            </a:xfrm>
            <a:prstGeom prst="rect">
              <a:avLst/>
            </a:prstGeom>
            <a:grp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3" name="Isosceles Triangle 13">
              <a:extLst>
                <a:ext uri="{FF2B5EF4-FFF2-40B4-BE49-F238E27FC236}">
                  <a16:creationId xmlns:a16="http://schemas.microsoft.com/office/drawing/2014/main" id="{DF41968F-990C-67B1-0475-04E0249E281A}"/>
                </a:ext>
              </a:extLst>
            </p:cNvPr>
            <p:cNvSpPr/>
            <p:nvPr userDrawn="1"/>
          </p:nvSpPr>
          <p:spPr>
            <a:xfrm rot="5400000" flipH="1">
              <a:off x="4249415" y="3152602"/>
              <a:ext cx="6858002" cy="55279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Rectangle 4">
            <a:extLst>
              <a:ext uri="{FF2B5EF4-FFF2-40B4-BE49-F238E27FC236}">
                <a16:creationId xmlns:a16="http://schemas.microsoft.com/office/drawing/2014/main" id="{B17DFB89-A9BD-47AC-B57A-7869039229B5}"/>
              </a:ext>
            </a:extLst>
          </p:cNvPr>
          <p:cNvSpPr/>
          <p:nvPr userDrawn="1"/>
        </p:nvSpPr>
        <p:spPr bwMode="auto">
          <a:xfrm>
            <a:off x="-1" y="0"/>
            <a:ext cx="4076701"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925900"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180E4AD9-5B60-F04F-FEE1-80647A0EADEE}"/>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189EAA6-8653-D9C5-4653-C4B7BB2BB32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969631191"/>
      </p:ext>
    </p:extLst>
  </p:cSld>
  <p:clrMapOvr>
    <a:masterClrMapping/>
  </p:clrMapOvr>
  <p:transition/>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2256062868"/>
      </p:ext>
    </p:extLst>
  </p:cSld>
  <p:clrMapOvr>
    <a:masterClrMapping/>
  </p:clrMapOvr>
  <p:transition/>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Case Study-1/6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5" y="0"/>
            <a:ext cx="2371722"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B1E6AE37-FC1E-5269-1E83-C3E9928ED25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607A8488-5F43-686E-E10B-16D16E352EE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7B7DE099-ACDF-D41B-FBC3-5EE9A76F4C28}"/>
              </a:ext>
            </a:extLst>
          </p:cNvPr>
          <p:cNvSpPr>
            <a:spLocks noGrp="1"/>
          </p:cNvSpPr>
          <p:nvPr>
            <p:ph type="title"/>
          </p:nvPr>
        </p:nvSpPr>
        <p:spPr>
          <a:xfrm>
            <a:off x="457200" y="723900"/>
            <a:ext cx="7450138" cy="457200"/>
          </a:xfrm>
        </p:spPr>
        <p:txBody>
          <a:bodyPr/>
          <a:lstStyle>
            <a:lvl1pPr>
              <a:defRPr b="1">
                <a:solidFill>
                  <a:schemeClr val="tx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AF7055BE-CD0F-6E9E-5992-4C7B9EF5FAB5}"/>
              </a:ext>
            </a:extLst>
          </p:cNvPr>
          <p:cNvSpPr>
            <a:spLocks noGrp="1"/>
          </p:cNvSpPr>
          <p:nvPr>
            <p:ph type="body" sz="quarter" idx="15" hasCustomPrompt="1"/>
          </p:nvPr>
        </p:nvSpPr>
        <p:spPr>
          <a:xfrm>
            <a:off x="457200" y="382446"/>
            <a:ext cx="3600000"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405966486"/>
      </p:ext>
    </p:extLst>
  </p:cSld>
  <p:clrMapOvr>
    <a:masterClrMapping/>
  </p:clrMapOvr>
  <p:transition/>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Case Study-1/6-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0FD50C-06F7-21CC-1F6A-D75586A5063A}"/>
              </a:ext>
            </a:extLst>
          </p:cNvPr>
          <p:cNvSpPr/>
          <p:nvPr userDrawn="1"/>
        </p:nvSpPr>
        <p:spPr bwMode="auto">
          <a:xfrm>
            <a:off x="5166"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56866651-9DE6-3C00-E38E-CCE80D60499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62367" y="6438901"/>
            <a:ext cx="540540" cy="190499"/>
          </a:xfrm>
          <a:prstGeom prst="rect">
            <a:avLst/>
          </a:prstGeom>
        </p:spPr>
      </p:pic>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1" name="TextBox 10">
            <a:extLst>
              <a:ext uri="{FF2B5EF4-FFF2-40B4-BE49-F238E27FC236}">
                <a16:creationId xmlns:a16="http://schemas.microsoft.com/office/drawing/2014/main" id="{07BD1CA3-DE0B-7A9B-CE98-826ACE3DFEB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05F033AD-4765-5FA3-B45B-9232B4A16A8B}"/>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920671219"/>
      </p:ext>
    </p:extLst>
  </p:cSld>
  <p:clrMapOvr>
    <a:masterClrMapping/>
  </p:clrMapOvr>
  <p:transition/>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1875880171"/>
      </p:ext>
    </p:extLst>
  </p:cSld>
  <p:clrMapOvr>
    <a:masterClrMapping/>
  </p:clrMapOvr>
  <p:transition/>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Case Study-1/3-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F441E88-7FE8-D22E-100F-B090659320A1}"/>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BFA5AB7F-48A8-2636-3278-4702BB8C575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1" name="TextBox 10">
            <a:extLst>
              <a:ext uri="{FF2B5EF4-FFF2-40B4-BE49-F238E27FC236}">
                <a16:creationId xmlns:a16="http://schemas.microsoft.com/office/drawing/2014/main" id="{64ACC802-5D81-6EBD-4496-14A01AE49DB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E233E5D9-D527-CAC4-3B1E-44AA802D724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39122009"/>
      </p:ext>
    </p:extLst>
  </p:cSld>
  <p:clrMapOvr>
    <a:masterClrMapping/>
  </p:clrMapOvr>
  <p:transition/>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Case Study-1/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C79FDF51-3B9F-C5D8-7A84-09B7B6CB9E8B}"/>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AFD3A15A-582D-3DDB-CC40-43726E84CA43}"/>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7D8F2DF5-DE6F-E2FC-0057-63CC04174C3F}"/>
              </a:ext>
            </a:extLst>
          </p:cNvPr>
          <p:cNvSpPr>
            <a:spLocks noGrp="1"/>
          </p:cNvSpPr>
          <p:nvPr>
            <p:ph type="title"/>
          </p:nvPr>
        </p:nvSpPr>
        <p:spPr>
          <a:xfrm>
            <a:off x="457200" y="723900"/>
            <a:ext cx="5764213" cy="457200"/>
          </a:xfrm>
        </p:spPr>
        <p:txBody>
          <a:bodyPr/>
          <a:lstStyle>
            <a:lvl1pPr>
              <a:defRPr b="1">
                <a:solidFill>
                  <a:schemeClr val="tx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74897430-924B-CB14-9A94-8DB20A76C701}"/>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34956762"/>
      </p:ext>
    </p:extLst>
  </p:cSld>
  <p:clrMapOvr>
    <a:masterClrMapping/>
  </p:clrMapOvr>
  <p:transition/>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302297" cy="246221"/>
          </a:xfrm>
          <a:prstGeom prst="rect">
            <a:avLst/>
          </a:prstGeom>
          <a:noFill/>
        </p:spPr>
        <p:txBody>
          <a:bodyPr vert="horz" wrap="none" lIns="0" tIns="0" rIns="0" bIns="0" rtlCol="0" anchor="ctr">
            <a:spAutoFit/>
          </a:bodyPr>
          <a:lstStyle>
            <a:lvl1pPr>
              <a:defRPr lang="en-US" sz="1600" b="1" kern="800" cap="none" spc="13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302297" cy="246221"/>
          </a:xfrm>
          <a:prstGeom prst="rect">
            <a:avLst/>
          </a:prstGeom>
          <a:noFill/>
        </p:spPr>
        <p:txBody>
          <a:bodyPr vert="horz" wrap="none" lIns="0" tIns="0" rIns="0" bIns="0" rtlCol="0" anchor="ctr">
            <a:spAutoFit/>
          </a:bodyPr>
          <a:lstStyle>
            <a:lvl1pPr>
              <a:defRPr lang="en-US" sz="1600" b="1" kern="800" cap="none" spc="13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1038812970"/>
      </p:ext>
    </p:extLst>
  </p:cSld>
  <p:clrMapOvr>
    <a:masterClrMapping/>
  </p:clrMapOvr>
  <p:transition/>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Case Study-1/2-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E6C5343-68AD-9879-2727-7ECBCB6A1B23}"/>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BEF0FAA-381C-3A89-42AF-830EF59119AC}"/>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56236"/>
            <a:ext cx="540540" cy="190499"/>
          </a:xfrm>
          <a:prstGeom prst="rect">
            <a:avLst/>
          </a:prstGeom>
        </p:spPr>
      </p:pic>
      <p:sp>
        <p:nvSpPr>
          <p:cNvPr id="11" name="TextBox 10">
            <a:extLst>
              <a:ext uri="{FF2B5EF4-FFF2-40B4-BE49-F238E27FC236}">
                <a16:creationId xmlns:a16="http://schemas.microsoft.com/office/drawing/2014/main" id="{8B24921F-F7DB-7A40-465F-85F610FC20C6}"/>
              </a:ext>
            </a:extLst>
          </p:cNvPr>
          <p:cNvSpPr txBox="1"/>
          <p:nvPr userDrawn="1"/>
        </p:nvSpPr>
        <p:spPr>
          <a:xfrm>
            <a:off x="10048875" y="6423925"/>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64F018D9-6B5F-8BCB-BD75-7816BF58C56F}"/>
              </a:ext>
            </a:extLst>
          </p:cNvPr>
          <p:cNvSpPr txBox="1"/>
          <p:nvPr userDrawn="1"/>
        </p:nvSpPr>
        <p:spPr>
          <a:xfrm>
            <a:off x="11498094" y="6423926"/>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695534371"/>
      </p:ext>
    </p:extLst>
  </p:cSld>
  <p:clrMapOvr>
    <a:masterClrMapping/>
  </p:clrMapOvr>
  <p:transition/>
</p:sldLayout>
</file>

<file path=ppt/slideLayouts/slideLayout252.xml><?xml version="1.0" encoding="utf-8"?>
<p:sldLayout xmlns:a="http://schemas.openxmlformats.org/drawingml/2006/main" xmlns:r="http://schemas.openxmlformats.org/officeDocument/2006/relationships" xmlns:p="http://schemas.openxmlformats.org/presentationml/2006/main" preserve="1" userDrawn="1">
  <p:cSld name="Case Study-1/2 Pictur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E740C5E2-D359-5FED-B284-19CF47A418DC}"/>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A60CDFE-3A94-5F3A-0523-ABA56078007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E7052EF-2C83-09DE-9638-F3492217FF7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997612B5-8615-3AC0-8239-012312B6FD9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3856165808"/>
      </p:ext>
    </p:extLst>
  </p:cSld>
  <p:clrMapOvr>
    <a:masterClrMapping/>
  </p:clrMapOvr>
  <p:transition/>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Case Study-1/2 Picture-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2960BA-AA0C-9715-43A2-22B9050A4780}"/>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9" name="Graphic 8">
            <a:extLst>
              <a:ext uri="{FF2B5EF4-FFF2-40B4-BE49-F238E27FC236}">
                <a16:creationId xmlns:a16="http://schemas.microsoft.com/office/drawing/2014/main" id="{81783F67-AD13-06FC-C79E-DE6FBF4D057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a:solidFill>
            <a:schemeClr val="tx1">
              <a:lumMod val="85000"/>
              <a:lumOff val="1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B2F414E4-F961-7DD4-8CFB-7B93DD10B689}"/>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2BE525B-A1C0-1DD5-E075-79F96E71ED4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0" name="TextBox 9">
            <a:extLst>
              <a:ext uri="{FF2B5EF4-FFF2-40B4-BE49-F238E27FC236}">
                <a16:creationId xmlns:a16="http://schemas.microsoft.com/office/drawing/2014/main" id="{5067A229-8E7F-A1E8-7492-218AEFB06B0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1" name="Text Placeholder 3">
            <a:extLst>
              <a:ext uri="{FF2B5EF4-FFF2-40B4-BE49-F238E27FC236}">
                <a16:creationId xmlns:a16="http://schemas.microsoft.com/office/drawing/2014/main" id="{371751A4-BF09-09F2-77C6-42F2F2AEB24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6364103"/>
      </p:ext>
    </p:extLst>
  </p:cSld>
  <p:clrMapOvr>
    <a:masterClrMapping/>
  </p:clrMapOvr>
  <p:transition/>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Case Study-1/2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4" name="TextBox 3">
            <a:extLst>
              <a:ext uri="{FF2B5EF4-FFF2-40B4-BE49-F238E27FC236}">
                <a16:creationId xmlns:a16="http://schemas.microsoft.com/office/drawing/2014/main" id="{ACB7486B-35A7-A3FF-6F44-2159B1E9FAD3}"/>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B82A7F25-3763-4002-A844-19432F96312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6" name="Title 1">
            <a:extLst>
              <a:ext uri="{FF2B5EF4-FFF2-40B4-BE49-F238E27FC236}">
                <a16:creationId xmlns:a16="http://schemas.microsoft.com/office/drawing/2014/main" id="{9EBC1AB0-2CF4-70A1-0BD7-A9A57D9F98BB}"/>
              </a:ext>
            </a:extLst>
          </p:cNvPr>
          <p:cNvSpPr>
            <a:spLocks noGrp="1"/>
          </p:cNvSpPr>
          <p:nvPr>
            <p:ph type="title"/>
          </p:nvPr>
        </p:nvSpPr>
        <p:spPr>
          <a:xfrm>
            <a:off x="457200" y="723900"/>
            <a:ext cx="5342021" cy="457200"/>
          </a:xfrm>
        </p:spPr>
        <p:txBody>
          <a:bodyPr/>
          <a:lstStyle>
            <a:lvl1pPr>
              <a:defRPr b="1">
                <a:solidFill>
                  <a:schemeClr val="tx1"/>
                </a:solidFill>
                <a:latin typeface="+mn-lt"/>
              </a:defRPr>
            </a:lvl1pPr>
          </a:lstStyle>
          <a:p>
            <a:r>
              <a:rPr lang="en-GB"/>
              <a:t>Click to edit Master title style</a:t>
            </a:r>
            <a:endParaRPr lang="en-US"/>
          </a:p>
        </p:txBody>
      </p:sp>
      <p:sp>
        <p:nvSpPr>
          <p:cNvPr id="8" name="Text Placeholder 10">
            <a:extLst>
              <a:ext uri="{FF2B5EF4-FFF2-40B4-BE49-F238E27FC236}">
                <a16:creationId xmlns:a16="http://schemas.microsoft.com/office/drawing/2014/main" id="{9B299D4E-38EF-AC64-7836-1AD1E87996BE}"/>
              </a:ext>
            </a:extLst>
          </p:cNvPr>
          <p:cNvSpPr>
            <a:spLocks noGrp="1"/>
          </p:cNvSpPr>
          <p:nvPr>
            <p:ph type="body" sz="quarter" idx="15" hasCustomPrompt="1"/>
          </p:nvPr>
        </p:nvSpPr>
        <p:spPr>
          <a:xfrm>
            <a:off x="457200" y="382446"/>
            <a:ext cx="5342021"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237514984"/>
      </p:ext>
    </p:extLst>
  </p:cSld>
  <p:clrMapOvr>
    <a:masterClrMapping/>
  </p:clrMapOvr>
  <p:transition/>
</p:sldLayout>
</file>

<file path=ppt/slideLayouts/slideLayout255.xml><?xml version="1.0" encoding="utf-8"?>
<p:sldLayout xmlns:a="http://schemas.openxmlformats.org/drawingml/2006/main" xmlns:r="http://schemas.openxmlformats.org/officeDocument/2006/relationships" xmlns:p="http://schemas.openxmlformats.org/presentationml/2006/main" preserve="1" userDrawn="1">
  <p:cSld name="Case Study-1/2 Picture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D4D51ED0-4D08-4641-87AC-8F2B5E2A3B9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3" name="Picture Placeholder 2">
            <a:extLst>
              <a:ext uri="{FF2B5EF4-FFF2-40B4-BE49-F238E27FC236}">
                <a16:creationId xmlns:a16="http://schemas.microsoft.com/office/drawing/2014/main" id="{091CD3F7-14AE-A849-9B73-75D2354D4845}"/>
              </a:ext>
            </a:extLst>
          </p:cNvPr>
          <p:cNvSpPr>
            <a:spLocks noGrp="1"/>
          </p:cNvSpPr>
          <p:nvPr>
            <p:ph type="pic" sz="quarter" idx="16"/>
          </p:nvPr>
        </p:nvSpPr>
        <p:spPr>
          <a:xfrm>
            <a:off x="6096000" y="0"/>
            <a:ext cx="6096000" cy="6858000"/>
          </a:xfrm>
          <a:prstGeom prst="rect">
            <a:avLst/>
          </a:prstGeom>
        </p:spPr>
        <p:txBody>
          <a:bodyPr/>
          <a:lstStyle/>
          <a:p>
            <a:r>
              <a:rPr lang="en-GB"/>
              <a:t>Click icon to add picture</a:t>
            </a:r>
            <a:endParaRPr lang="en-US"/>
          </a:p>
        </p:txBody>
      </p:sp>
      <p:sp>
        <p:nvSpPr>
          <p:cNvPr id="3" name="TextBox 2">
            <a:extLst>
              <a:ext uri="{FF2B5EF4-FFF2-40B4-BE49-F238E27FC236}">
                <a16:creationId xmlns:a16="http://schemas.microsoft.com/office/drawing/2014/main" id="{90C6BA4E-CBCB-554D-CA98-146A521CFDF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E9BB62B8-4926-8E23-51B4-D8AC31708BB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5A808058-9E6F-F0D8-A385-7B4C54766A2E}"/>
              </a:ext>
            </a:extLst>
          </p:cNvPr>
          <p:cNvSpPr>
            <a:spLocks noGrp="1"/>
          </p:cNvSpPr>
          <p:nvPr>
            <p:ph type="title"/>
          </p:nvPr>
        </p:nvSpPr>
        <p:spPr>
          <a:xfrm>
            <a:off x="457200" y="723900"/>
            <a:ext cx="5005137" cy="457200"/>
          </a:xfrm>
        </p:spPr>
        <p:txBody>
          <a:bodyPr/>
          <a:lstStyle>
            <a:lvl1pPr>
              <a:defRPr b="1">
                <a:solidFill>
                  <a:schemeClr val="bg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93D95AB9-CE03-7AFD-DBBE-C67756B352CB}"/>
              </a:ext>
            </a:extLst>
          </p:cNvPr>
          <p:cNvSpPr>
            <a:spLocks noGrp="1"/>
          </p:cNvSpPr>
          <p:nvPr>
            <p:ph type="body" sz="quarter" idx="15" hasCustomPrompt="1"/>
          </p:nvPr>
        </p:nvSpPr>
        <p:spPr>
          <a:xfrm>
            <a:off x="457200" y="382446"/>
            <a:ext cx="5005137"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50272952"/>
      </p:ext>
    </p:extLst>
  </p:cSld>
  <p:clrMapOvr>
    <a:masterClrMapping/>
  </p:clrMapOvr>
  <p:transition/>
</p:sldLayout>
</file>

<file path=ppt/slideLayouts/slideLayout256.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tx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2401347417"/>
      </p:ext>
    </p:extLst>
  </p:cSld>
  <p:clrMapOvr>
    <a:masterClrMapping/>
  </p:clrMapOvr>
  <p:transition/>
</p:sldLayout>
</file>

<file path=ppt/slideLayouts/slideLayout257.xml><?xml version="1.0" encoding="utf-8"?>
<p:sldLayout xmlns:a="http://schemas.openxmlformats.org/drawingml/2006/main" xmlns:r="http://schemas.openxmlformats.org/officeDocument/2006/relationships" xmlns:p="http://schemas.openxmlformats.org/presentationml/2006/main" preserve="1" userDrawn="1">
  <p:cSld name="Case Study-2/3 Pictur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63925-928E-4FE1-B9E5-B83141A2C221}"/>
              </a:ext>
            </a:extLst>
          </p:cNvPr>
          <p:cNvSpPr/>
          <p:nvPr userDrawn="1"/>
        </p:nvSpPr>
        <p:spPr bwMode="auto">
          <a:xfrm>
            <a:off x="-1"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C169AD5E-5F94-E6C0-0DB3-77E8A5A0D3C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0" y="6438901"/>
            <a:ext cx="540540" cy="190499"/>
          </a:xfrm>
          <a:prstGeom prst="rect">
            <a:avLst/>
          </a:prstGeom>
        </p:spPr>
      </p:pic>
      <p:sp>
        <p:nvSpPr>
          <p:cNvPr id="8" name="TextBox 7">
            <a:extLst>
              <a:ext uri="{FF2B5EF4-FFF2-40B4-BE49-F238E27FC236}">
                <a16:creationId xmlns:a16="http://schemas.microsoft.com/office/drawing/2014/main" id="{D63DBF0C-CA25-003D-B5D8-6EE24C1F808C}"/>
              </a:ext>
            </a:extLst>
          </p:cNvPr>
          <p:cNvSpPr txBox="1"/>
          <p:nvPr userDrawn="1"/>
        </p:nvSpPr>
        <p:spPr>
          <a:xfrm>
            <a:off x="10048874"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0" name="Text Placeholder 3">
            <a:extLst>
              <a:ext uri="{FF2B5EF4-FFF2-40B4-BE49-F238E27FC236}">
                <a16:creationId xmlns:a16="http://schemas.microsoft.com/office/drawing/2014/main" id="{697B36E0-E687-34C7-ACB3-F681FF77C582}"/>
              </a:ext>
            </a:extLst>
          </p:cNvPr>
          <p:cNvSpPr txBox="1"/>
          <p:nvPr userDrawn="1"/>
        </p:nvSpPr>
        <p:spPr>
          <a:xfrm>
            <a:off x="11498093"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a:solidFill>
            <a:schemeClr val="tx1">
              <a:lumMod val="85000"/>
              <a:lumOff val="1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bg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645765844"/>
      </p:ext>
    </p:extLst>
  </p:cSld>
  <p:clrMapOvr>
    <a:masterClrMapping/>
  </p:clrMapOvr>
  <p:transition/>
</p:sldLayout>
</file>

<file path=ppt/slideLayouts/slideLayout258.xml><?xml version="1.0" encoding="utf-8"?>
<p:sldLayout xmlns:a="http://schemas.openxmlformats.org/drawingml/2006/main" xmlns:r="http://schemas.openxmlformats.org/officeDocument/2006/relationships" xmlns:p="http://schemas.openxmlformats.org/presentationml/2006/main" preserve="1" userDrawn="1">
  <p:cSld name="Case Study-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15EB0785-A8B2-B844-97DC-362F6DEDBA7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62490085"/>
      </p:ext>
    </p:extLst>
  </p:cSld>
  <p:clrMapOvr>
    <a:masterClrMapping/>
  </p:clrMapOvr>
  <p:transition/>
</p:sldLayout>
</file>

<file path=ppt/slideLayouts/slideLayout259.xml><?xml version="1.0" encoding="utf-8"?>
<p:sldLayout xmlns:a="http://schemas.openxmlformats.org/drawingml/2006/main" xmlns:r="http://schemas.openxmlformats.org/officeDocument/2006/relationships" xmlns:p="http://schemas.openxmlformats.org/presentationml/2006/main" preserve="1" userDrawn="1">
  <p:cSld name="Case Study-MockUp-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D6310AE-15DA-337B-9B5E-33A904BF3549}"/>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4" name="Graphic 3">
            <a:extLst>
              <a:ext uri="{FF2B5EF4-FFF2-40B4-BE49-F238E27FC236}">
                <a16:creationId xmlns:a16="http://schemas.microsoft.com/office/drawing/2014/main" id="{C4F314DE-C7E3-7237-4318-0407E44F572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Box 4">
            <a:extLst>
              <a:ext uri="{FF2B5EF4-FFF2-40B4-BE49-F238E27FC236}">
                <a16:creationId xmlns:a16="http://schemas.microsoft.com/office/drawing/2014/main" id="{9A5B1A98-E850-C3DE-38BF-EFAE0A2DC98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6E6FC5F8-7CE5-D29D-2CCA-C5715CDD43B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453752613"/>
      </p:ext>
    </p:extLst>
  </p:cSld>
  <p:clrMapOvr>
    <a:masterClrMapping/>
  </p:clrMapOvr>
  <p:transition/>
</p:sldLayout>
</file>

<file path=ppt/slideLayouts/slideLayout260.xml><?xml version="1.0" encoding="utf-8"?>
<p:sldLayout xmlns:a="http://schemas.openxmlformats.org/drawingml/2006/main" xmlns:r="http://schemas.openxmlformats.org/officeDocument/2006/relationships" xmlns:p="http://schemas.openxmlformats.org/presentationml/2006/main" preserve="1" userDrawn="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5" name="Picture 2">
            <a:extLst>
              <a:ext uri="{FF2B5EF4-FFF2-40B4-BE49-F238E27FC236}">
                <a16:creationId xmlns:a16="http://schemas.microsoft.com/office/drawing/2014/main" id="{C0C50A8A-9A68-8867-6063-F396C14291FA}"/>
              </a:ext>
            </a:extLst>
          </p:cNvPr>
          <p:cNvPicPr>
            <a:picLocks noChangeAspect="1" noChangeArrowheads="1"/>
          </p:cNvPicPr>
          <p:nvPr userDrawn="1"/>
        </p:nvPicPr>
        <p:blipFill>
          <a:blip r:embed="rId3">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B7E2FC71-43F2-A59B-16E6-F20AFDCEFA56}"/>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6738609"/>
      </p:ext>
    </p:extLst>
  </p:cSld>
  <p:clrMapOvr>
    <a:masterClrMapping/>
  </p:clrMapOvr>
  <p:transition/>
</p:sldLayout>
</file>

<file path=ppt/slideLayouts/slideLayout261.xml><?xml version="1.0" encoding="utf-8"?>
<p:sldLayout xmlns:a="http://schemas.openxmlformats.org/drawingml/2006/main" xmlns:r="http://schemas.openxmlformats.org/officeDocument/2006/relationships" xmlns:p="http://schemas.openxmlformats.org/presentationml/2006/main" preserve="1" userDrawn="1">
  <p:cSld name="Case Study-Mock Up Left-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69C4A8F-5B1E-7B0E-CAF7-B9F33D92C844}"/>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6" name="Graphic 5">
            <a:extLst>
              <a:ext uri="{FF2B5EF4-FFF2-40B4-BE49-F238E27FC236}">
                <a16:creationId xmlns:a16="http://schemas.microsoft.com/office/drawing/2014/main" id="{1D6F42AB-F517-759C-A3C4-63443ED771D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TextBox 6">
            <a:extLst>
              <a:ext uri="{FF2B5EF4-FFF2-40B4-BE49-F238E27FC236}">
                <a16:creationId xmlns:a16="http://schemas.microsoft.com/office/drawing/2014/main" id="{714E9D77-5CF8-5131-6018-48DF58117EC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334280A7-4796-759A-6B00-0444E865A6A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602611254"/>
      </p:ext>
    </p:extLst>
  </p:cSld>
  <p:clrMapOvr>
    <a:masterClrMapping/>
  </p:clrMapOvr>
  <p:transition/>
</p:sldLayout>
</file>

<file path=ppt/slideLayouts/slideLayout262.xml><?xml version="1.0" encoding="utf-8"?>
<p:sldLayout xmlns:a="http://schemas.openxmlformats.org/drawingml/2006/main" xmlns:r="http://schemas.openxmlformats.org/officeDocument/2006/relationships" xmlns:p="http://schemas.openxmlformats.org/presentationml/2006/main" preserve="1" userDrawn="1">
  <p:cSld name="Case Study-Mock Up Lef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4" name="Graphic 3">
            <a:extLst>
              <a:ext uri="{FF2B5EF4-FFF2-40B4-BE49-F238E27FC236}">
                <a16:creationId xmlns:a16="http://schemas.microsoft.com/office/drawing/2014/main" id="{FF61EEF5-D25E-43F9-9DE7-B0D48CE58D1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700771F-7FE8-2510-0C0E-734572A38145}"/>
              </a:ext>
            </a:extLst>
          </p:cNvPr>
          <p:cNvSpPr>
            <a:spLocks noGrp="1"/>
          </p:cNvSpPr>
          <p:nvPr>
            <p:ph type="title"/>
          </p:nvPr>
        </p:nvSpPr>
        <p:spPr>
          <a:xfrm>
            <a:off x="457200" y="723900"/>
            <a:ext cx="5764213" cy="457200"/>
          </a:xfrm>
        </p:spPr>
        <p:txBody>
          <a:bodyPr/>
          <a:lstStyle>
            <a:lvl1pPr>
              <a:defRPr b="1">
                <a:solidFill>
                  <a:schemeClr val="bg1"/>
                </a:solidFill>
                <a:latin typeface="+mn-lt"/>
              </a:defRPr>
            </a:lvl1pPr>
          </a:lstStyle>
          <a:p>
            <a:r>
              <a:rPr lang="en-GB"/>
              <a:t>Click to edit Master title style</a:t>
            </a:r>
            <a:endParaRPr lang="en-US"/>
          </a:p>
        </p:txBody>
      </p:sp>
      <p:sp>
        <p:nvSpPr>
          <p:cNvPr id="5" name="Text Placeholder 10">
            <a:extLst>
              <a:ext uri="{FF2B5EF4-FFF2-40B4-BE49-F238E27FC236}">
                <a16:creationId xmlns:a16="http://schemas.microsoft.com/office/drawing/2014/main" id="{E1513A24-C9FD-06A1-1015-D9656D68B888}"/>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049040808"/>
      </p:ext>
    </p:extLst>
  </p:cSld>
  <p:clrMapOvr>
    <a:masterClrMapping/>
  </p:clrMapOvr>
  <p:transition/>
</p:sldLayout>
</file>

<file path=ppt/slideLayouts/slideLayout263.xml><?xml version="1.0" encoding="utf-8"?>
<p:sldLayout xmlns:a="http://schemas.openxmlformats.org/drawingml/2006/main" xmlns:r="http://schemas.openxmlformats.org/officeDocument/2006/relationships" xmlns:p="http://schemas.openxmlformats.org/presentationml/2006/main" preserve="1" userDrawn="1">
  <p:cSld name="Case Study-Mock Up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E5D96D1E-C1BD-6F40-A978-D03F53CD4A4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07480216"/>
      </p:ext>
    </p:extLst>
  </p:cSld>
  <p:clrMapOvr>
    <a:masterClrMapping/>
  </p:clrMapOvr>
  <p:transition/>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893720160"/>
      </p:ext>
    </p:extLst>
  </p:cSld>
  <p:clrMapOvr>
    <a:masterClrMapping/>
  </p:clrMapOvr>
  <p:transition/>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Narrow-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E104305F-427E-7B08-9801-43AF5256FF7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pic>
        <p:nvPicPr>
          <p:cNvPr id="6" name="Picture 2">
            <a:extLst>
              <a:ext uri="{FF2B5EF4-FFF2-40B4-BE49-F238E27FC236}">
                <a16:creationId xmlns:a16="http://schemas.microsoft.com/office/drawing/2014/main" id="{CC22BEC5-5214-0AD1-E19D-3BAABAC83BD6}"/>
              </a:ext>
            </a:extLst>
          </p:cNvPr>
          <p:cNvPicPr>
            <a:picLocks noChangeAspect="1" noChangeArrowheads="1"/>
          </p:cNvPicPr>
          <p:nvPr userDrawn="1"/>
        </p:nvPicPr>
        <p:blipFill>
          <a:blip r:embed="rId3">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C04544DD-03A3-1973-04BC-E0B48594B4EA}"/>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2795057"/>
      </p:ext>
    </p:extLst>
  </p:cSld>
  <p:clrMapOvr>
    <a:masterClrMapping/>
  </p:clrMapOvr>
  <p:transition/>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Narrow-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B0227B-1090-48E9-B33D-CB9CA73DF05F}"/>
              </a:ext>
            </a:extLst>
          </p:cNvPr>
          <p:cNvSpPr/>
          <p:nvPr userDrawn="1"/>
        </p:nvSpPr>
        <p:spPr bwMode="auto">
          <a:xfrm flipH="1">
            <a:off x="3108325" y="0"/>
            <a:ext cx="908367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1C45522-9A1C-E9EB-4D96-B0CFFD2F7212}"/>
              </a:ext>
            </a:extLst>
          </p:cNvPr>
          <p:cNvSpPr>
            <a:spLocks noGrp="1"/>
          </p:cNvSpPr>
          <p:nvPr>
            <p:ph type="title"/>
          </p:nvPr>
        </p:nvSpPr>
        <p:spPr>
          <a:xfrm>
            <a:off x="457201" y="723900"/>
            <a:ext cx="2502567"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E6E8F6-4D6C-2884-0A7D-72BB39B21D6B}"/>
              </a:ext>
            </a:extLst>
          </p:cNvPr>
          <p:cNvSpPr>
            <a:spLocks noGrp="1"/>
          </p:cNvSpPr>
          <p:nvPr>
            <p:ph type="body" sz="quarter" idx="15" hasCustomPrompt="1"/>
          </p:nvPr>
        </p:nvSpPr>
        <p:spPr>
          <a:xfrm>
            <a:off x="457200" y="382447"/>
            <a:ext cx="2502567"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6" name="TextBox 5">
            <a:extLst>
              <a:ext uri="{FF2B5EF4-FFF2-40B4-BE49-F238E27FC236}">
                <a16:creationId xmlns:a16="http://schemas.microsoft.com/office/drawing/2014/main" id="{A3A07FC1-18DF-2355-0123-10BF2390C02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7B024407-B901-7B1F-04F9-932983C670E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853147867"/>
      </p:ext>
    </p:extLst>
  </p:cSld>
  <p:clrMapOvr>
    <a:masterClrMapping/>
  </p:clrMapOvr>
  <p:transition/>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7A9547FE-7857-4A70-ACDF-06ACC0CC381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71930555"/>
      </p:ext>
    </p:extLst>
  </p:cSld>
  <p:clrMapOvr>
    <a:masterClrMapping/>
  </p:clrMapOvr>
  <p:transition/>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Case Study-2/3 Black-Ligh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75DC425F-9CC1-9DF3-3F54-17DAA0EB5E7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cxnSp>
        <p:nvCxnSpPr>
          <p:cNvPr id="7" name="Straight Connector 6">
            <a:extLst>
              <a:ext uri="{FF2B5EF4-FFF2-40B4-BE49-F238E27FC236}">
                <a16:creationId xmlns:a16="http://schemas.microsoft.com/office/drawing/2014/main" id="{53EACEBC-C641-FA16-DA3A-4422E44228CB}"/>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1523124"/>
      </p:ext>
    </p:extLst>
  </p:cSld>
  <p:clrMapOvr>
    <a:masterClrMapping/>
  </p:clrMapOvr>
  <p:transition/>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Case Study-Statemen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7" name="Graphic 6">
            <a:extLst>
              <a:ext uri="{FF2B5EF4-FFF2-40B4-BE49-F238E27FC236}">
                <a16:creationId xmlns:a16="http://schemas.microsoft.com/office/drawing/2014/main" id="{6E44CDB4-CF54-423C-9681-C9AAACA56BA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32F6686-8C0A-120D-0C06-1F8DA97E3C4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5E465D26-CB94-F414-6836-638151C91C4F}"/>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653299339"/>
      </p:ext>
    </p:extLst>
  </p:cSld>
  <p:clrMapOvr>
    <a:masterClrMapping/>
  </p:clrMapOvr>
  <p:transition/>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4-Column Pictures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20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20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341376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341376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637032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637032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9" name="Text Placeholder 2">
            <a:extLst>
              <a:ext uri="{FF2B5EF4-FFF2-40B4-BE49-F238E27FC236}">
                <a16:creationId xmlns:a16="http://schemas.microsoft.com/office/drawing/2014/main" id="{0D35C967-D122-42CE-BDAF-F34B55F00EA2}"/>
              </a:ext>
            </a:extLst>
          </p:cNvPr>
          <p:cNvSpPr>
            <a:spLocks noGrp="1"/>
          </p:cNvSpPr>
          <p:nvPr>
            <p:ph type="body" sz="quarter" idx="23" hasCustomPrompt="1"/>
          </p:nvPr>
        </p:nvSpPr>
        <p:spPr>
          <a:xfrm>
            <a:off x="932688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20" name="Text Placeholder 2">
            <a:extLst>
              <a:ext uri="{FF2B5EF4-FFF2-40B4-BE49-F238E27FC236}">
                <a16:creationId xmlns:a16="http://schemas.microsoft.com/office/drawing/2014/main" id="{54FDC613-45BE-47C3-82C5-FC027C2DE43E}"/>
              </a:ext>
            </a:extLst>
          </p:cNvPr>
          <p:cNvSpPr>
            <a:spLocks noGrp="1"/>
          </p:cNvSpPr>
          <p:nvPr>
            <p:ph type="body" sz="quarter" idx="24" hasCustomPrompt="1"/>
          </p:nvPr>
        </p:nvSpPr>
        <p:spPr>
          <a:xfrm>
            <a:off x="932688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31"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3413442"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6363153"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7" name="Picture Placeholder 23">
            <a:extLst>
              <a:ext uri="{FF2B5EF4-FFF2-40B4-BE49-F238E27FC236}">
                <a16:creationId xmlns:a16="http://schemas.microsoft.com/office/drawing/2014/main" id="{5145A383-DF32-4D59-98B6-07591E0CE3E3}"/>
              </a:ext>
            </a:extLst>
          </p:cNvPr>
          <p:cNvSpPr>
            <a:spLocks noGrp="1"/>
          </p:cNvSpPr>
          <p:nvPr>
            <p:ph type="pic" sz="quarter" idx="30"/>
          </p:nvPr>
        </p:nvSpPr>
        <p:spPr>
          <a:xfrm>
            <a:off x="9312864"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414723857"/>
      </p:ext>
    </p:extLst>
  </p:cSld>
  <p:clrMapOvr>
    <a:masterClrMapping/>
  </p:clrMapOvr>
  <p:transition/>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3-Column Pictures-Leila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192"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192"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4307656"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4307656"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8147867"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8147867"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23"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4307338"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8140700"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176408271"/>
      </p:ext>
    </p:extLst>
  </p:cSld>
  <p:clrMapOvr>
    <a:masterClrMapping/>
  </p:clrMapOvr>
  <p:transition/>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Case Study-3 Pictures">
    <p:spTree>
      <p:nvGrpSpPr>
        <p:cNvPr id="1" name=""/>
        <p:cNvGrpSpPr/>
        <p:nvPr/>
      </p:nvGrpSpPr>
      <p:grpSpPr>
        <a:xfrm>
          <a:off x="0" y="0"/>
          <a:ext cx="0" cy="0"/>
          <a:chOff x="0" y="0"/>
          <a:chExt cx="0" cy="0"/>
        </a:xfrm>
      </p:grpSpPr>
      <p:sp>
        <p:nvSpPr>
          <p:cNvPr id="11" name="Title 1"/>
          <p:cNvSpPr>
            <a:spLocks noGrp="1"/>
          </p:cNvSpPr>
          <p:nvPr>
            <p:ph type="title"/>
          </p:nvPr>
        </p:nvSpPr>
        <p:spPr>
          <a:xfrm>
            <a:off x="457201" y="4124960"/>
            <a:ext cx="3312160" cy="246221"/>
          </a:xfrm>
        </p:spPr>
        <p:txBody>
          <a:bodyPr>
            <a:spAutoFit/>
          </a:bodyPr>
          <a:lstStyle>
            <a:lvl1pPr>
              <a:defRPr sz="1600"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69773"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0" y="0"/>
            <a:ext cx="4076700" cy="3429000"/>
          </a:xfrm>
          <a:prstGeom prst="rect">
            <a:avLst/>
          </a:prstGeom>
          <a:solidFill>
            <a:schemeClr val="bg2"/>
          </a:solidFill>
        </p:spPr>
        <p:txBody>
          <a:bodyPr/>
          <a:lstStyle/>
          <a:p>
            <a:r>
              <a:rPr lang="en-GB"/>
              <a:t>Click icon to add picture</a:t>
            </a:r>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4076700" y="0"/>
            <a:ext cx="4064000" cy="3429000"/>
          </a:xfrm>
          <a:prstGeom prst="rect">
            <a:avLst/>
          </a:prstGeom>
          <a:solidFill>
            <a:schemeClr val="bg2"/>
          </a:solidFill>
        </p:spPr>
        <p:txBody>
          <a:bodyPr/>
          <a:lstStyle/>
          <a:p>
            <a:r>
              <a:rPr lang="en-GB"/>
              <a:t>Click icon to add picture</a:t>
            </a:r>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8140700" y="0"/>
            <a:ext cx="4064000" cy="3429000"/>
          </a:xfrm>
          <a:prstGeom prst="rect">
            <a:avLst/>
          </a:prstGeom>
          <a:solidFill>
            <a:schemeClr val="bg2"/>
          </a:solidFill>
        </p:spPr>
        <p:txBody>
          <a:bodyPr/>
          <a:lstStyle/>
          <a:p>
            <a:r>
              <a:rPr lang="en-GB"/>
              <a:t>Click icon to add picture</a:t>
            </a:r>
            <a:endParaRPr lang="en-US"/>
          </a:p>
        </p:txBody>
      </p:sp>
      <p:sp>
        <p:nvSpPr>
          <p:cNvPr id="17" name="Text Placeholder 2">
            <a:extLst>
              <a:ext uri="{FF2B5EF4-FFF2-40B4-BE49-F238E27FC236}">
                <a16:creationId xmlns:a16="http://schemas.microsoft.com/office/drawing/2014/main" id="{97BF9D5A-73E5-43EB-95F4-FF5636951647}"/>
              </a:ext>
            </a:extLst>
          </p:cNvPr>
          <p:cNvSpPr>
            <a:spLocks noGrp="1"/>
          </p:cNvSpPr>
          <p:nvPr>
            <p:ph type="body" sz="quarter" idx="21" hasCustomPrompt="1"/>
          </p:nvPr>
        </p:nvSpPr>
        <p:spPr>
          <a:xfrm>
            <a:off x="4314697"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9" name="Text Placeholder 2">
            <a:extLst>
              <a:ext uri="{FF2B5EF4-FFF2-40B4-BE49-F238E27FC236}">
                <a16:creationId xmlns:a16="http://schemas.microsoft.com/office/drawing/2014/main" id="{6AC52B6B-2068-4BD5-8D7B-E2AA5CC142A6}"/>
              </a:ext>
            </a:extLst>
          </p:cNvPr>
          <p:cNvSpPr>
            <a:spLocks noGrp="1"/>
          </p:cNvSpPr>
          <p:nvPr>
            <p:ph type="body" sz="quarter" idx="22" hasCustomPrompt="1"/>
          </p:nvPr>
        </p:nvSpPr>
        <p:spPr>
          <a:xfrm>
            <a:off x="8406449"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4" name="Text Placeholder 3">
            <a:extLst>
              <a:ext uri="{FF2B5EF4-FFF2-40B4-BE49-F238E27FC236}">
                <a16:creationId xmlns:a16="http://schemas.microsoft.com/office/drawing/2014/main" id="{AC56DCAB-CD09-4E29-A907-70E7EBE0E688}"/>
              </a:ext>
            </a:extLst>
          </p:cNvPr>
          <p:cNvSpPr>
            <a:spLocks noGrp="1"/>
          </p:cNvSpPr>
          <p:nvPr>
            <p:ph type="body" sz="quarter" idx="23"/>
          </p:nvPr>
        </p:nvSpPr>
        <p:spPr>
          <a:xfrm>
            <a:off x="4302125" y="4124325"/>
            <a:ext cx="3311525"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GB"/>
              <a:t>Click to edit Master text styles</a:t>
            </a:r>
          </a:p>
        </p:txBody>
      </p:sp>
      <p:sp>
        <p:nvSpPr>
          <p:cNvPr id="6" name="Text Placeholder 5">
            <a:extLst>
              <a:ext uri="{FF2B5EF4-FFF2-40B4-BE49-F238E27FC236}">
                <a16:creationId xmlns:a16="http://schemas.microsoft.com/office/drawing/2014/main" id="{AC9A5C7D-52BE-42FF-9382-B63BBD810FDD}"/>
              </a:ext>
            </a:extLst>
          </p:cNvPr>
          <p:cNvSpPr>
            <a:spLocks noGrp="1"/>
          </p:cNvSpPr>
          <p:nvPr>
            <p:ph type="body" sz="quarter" idx="24"/>
          </p:nvPr>
        </p:nvSpPr>
        <p:spPr>
          <a:xfrm>
            <a:off x="8406449" y="4114800"/>
            <a:ext cx="3312160"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GB"/>
              <a:t>Click to edit Master text styles</a:t>
            </a:r>
          </a:p>
        </p:txBody>
      </p:sp>
    </p:spTree>
    <p:extLst>
      <p:ext uri="{BB962C8B-B14F-4D97-AF65-F5344CB8AC3E}">
        <p14:creationId xmlns:p14="http://schemas.microsoft.com/office/powerpoint/2010/main" val="780417994"/>
      </p:ext>
    </p:extLst>
  </p:cSld>
  <p:clrMapOvr>
    <a:masterClrMapping/>
  </p:clrMapOvr>
  <p:transition/>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Case Study-4 Pictures-Leil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60000" cy="3429000"/>
          </a:xfrm>
          <a:prstGeom prst="rect">
            <a:avLst/>
          </a:prstGeom>
          <a:solidFill>
            <a:schemeClr val="bg2"/>
          </a:solidFill>
        </p:spPr>
        <p:txBody>
          <a:bodyPr/>
          <a:lstStyle/>
          <a:p>
            <a:r>
              <a:rPr lang="en-GB"/>
              <a:t>Click icon to add picture</a:t>
            </a:r>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3043999" y="0"/>
            <a:ext cx="3060000" cy="3429000"/>
          </a:xfrm>
          <a:prstGeom prst="rect">
            <a:avLst/>
          </a:prstGeom>
          <a:solidFill>
            <a:schemeClr val="bg2"/>
          </a:solidFill>
        </p:spPr>
        <p:txBody>
          <a:bodyPr/>
          <a:lstStyle/>
          <a:p>
            <a:r>
              <a:rPr lang="en-GB"/>
              <a:t>Click icon to add picture</a:t>
            </a:r>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6087999" y="0"/>
            <a:ext cx="3060000" cy="3429000"/>
          </a:xfrm>
          <a:prstGeom prst="rect">
            <a:avLst/>
          </a:prstGeom>
          <a:solidFill>
            <a:schemeClr val="bg2"/>
          </a:solidFill>
        </p:spPr>
        <p:txBody>
          <a:bodyPr/>
          <a:lstStyle/>
          <a:p>
            <a:r>
              <a:rPr lang="en-GB"/>
              <a:t>Click icon to add picture</a:t>
            </a:r>
            <a:endParaRPr lang="en-US"/>
          </a:p>
        </p:txBody>
      </p:sp>
      <p:sp>
        <p:nvSpPr>
          <p:cNvPr id="2" name="Picture Placeholder 12">
            <a:extLst>
              <a:ext uri="{FF2B5EF4-FFF2-40B4-BE49-F238E27FC236}">
                <a16:creationId xmlns:a16="http://schemas.microsoft.com/office/drawing/2014/main" id="{4C3044EB-579C-1960-F9EB-F116665A7292}"/>
              </a:ext>
            </a:extLst>
          </p:cNvPr>
          <p:cNvSpPr>
            <a:spLocks noGrp="1"/>
          </p:cNvSpPr>
          <p:nvPr>
            <p:ph type="pic" sz="quarter" idx="25"/>
          </p:nvPr>
        </p:nvSpPr>
        <p:spPr>
          <a:xfrm>
            <a:off x="9132000" y="0"/>
            <a:ext cx="3060000" cy="3429000"/>
          </a:xfrm>
          <a:prstGeom prst="rect">
            <a:avLst/>
          </a:prstGeom>
          <a:solidFill>
            <a:schemeClr val="bg2"/>
          </a:solidFill>
        </p:spPr>
        <p:txBody>
          <a:bodyPr/>
          <a:lstStyle/>
          <a:p>
            <a:r>
              <a:rPr lang="en-GB"/>
              <a:t>Click icon to add picture</a:t>
            </a:r>
            <a:endParaRPr lang="en-US"/>
          </a:p>
        </p:txBody>
      </p:sp>
      <p:sp>
        <p:nvSpPr>
          <p:cNvPr id="3" name="Text Placeholder 2">
            <a:extLst>
              <a:ext uri="{FF2B5EF4-FFF2-40B4-BE49-F238E27FC236}">
                <a16:creationId xmlns:a16="http://schemas.microsoft.com/office/drawing/2014/main" id="{C9D6271A-50EF-A83C-8073-0A6628457E18}"/>
              </a:ext>
            </a:extLst>
          </p:cNvPr>
          <p:cNvSpPr>
            <a:spLocks noGrp="1"/>
          </p:cNvSpPr>
          <p:nvPr>
            <p:ph type="body" sz="quarter" idx="16" hasCustomPrompt="1"/>
          </p:nvPr>
        </p:nvSpPr>
        <p:spPr>
          <a:xfrm>
            <a:off x="457200"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5" name="Text Placeholder 2">
            <a:extLst>
              <a:ext uri="{FF2B5EF4-FFF2-40B4-BE49-F238E27FC236}">
                <a16:creationId xmlns:a16="http://schemas.microsoft.com/office/drawing/2014/main" id="{33A26170-4FED-69CC-E7CF-6F163320DA0C}"/>
              </a:ext>
            </a:extLst>
          </p:cNvPr>
          <p:cNvSpPr>
            <a:spLocks noGrp="1"/>
          </p:cNvSpPr>
          <p:nvPr>
            <p:ph type="body" sz="quarter" idx="26" hasCustomPrompt="1"/>
          </p:nvPr>
        </p:nvSpPr>
        <p:spPr>
          <a:xfrm>
            <a:off x="457200"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7" name="Text Placeholder 2">
            <a:extLst>
              <a:ext uri="{FF2B5EF4-FFF2-40B4-BE49-F238E27FC236}">
                <a16:creationId xmlns:a16="http://schemas.microsoft.com/office/drawing/2014/main" id="{EFF5574A-DA2F-79E2-5257-E464C4DCBED9}"/>
              </a:ext>
            </a:extLst>
          </p:cNvPr>
          <p:cNvSpPr>
            <a:spLocks noGrp="1"/>
          </p:cNvSpPr>
          <p:nvPr>
            <p:ph type="body" sz="quarter" idx="27" hasCustomPrompt="1"/>
          </p:nvPr>
        </p:nvSpPr>
        <p:spPr>
          <a:xfrm>
            <a:off x="3370039"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8" name="Text Placeholder 2">
            <a:extLst>
              <a:ext uri="{FF2B5EF4-FFF2-40B4-BE49-F238E27FC236}">
                <a16:creationId xmlns:a16="http://schemas.microsoft.com/office/drawing/2014/main" id="{2E50C4C1-6951-43AE-9158-49572E0C92C6}"/>
              </a:ext>
            </a:extLst>
          </p:cNvPr>
          <p:cNvSpPr>
            <a:spLocks noGrp="1"/>
          </p:cNvSpPr>
          <p:nvPr>
            <p:ph type="body" sz="quarter" idx="28" hasCustomPrompt="1"/>
          </p:nvPr>
        </p:nvSpPr>
        <p:spPr>
          <a:xfrm>
            <a:off x="3370039"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9" name="Text Placeholder 2">
            <a:extLst>
              <a:ext uri="{FF2B5EF4-FFF2-40B4-BE49-F238E27FC236}">
                <a16:creationId xmlns:a16="http://schemas.microsoft.com/office/drawing/2014/main" id="{7000C3D5-7B7C-EDA2-9F53-869EC3327CCF}"/>
              </a:ext>
            </a:extLst>
          </p:cNvPr>
          <p:cNvSpPr>
            <a:spLocks noGrp="1"/>
          </p:cNvSpPr>
          <p:nvPr>
            <p:ph type="body" sz="quarter" idx="21" hasCustomPrompt="1"/>
          </p:nvPr>
        </p:nvSpPr>
        <p:spPr>
          <a:xfrm>
            <a:off x="6414039"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2" name="Text Placeholder 2">
            <a:extLst>
              <a:ext uri="{FF2B5EF4-FFF2-40B4-BE49-F238E27FC236}">
                <a16:creationId xmlns:a16="http://schemas.microsoft.com/office/drawing/2014/main" id="{E9AE19AD-1845-6345-DD33-3FC9CF1784E4}"/>
              </a:ext>
            </a:extLst>
          </p:cNvPr>
          <p:cNvSpPr>
            <a:spLocks noGrp="1"/>
          </p:cNvSpPr>
          <p:nvPr>
            <p:ph type="body" sz="quarter" idx="22" hasCustomPrompt="1"/>
          </p:nvPr>
        </p:nvSpPr>
        <p:spPr>
          <a:xfrm>
            <a:off x="6414039"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16" name="Text Placeholder 2">
            <a:extLst>
              <a:ext uri="{FF2B5EF4-FFF2-40B4-BE49-F238E27FC236}">
                <a16:creationId xmlns:a16="http://schemas.microsoft.com/office/drawing/2014/main" id="{EFF38F98-219B-60E4-DEE4-A49FED7181F5}"/>
              </a:ext>
            </a:extLst>
          </p:cNvPr>
          <p:cNvSpPr>
            <a:spLocks noGrp="1"/>
          </p:cNvSpPr>
          <p:nvPr>
            <p:ph type="body" sz="quarter" idx="23" hasCustomPrompt="1"/>
          </p:nvPr>
        </p:nvSpPr>
        <p:spPr>
          <a:xfrm>
            <a:off x="9326880"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8" name="Text Placeholder 2">
            <a:extLst>
              <a:ext uri="{FF2B5EF4-FFF2-40B4-BE49-F238E27FC236}">
                <a16:creationId xmlns:a16="http://schemas.microsoft.com/office/drawing/2014/main" id="{76073D28-63C4-4EAB-D10E-E4C9A179B803}"/>
              </a:ext>
            </a:extLst>
          </p:cNvPr>
          <p:cNvSpPr>
            <a:spLocks noGrp="1"/>
          </p:cNvSpPr>
          <p:nvPr>
            <p:ph type="body" sz="quarter" idx="24" hasCustomPrompt="1"/>
          </p:nvPr>
        </p:nvSpPr>
        <p:spPr>
          <a:xfrm>
            <a:off x="9326880"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Tree>
    <p:extLst>
      <p:ext uri="{BB962C8B-B14F-4D97-AF65-F5344CB8AC3E}">
        <p14:creationId xmlns:p14="http://schemas.microsoft.com/office/powerpoint/2010/main" val="2986077741"/>
      </p:ext>
    </p:extLst>
  </p:cSld>
  <p:clrMapOvr>
    <a:masterClrMapping/>
  </p:clrMapOvr>
  <p:transition/>
</p:sldLayout>
</file>

<file path=ppt/slideLayouts/slideLayout274.xml><?xml version="1.0" encoding="utf-8"?>
<p:sldLayout xmlns:a="http://schemas.openxmlformats.org/drawingml/2006/main" xmlns:r="http://schemas.openxmlformats.org/officeDocument/2006/relationships" xmlns:p="http://schemas.openxmlformats.org/presentationml/2006/main" preserve="1" userDrawn="1">
  <p:cSld name="Case Study-4 Picture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45667" cy="6858000"/>
          </a:xfrm>
          <a:prstGeom prst="rect">
            <a:avLst/>
          </a:prstGeom>
          <a:solidFill>
            <a:schemeClr val="bg2"/>
          </a:solidFill>
        </p:spPr>
        <p:txBody>
          <a:bodyPr/>
          <a:lstStyle/>
          <a:p>
            <a:r>
              <a:rPr lang="en-GB"/>
              <a:t>Click icon to add picture</a:t>
            </a:r>
            <a:endParaRPr lang="en-US"/>
          </a:p>
        </p:txBody>
      </p:sp>
      <p:sp>
        <p:nvSpPr>
          <p:cNvPr id="16" name="Picture Placeholder 12">
            <a:extLst>
              <a:ext uri="{FF2B5EF4-FFF2-40B4-BE49-F238E27FC236}">
                <a16:creationId xmlns:a16="http://schemas.microsoft.com/office/drawing/2014/main" id="{95D56692-426B-4F40-8BC1-45B989D44140}"/>
              </a:ext>
            </a:extLst>
          </p:cNvPr>
          <p:cNvSpPr>
            <a:spLocks noGrp="1"/>
          </p:cNvSpPr>
          <p:nvPr>
            <p:ph type="pic" sz="quarter" idx="19"/>
          </p:nvPr>
        </p:nvSpPr>
        <p:spPr>
          <a:xfrm>
            <a:off x="3048777" y="0"/>
            <a:ext cx="3045667" cy="6858000"/>
          </a:xfrm>
          <a:prstGeom prst="rect">
            <a:avLst/>
          </a:prstGeom>
          <a:solidFill>
            <a:schemeClr val="bg2"/>
          </a:solidFill>
        </p:spPr>
        <p:txBody>
          <a:bodyPr/>
          <a:lstStyle/>
          <a:p>
            <a:r>
              <a:rPr lang="en-GB"/>
              <a:t>Click icon to add picture</a:t>
            </a:r>
            <a:endParaRPr lang="en-US"/>
          </a:p>
        </p:txBody>
      </p:sp>
      <p:sp>
        <p:nvSpPr>
          <p:cNvPr id="18" name="Picture Placeholder 12">
            <a:extLst>
              <a:ext uri="{FF2B5EF4-FFF2-40B4-BE49-F238E27FC236}">
                <a16:creationId xmlns:a16="http://schemas.microsoft.com/office/drawing/2014/main" id="{32D43E18-54F7-4125-A364-D733497B4F32}"/>
              </a:ext>
            </a:extLst>
          </p:cNvPr>
          <p:cNvSpPr>
            <a:spLocks noGrp="1"/>
          </p:cNvSpPr>
          <p:nvPr>
            <p:ph type="pic" sz="quarter" idx="20"/>
          </p:nvPr>
        </p:nvSpPr>
        <p:spPr>
          <a:xfrm>
            <a:off x="6097555" y="0"/>
            <a:ext cx="3045667" cy="6858000"/>
          </a:xfrm>
          <a:prstGeom prst="rect">
            <a:avLst/>
          </a:prstGeom>
          <a:solidFill>
            <a:schemeClr val="bg2"/>
          </a:solidFill>
        </p:spPr>
        <p:txBody>
          <a:bodyPr/>
          <a:lstStyle/>
          <a:p>
            <a:r>
              <a:rPr lang="en-GB"/>
              <a:t>Click icon to add picture</a:t>
            </a:r>
            <a:endParaRPr lang="en-US"/>
          </a:p>
        </p:txBody>
      </p:sp>
      <p:sp>
        <p:nvSpPr>
          <p:cNvPr id="20" name="Picture Placeholder 12">
            <a:extLst>
              <a:ext uri="{FF2B5EF4-FFF2-40B4-BE49-F238E27FC236}">
                <a16:creationId xmlns:a16="http://schemas.microsoft.com/office/drawing/2014/main" id="{0D751945-7936-4E08-A1DF-7F344072146F}"/>
              </a:ext>
            </a:extLst>
          </p:cNvPr>
          <p:cNvSpPr>
            <a:spLocks noGrp="1"/>
          </p:cNvSpPr>
          <p:nvPr>
            <p:ph type="pic" sz="quarter" idx="21"/>
          </p:nvPr>
        </p:nvSpPr>
        <p:spPr>
          <a:xfrm>
            <a:off x="9146333" y="0"/>
            <a:ext cx="3045667" cy="6858000"/>
          </a:xfrm>
          <a:prstGeom prst="rect">
            <a:avLst/>
          </a:prstGeom>
          <a:solidFill>
            <a:schemeClr val="bg2"/>
          </a:solidFill>
        </p:spPr>
        <p:txBody>
          <a:bodyPr/>
          <a:lstStyle/>
          <a:p>
            <a:r>
              <a:rPr lang="en-GB"/>
              <a:t>Click icon to add picture</a:t>
            </a:r>
            <a:endParaRPr lang="en-US"/>
          </a:p>
        </p:txBody>
      </p:sp>
      <p:pic>
        <p:nvPicPr>
          <p:cNvPr id="2" name="Graphic 1">
            <a:extLst>
              <a:ext uri="{FF2B5EF4-FFF2-40B4-BE49-F238E27FC236}">
                <a16:creationId xmlns:a16="http://schemas.microsoft.com/office/drawing/2014/main" id="{0F219C23-5248-6A23-1656-7F24D37DB20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9D0F7879-EF16-5C25-BC5F-DF85AD10BA3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7931746-EE72-E501-E583-1218E82991FF}"/>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480115392"/>
      </p:ext>
    </p:extLst>
  </p:cSld>
  <p:clrMapOvr>
    <a:masterClrMapping/>
  </p:clrMapOvr>
  <p:transition/>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Full Pictur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BE84340-BD33-8E44-99AA-69963886122B}"/>
              </a:ext>
            </a:extLst>
          </p:cNvPr>
          <p:cNvSpPr>
            <a:spLocks noGrp="1"/>
          </p:cNvSpPr>
          <p:nvPr>
            <p:ph type="pic" sz="quarter" idx="10"/>
          </p:nvPr>
        </p:nvSpPr>
        <p:spPr>
          <a:xfrm>
            <a:off x="0" y="0"/>
            <a:ext cx="12192000" cy="6858000"/>
          </a:xfrm>
          <a:prstGeom prst="rect">
            <a:avLst/>
          </a:prstGeom>
        </p:spPr>
        <p:txBody>
          <a:bodyPr/>
          <a:lstStyle/>
          <a:p>
            <a:r>
              <a:rPr lang="en-GB"/>
              <a:t>Click icon to add picture</a:t>
            </a:r>
            <a:endParaRPr lang="en-US"/>
          </a:p>
        </p:txBody>
      </p:sp>
    </p:spTree>
    <p:extLst>
      <p:ext uri="{BB962C8B-B14F-4D97-AF65-F5344CB8AC3E}">
        <p14:creationId xmlns:p14="http://schemas.microsoft.com/office/powerpoint/2010/main" val="3219030050"/>
      </p:ext>
    </p:extLst>
  </p:cSld>
  <p:clrMapOvr>
    <a:masterClrMapping/>
  </p:clrMapOvr>
  <p:transition/>
</p:sldLayout>
</file>

<file path=ppt/slideLayouts/slideLayout276.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32DEA7B-FE87-E4A3-0E28-5A6940077AAF}"/>
              </a:ext>
            </a:extLst>
          </p:cNvPr>
          <p:cNvSpPr/>
          <p:nvPr userDrawn="1"/>
        </p:nvSpPr>
        <p:spPr bwMode="auto">
          <a:xfrm>
            <a:off x="1020000" y="999000"/>
            <a:ext cx="10152000" cy="4860000"/>
          </a:xfrm>
          <a:prstGeom prst="rect">
            <a:avLst/>
          </a:prstGeom>
          <a:gradFill>
            <a:gsLst>
              <a:gs pos="66000">
                <a:schemeClr val="accent5"/>
              </a:gs>
              <a:gs pos="0">
                <a:schemeClr val="accent2"/>
              </a:gs>
              <a:gs pos="100000">
                <a:schemeClr val="accent4"/>
              </a:gs>
            </a:gsLst>
            <a:lin ang="1800000" scaled="0"/>
          </a:gradFill>
          <a:ln>
            <a:noFill/>
          </a:ln>
          <a:effectLst/>
        </p:spPr>
        <p:txBody>
          <a:bodyPr wrap="square" lIns="0" tIns="0" rIns="0" bIns="0" rtlCol="0" anchor="ctr"/>
          <a:lstStyle/>
          <a:p>
            <a:pPr lvl="0" algn="ctr"/>
            <a:endParaRPr lang="en-US" sz="2400">
              <a:solidFill>
                <a:schemeClr val="bg1"/>
              </a:solidFill>
              <a:latin typeface="Calibri Light" panose="020F0302020204030204" pitchFamily="34" charset="0"/>
              <a:ea typeface="Human Sans ExtraLight" charset="0"/>
              <a:cs typeface="Human Sans ExtraLight" charset="0"/>
            </a:endParaRPr>
          </a:p>
        </p:txBody>
      </p:sp>
      <p:sp>
        <p:nvSpPr>
          <p:cNvPr id="9" name="Title 8">
            <a:extLst>
              <a:ext uri="{FF2B5EF4-FFF2-40B4-BE49-F238E27FC236}">
                <a16:creationId xmlns:a16="http://schemas.microsoft.com/office/drawing/2014/main" id="{388A2ACC-EFED-3CEF-B58F-EA44CFA34596}"/>
              </a:ext>
            </a:extLst>
          </p:cNvPr>
          <p:cNvSpPr>
            <a:spLocks noGrp="1"/>
          </p:cNvSpPr>
          <p:nvPr>
            <p:ph type="title" hasCustomPrompt="1"/>
          </p:nvPr>
        </p:nvSpPr>
        <p:spPr>
          <a:xfrm>
            <a:off x="2149475" y="2464175"/>
            <a:ext cx="7899400" cy="615553"/>
          </a:xfrm>
          <a:prstGeom prst="rect">
            <a:avLst/>
          </a:prstGeom>
        </p:spPr>
        <p:txBody>
          <a:bodyPr vert="horz" wrap="square" lIns="0" tIns="0" rIns="0" bIns="0" rtlCol="0" anchor="t">
            <a:spAutoFit/>
          </a:bodyPr>
          <a:lstStyle>
            <a:lvl1pPr>
              <a:defRPr lang="en-US" sz="4000" b="0" i="0" spc="0">
                <a:solidFill>
                  <a:schemeClr val="bg1"/>
                </a:solidFill>
                <a:effectLst/>
                <a:latin typeface="Calibri Light" panose="020F0302020204030204" pitchFamily="34" charset="0"/>
                <a:cs typeface="Calibri Light" panose="020F0302020204030204" pitchFamily="34" charset="0"/>
              </a:defRPr>
            </a:lvl1pPr>
          </a:lstStyle>
          <a:p>
            <a:pPr lvl="0"/>
            <a:r>
              <a:rPr lang="en-US"/>
              <a:t>Insert your quote here</a:t>
            </a:r>
          </a:p>
        </p:txBody>
      </p:sp>
      <p:sp>
        <p:nvSpPr>
          <p:cNvPr id="2" name="Title 8">
            <a:extLst>
              <a:ext uri="{FF2B5EF4-FFF2-40B4-BE49-F238E27FC236}">
                <a16:creationId xmlns:a16="http://schemas.microsoft.com/office/drawing/2014/main" id="{A967559A-5EC8-8B92-65E3-76928C972876}"/>
              </a:ext>
            </a:extLst>
          </p:cNvPr>
          <p:cNvSpPr txBox="1"/>
          <p:nvPr userDrawn="1"/>
        </p:nvSpPr>
        <p:spPr>
          <a:xfrm>
            <a:off x="2062976" y="1531155"/>
            <a:ext cx="1248633" cy="147732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lang="en-US" sz="4000" b="0" i="0" kern="1200" spc="0">
                <a:gradFill>
                  <a:gsLst>
                    <a:gs pos="50000">
                      <a:schemeClr val="accent2"/>
                    </a:gs>
                    <a:gs pos="70000">
                      <a:schemeClr val="accent5"/>
                    </a:gs>
                    <a:gs pos="100000">
                      <a:schemeClr val="accent4"/>
                    </a:gs>
                  </a:gsLst>
                  <a:lin ang="1200000" scaled="0"/>
                </a:gradFill>
                <a:effectLst/>
                <a:latin typeface="Calibri Light" panose="020F0302020204030204" pitchFamily="34" charset="0"/>
                <a:ea typeface="Calibri" panose="020F0502020204030204" pitchFamily="34" charset="0"/>
                <a:cs typeface="Calibri Light" panose="020F0302020204030204" pitchFamily="34" charset="0"/>
              </a:defRPr>
            </a:lvl1pPr>
          </a:lstStyle>
          <a:p>
            <a:r>
              <a:rPr lang="en-GB" sz="9600">
                <a:solidFill>
                  <a:schemeClr val="bg1"/>
                </a:solidFill>
              </a:rPr>
              <a:t>“</a:t>
            </a:r>
          </a:p>
        </p:txBody>
      </p:sp>
    </p:spTree>
    <p:extLst>
      <p:ext uri="{BB962C8B-B14F-4D97-AF65-F5344CB8AC3E}">
        <p14:creationId xmlns:p14="http://schemas.microsoft.com/office/powerpoint/2010/main" val="3033242562"/>
      </p:ext>
    </p:extLst>
  </p:cSld>
  <p:clrMapOvr>
    <a:masterClrMapping/>
  </p:clrMapOvr>
  <p:transition/>
</p:sldLayout>
</file>

<file path=ppt/slideLayouts/slideLayout277.xml><?xml version="1.0" encoding="utf-8"?>
<p:sldLayout xmlns:a="http://schemas.openxmlformats.org/drawingml/2006/main" xmlns:r="http://schemas.openxmlformats.org/officeDocument/2006/relationships" xmlns:p="http://schemas.openxmlformats.org/presentationml/2006/main" preserve="1" userDrawn="1">
  <p:cSld name="Thank_you">
    <p:bg>
      <p:bgPr>
        <a:solidFill>
          <a:schemeClr val="tx1"/>
        </a:solid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pic>
        <p:nvPicPr>
          <p:cNvPr id="2" name="Graphic 1">
            <a:extLst>
              <a:ext uri="{FF2B5EF4-FFF2-40B4-BE49-F238E27FC236}">
                <a16:creationId xmlns:a16="http://schemas.microsoft.com/office/drawing/2014/main" id="{84736574-B51A-9653-821A-E3F5C3FCDF5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6191EA3E-7B20-955D-0C59-DF85A915365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A9BB0EE7-0219-6A5E-BA7F-872F2C48D7E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480696283"/>
      </p:ext>
    </p:extLst>
  </p:cSld>
  <p:clrMapOvr>
    <a:masterClrMapping/>
  </p:clrMapOvr>
  <p:transition/>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Thank_you-Light">
    <p:bg>
      <p:bgPr>
        <a:blipFill dpi="0" rotWithShape="1">
          <a:blip r:embed="rId2">
            <a:lum/>
          </a:blip>
          <a:stretch>
            <a:fillRect/>
          </a:stretch>
        </a:blip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tx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p:nvPr userDrawn="1"/>
        </p:nvCxnSpPr>
        <p:spPr>
          <a:xfrm>
            <a:off x="6008594" y="1981200"/>
            <a:ext cx="6248400" cy="0"/>
          </a:xfrm>
          <a:prstGeom prst="line">
            <a:avLst/>
          </a:prstGeom>
          <a:ln w="6350">
            <a:solidFill>
              <a:schemeClr val="tx2">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8544534"/>
      </p:ext>
    </p:extLst>
  </p:cSld>
  <p:clrMapOvr>
    <a:masterClrMapping/>
  </p:clrMapOvr>
  <p:transition/>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Thank_you_photo">
    <p:bg>
      <p:bgPr>
        <a:solidFill>
          <a:schemeClr val="tx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GB"/>
              <a:t>Click icon to add picture</a:t>
            </a:r>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474663" y="1035424"/>
            <a:ext cx="4648200" cy="1107996"/>
          </a:xfrm>
          <a:prstGeom prst="rect">
            <a:avLst/>
          </a:prstGeom>
        </p:spPr>
        <p:txBody>
          <a:bodyPr vert="horz" wrap="square" lIns="0" tIns="0" rIns="0" bIns="0" rtlCol="0" anchor="t">
            <a:spAutoFit/>
          </a:bodyPr>
          <a:lstStyle>
            <a:lvl1pPr>
              <a:defRPr lang="en-US" sz="7200" b="0">
                <a:gradFill>
                  <a:gsLst>
                    <a:gs pos="50000">
                      <a:schemeClr val="accent2"/>
                    </a:gs>
                    <a:gs pos="70000">
                      <a:schemeClr val="accent5"/>
                    </a:gs>
                    <a:gs pos="100000">
                      <a:schemeClr val="accent4"/>
                    </a:gs>
                  </a:gsLst>
                  <a:lin ang="120000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474663" y="2540616"/>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474663"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474663"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474663" y="420130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474663" y="448823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474663" y="4897078"/>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cxnSp>
        <p:nvCxnSpPr>
          <p:cNvPr id="11" name="Straight Connector 10">
            <a:extLst>
              <a:ext uri="{FF2B5EF4-FFF2-40B4-BE49-F238E27FC236}">
                <a16:creationId xmlns:a16="http://schemas.microsoft.com/office/drawing/2014/main" id="{68FF80AE-E38B-EC18-E1B5-2B5AAE36C2F4}"/>
              </a:ext>
            </a:extLst>
          </p:cNvPr>
          <p:cNvCxnSpPr/>
          <p:nvPr userDrawn="1"/>
        </p:nvCxnSpPr>
        <p:spPr>
          <a:xfrm>
            <a:off x="474663"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pic>
        <p:nvPicPr>
          <p:cNvPr id="4" name="Graphic 3">
            <a:extLst>
              <a:ext uri="{FF2B5EF4-FFF2-40B4-BE49-F238E27FC236}">
                <a16:creationId xmlns:a16="http://schemas.microsoft.com/office/drawing/2014/main" id="{B5E39841-8080-2E83-D8BB-7AD807F024A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2" name="TextBox 11">
            <a:extLst>
              <a:ext uri="{FF2B5EF4-FFF2-40B4-BE49-F238E27FC236}">
                <a16:creationId xmlns:a16="http://schemas.microsoft.com/office/drawing/2014/main" id="{598728A8-4504-9979-0928-94780E8A451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68625CBB-5BC8-9235-54D3-C8F265017D7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211579025"/>
      </p:ext>
    </p:extLst>
  </p:cSld>
  <p:clrMapOvr>
    <a:masterClrMapping/>
  </p:clrMapOvr>
  <p:transition/>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GB"/>
              <a:t>Click icon to add picture</a:t>
            </a:r>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584775"/>
          </a:xfrm>
          <a:prstGeom prst="rect">
            <a:avLst/>
          </a:prstGeom>
        </p:spPr>
        <p:txBody>
          <a:bodyPr wrap="square">
            <a:spAutoFit/>
          </a:bodyPr>
          <a:lstStyle>
            <a:lvl1pPr>
              <a:lnSpc>
                <a:spcPct val="100000"/>
              </a:lnSpc>
              <a:spcBef>
                <a:spcPct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Thank you!</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ct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EPAM</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flipH="1">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4048103568"/>
      </p:ext>
    </p:extLst>
  </p:cSld>
  <p:clrMapOvr>
    <a:masterClrMapping/>
  </p:clrMapOvr>
  <p:transition/>
</p:sldLayout>
</file>

<file path=ppt/slideLayouts/slideLayout281.xml><?xml version="1.0" encoding="utf-8"?>
<p:sldLayout xmlns:a="http://schemas.openxmlformats.org/drawingml/2006/main" xmlns:r="http://schemas.openxmlformats.org/officeDocument/2006/relationships" xmlns:p="http://schemas.openxmlformats.org/presentationml/2006/main" userDrawn="1">
  <p:cSld name="2_Custom Layout">
    <p:bg>
      <p:bgPr>
        <a:blipFill dpi="0" rotWithShape="1">
          <a:blip r:embed="rId2" cstate="email">
            <a:alphaModFix amt="9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7E287B6-2821-6380-6538-D34B5499079B}"/>
              </a:ext>
            </a:extLst>
          </p:cNvPr>
          <p:cNvSpPr>
            <a:spLocks noGrp="1"/>
          </p:cNvSpPr>
          <p:nvPr>
            <p:ph type="title" hasCustomPrompt="1"/>
          </p:nvPr>
        </p:nvSpPr>
        <p:spPr>
          <a:xfrm>
            <a:off x="639074" y="731520"/>
            <a:ext cx="1091792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4" name="Text Placeholder 10">
            <a:extLst>
              <a:ext uri="{FF2B5EF4-FFF2-40B4-BE49-F238E27FC236}">
                <a16:creationId xmlns:a16="http://schemas.microsoft.com/office/drawing/2014/main" id="{01126A01-3EE7-5F33-DA74-B4FF2B18EB2F}"/>
              </a:ext>
            </a:extLst>
          </p:cNvPr>
          <p:cNvSpPr>
            <a:spLocks noGrp="1"/>
          </p:cNvSpPr>
          <p:nvPr>
            <p:ph type="body" sz="quarter" idx="15" hasCustomPrompt="1"/>
          </p:nvPr>
        </p:nvSpPr>
        <p:spPr>
          <a:xfrm>
            <a:off x="639074" y="419100"/>
            <a:ext cx="1091792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4165034848"/>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667323A-6698-B4F8-D2C4-A0336BD7AE08}"/>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E4BE38F8-DEB6-5998-7EB6-840C179B2EC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686994413"/>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userDrawn="1">
  <p:cSld name="Narrow-Grey">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D5325495-8AB0-354C-B08E-DEBACB7A60F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348850238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slideLayout" Target="../slideLayouts/slideLayout25.xml"/><Relationship Id="rId14" Type="http://schemas.openxmlformats.org/officeDocument/2006/relationships/slideLayout" Target="../slideLayouts/slideLayout26.xml"/><Relationship Id="rId15" Type="http://schemas.openxmlformats.org/officeDocument/2006/relationships/slideLayout" Target="../slideLayouts/slideLayout27.xml"/><Relationship Id="rId16" Type="http://schemas.openxmlformats.org/officeDocument/2006/relationships/slideLayout" Target="../slideLayouts/slideLayout28.xml"/><Relationship Id="rId17" Type="http://schemas.openxmlformats.org/officeDocument/2006/relationships/slideLayout" Target="../slideLayouts/slideLayout29.xml"/><Relationship Id="rId18" Type="http://schemas.openxmlformats.org/officeDocument/2006/relationships/slideLayout" Target="../slideLayouts/slideLayout30.xml"/><Relationship Id="rId19" Type="http://schemas.openxmlformats.org/officeDocument/2006/relationships/slideLayout" Target="../slideLayouts/slideLayout31.xml"/><Relationship Id="rId20" Type="http://schemas.openxmlformats.org/officeDocument/2006/relationships/slideLayout" Target="../slideLayouts/slideLayout32.xml"/><Relationship Id="rId21" Type="http://schemas.openxmlformats.org/officeDocument/2006/relationships/slideLayout" Target="../slideLayouts/slideLayout33.xml"/><Relationship Id="rId22" Type="http://schemas.openxmlformats.org/officeDocument/2006/relationships/slideLayout" Target="../slideLayouts/slideLayout34.xml"/><Relationship Id="rId23" Type="http://schemas.openxmlformats.org/officeDocument/2006/relationships/slideLayout" Target="../slideLayouts/slideLayout35.xml"/><Relationship Id="rId24" Type="http://schemas.openxmlformats.org/officeDocument/2006/relationships/slideLayout" Target="../slideLayouts/slideLayout36.xml"/><Relationship Id="rId25" Type="http://schemas.openxmlformats.org/officeDocument/2006/relationships/slideLayout" Target="../slideLayouts/slideLayout37.xml"/><Relationship Id="rId26" Type="http://schemas.openxmlformats.org/officeDocument/2006/relationships/slideLayout" Target="../slideLayouts/slideLayout38.xml"/><Relationship Id="rId27" Type="http://schemas.openxmlformats.org/officeDocument/2006/relationships/slideLayout" Target="../slideLayouts/slideLayout39.xml"/><Relationship Id="rId28" Type="http://schemas.openxmlformats.org/officeDocument/2006/relationships/slideLayout" Target="../slideLayouts/slideLayout40.xml"/><Relationship Id="rId29" Type="http://schemas.openxmlformats.org/officeDocument/2006/relationships/slideLayout" Target="../slideLayouts/slideLayout41.xml"/><Relationship Id="rId30" Type="http://schemas.openxmlformats.org/officeDocument/2006/relationships/slideLayout" Target="../slideLayouts/slideLayout42.xml"/><Relationship Id="rId31" Type="http://schemas.openxmlformats.org/officeDocument/2006/relationships/slideLayout" Target="../slideLayouts/slideLayout43.xml"/><Relationship Id="rId32" Type="http://schemas.openxmlformats.org/officeDocument/2006/relationships/slideLayout" Target="../slideLayouts/slideLayout44.xml"/><Relationship Id="rId33" Type="http://schemas.openxmlformats.org/officeDocument/2006/relationships/slideLayout" Target="../slideLayouts/slideLayout45.xml"/><Relationship Id="rId34" Type="http://schemas.openxmlformats.org/officeDocument/2006/relationships/slideLayout" Target="../slideLayouts/slideLayout46.xml"/><Relationship Id="rId35" Type="http://schemas.openxmlformats.org/officeDocument/2006/relationships/slideLayout" Target="../slideLayouts/slideLayout47.xml"/><Relationship Id="rId36" Type="http://schemas.openxmlformats.org/officeDocument/2006/relationships/slideLayout" Target="../slideLayouts/slideLayout48.xml"/><Relationship Id="rId37" Type="http://schemas.openxmlformats.org/officeDocument/2006/relationships/slideLayout" Target="../slideLayouts/slideLayout49.xml"/><Relationship Id="rId38" Type="http://schemas.openxmlformats.org/officeDocument/2006/relationships/slideLayout" Target="../slideLayouts/slideLayout50.xml"/><Relationship Id="rId39" Type="http://schemas.openxmlformats.org/officeDocument/2006/relationships/slideLayout" Target="../slideLayouts/slideLayout51.xml"/><Relationship Id="rId40" Type="http://schemas.openxmlformats.org/officeDocument/2006/relationships/slideLayout" Target="../slideLayouts/slideLayout52.xml"/><Relationship Id="rId41" Type="http://schemas.openxmlformats.org/officeDocument/2006/relationships/slideLayout" Target="../slideLayouts/slideLayout53.xml"/><Relationship Id="rId42" Type="http://schemas.openxmlformats.org/officeDocument/2006/relationships/slideLayout" Target="../slideLayouts/slideLayout54.xml"/><Relationship Id="rId43" Type="http://schemas.openxmlformats.org/officeDocument/2006/relationships/slideLayout" Target="../slideLayouts/slideLayout55.xml"/><Relationship Id="rId44" Type="http://schemas.openxmlformats.org/officeDocument/2006/relationships/slideLayout" Target="../slideLayouts/slideLayout56.xml"/><Relationship Id="rId45" Type="http://schemas.openxmlformats.org/officeDocument/2006/relationships/slideLayout" Target="../slideLayouts/slideLayout57.xml"/><Relationship Id="rId46" Type="http://schemas.openxmlformats.org/officeDocument/2006/relationships/slideLayout" Target="../slideLayouts/slideLayout58.xml"/><Relationship Id="rId47" Type="http://schemas.openxmlformats.org/officeDocument/2006/relationships/slideLayout" Target="../slideLayouts/slideLayout59.xml"/><Relationship Id="rId48" Type="http://schemas.openxmlformats.org/officeDocument/2006/relationships/slideLayout" Target="../slideLayouts/slideLayout60.xml"/><Relationship Id="rId49" Type="http://schemas.openxmlformats.org/officeDocument/2006/relationships/slideLayout" Target="../slideLayouts/slideLayout61.xml"/><Relationship Id="rId50" Type="http://schemas.openxmlformats.org/officeDocument/2006/relationships/slideLayout" Target="../slideLayouts/slideLayout62.xml"/><Relationship Id="rId51" Type="http://schemas.openxmlformats.org/officeDocument/2006/relationships/slideLayout" Target="../slideLayouts/slideLayout63.xml"/><Relationship Id="rId52" Type="http://schemas.openxmlformats.org/officeDocument/2006/relationships/slideLayout" Target="../slideLayouts/slideLayout64.xml"/><Relationship Id="rId53" Type="http://schemas.openxmlformats.org/officeDocument/2006/relationships/slideLayout" Target="../slideLayouts/slideLayout65.xml"/><Relationship Id="rId54" Type="http://schemas.openxmlformats.org/officeDocument/2006/relationships/slideLayout" Target="../slideLayouts/slideLayout66.xml"/><Relationship Id="rId55" Type="http://schemas.openxmlformats.org/officeDocument/2006/relationships/slideLayout" Target="../slideLayouts/slideLayout67.xml"/><Relationship Id="rId56" Type="http://schemas.openxmlformats.org/officeDocument/2006/relationships/slideLayout" Target="../slideLayouts/slideLayout68.xml"/><Relationship Id="rId57" Type="http://schemas.openxmlformats.org/officeDocument/2006/relationships/slideLayout" Target="../slideLayouts/slideLayout69.xml"/><Relationship Id="rId58" Type="http://schemas.openxmlformats.org/officeDocument/2006/relationships/slideLayout" Target="../slideLayouts/slideLayout70.xml"/><Relationship Id="rId59" Type="http://schemas.openxmlformats.org/officeDocument/2006/relationships/slideLayout" Target="../slideLayouts/slideLayout71.xml"/><Relationship Id="rId60" Type="http://schemas.openxmlformats.org/officeDocument/2006/relationships/slideLayout" Target="../slideLayouts/slideLayout72.xml"/><Relationship Id="rId61" Type="http://schemas.openxmlformats.org/officeDocument/2006/relationships/slideLayout" Target="../slideLayouts/slideLayout73.xml"/><Relationship Id="rId62" Type="http://schemas.openxmlformats.org/officeDocument/2006/relationships/slideLayout" Target="../slideLayouts/slideLayout74.xml"/><Relationship Id="rId63" Type="http://schemas.openxmlformats.org/officeDocument/2006/relationships/slideLayout" Target="../slideLayouts/slideLayout75.xml"/><Relationship Id="rId64" Type="http://schemas.openxmlformats.org/officeDocument/2006/relationships/slideLayout" Target="../slideLayouts/slideLayout76.xml"/><Relationship Id="rId65" Type="http://schemas.openxmlformats.org/officeDocument/2006/relationships/slideLayout" Target="../slideLayouts/slideLayout77.xml"/><Relationship Id="rId66" Type="http://schemas.openxmlformats.org/officeDocument/2006/relationships/slideLayout" Target="../slideLayouts/slideLayout78.xml"/><Relationship Id="rId67" Type="http://schemas.openxmlformats.org/officeDocument/2006/relationships/slideLayout" Target="../slideLayouts/slideLayout79.xml"/><Relationship Id="rId68" Type="http://schemas.openxmlformats.org/officeDocument/2006/relationships/slideLayout" Target="../slideLayouts/slideLayout80.xml"/><Relationship Id="rId69" Type="http://schemas.openxmlformats.org/officeDocument/2006/relationships/slideLayout" Target="../slideLayouts/slideLayout81.xml"/><Relationship Id="rId70" Type="http://schemas.openxmlformats.org/officeDocument/2006/relationships/slideLayout" Target="../slideLayouts/slideLayout82.xml"/><Relationship Id="rId71" Type="http://schemas.openxmlformats.org/officeDocument/2006/relationships/slideLayout" Target="../slideLayouts/slideLayout83.xml"/><Relationship Id="rId72" Type="http://schemas.openxmlformats.org/officeDocument/2006/relationships/slideLayout" Target="../slideLayouts/slideLayout84.xml"/><Relationship Id="rId73" Type="http://schemas.openxmlformats.org/officeDocument/2006/relationships/slideLayout" Target="../slideLayouts/slideLayout85.xml"/><Relationship Id="rId74" Type="http://schemas.openxmlformats.org/officeDocument/2006/relationships/slideLayout" Target="../slideLayouts/slideLayout86.xml"/><Relationship Id="rId75" Type="http://schemas.openxmlformats.org/officeDocument/2006/relationships/theme" Target="../theme/theme2.xml"/><Relationship Id="rId76" Type="http://schemas.openxmlformats.org/officeDocument/2006/relationships/image" Target="../media/image2.em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slideLayout" Target="../slideLayouts/slideLayout88.xml"/><Relationship Id="rId3" Type="http://schemas.openxmlformats.org/officeDocument/2006/relationships/slideLayout" Target="../slideLayouts/slideLayout89.xml"/><Relationship Id="rId4" Type="http://schemas.openxmlformats.org/officeDocument/2006/relationships/slideLayout" Target="../slideLayouts/slideLayout90.xml"/><Relationship Id="rId5" Type="http://schemas.openxmlformats.org/officeDocument/2006/relationships/slideLayout" Target="../slideLayouts/slideLayout91.xml"/><Relationship Id="rId6" Type="http://schemas.openxmlformats.org/officeDocument/2006/relationships/slideLayout" Target="../slideLayouts/slideLayout92.xml"/><Relationship Id="rId7" Type="http://schemas.openxmlformats.org/officeDocument/2006/relationships/slideLayout" Target="../slideLayouts/slideLayout93.xml"/><Relationship Id="rId8" Type="http://schemas.openxmlformats.org/officeDocument/2006/relationships/slideLayout" Target="../slideLayouts/slideLayout94.xml"/><Relationship Id="rId9" Type="http://schemas.openxmlformats.org/officeDocument/2006/relationships/slideLayout" Target="../slideLayouts/slideLayout95.xml"/><Relationship Id="rId10" Type="http://schemas.openxmlformats.org/officeDocument/2006/relationships/slideLayout" Target="../slideLayouts/slideLayout96.xml"/><Relationship Id="rId11" Type="http://schemas.openxmlformats.org/officeDocument/2006/relationships/slideLayout" Target="../slideLayouts/slideLayout97.xml"/><Relationship Id="rId12" Type="http://schemas.openxmlformats.org/officeDocument/2006/relationships/slideLayout" Target="../slideLayouts/slideLayout98.xml"/><Relationship Id="rId13" Type="http://schemas.openxmlformats.org/officeDocument/2006/relationships/slideLayout" Target="../slideLayouts/slideLayout99.xml"/><Relationship Id="rId14" Type="http://schemas.openxmlformats.org/officeDocument/2006/relationships/slideLayout" Target="../slideLayouts/slideLayout100.xml"/><Relationship Id="rId15" Type="http://schemas.openxmlformats.org/officeDocument/2006/relationships/slideLayout" Target="../slideLayouts/slideLayout101.xml"/><Relationship Id="rId16" Type="http://schemas.openxmlformats.org/officeDocument/2006/relationships/slideLayout" Target="../slideLayouts/slideLayout102.xml"/><Relationship Id="rId17" Type="http://schemas.openxmlformats.org/officeDocument/2006/relationships/slideLayout" Target="../slideLayouts/slideLayout103.xml"/><Relationship Id="rId18" Type="http://schemas.openxmlformats.org/officeDocument/2006/relationships/slideLayout" Target="../slideLayouts/slideLayout104.xml"/><Relationship Id="rId19" Type="http://schemas.openxmlformats.org/officeDocument/2006/relationships/slideLayout" Target="../slideLayouts/slideLayout105.xml"/><Relationship Id="rId20" Type="http://schemas.openxmlformats.org/officeDocument/2006/relationships/slideLayout" Target="../slideLayouts/slideLayout106.xml"/><Relationship Id="rId21" Type="http://schemas.openxmlformats.org/officeDocument/2006/relationships/slideLayout" Target="../slideLayouts/slideLayout107.xml"/><Relationship Id="rId22" Type="http://schemas.openxmlformats.org/officeDocument/2006/relationships/slideLayout" Target="../slideLayouts/slideLayout108.xml"/><Relationship Id="rId23" Type="http://schemas.openxmlformats.org/officeDocument/2006/relationships/slideLayout" Target="../slideLayouts/slideLayout109.xml"/><Relationship Id="rId24" Type="http://schemas.openxmlformats.org/officeDocument/2006/relationships/slideLayout" Target="../slideLayouts/slideLayout110.xml"/><Relationship Id="rId25" Type="http://schemas.openxmlformats.org/officeDocument/2006/relationships/slideLayout" Target="../slideLayouts/slideLayout111.xml"/><Relationship Id="rId26" Type="http://schemas.openxmlformats.org/officeDocument/2006/relationships/slideLayout" Target="../slideLayouts/slideLayout112.xml"/><Relationship Id="rId27" Type="http://schemas.openxmlformats.org/officeDocument/2006/relationships/slideLayout" Target="../slideLayouts/slideLayout113.xml"/><Relationship Id="rId28" Type="http://schemas.openxmlformats.org/officeDocument/2006/relationships/slideLayout" Target="../slideLayouts/slideLayout114.xml"/><Relationship Id="rId29" Type="http://schemas.openxmlformats.org/officeDocument/2006/relationships/slideLayout" Target="../slideLayouts/slideLayout115.xml"/><Relationship Id="rId30" Type="http://schemas.openxmlformats.org/officeDocument/2006/relationships/slideLayout" Target="../slideLayouts/slideLayout116.xml"/><Relationship Id="rId31" Type="http://schemas.openxmlformats.org/officeDocument/2006/relationships/slideLayout" Target="../slideLayouts/slideLayout117.xml"/><Relationship Id="rId32" Type="http://schemas.openxmlformats.org/officeDocument/2006/relationships/slideLayout" Target="../slideLayouts/slideLayout118.xml"/><Relationship Id="rId33" Type="http://schemas.openxmlformats.org/officeDocument/2006/relationships/slideLayout" Target="../slideLayouts/slideLayout119.xml"/><Relationship Id="rId34" Type="http://schemas.openxmlformats.org/officeDocument/2006/relationships/slideLayout" Target="../slideLayouts/slideLayout120.xml"/><Relationship Id="rId35" Type="http://schemas.openxmlformats.org/officeDocument/2006/relationships/slideLayout" Target="../slideLayouts/slideLayout121.xml"/><Relationship Id="rId36" Type="http://schemas.openxmlformats.org/officeDocument/2006/relationships/slideLayout" Target="../slideLayouts/slideLayout122.xml"/><Relationship Id="rId37" Type="http://schemas.openxmlformats.org/officeDocument/2006/relationships/slideLayout" Target="../slideLayouts/slideLayout123.xml"/><Relationship Id="rId38" Type="http://schemas.openxmlformats.org/officeDocument/2006/relationships/slideLayout" Target="../slideLayouts/slideLayout124.xml"/><Relationship Id="rId39" Type="http://schemas.openxmlformats.org/officeDocument/2006/relationships/slideLayout" Target="../slideLayouts/slideLayout125.xml"/><Relationship Id="rId40" Type="http://schemas.openxmlformats.org/officeDocument/2006/relationships/slideLayout" Target="../slideLayouts/slideLayout126.xml"/><Relationship Id="rId41" Type="http://schemas.openxmlformats.org/officeDocument/2006/relationships/slideLayout" Target="../slideLayouts/slideLayout127.xml"/><Relationship Id="rId42" Type="http://schemas.openxmlformats.org/officeDocument/2006/relationships/slideLayout" Target="../slideLayouts/slideLayout128.xml"/><Relationship Id="rId43" Type="http://schemas.openxmlformats.org/officeDocument/2006/relationships/slideLayout" Target="../slideLayouts/slideLayout129.xml"/><Relationship Id="rId44" Type="http://schemas.openxmlformats.org/officeDocument/2006/relationships/slideLayout" Target="../slideLayouts/slideLayout130.xml"/><Relationship Id="rId45" Type="http://schemas.openxmlformats.org/officeDocument/2006/relationships/slideLayout" Target="../slideLayouts/slideLayout131.xml"/><Relationship Id="rId46" Type="http://schemas.openxmlformats.org/officeDocument/2006/relationships/slideLayout" Target="../slideLayouts/slideLayout132.xml"/><Relationship Id="rId47" Type="http://schemas.openxmlformats.org/officeDocument/2006/relationships/slideLayout" Target="../slideLayouts/slideLayout133.xml"/><Relationship Id="rId48" Type="http://schemas.openxmlformats.org/officeDocument/2006/relationships/slideLayout" Target="../slideLayouts/slideLayout134.xml"/><Relationship Id="rId49" Type="http://schemas.openxmlformats.org/officeDocument/2006/relationships/slideLayout" Target="../slideLayouts/slideLayout135.xml"/><Relationship Id="rId50" Type="http://schemas.openxmlformats.org/officeDocument/2006/relationships/slideLayout" Target="../slideLayouts/slideLayout136.xml"/><Relationship Id="rId51" Type="http://schemas.openxmlformats.org/officeDocument/2006/relationships/slideLayout" Target="../slideLayouts/slideLayout137.xml"/><Relationship Id="rId52" Type="http://schemas.openxmlformats.org/officeDocument/2006/relationships/slideLayout" Target="../slideLayouts/slideLayout138.xml"/><Relationship Id="rId53" Type="http://schemas.openxmlformats.org/officeDocument/2006/relationships/slideLayout" Target="../slideLayouts/slideLayout139.xml"/><Relationship Id="rId54" Type="http://schemas.openxmlformats.org/officeDocument/2006/relationships/slideLayout" Target="../slideLayouts/slideLayout140.xml"/><Relationship Id="rId55" Type="http://schemas.openxmlformats.org/officeDocument/2006/relationships/slideLayout" Target="../slideLayouts/slideLayout141.xml"/><Relationship Id="rId56" Type="http://schemas.openxmlformats.org/officeDocument/2006/relationships/slideLayout" Target="../slideLayouts/slideLayout142.xml"/><Relationship Id="rId57" Type="http://schemas.openxmlformats.org/officeDocument/2006/relationships/slideLayout" Target="../slideLayouts/slideLayout143.xml"/><Relationship Id="rId58" Type="http://schemas.openxmlformats.org/officeDocument/2006/relationships/slideLayout" Target="../slideLayouts/slideLayout144.xml"/><Relationship Id="rId59" Type="http://schemas.openxmlformats.org/officeDocument/2006/relationships/slideLayout" Target="../slideLayouts/slideLayout145.xml"/><Relationship Id="rId60" Type="http://schemas.openxmlformats.org/officeDocument/2006/relationships/slideLayout" Target="../slideLayouts/slideLayout146.xml"/><Relationship Id="rId61" Type="http://schemas.openxmlformats.org/officeDocument/2006/relationships/slideLayout" Target="../slideLayouts/slideLayout147.xml"/><Relationship Id="rId62" Type="http://schemas.openxmlformats.org/officeDocument/2006/relationships/slideLayout" Target="../slideLayouts/slideLayout148.xml"/><Relationship Id="rId63" Type="http://schemas.openxmlformats.org/officeDocument/2006/relationships/slideLayout" Target="../slideLayouts/slideLayout149.xml"/><Relationship Id="rId64" Type="http://schemas.openxmlformats.org/officeDocument/2006/relationships/slideLayout" Target="../slideLayouts/slideLayout150.xml"/><Relationship Id="rId65" Type="http://schemas.openxmlformats.org/officeDocument/2006/relationships/slideLayout" Target="../slideLayouts/slideLayout151.xml"/><Relationship Id="rId66" Type="http://schemas.openxmlformats.org/officeDocument/2006/relationships/slideLayout" Target="../slideLayouts/slideLayout152.xml"/><Relationship Id="rId67" Type="http://schemas.openxmlformats.org/officeDocument/2006/relationships/slideLayout" Target="../slideLayouts/slideLayout153.xml"/><Relationship Id="rId68" Type="http://schemas.openxmlformats.org/officeDocument/2006/relationships/slideLayout" Target="../slideLayouts/slideLayout154.xml"/><Relationship Id="rId69" Type="http://schemas.openxmlformats.org/officeDocument/2006/relationships/slideLayout" Target="../slideLayouts/slideLayout155.xml"/><Relationship Id="rId70" Type="http://schemas.openxmlformats.org/officeDocument/2006/relationships/slideLayout" Target="../slideLayouts/slideLayout156.xml"/><Relationship Id="rId71" Type="http://schemas.openxmlformats.org/officeDocument/2006/relationships/slideLayout" Target="../slideLayouts/slideLayout157.xml"/><Relationship Id="rId72" Type="http://schemas.openxmlformats.org/officeDocument/2006/relationships/slideLayout" Target="../slideLayouts/slideLayout158.xml"/><Relationship Id="rId73" Type="http://schemas.openxmlformats.org/officeDocument/2006/relationships/theme" Target="../theme/theme3.xml"/><Relationship Id="rId74" Type="http://schemas.openxmlformats.org/officeDocument/2006/relationships/image" Target="../media/image15.emf"/></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59.xml"/><Relationship Id="rId2" Type="http://schemas.openxmlformats.org/officeDocument/2006/relationships/theme" Target="../theme/theme4.xml"/><Relationship Id="rId3" Type="http://schemas.openxmlformats.org/officeDocument/2006/relationships/image" Target="../media/image27.sv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60.xml"/><Relationship Id="rId2" Type="http://schemas.openxmlformats.org/officeDocument/2006/relationships/slideLayout" Target="../slideLayouts/slideLayout161.xml"/><Relationship Id="rId3" Type="http://schemas.openxmlformats.org/officeDocument/2006/relationships/slideLayout" Target="../slideLayouts/slideLayout162.xml"/><Relationship Id="rId4" Type="http://schemas.openxmlformats.org/officeDocument/2006/relationships/slideLayout" Target="../slideLayouts/slideLayout163.xml"/><Relationship Id="rId5" Type="http://schemas.openxmlformats.org/officeDocument/2006/relationships/slideLayout" Target="../slideLayouts/slideLayout164.xml"/><Relationship Id="rId6" Type="http://schemas.openxmlformats.org/officeDocument/2006/relationships/slideLayout" Target="../slideLayouts/slideLayout165.xml"/><Relationship Id="rId7" Type="http://schemas.openxmlformats.org/officeDocument/2006/relationships/slideLayout" Target="../slideLayouts/slideLayout166.xml"/><Relationship Id="rId8" Type="http://schemas.openxmlformats.org/officeDocument/2006/relationships/slideLayout" Target="../slideLayouts/slideLayout167.xml"/><Relationship Id="rId9" Type="http://schemas.openxmlformats.org/officeDocument/2006/relationships/slideLayout" Target="../slideLayouts/slideLayout168.xml"/><Relationship Id="rId10" Type="http://schemas.openxmlformats.org/officeDocument/2006/relationships/slideLayout" Target="../slideLayouts/slideLayout169.xml"/><Relationship Id="rId11" Type="http://schemas.openxmlformats.org/officeDocument/2006/relationships/slideLayout" Target="../slideLayouts/slideLayout170.xml"/><Relationship Id="rId12" Type="http://schemas.openxmlformats.org/officeDocument/2006/relationships/slideLayout" Target="../slideLayouts/slideLayout171.xml"/><Relationship Id="rId13" Type="http://schemas.openxmlformats.org/officeDocument/2006/relationships/slideLayout" Target="../slideLayouts/slideLayout172.xml"/><Relationship Id="rId14" Type="http://schemas.openxmlformats.org/officeDocument/2006/relationships/slideLayout" Target="../slideLayouts/slideLayout173.xml"/><Relationship Id="rId15" Type="http://schemas.openxmlformats.org/officeDocument/2006/relationships/slideLayout" Target="../slideLayouts/slideLayout174.xml"/><Relationship Id="rId16" Type="http://schemas.openxmlformats.org/officeDocument/2006/relationships/slideLayout" Target="../slideLayouts/slideLayout175.xml"/><Relationship Id="rId17" Type="http://schemas.openxmlformats.org/officeDocument/2006/relationships/slideLayout" Target="../slideLayouts/slideLayout176.xml"/><Relationship Id="rId18" Type="http://schemas.openxmlformats.org/officeDocument/2006/relationships/slideLayout" Target="../slideLayouts/slideLayout177.xml"/><Relationship Id="rId19" Type="http://schemas.openxmlformats.org/officeDocument/2006/relationships/slideLayout" Target="../slideLayouts/slideLayout178.xml"/><Relationship Id="rId20" Type="http://schemas.openxmlformats.org/officeDocument/2006/relationships/slideLayout" Target="../slideLayouts/slideLayout179.xml"/><Relationship Id="rId21" Type="http://schemas.openxmlformats.org/officeDocument/2006/relationships/slideLayout" Target="../slideLayouts/slideLayout180.xml"/><Relationship Id="rId22" Type="http://schemas.openxmlformats.org/officeDocument/2006/relationships/slideLayout" Target="../slideLayouts/slideLayout181.xml"/><Relationship Id="rId23" Type="http://schemas.openxmlformats.org/officeDocument/2006/relationships/slideLayout" Target="../slideLayouts/slideLayout182.xml"/><Relationship Id="rId24" Type="http://schemas.openxmlformats.org/officeDocument/2006/relationships/slideLayout" Target="../slideLayouts/slideLayout183.xml"/><Relationship Id="rId25" Type="http://schemas.openxmlformats.org/officeDocument/2006/relationships/slideLayout" Target="../slideLayouts/slideLayout184.xml"/><Relationship Id="rId26" Type="http://schemas.openxmlformats.org/officeDocument/2006/relationships/slideLayout" Target="../slideLayouts/slideLayout185.xml"/><Relationship Id="rId27" Type="http://schemas.openxmlformats.org/officeDocument/2006/relationships/slideLayout" Target="../slideLayouts/slideLayout186.xml"/><Relationship Id="rId28" Type="http://schemas.openxmlformats.org/officeDocument/2006/relationships/slideLayout" Target="../slideLayouts/slideLayout187.xml"/><Relationship Id="rId29" Type="http://schemas.openxmlformats.org/officeDocument/2006/relationships/slideLayout" Target="../slideLayouts/slideLayout188.xml"/><Relationship Id="rId30" Type="http://schemas.openxmlformats.org/officeDocument/2006/relationships/slideLayout" Target="../slideLayouts/slideLayout189.xml"/><Relationship Id="rId31" Type="http://schemas.openxmlformats.org/officeDocument/2006/relationships/slideLayout" Target="../slideLayouts/slideLayout190.xml"/><Relationship Id="rId32" Type="http://schemas.openxmlformats.org/officeDocument/2006/relationships/slideLayout" Target="../slideLayouts/slideLayout191.xml"/><Relationship Id="rId33" Type="http://schemas.openxmlformats.org/officeDocument/2006/relationships/slideLayout" Target="../slideLayouts/slideLayout192.xml"/><Relationship Id="rId34" Type="http://schemas.openxmlformats.org/officeDocument/2006/relationships/slideLayout" Target="../slideLayouts/slideLayout193.xml"/><Relationship Id="rId35" Type="http://schemas.openxmlformats.org/officeDocument/2006/relationships/slideLayout" Target="../slideLayouts/slideLayout194.xml"/><Relationship Id="rId36" Type="http://schemas.openxmlformats.org/officeDocument/2006/relationships/slideLayout" Target="../slideLayouts/slideLayout195.xml"/><Relationship Id="rId37" Type="http://schemas.openxmlformats.org/officeDocument/2006/relationships/slideLayout" Target="../slideLayouts/slideLayout196.xml"/><Relationship Id="rId38" Type="http://schemas.openxmlformats.org/officeDocument/2006/relationships/slideLayout" Target="../slideLayouts/slideLayout197.xml"/><Relationship Id="rId39" Type="http://schemas.openxmlformats.org/officeDocument/2006/relationships/slideLayout" Target="../slideLayouts/slideLayout198.xml"/><Relationship Id="rId40" Type="http://schemas.openxmlformats.org/officeDocument/2006/relationships/slideLayout" Target="../slideLayouts/slideLayout199.xml"/><Relationship Id="rId41" Type="http://schemas.openxmlformats.org/officeDocument/2006/relationships/slideLayout" Target="../slideLayouts/slideLayout200.xml"/><Relationship Id="rId42" Type="http://schemas.openxmlformats.org/officeDocument/2006/relationships/slideLayout" Target="../slideLayouts/slideLayout201.xml"/><Relationship Id="rId43" Type="http://schemas.openxmlformats.org/officeDocument/2006/relationships/slideLayout" Target="../slideLayouts/slideLayout202.xml"/><Relationship Id="rId44" Type="http://schemas.openxmlformats.org/officeDocument/2006/relationships/slideLayout" Target="../slideLayouts/slideLayout203.xml"/><Relationship Id="rId45" Type="http://schemas.openxmlformats.org/officeDocument/2006/relationships/slideLayout" Target="../slideLayouts/slideLayout204.xml"/><Relationship Id="rId46" Type="http://schemas.openxmlformats.org/officeDocument/2006/relationships/slideLayout" Target="../slideLayouts/slideLayout205.xml"/><Relationship Id="rId47" Type="http://schemas.openxmlformats.org/officeDocument/2006/relationships/slideLayout" Target="../slideLayouts/slideLayout206.xml"/><Relationship Id="rId48" Type="http://schemas.openxmlformats.org/officeDocument/2006/relationships/slideLayout" Target="../slideLayouts/slideLayout207.xml"/><Relationship Id="rId49" Type="http://schemas.openxmlformats.org/officeDocument/2006/relationships/slideLayout" Target="../slideLayouts/slideLayout208.xml"/><Relationship Id="rId50" Type="http://schemas.openxmlformats.org/officeDocument/2006/relationships/slideLayout" Target="../slideLayouts/slideLayout209.xml"/><Relationship Id="rId51" Type="http://schemas.openxmlformats.org/officeDocument/2006/relationships/slideLayout" Target="../slideLayouts/slideLayout210.xml"/><Relationship Id="rId52" Type="http://schemas.openxmlformats.org/officeDocument/2006/relationships/slideLayout" Target="../slideLayouts/slideLayout211.xml"/><Relationship Id="rId53" Type="http://schemas.openxmlformats.org/officeDocument/2006/relationships/slideLayout" Target="../slideLayouts/slideLayout212.xml"/><Relationship Id="rId54" Type="http://schemas.openxmlformats.org/officeDocument/2006/relationships/slideLayout" Target="../slideLayouts/slideLayout213.xml"/><Relationship Id="rId55" Type="http://schemas.openxmlformats.org/officeDocument/2006/relationships/slideLayout" Target="../slideLayouts/slideLayout214.xml"/><Relationship Id="rId56" Type="http://schemas.openxmlformats.org/officeDocument/2006/relationships/slideLayout" Target="../slideLayouts/slideLayout215.xml"/><Relationship Id="rId57" Type="http://schemas.openxmlformats.org/officeDocument/2006/relationships/slideLayout" Target="../slideLayouts/slideLayout216.xml"/><Relationship Id="rId58" Type="http://schemas.openxmlformats.org/officeDocument/2006/relationships/theme" Target="../theme/theme5.xml"/><Relationship Id="rId59" Type="http://schemas.openxmlformats.org/officeDocument/2006/relationships/image" Target="../media/image29.sv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slideLayout" Target="../slideLayouts/slideLayout218.xml"/><Relationship Id="rId3" Type="http://schemas.openxmlformats.org/officeDocument/2006/relationships/slideLayout" Target="../slideLayouts/slideLayout219.xml"/><Relationship Id="rId4" Type="http://schemas.openxmlformats.org/officeDocument/2006/relationships/slideLayout" Target="../slideLayouts/slideLayout220.xml"/><Relationship Id="rId5" Type="http://schemas.openxmlformats.org/officeDocument/2006/relationships/slideLayout" Target="../slideLayouts/slideLayout221.xml"/><Relationship Id="rId6" Type="http://schemas.openxmlformats.org/officeDocument/2006/relationships/slideLayout" Target="../slideLayouts/slideLayout222.xml"/><Relationship Id="rId7" Type="http://schemas.openxmlformats.org/officeDocument/2006/relationships/slideLayout" Target="../slideLayouts/slideLayout223.xml"/><Relationship Id="rId8" Type="http://schemas.openxmlformats.org/officeDocument/2006/relationships/slideLayout" Target="../slideLayouts/slideLayout224.xml"/><Relationship Id="rId9" Type="http://schemas.openxmlformats.org/officeDocument/2006/relationships/slideLayout" Target="../slideLayouts/slideLayout225.xml"/><Relationship Id="rId10" Type="http://schemas.openxmlformats.org/officeDocument/2006/relationships/slideLayout" Target="../slideLayouts/slideLayout226.xml"/><Relationship Id="rId11" Type="http://schemas.openxmlformats.org/officeDocument/2006/relationships/slideLayout" Target="../slideLayouts/slideLayout227.xml"/><Relationship Id="rId12" Type="http://schemas.openxmlformats.org/officeDocument/2006/relationships/slideLayout" Target="../slideLayouts/slideLayout228.xml"/><Relationship Id="rId13" Type="http://schemas.openxmlformats.org/officeDocument/2006/relationships/slideLayout" Target="../slideLayouts/slideLayout229.xml"/><Relationship Id="rId14" Type="http://schemas.openxmlformats.org/officeDocument/2006/relationships/slideLayout" Target="../slideLayouts/slideLayout230.xml"/><Relationship Id="rId15" Type="http://schemas.openxmlformats.org/officeDocument/2006/relationships/slideLayout" Target="../slideLayouts/slideLayout231.xml"/><Relationship Id="rId16" Type="http://schemas.openxmlformats.org/officeDocument/2006/relationships/slideLayout" Target="../slideLayouts/slideLayout232.xml"/><Relationship Id="rId17" Type="http://schemas.openxmlformats.org/officeDocument/2006/relationships/slideLayout" Target="../slideLayouts/slideLayout233.xml"/><Relationship Id="rId18" Type="http://schemas.openxmlformats.org/officeDocument/2006/relationships/slideLayout" Target="../slideLayouts/slideLayout234.xml"/><Relationship Id="rId19" Type="http://schemas.openxmlformats.org/officeDocument/2006/relationships/slideLayout" Target="../slideLayouts/slideLayout235.xml"/><Relationship Id="rId20" Type="http://schemas.openxmlformats.org/officeDocument/2006/relationships/slideLayout" Target="../slideLayouts/slideLayout236.xml"/><Relationship Id="rId21" Type="http://schemas.openxmlformats.org/officeDocument/2006/relationships/slideLayout" Target="../slideLayouts/slideLayout237.xml"/><Relationship Id="rId22" Type="http://schemas.openxmlformats.org/officeDocument/2006/relationships/slideLayout" Target="../slideLayouts/slideLayout238.xml"/><Relationship Id="rId23" Type="http://schemas.openxmlformats.org/officeDocument/2006/relationships/slideLayout" Target="../slideLayouts/slideLayout239.xml"/><Relationship Id="rId24" Type="http://schemas.openxmlformats.org/officeDocument/2006/relationships/slideLayout" Target="../slideLayouts/slideLayout240.xml"/><Relationship Id="rId25" Type="http://schemas.openxmlformats.org/officeDocument/2006/relationships/slideLayout" Target="../slideLayouts/slideLayout241.xml"/><Relationship Id="rId26" Type="http://schemas.openxmlformats.org/officeDocument/2006/relationships/slideLayout" Target="../slideLayouts/slideLayout242.xml"/><Relationship Id="rId27" Type="http://schemas.openxmlformats.org/officeDocument/2006/relationships/slideLayout" Target="../slideLayouts/slideLayout243.xml"/><Relationship Id="rId28" Type="http://schemas.openxmlformats.org/officeDocument/2006/relationships/slideLayout" Target="../slideLayouts/slideLayout244.xml"/><Relationship Id="rId29" Type="http://schemas.openxmlformats.org/officeDocument/2006/relationships/slideLayout" Target="../slideLayouts/slideLayout245.xml"/><Relationship Id="rId30" Type="http://schemas.openxmlformats.org/officeDocument/2006/relationships/slideLayout" Target="../slideLayouts/slideLayout246.xml"/><Relationship Id="rId31" Type="http://schemas.openxmlformats.org/officeDocument/2006/relationships/slideLayout" Target="../slideLayouts/slideLayout247.xml"/><Relationship Id="rId32" Type="http://schemas.openxmlformats.org/officeDocument/2006/relationships/slideLayout" Target="../slideLayouts/slideLayout248.xml"/><Relationship Id="rId33" Type="http://schemas.openxmlformats.org/officeDocument/2006/relationships/slideLayout" Target="../slideLayouts/slideLayout249.xml"/><Relationship Id="rId34" Type="http://schemas.openxmlformats.org/officeDocument/2006/relationships/slideLayout" Target="../slideLayouts/slideLayout250.xml"/><Relationship Id="rId35" Type="http://schemas.openxmlformats.org/officeDocument/2006/relationships/slideLayout" Target="../slideLayouts/slideLayout251.xml"/><Relationship Id="rId36" Type="http://schemas.openxmlformats.org/officeDocument/2006/relationships/slideLayout" Target="../slideLayouts/slideLayout252.xml"/><Relationship Id="rId37" Type="http://schemas.openxmlformats.org/officeDocument/2006/relationships/slideLayout" Target="../slideLayouts/slideLayout253.xml"/><Relationship Id="rId38" Type="http://schemas.openxmlformats.org/officeDocument/2006/relationships/slideLayout" Target="../slideLayouts/slideLayout254.xml"/><Relationship Id="rId39" Type="http://schemas.openxmlformats.org/officeDocument/2006/relationships/slideLayout" Target="../slideLayouts/slideLayout255.xml"/><Relationship Id="rId40" Type="http://schemas.openxmlformats.org/officeDocument/2006/relationships/slideLayout" Target="../slideLayouts/slideLayout256.xml"/><Relationship Id="rId41" Type="http://schemas.openxmlformats.org/officeDocument/2006/relationships/slideLayout" Target="../slideLayouts/slideLayout257.xml"/><Relationship Id="rId42" Type="http://schemas.openxmlformats.org/officeDocument/2006/relationships/slideLayout" Target="../slideLayouts/slideLayout258.xml"/><Relationship Id="rId43" Type="http://schemas.openxmlformats.org/officeDocument/2006/relationships/slideLayout" Target="../slideLayouts/slideLayout259.xml"/><Relationship Id="rId44" Type="http://schemas.openxmlformats.org/officeDocument/2006/relationships/slideLayout" Target="../slideLayouts/slideLayout260.xml"/><Relationship Id="rId45" Type="http://schemas.openxmlformats.org/officeDocument/2006/relationships/slideLayout" Target="../slideLayouts/slideLayout261.xml"/><Relationship Id="rId46" Type="http://schemas.openxmlformats.org/officeDocument/2006/relationships/slideLayout" Target="../slideLayouts/slideLayout262.xml"/><Relationship Id="rId47" Type="http://schemas.openxmlformats.org/officeDocument/2006/relationships/slideLayout" Target="../slideLayouts/slideLayout263.xml"/><Relationship Id="rId48" Type="http://schemas.openxmlformats.org/officeDocument/2006/relationships/slideLayout" Target="../slideLayouts/slideLayout264.xml"/><Relationship Id="rId49" Type="http://schemas.openxmlformats.org/officeDocument/2006/relationships/slideLayout" Target="../slideLayouts/slideLayout265.xml"/><Relationship Id="rId50" Type="http://schemas.openxmlformats.org/officeDocument/2006/relationships/slideLayout" Target="../slideLayouts/slideLayout266.xml"/><Relationship Id="rId51" Type="http://schemas.openxmlformats.org/officeDocument/2006/relationships/slideLayout" Target="../slideLayouts/slideLayout267.xml"/><Relationship Id="rId52" Type="http://schemas.openxmlformats.org/officeDocument/2006/relationships/slideLayout" Target="../slideLayouts/slideLayout268.xml"/><Relationship Id="rId53" Type="http://schemas.openxmlformats.org/officeDocument/2006/relationships/slideLayout" Target="../slideLayouts/slideLayout269.xml"/><Relationship Id="rId54" Type="http://schemas.openxmlformats.org/officeDocument/2006/relationships/slideLayout" Target="../slideLayouts/slideLayout270.xml"/><Relationship Id="rId55" Type="http://schemas.openxmlformats.org/officeDocument/2006/relationships/slideLayout" Target="../slideLayouts/slideLayout271.xml"/><Relationship Id="rId56" Type="http://schemas.openxmlformats.org/officeDocument/2006/relationships/slideLayout" Target="../slideLayouts/slideLayout272.xml"/><Relationship Id="rId57" Type="http://schemas.openxmlformats.org/officeDocument/2006/relationships/slideLayout" Target="../slideLayouts/slideLayout273.xml"/><Relationship Id="rId58" Type="http://schemas.openxmlformats.org/officeDocument/2006/relationships/slideLayout" Target="../slideLayouts/slideLayout274.xml"/><Relationship Id="rId59" Type="http://schemas.openxmlformats.org/officeDocument/2006/relationships/slideLayout" Target="../slideLayouts/slideLayout275.xml"/><Relationship Id="rId60" Type="http://schemas.openxmlformats.org/officeDocument/2006/relationships/slideLayout" Target="../slideLayouts/slideLayout276.xml"/><Relationship Id="rId61" Type="http://schemas.openxmlformats.org/officeDocument/2006/relationships/slideLayout" Target="../slideLayouts/slideLayout277.xml"/><Relationship Id="rId62" Type="http://schemas.openxmlformats.org/officeDocument/2006/relationships/slideLayout" Target="../slideLayouts/slideLayout278.xml"/><Relationship Id="rId63" Type="http://schemas.openxmlformats.org/officeDocument/2006/relationships/slideLayout" Target="../slideLayouts/slideLayout279.xml"/><Relationship Id="rId64" Type="http://schemas.openxmlformats.org/officeDocument/2006/relationships/slideLayout" Target="../slideLayouts/slideLayout280.xml"/><Relationship Id="rId65" Type="http://schemas.openxmlformats.org/officeDocument/2006/relationships/slideLayout" Target="../slideLayouts/slideLayout281.xml"/><Relationship Id="rId66" Type="http://schemas.openxmlformats.org/officeDocument/2006/relationships/slideLayout" Target="../slideLayouts/slideLayout282.xml"/><Relationship Id="rId67" Type="http://schemas.openxmlformats.org/officeDocument/2006/relationships/slideLayout" Target="../slideLayouts/slideLayout283.xml"/><Relationship Id="rId68" Type="http://schemas.openxmlformats.org/officeDocument/2006/relationships/theme" Target="../theme/theme6.xml"/><Relationship Id="rId69" Type="http://schemas.openxmlformats.org/officeDocument/2006/relationships/image" Target="../media/image29.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FEC2A0-B5D4-4D3B-AF65-8A98434EA04A}" type="datetimeFigureOut">
              <a:rPr lang="de-CH" smtClean="0"/>
              <a:t>19.05.26</a:t>
            </a:fld>
            <a:endParaRPr lang="de-CH"/>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3981CE-EA90-44DC-A09B-8F784406CB9D}" type="slidenum">
              <a:rPr lang="de-CH" smtClean="0"/>
              <a:t>‹#›</a:t>
            </a:fld>
            <a:endParaRPr lang="de-CH"/>
          </a:p>
        </p:txBody>
      </p:sp>
    </p:spTree>
    <p:extLst>
      <p:ext uri="{BB962C8B-B14F-4D97-AF65-F5344CB8AC3E}">
        <p14:creationId xmlns:p14="http://schemas.microsoft.com/office/powerpoint/2010/main" val="20538446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06060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0713" y="717613"/>
            <a:ext cx="10965687" cy="338554"/>
          </a:xfrm>
          <a:prstGeom prst="rect">
            <a:avLst/>
          </a:prstGeom>
        </p:spPr>
        <p:txBody>
          <a:bodyPr lIns="0" tIns="0" rIns="0" bIns="0">
            <a:noAutofit/>
          </a:bodyPr>
          <a:lstStyle/>
          <a:p>
            <a:pPr marL="0" lvl="0" indent="0">
              <a:spcBef>
                <a:spcPts val="0"/>
              </a:spcBef>
              <a:spcAft>
                <a:spcPts val="0"/>
              </a:spcAft>
              <a:buFont typeface="Arial" panose="020B0604020202020204" pitchFamily="34" charset="0"/>
            </a:pPr>
            <a:r>
              <a:rPr lang="en-US"/>
              <a:t>Click to edit Master title style</a:t>
            </a:r>
          </a:p>
        </p:txBody>
      </p:sp>
      <p:pic>
        <p:nvPicPr>
          <p:cNvPr id="4" name="Picture 3">
            <a:extLst>
              <a:ext uri="{FF2B5EF4-FFF2-40B4-BE49-F238E27FC236}">
                <a16:creationId xmlns:a16="http://schemas.microsoft.com/office/drawing/2014/main" id="{07D14E4D-CAE3-3A0B-B3F8-465622E4D6E8}"/>
              </a:ext>
            </a:extLst>
          </p:cNvPr>
          <p:cNvPicPr>
            <a:picLocks noChangeAspect="1"/>
          </p:cNvPicPr>
          <p:nvPr userDrawn="1"/>
        </p:nvPicPr>
        <p:blipFill>
          <a:blip r:embed="rId76"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086C1CD2-C3C3-99BC-1F71-5CF176EF164E}"/>
              </a:ext>
            </a:extLst>
          </p:cNvPr>
          <p:cNvSpPr txBox="1"/>
          <p:nvPr userDrawn="1"/>
        </p:nvSpPr>
        <p:spPr>
          <a:xfrm>
            <a:off x="-579120" y="45923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
        <p:nvSpPr>
          <p:cNvPr id="37" name="TextBox 36">
            <a:extLst>
              <a:ext uri="{FF2B5EF4-FFF2-40B4-BE49-F238E27FC236}">
                <a16:creationId xmlns:a16="http://schemas.microsoft.com/office/drawing/2014/main" id="{D5DDA9FD-D621-0134-9699-89AED709AC96}"/>
              </a:ext>
            </a:extLst>
          </p:cNvPr>
          <p:cNvSpPr txBox="1"/>
          <p:nvPr userDrawn="1"/>
        </p:nvSpPr>
        <p:spPr>
          <a:xfrm>
            <a:off x="4429760" y="-53848"/>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
        <p:nvSpPr>
          <p:cNvPr id="7" name="TextBox 6">
            <a:extLst>
              <a:ext uri="{FF2B5EF4-FFF2-40B4-BE49-F238E27FC236}">
                <a16:creationId xmlns:a16="http://schemas.microsoft.com/office/drawing/2014/main" id="{33D7453A-FF25-1748-B091-91F29105A245}"/>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8" name="Text Placeholder 3">
            <a:extLst>
              <a:ext uri="{FF2B5EF4-FFF2-40B4-BE49-F238E27FC236}">
                <a16:creationId xmlns:a16="http://schemas.microsoft.com/office/drawing/2014/main" id="{B3E5B4CB-0A41-3758-17D3-77CB4387DBA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6" name="Text Placeholder 5">
            <a:extLst>
              <a:ext uri="{FF2B5EF4-FFF2-40B4-BE49-F238E27FC236}">
                <a16:creationId xmlns:a16="http://schemas.microsoft.com/office/drawing/2014/main" id="{A94283C5-7CEB-C3A6-3D15-0C58149D104F}"/>
              </a:ext>
            </a:extLst>
          </p:cNvPr>
          <p:cNvSpPr>
            <a:spLocks noGrp="1"/>
          </p:cNvSpPr>
          <p:nvPr>
            <p:ph type="body" idx="1"/>
          </p:nvPr>
        </p:nvSpPr>
        <p:spPr>
          <a:xfrm>
            <a:off x="636410" y="1581502"/>
            <a:ext cx="10948386" cy="4628797"/>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02336422"/>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 id="2147483688" r:id="rId18"/>
    <p:sldLayoutId id="2147483689" r:id="rId19"/>
    <p:sldLayoutId id="2147483690" r:id="rId20"/>
    <p:sldLayoutId id="2147483691" r:id="rId21"/>
    <p:sldLayoutId id="2147483692" r:id="rId22"/>
    <p:sldLayoutId id="2147483693" r:id="rId23"/>
    <p:sldLayoutId id="2147483694" r:id="rId24"/>
    <p:sldLayoutId id="2147483695" r:id="rId25"/>
    <p:sldLayoutId id="2147483696" r:id="rId26"/>
    <p:sldLayoutId id="2147483697" r:id="rId27"/>
    <p:sldLayoutId id="2147483698" r:id="rId28"/>
    <p:sldLayoutId id="2147483699" r:id="rId29"/>
    <p:sldLayoutId id="2147483700" r:id="rId30"/>
    <p:sldLayoutId id="2147483701" r:id="rId31"/>
    <p:sldLayoutId id="2147483702" r:id="rId32"/>
    <p:sldLayoutId id="2147483703" r:id="rId33"/>
    <p:sldLayoutId id="2147483704" r:id="rId34"/>
    <p:sldLayoutId id="2147483705" r:id="rId35"/>
    <p:sldLayoutId id="2147483706" r:id="rId36"/>
    <p:sldLayoutId id="2147483707" r:id="rId37"/>
    <p:sldLayoutId id="2147483708" r:id="rId38"/>
    <p:sldLayoutId id="2147483709" r:id="rId39"/>
    <p:sldLayoutId id="2147483710" r:id="rId40"/>
    <p:sldLayoutId id="2147483711" r:id="rId41"/>
    <p:sldLayoutId id="2147483712" r:id="rId42"/>
    <p:sldLayoutId id="2147483713" r:id="rId43"/>
    <p:sldLayoutId id="2147483714" r:id="rId44"/>
    <p:sldLayoutId id="2147483715" r:id="rId45"/>
    <p:sldLayoutId id="2147483716" r:id="rId46"/>
    <p:sldLayoutId id="2147483717" r:id="rId47"/>
    <p:sldLayoutId id="2147483718" r:id="rId48"/>
    <p:sldLayoutId id="2147483719" r:id="rId49"/>
    <p:sldLayoutId id="2147483720" r:id="rId50"/>
    <p:sldLayoutId id="2147483721" r:id="rId51"/>
    <p:sldLayoutId id="2147483722" r:id="rId52"/>
    <p:sldLayoutId id="2147483723" r:id="rId53"/>
    <p:sldLayoutId id="2147483724" r:id="rId54"/>
    <p:sldLayoutId id="2147483725" r:id="rId55"/>
    <p:sldLayoutId id="2147483726" r:id="rId56"/>
    <p:sldLayoutId id="2147483727" r:id="rId57"/>
    <p:sldLayoutId id="2147483728" r:id="rId58"/>
    <p:sldLayoutId id="2147483729" r:id="rId59"/>
    <p:sldLayoutId id="2147483730" r:id="rId60"/>
    <p:sldLayoutId id="2147483731" r:id="rId61"/>
    <p:sldLayoutId id="2147483732" r:id="rId62"/>
    <p:sldLayoutId id="2147483733" r:id="rId63"/>
    <p:sldLayoutId id="2147483734" r:id="rId64"/>
    <p:sldLayoutId id="2147483735" r:id="rId65"/>
    <p:sldLayoutId id="2147483736" r:id="rId66"/>
    <p:sldLayoutId id="2147483737" r:id="rId67"/>
    <p:sldLayoutId id="2147483738" r:id="rId68"/>
    <p:sldLayoutId id="2147483739" r:id="rId69"/>
    <p:sldLayoutId id="2147483740" r:id="rId70"/>
    <p:sldLayoutId id="2147483741" r:id="rId71"/>
    <p:sldLayoutId id="2147483743" r:id="rId72"/>
    <p:sldLayoutId id="2147483744" r:id="rId73"/>
    <p:sldLayoutId id="2147483818" r:id="rId74"/>
  </p:sldLayoutIdLst>
  <p:hf hdr="0" dt="0"/>
  <p:txStyles>
    <p:titleStyle>
      <a:lvl1pPr algn="l" defTabSz="914400" rtl="0" eaLnBrk="1" latinLnBrk="0" hangingPunct="1">
        <a:lnSpc>
          <a:spcPct val="100000"/>
        </a:lnSpc>
        <a:spcBef>
          <a:spcPct val="0"/>
        </a:spcBef>
        <a:buNone/>
        <a:defRPr lang="en-US" sz="2200" b="1" i="0" kern="1200" spc="0" dirty="0">
          <a:solidFill>
            <a:schemeClr val="bg1"/>
          </a:solidFill>
          <a:effectLst/>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1">
          <p15:clr>
            <a:srgbClr val="F26B43"/>
          </p15:clr>
        </p15:guide>
        <p15:guide id="3" pos="7301">
          <p15:clr>
            <a:srgbClr val="F26B43"/>
          </p15:clr>
        </p15:guide>
        <p15:guide id="12" orient="horz" pos="3912">
          <p15:clr>
            <a:srgbClr val="F26B43"/>
          </p15:clr>
        </p15:guide>
        <p15:guide id="13" pos="826">
          <p15:clr>
            <a:srgbClr val="F26B43"/>
          </p15:clr>
        </p15:guide>
        <p15:guide id="14" pos="981">
          <p15:clr>
            <a:srgbClr val="F26B43"/>
          </p15:clr>
        </p15:guide>
        <p15:guide id="15" pos="1392">
          <p15:clr>
            <a:srgbClr val="F26B43"/>
          </p15:clr>
        </p15:guide>
        <p15:guide id="16" pos="1536">
          <p15:clr>
            <a:srgbClr val="F26B43"/>
          </p15:clr>
        </p15:guide>
        <p15:guide id="17" pos="2000">
          <p15:clr>
            <a:srgbClr val="F26B43"/>
          </p15:clr>
        </p15:guide>
        <p15:guide id="18" pos="2152">
          <p15:clr>
            <a:srgbClr val="F26B43"/>
          </p15:clr>
        </p15:guide>
        <p15:guide id="19" pos="2590">
          <p15:clr>
            <a:srgbClr val="F26B43"/>
          </p15:clr>
        </p15:guide>
        <p15:guide id="20" pos="2743">
          <p15:clr>
            <a:srgbClr val="F26B43"/>
          </p15:clr>
        </p15:guide>
        <p15:guide id="21" pos="3182">
          <p15:clr>
            <a:srgbClr val="F26B43"/>
          </p15:clr>
        </p15:guide>
        <p15:guide id="22" pos="3329">
          <p15:clr>
            <a:srgbClr val="F26B43"/>
          </p15:clr>
        </p15:guide>
        <p15:guide id="23" pos="3764">
          <p15:clr>
            <a:srgbClr val="F26B43"/>
          </p15:clr>
        </p15:guide>
        <p15:guide id="24" pos="3916">
          <p15:clr>
            <a:srgbClr val="F26B43"/>
          </p15:clr>
        </p15:guide>
        <p15:guide id="25" pos="4353">
          <p15:clr>
            <a:srgbClr val="F26B43"/>
          </p15:clr>
        </p15:guide>
        <p15:guide id="26" pos="4508">
          <p15:clr>
            <a:srgbClr val="F26B43"/>
          </p15:clr>
        </p15:guide>
        <p15:guide id="27" pos="4950">
          <p15:clr>
            <a:srgbClr val="F26B43"/>
          </p15:clr>
        </p15:guide>
        <p15:guide id="28" pos="5100">
          <p15:clr>
            <a:srgbClr val="F26B43"/>
          </p15:clr>
        </p15:guide>
        <p15:guide id="29" pos="5536">
          <p15:clr>
            <a:srgbClr val="F26B43"/>
          </p15:clr>
        </p15:guide>
        <p15:guide id="30" pos="5689">
          <p15:clr>
            <a:srgbClr val="F26B43"/>
          </p15:clr>
        </p15:guide>
        <p15:guide id="31" pos="6123">
          <p15:clr>
            <a:srgbClr val="F26B43"/>
          </p15:clr>
        </p15:guide>
        <p15:guide id="32" pos="6278">
          <p15:clr>
            <a:srgbClr val="F26B43"/>
          </p15:clr>
        </p15:guide>
        <p15:guide id="33" pos="6712">
          <p15:clr>
            <a:srgbClr val="F26B43"/>
          </p15:clr>
        </p15:guide>
        <p15:guide id="34" pos="6865">
          <p15:clr>
            <a:srgbClr val="F26B43"/>
          </p15:clr>
        </p15:guide>
        <p15:guide id="35" orient="horz" pos="984">
          <p15:clr>
            <a:srgbClr val="F26B43"/>
          </p15:clr>
        </p15:guide>
        <p15:guide id="36" orient="horz" pos="4128">
          <p15:clr>
            <a:srgbClr val="F26B43"/>
          </p15:clr>
        </p15:guide>
        <p15:guide id="37" orient="horz" pos="1080">
          <p15:clr>
            <a:srgbClr val="F26B43"/>
          </p15:clr>
        </p15:guide>
        <p15:guide id="38" orient="horz" pos="1248">
          <p15:clr>
            <a:srgbClr val="F26B43"/>
          </p15:clr>
        </p15:guide>
        <p15:guide id="39" orient="horz" pos="672">
          <p15:clr>
            <a:srgbClr val="F26B43"/>
          </p15:clr>
        </p15:guide>
        <p15:guide id="40" pos="384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7" name="TextBox 36">
            <a:extLst>
              <a:ext uri="{FF2B5EF4-FFF2-40B4-BE49-F238E27FC236}">
                <a16:creationId xmlns:a16="http://schemas.microsoft.com/office/drawing/2014/main" id="{D5DDA9FD-D621-0134-9699-89AED709AC96}"/>
              </a:ext>
            </a:extLst>
          </p:cNvPr>
          <p:cNvSpPr txBox="1"/>
          <p:nvPr userDrawn="1"/>
        </p:nvSpPr>
        <p:spPr>
          <a:xfrm>
            <a:off x="4429760" y="-53848"/>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7" name="Picture 6">
            <a:extLst>
              <a:ext uri="{FF2B5EF4-FFF2-40B4-BE49-F238E27FC236}">
                <a16:creationId xmlns:a16="http://schemas.microsoft.com/office/drawing/2014/main" id="{A92B80E9-585F-C9B1-8576-376264F29854}"/>
              </a:ext>
            </a:extLst>
          </p:cNvPr>
          <p:cNvPicPr>
            <a:picLocks noChangeAspect="1"/>
          </p:cNvPicPr>
          <p:nvPr userDrawn="1"/>
        </p:nvPicPr>
        <p:blipFill>
          <a:blip r:embed="rId74"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23" name="TextBox 22">
            <a:extLst>
              <a:ext uri="{FF2B5EF4-FFF2-40B4-BE49-F238E27FC236}">
                <a16:creationId xmlns:a16="http://schemas.microsoft.com/office/drawing/2014/main" id="{D0E024EE-FD6A-B6AB-A3B4-33DB1D9D4C9F}"/>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24" name="Text Placeholder 3">
            <a:extLst>
              <a:ext uri="{FF2B5EF4-FFF2-40B4-BE49-F238E27FC236}">
                <a16:creationId xmlns:a16="http://schemas.microsoft.com/office/drawing/2014/main" id="{B05241D2-DD60-6811-5E6D-C8C5BC3FBCBF}"/>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8" name="Title Placeholder 1">
            <a:extLst>
              <a:ext uri="{FF2B5EF4-FFF2-40B4-BE49-F238E27FC236}">
                <a16:creationId xmlns:a16="http://schemas.microsoft.com/office/drawing/2014/main" id="{1FAF5EB5-8EED-D1BB-C0DC-9C6119D2219E}"/>
              </a:ext>
            </a:extLst>
          </p:cNvPr>
          <p:cNvSpPr>
            <a:spLocks noGrp="1"/>
          </p:cNvSpPr>
          <p:nvPr>
            <p:ph type="title"/>
          </p:nvPr>
        </p:nvSpPr>
        <p:spPr>
          <a:xfrm>
            <a:off x="627063" y="880646"/>
            <a:ext cx="10929937" cy="338554"/>
          </a:xfrm>
          <a:prstGeom prst="rect">
            <a:avLst/>
          </a:prstGeom>
        </p:spPr>
        <p:txBody>
          <a:bodyPr lIns="0" tIns="0" rIns="0" bIns="0">
            <a:noAutofit/>
          </a:body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t>Click to edit Master title style</a:t>
            </a:r>
          </a:p>
        </p:txBody>
      </p:sp>
      <p:sp>
        <p:nvSpPr>
          <p:cNvPr id="3" name="Text Placeholder 2">
            <a:extLst>
              <a:ext uri="{FF2B5EF4-FFF2-40B4-BE49-F238E27FC236}">
                <a16:creationId xmlns:a16="http://schemas.microsoft.com/office/drawing/2014/main" id="{B53470F6-1A75-436F-5B3A-ECBBB52824AC}"/>
              </a:ext>
            </a:extLst>
          </p:cNvPr>
          <p:cNvSpPr>
            <a:spLocks noGrp="1"/>
          </p:cNvSpPr>
          <p:nvPr>
            <p:ph type="body" idx="1"/>
          </p:nvPr>
        </p:nvSpPr>
        <p:spPr>
          <a:xfrm>
            <a:off x="639419" y="1726856"/>
            <a:ext cx="10929937" cy="4483443"/>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64984764"/>
      </p:ext>
    </p:extLst>
  </p:cSld>
  <p:clrMap bg1="lt1" tx1="dk1" bg2="lt2" tx2="dk2" accent1="accent1" accent2="accent2" accent3="accent3" accent4="accent4" accent5="accent5" accent6="accent6" hlink="hlink" folHlink="folHlink"/>
  <p:sldLayoutIdLst>
    <p:sldLayoutId id="2147483746" r:id="rId1"/>
    <p:sldLayoutId id="2147483747" r:id="rId2"/>
    <p:sldLayoutId id="2147483748" r:id="rId3"/>
    <p:sldLayoutId id="2147483749" r:id="rId4"/>
    <p:sldLayoutId id="2147483750" r:id="rId5"/>
    <p:sldLayoutId id="2147483751" r:id="rId6"/>
    <p:sldLayoutId id="2147483752" r:id="rId7"/>
    <p:sldLayoutId id="2147483753" r:id="rId8"/>
    <p:sldLayoutId id="2147483754" r:id="rId9"/>
    <p:sldLayoutId id="2147483755" r:id="rId10"/>
    <p:sldLayoutId id="2147483756" r:id="rId11"/>
    <p:sldLayoutId id="2147483757" r:id="rId12"/>
    <p:sldLayoutId id="2147483758" r:id="rId13"/>
    <p:sldLayoutId id="2147483759" r:id="rId14"/>
    <p:sldLayoutId id="2147483760" r:id="rId15"/>
    <p:sldLayoutId id="2147483761" r:id="rId16"/>
    <p:sldLayoutId id="2147483762" r:id="rId17"/>
    <p:sldLayoutId id="2147483763" r:id="rId18"/>
    <p:sldLayoutId id="2147483764" r:id="rId19"/>
    <p:sldLayoutId id="2147483765" r:id="rId20"/>
    <p:sldLayoutId id="2147483766" r:id="rId21"/>
    <p:sldLayoutId id="2147483767" r:id="rId22"/>
    <p:sldLayoutId id="2147483768" r:id="rId23"/>
    <p:sldLayoutId id="2147483769" r:id="rId24"/>
    <p:sldLayoutId id="2147483770" r:id="rId25"/>
    <p:sldLayoutId id="2147483771" r:id="rId26"/>
    <p:sldLayoutId id="2147483772" r:id="rId27"/>
    <p:sldLayoutId id="2147483773" r:id="rId28"/>
    <p:sldLayoutId id="2147483774" r:id="rId29"/>
    <p:sldLayoutId id="2147483775" r:id="rId30"/>
    <p:sldLayoutId id="2147483776" r:id="rId31"/>
    <p:sldLayoutId id="2147483777" r:id="rId32"/>
    <p:sldLayoutId id="2147483778" r:id="rId33"/>
    <p:sldLayoutId id="2147483779" r:id="rId34"/>
    <p:sldLayoutId id="2147483780" r:id="rId35"/>
    <p:sldLayoutId id="2147483781" r:id="rId36"/>
    <p:sldLayoutId id="2147483782" r:id="rId37"/>
    <p:sldLayoutId id="2147483783" r:id="rId38"/>
    <p:sldLayoutId id="2147483784" r:id="rId39"/>
    <p:sldLayoutId id="2147483785" r:id="rId40"/>
    <p:sldLayoutId id="2147483786" r:id="rId41"/>
    <p:sldLayoutId id="2147483787" r:id="rId42"/>
    <p:sldLayoutId id="2147483788" r:id="rId43"/>
    <p:sldLayoutId id="2147483789" r:id="rId44"/>
    <p:sldLayoutId id="2147483790" r:id="rId45"/>
    <p:sldLayoutId id="2147483791" r:id="rId46"/>
    <p:sldLayoutId id="2147483792" r:id="rId47"/>
    <p:sldLayoutId id="2147483793" r:id="rId48"/>
    <p:sldLayoutId id="2147483794" r:id="rId49"/>
    <p:sldLayoutId id="2147483795" r:id="rId50"/>
    <p:sldLayoutId id="2147483796" r:id="rId51"/>
    <p:sldLayoutId id="2147483797" r:id="rId52"/>
    <p:sldLayoutId id="2147483798" r:id="rId53"/>
    <p:sldLayoutId id="2147483799" r:id="rId54"/>
    <p:sldLayoutId id="2147483800" r:id="rId55"/>
    <p:sldLayoutId id="2147483801" r:id="rId56"/>
    <p:sldLayoutId id="2147483802" r:id="rId57"/>
    <p:sldLayoutId id="2147483803" r:id="rId58"/>
    <p:sldLayoutId id="2147483804" r:id="rId59"/>
    <p:sldLayoutId id="2147483805" r:id="rId60"/>
    <p:sldLayoutId id="2147483806" r:id="rId61"/>
    <p:sldLayoutId id="2147483807" r:id="rId62"/>
    <p:sldLayoutId id="2147483808" r:id="rId63"/>
    <p:sldLayoutId id="2147483809" r:id="rId64"/>
    <p:sldLayoutId id="2147483810" r:id="rId65"/>
    <p:sldLayoutId id="2147483811" r:id="rId66"/>
    <p:sldLayoutId id="2147483812" r:id="rId67"/>
    <p:sldLayoutId id="2147483813" r:id="rId68"/>
    <p:sldLayoutId id="2147483814" r:id="rId69"/>
    <p:sldLayoutId id="2147483815" r:id="rId70"/>
    <p:sldLayoutId id="2147483816" r:id="rId71"/>
    <p:sldLayoutId id="2147483817" r:id="rId72"/>
  </p:sldLayoutIdLst>
  <p:hf hdr="0" dt="0"/>
  <p:txStyles>
    <p:titleStyle>
      <a:lvl1pPr algn="l" defTabSz="914400" rtl="0" eaLnBrk="1" latinLnBrk="0" hangingPunct="1">
        <a:lnSpc>
          <a:spcPct val="100000"/>
        </a:lnSpc>
        <a:spcBef>
          <a:spcPct val="0"/>
        </a:spcBef>
        <a:buNone/>
        <a:defRPr lang="en-US" sz="2200" b="1" i="0" kern="1200" spc="0" dirty="0">
          <a:solidFill>
            <a:schemeClr val="tx1"/>
          </a:solidFill>
          <a:effectLst/>
          <a:latin typeface="+mj-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accent1"/>
          </a:solidFill>
          <a:latin typeface="+mn-lt"/>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tx1"/>
        </a:buClr>
        <a:buFont typeface="Arial" panose="020B0604020202020204" pitchFamily="34" charset="0"/>
        <a:buChar char="•"/>
        <a:defRPr lang="en-US" sz="1400" b="0" i="0" kern="1200" dirty="0" smtClean="0">
          <a:solidFill>
            <a:schemeClr val="tx1"/>
          </a:solidFill>
          <a:latin typeface="+mn-lt"/>
          <a:ea typeface="Human Sans"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Font typeface="Courier New" panose="02070309020205020404" pitchFamily="49" charset="0"/>
        <a:buChar char="o"/>
        <a:defRPr lang="en-US" sz="1200" b="0" i="0" kern="1200" dirty="0" smtClean="0">
          <a:solidFill>
            <a:schemeClr val="tx1"/>
          </a:solidFill>
          <a:latin typeface="+mn-lt"/>
          <a:ea typeface="Human Sans"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sz="18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sz="18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5">
          <p15:clr>
            <a:srgbClr val="F26B43"/>
          </p15:clr>
        </p15:guide>
        <p15:guide id="3" pos="7280">
          <p15:clr>
            <a:srgbClr val="F26B43"/>
          </p15:clr>
        </p15:guide>
        <p15:guide id="4" orient="horz" pos="3912">
          <p15:clr>
            <a:srgbClr val="F26B43"/>
          </p15:clr>
        </p15:guide>
        <p15:guide id="12" orient="horz" pos="768">
          <p15:clr>
            <a:srgbClr val="F26B43"/>
          </p15:clr>
        </p15:guide>
        <p15:guide id="13" pos="830">
          <p15:clr>
            <a:srgbClr val="F26B43"/>
          </p15:clr>
        </p15:guide>
        <p15:guide id="14" pos="984">
          <p15:clr>
            <a:srgbClr val="F26B43"/>
          </p15:clr>
        </p15:guide>
        <p15:guide id="15" pos="1416">
          <p15:clr>
            <a:srgbClr val="F26B43"/>
          </p15:clr>
        </p15:guide>
        <p15:guide id="16" pos="1568">
          <p15:clr>
            <a:srgbClr val="F26B43"/>
          </p15:clr>
        </p15:guide>
        <p15:guide id="17" pos="2004">
          <p15:clr>
            <a:srgbClr val="F26B43"/>
          </p15:clr>
        </p15:guide>
        <p15:guide id="18" pos="2156">
          <p15:clr>
            <a:srgbClr val="F26B43"/>
          </p15:clr>
        </p15:guide>
        <p15:guide id="19" pos="2589">
          <p15:clr>
            <a:srgbClr val="F26B43"/>
          </p15:clr>
        </p15:guide>
        <p15:guide id="20" pos="2742">
          <p15:clr>
            <a:srgbClr val="F26B43"/>
          </p15:clr>
        </p15:guide>
        <p15:guide id="21" pos="3168">
          <p15:clr>
            <a:srgbClr val="F26B43"/>
          </p15:clr>
        </p15:guide>
        <p15:guide id="22" pos="3326">
          <p15:clr>
            <a:srgbClr val="F26B43"/>
          </p15:clr>
        </p15:guide>
        <p15:guide id="23" pos="3762">
          <p15:clr>
            <a:srgbClr val="F26B43"/>
          </p15:clr>
        </p15:guide>
        <p15:guide id="24" pos="3912">
          <p15:clr>
            <a:srgbClr val="F26B43"/>
          </p15:clr>
        </p15:guide>
        <p15:guide id="25" pos="4346">
          <p15:clr>
            <a:srgbClr val="F26B43"/>
          </p15:clr>
        </p15:guide>
        <p15:guide id="26" pos="4500">
          <p15:clr>
            <a:srgbClr val="F26B43"/>
          </p15:clr>
        </p15:guide>
        <p15:guide id="27" pos="4934">
          <p15:clr>
            <a:srgbClr val="F26B43"/>
          </p15:clr>
        </p15:guide>
        <p15:guide id="28" pos="5086">
          <p15:clr>
            <a:srgbClr val="F26B43"/>
          </p15:clr>
        </p15:guide>
        <p15:guide id="29" pos="5520">
          <p15:clr>
            <a:srgbClr val="F26B43"/>
          </p15:clr>
        </p15:guide>
        <p15:guide id="30" pos="5674">
          <p15:clr>
            <a:srgbClr val="F26B43"/>
          </p15:clr>
        </p15:guide>
        <p15:guide id="31" pos="6108">
          <p15:clr>
            <a:srgbClr val="F26B43"/>
          </p15:clr>
        </p15:guide>
        <p15:guide id="32" pos="6262">
          <p15:clr>
            <a:srgbClr val="F26B43"/>
          </p15:clr>
        </p15:guide>
        <p15:guide id="33" pos="6692">
          <p15:clr>
            <a:srgbClr val="F26B43"/>
          </p15:clr>
        </p15:guide>
        <p15:guide id="34" pos="6846">
          <p15:clr>
            <a:srgbClr val="F26B43"/>
          </p15:clr>
        </p15:guide>
        <p15:guide id="35" orient="horz" pos="984">
          <p15:clr>
            <a:srgbClr val="F26B43"/>
          </p15:clr>
        </p15:guide>
        <p15:guide id="36" orient="horz" pos="4128">
          <p15:clr>
            <a:srgbClr val="F26B43"/>
          </p15:clr>
        </p15:guide>
        <p15:guide id="37" orient="horz" pos="1080">
          <p15:clr>
            <a:srgbClr val="F26B43"/>
          </p15:clr>
        </p15:guide>
        <p15:guide id="38" orient="horz" pos="1248">
          <p15:clr>
            <a:srgbClr val="F26B43"/>
          </p15:clr>
        </p15:guide>
        <p15:guide id="39" pos="384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US"/>
              <a:t>Click To Edit Master Title Style</a:t>
            </a:r>
          </a:p>
        </p:txBody>
      </p:sp>
      <p:pic>
        <p:nvPicPr>
          <p:cNvPr id="7" name="Graphic 6">
            <a:extLst>
              <a:ext uri="{FF2B5EF4-FFF2-40B4-BE49-F238E27FC236}">
                <a16:creationId xmlns:a16="http://schemas.microsoft.com/office/drawing/2014/main" id="{BB532318-7ECA-4FB6-ADB1-48895B543C86}"/>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9" name="Text Placeholder 2">
            <a:extLst>
              <a:ext uri="{FF2B5EF4-FFF2-40B4-BE49-F238E27FC236}">
                <a16:creationId xmlns:a16="http://schemas.microsoft.com/office/drawing/2014/main" id="{E8369E08-22C8-4CA0-8BC3-06B27EF317DD}"/>
              </a:ext>
            </a:extLst>
          </p:cNvPr>
          <p:cNvSpPr>
            <a:spLocks noGrp="1"/>
          </p:cNvSpPr>
          <p:nvPr>
            <p:ph type="body" idx="1"/>
          </p:nvPr>
        </p:nvSpPr>
        <p:spPr>
          <a:xfrm>
            <a:off x="457200" y="1676400"/>
            <a:ext cx="11277600" cy="4495800"/>
          </a:xfrm>
          <a:prstGeom prst="rect">
            <a:avLst/>
          </a:prstGeom>
        </p:spPr>
        <p:txBody>
          <a:bodyPr vert="horz" lIns="0" tIns="0" rIns="0" bIns="0" rtlCol="0">
            <a:noAutofit/>
          </a:bodyPr>
          <a:lstStyle/>
          <a:p>
            <a:pPr marL="0" marR="0" lvl="0" indent="0" algn="l" defTabSz="914400" rtl="0" eaLnBrk="1" fontAlgn="auto" latinLnBrk="0" hangingPunct="1">
              <a:lnSpc>
                <a:spcPct val="110000"/>
              </a:lnSpc>
              <a:spcBef>
                <a:spcPts val="600"/>
              </a:spcBef>
              <a:spcAft>
                <a:spcPts val="0"/>
              </a:spcAft>
              <a:buClrTx/>
              <a:buSzTx/>
              <a:buFont typeface="Arial" panose="020B0604020202020204" pitchFamily="34" charset="0"/>
              <a:buNone/>
              <a:tabLst/>
              <a:defRPr/>
            </a:pPr>
            <a:r>
              <a:rPr kumimoji="0" lang="en-US" sz="1400" b="0" i="0" u="none" strike="noStrike" kern="1200" cap="none" spc="0" normalizeH="0" baseline="0" noProof="0">
                <a:ln>
                  <a:noFill/>
                </a:ln>
                <a:solidFill>
                  <a:srgbClr val="222222"/>
                </a:solidFill>
                <a:effectLst/>
                <a:uLnTx/>
                <a:uFillTx/>
                <a:latin typeface="Calibri"/>
                <a:cs typeface="Calibri" panose="020F0502020204030204" pitchFamily="34" charset="0"/>
              </a:rPr>
              <a:t>Edit Master text styles</a:t>
            </a:r>
          </a:p>
          <a:p>
            <a:pPr marL="182880" marR="0" lvl="1" indent="-182880" algn="l" defTabSz="914400" rtl="0" eaLnBrk="1" fontAlgn="auto" latinLnBrk="0" hangingPunct="1">
              <a:lnSpc>
                <a:spcPct val="100000"/>
              </a:lnSpc>
              <a:spcBef>
                <a:spcPts val="600"/>
              </a:spcBef>
              <a:spcAft>
                <a:spcPts val="0"/>
              </a:spcAft>
              <a:buClr>
                <a:srgbClr val="76CDD8"/>
              </a:buClr>
              <a:buSzTx/>
              <a:buFont typeface="Arial" panose="020B0604020202020204" pitchFamily="34" charset="0"/>
              <a:buChar char="•"/>
              <a:tabLst/>
              <a:defRPr/>
            </a:pPr>
            <a:r>
              <a:rPr kumimoji="0" lang="en-US" sz="1400" b="0" i="0" u="none" strike="noStrike" kern="1200" cap="none" spc="0" normalizeH="0" baseline="0" noProof="0">
                <a:ln>
                  <a:noFill/>
                </a:ln>
                <a:solidFill>
                  <a:srgbClr val="222222"/>
                </a:solidFill>
                <a:effectLst/>
                <a:uLnTx/>
                <a:uFillTx/>
                <a:latin typeface="Calibri"/>
                <a:cs typeface="Calibri" panose="020F0502020204030204" pitchFamily="34" charset="0"/>
              </a:rPr>
              <a:t>Second level</a:t>
            </a:r>
          </a:p>
          <a:p>
            <a:pPr marL="365760" marR="0" lvl="2" indent="-182880" algn="l" defTabSz="914400" rtl="0" eaLnBrk="1" fontAlgn="auto" latinLnBrk="0" hangingPunct="1">
              <a:lnSpc>
                <a:spcPct val="100000"/>
              </a:lnSpc>
              <a:spcBef>
                <a:spcPts val="600"/>
              </a:spcBef>
              <a:spcAft>
                <a:spcPts val="0"/>
              </a:spcAft>
              <a:buClr>
                <a:srgbClr val="A0A0A0"/>
              </a:buClr>
              <a:buSzTx/>
              <a:buFont typeface="Calibri" panose="020F0502020204030204" pitchFamily="34" charset="0"/>
              <a:buChar char="→"/>
              <a:tabLst/>
              <a:defRPr/>
            </a:pPr>
            <a:r>
              <a:rPr kumimoji="0" lang="en-US" sz="1200" b="0" i="0" u="none" strike="noStrike" kern="1200" cap="none" spc="0" normalizeH="0" baseline="0" noProof="0">
                <a:ln>
                  <a:noFill/>
                </a:ln>
                <a:solidFill>
                  <a:srgbClr val="222222"/>
                </a:solidFill>
                <a:effectLst/>
                <a:uLnTx/>
                <a:uFillTx/>
                <a:latin typeface="Calibri"/>
                <a:cs typeface="Calibri" panose="020F0502020204030204" pitchFamily="34" charset="0"/>
              </a:rPr>
              <a:t>Third level</a:t>
            </a:r>
            <a:endParaRPr lang="en-US"/>
          </a:p>
        </p:txBody>
      </p:sp>
      <p:sp>
        <p:nvSpPr>
          <p:cNvPr id="11" name="TextBox 10">
            <a:extLst>
              <a:ext uri="{FF2B5EF4-FFF2-40B4-BE49-F238E27FC236}">
                <a16:creationId xmlns:a16="http://schemas.microsoft.com/office/drawing/2014/main" id="{3F641FF6-5DCC-D34B-9DD7-29931472CBC7}"/>
              </a:ext>
            </a:extLst>
          </p:cNvPr>
          <p:cNvSpPr txBox="1"/>
          <p:nvPr/>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a:spLocks/>
          </p:cNvSpPr>
          <p:nvPr/>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a:pPr lvl="0"/>
              <a:t>‹#›</a:t>
            </a:fld>
            <a:endParaRPr lang="en-US" sz="1000"/>
          </a:p>
        </p:txBody>
      </p:sp>
    </p:spTree>
    <p:extLst>
      <p:ext uri="{BB962C8B-B14F-4D97-AF65-F5344CB8AC3E}">
        <p14:creationId xmlns:p14="http://schemas.microsoft.com/office/powerpoint/2010/main" val="4203257405"/>
      </p:ext>
    </p:extLst>
  </p:cSld>
  <p:clrMap bg1="lt1" tx1="dk1" bg2="lt2" tx2="dk2" accent1="accent1" accent2="accent2" accent3="accent3" accent4="accent4" accent5="accent5" accent6="accent6" hlink="hlink" folHlink="folHlink"/>
  <p:sldLayoutIdLst>
    <p:sldLayoutId id="2147483820" r:id="rId1"/>
  </p:sldLayoutIdLst>
  <p:hf hdr="0" dt="0"/>
  <p:txStyles>
    <p:titleStyle>
      <a:lvl1pPr algn="l" defTabSz="914400" rtl="0" eaLnBrk="1" latinLnBrk="0" hangingPunct="1">
        <a:lnSpc>
          <a:spcPct val="100000"/>
        </a:lnSpc>
        <a:spcBef>
          <a:spcPct val="0"/>
        </a:spcBef>
        <a:buNone/>
        <a:defRPr lang="en-US" sz="2200" b="1" i="0" kern="1200" dirty="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ts val="0"/>
        </a:spcAft>
        <a:buFont typeface="Arial" panose="020B0604020202020204" pitchFamily="34" charset="0"/>
        <a:buNone/>
        <a:defRPr sz="1200" b="0" i="0" kern="1200">
          <a:solidFill>
            <a:schemeClr val="tx1"/>
          </a:solidFill>
          <a:latin typeface="+mn-lt"/>
          <a:ea typeface="Calibri" panose="020F0502020204030204" pitchFamily="34" charset="0"/>
          <a:cs typeface="Calibri" panose="020F0502020204030204" pitchFamily="34" charset="0"/>
        </a:defRPr>
      </a:lvl1pPr>
      <a:lvl2pPr marL="685800" indent="-228600" algn="l" defTabSz="914400" rtl="0" eaLnBrk="1" latinLnBrk="0" hangingPunct="1">
        <a:lnSpc>
          <a:spcPct val="110000"/>
        </a:lnSpc>
        <a:spcBef>
          <a:spcPts val="600"/>
        </a:spcBef>
        <a:spcAft>
          <a:spcPts val="0"/>
        </a:spcAft>
        <a:buClr>
          <a:schemeClr val="tx1"/>
        </a:buClr>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2pPr>
      <a:lvl3pPr marL="11430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US"/>
              <a:t>Click To Edit Master Title Style</a:t>
            </a:r>
          </a:p>
        </p:txBody>
      </p:sp>
      <p:pic>
        <p:nvPicPr>
          <p:cNvPr id="7" name="Graphic 6">
            <a:extLst>
              <a:ext uri="{FF2B5EF4-FFF2-40B4-BE49-F238E27FC236}">
                <a16:creationId xmlns:a16="http://schemas.microsoft.com/office/drawing/2014/main" id="{BB532318-7ECA-4FB6-ADB1-48895B543C8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9"/>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3F641FF6-5DCC-D34B-9DD7-29931472CBC7}"/>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3" name="Text Placeholder 2">
            <a:extLst>
              <a:ext uri="{FF2B5EF4-FFF2-40B4-BE49-F238E27FC236}">
                <a16:creationId xmlns:a16="http://schemas.microsoft.com/office/drawing/2014/main" id="{1B3A0289-E5C4-74D3-46E5-CB49BE90222C}"/>
              </a:ext>
            </a:extLst>
          </p:cNvPr>
          <p:cNvSpPr>
            <a:spLocks noGrp="1"/>
          </p:cNvSpPr>
          <p:nvPr>
            <p:ph type="body" idx="1"/>
          </p:nvPr>
        </p:nvSpPr>
        <p:spPr>
          <a:xfrm>
            <a:off x="467139" y="1680713"/>
            <a:ext cx="11267660" cy="4491487"/>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spTree>
    <p:extLst>
      <p:ext uri="{BB962C8B-B14F-4D97-AF65-F5344CB8AC3E}">
        <p14:creationId xmlns:p14="http://schemas.microsoft.com/office/powerpoint/2010/main" val="4144819782"/>
      </p:ext>
    </p:extLst>
  </p:cSld>
  <p:clrMap bg1="lt1" tx1="dk1" bg2="lt2" tx2="dk2" accent1="accent1" accent2="accent2" accent3="accent3" accent4="accent4" accent5="accent5" accent6="accent6" hlink="hlink" folHlink="folHlink"/>
  <p:sldLayoutIdLst>
    <p:sldLayoutId id="2147483883" r:id="rId1"/>
    <p:sldLayoutId id="2147483884" r:id="rId2"/>
    <p:sldLayoutId id="2147483885" r:id="rId3"/>
    <p:sldLayoutId id="2147483886" r:id="rId4"/>
    <p:sldLayoutId id="2147483887" r:id="rId5"/>
    <p:sldLayoutId id="2147483888" r:id="rId6"/>
    <p:sldLayoutId id="2147483889" r:id="rId7"/>
    <p:sldLayoutId id="2147483890" r:id="rId8"/>
    <p:sldLayoutId id="2147483891" r:id="rId9"/>
    <p:sldLayoutId id="2147483892" r:id="rId10"/>
    <p:sldLayoutId id="2147483893" r:id="rId11"/>
    <p:sldLayoutId id="2147483894" r:id="rId12"/>
    <p:sldLayoutId id="2147483895" r:id="rId13"/>
    <p:sldLayoutId id="2147483896" r:id="rId14"/>
    <p:sldLayoutId id="2147483897" r:id="rId15"/>
    <p:sldLayoutId id="2147483898" r:id="rId16"/>
    <p:sldLayoutId id="2147483899" r:id="rId17"/>
    <p:sldLayoutId id="2147483900" r:id="rId18"/>
    <p:sldLayoutId id="2147483901" r:id="rId19"/>
    <p:sldLayoutId id="2147483902" r:id="rId20"/>
    <p:sldLayoutId id="2147483903" r:id="rId21"/>
    <p:sldLayoutId id="2147483904" r:id="rId22"/>
    <p:sldLayoutId id="2147483905" r:id="rId23"/>
    <p:sldLayoutId id="2147483906" r:id="rId24"/>
    <p:sldLayoutId id="2147483907" r:id="rId25"/>
    <p:sldLayoutId id="2147483908" r:id="rId26"/>
    <p:sldLayoutId id="2147483909" r:id="rId27"/>
    <p:sldLayoutId id="2147483910" r:id="rId28"/>
    <p:sldLayoutId id="2147483911" r:id="rId29"/>
    <p:sldLayoutId id="2147483912" r:id="rId30"/>
    <p:sldLayoutId id="2147483913" r:id="rId31"/>
    <p:sldLayoutId id="2147483914" r:id="rId32"/>
    <p:sldLayoutId id="2147483915" r:id="rId33"/>
    <p:sldLayoutId id="2147483916" r:id="rId34"/>
    <p:sldLayoutId id="2147483917" r:id="rId35"/>
    <p:sldLayoutId id="2147483918" r:id="rId36"/>
    <p:sldLayoutId id="2147483919" r:id="rId37"/>
    <p:sldLayoutId id="2147483920" r:id="rId38"/>
    <p:sldLayoutId id="2147483921" r:id="rId39"/>
    <p:sldLayoutId id="2147483922" r:id="rId40"/>
    <p:sldLayoutId id="2147483923" r:id="rId41"/>
    <p:sldLayoutId id="2147483924" r:id="rId42"/>
    <p:sldLayoutId id="2147483925" r:id="rId43"/>
    <p:sldLayoutId id="2147483926" r:id="rId44"/>
    <p:sldLayoutId id="2147483927" r:id="rId45"/>
    <p:sldLayoutId id="2147483928" r:id="rId46"/>
    <p:sldLayoutId id="2147483929" r:id="rId47"/>
    <p:sldLayoutId id="2147483930" r:id="rId48"/>
    <p:sldLayoutId id="2147483931" r:id="rId49"/>
    <p:sldLayoutId id="2147483932" r:id="rId50"/>
    <p:sldLayoutId id="2147483933" r:id="rId51"/>
    <p:sldLayoutId id="2147483934" r:id="rId52"/>
    <p:sldLayoutId id="2147483935" r:id="rId53"/>
    <p:sldLayoutId id="2147483936" r:id="rId54"/>
    <p:sldLayoutId id="2147483937" r:id="rId55"/>
    <p:sldLayoutId id="2147483938" r:id="rId56"/>
    <p:sldLayoutId id="2147483939" r:id="rId57"/>
  </p:sldLayoutIdLst>
  <p:hf hdr="0" dt="0"/>
  <p:txStyles>
    <p:titleStyle>
      <a:lvl1pPr algn="l" defTabSz="914400" rtl="0" eaLnBrk="1" latinLnBrk="0" hangingPunct="1">
        <a:lnSpc>
          <a:spcPct val="100000"/>
        </a:lnSpc>
        <a:spcBef>
          <a:spcPct val="0"/>
        </a:spcBef>
        <a:buNone/>
        <a:defRPr lang="en-US" sz="2200" b="1" i="0" kern="1200" dirty="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ts val="0"/>
        </a:spcAft>
        <a:buFont typeface="Arial" panose="020B0604020202020204" pitchFamily="34" charset="0"/>
        <a:buNone/>
        <a:defRPr sz="1600" b="0" i="0" kern="1200">
          <a:solidFill>
            <a:schemeClr val="tx1"/>
          </a:solidFill>
          <a:latin typeface="+mn-lt"/>
          <a:ea typeface="Calibri" panose="020F0502020204030204" pitchFamily="34" charset="0"/>
          <a:cs typeface="Calibri" panose="020F0502020204030204" pitchFamily="34" charset="0"/>
        </a:defRPr>
      </a:lvl1pPr>
      <a:lvl2pPr marL="253800" indent="-252000" algn="l" defTabSz="914400" rtl="0" eaLnBrk="1" latinLnBrk="0" hangingPunct="1">
        <a:lnSpc>
          <a:spcPct val="100000"/>
        </a:lnSpc>
        <a:spcBef>
          <a:spcPts val="600"/>
        </a:spcBef>
        <a:spcAft>
          <a:spcPts val="600"/>
        </a:spcAft>
        <a:buClr>
          <a:schemeClr val="tx1"/>
        </a:buClr>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2pPr>
      <a:lvl3pPr marL="504000" indent="-252000" algn="l" defTabSz="914400" rtl="0" eaLnBrk="1" latinLnBrk="0" hangingPunct="1">
        <a:lnSpc>
          <a:spcPct val="100000"/>
        </a:lnSpc>
        <a:spcBef>
          <a:spcPts val="600"/>
        </a:spcBef>
        <a:spcAft>
          <a:spcPts val="600"/>
        </a:spcAft>
        <a:buFont typeface="Courier New" panose="02070309020205020404" pitchFamily="49" charset="0"/>
        <a:buChar char="o"/>
        <a:defRPr sz="14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ts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ts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GB"/>
              <a:t>Click to edit Master title style</a:t>
            </a:r>
            <a:endParaRPr lang="en-US"/>
          </a:p>
        </p:txBody>
      </p:sp>
      <p:pic>
        <p:nvPicPr>
          <p:cNvPr id="7" name="Graphic 6">
            <a:extLst>
              <a:ext uri="{FF2B5EF4-FFF2-40B4-BE49-F238E27FC236}">
                <a16:creationId xmlns:a16="http://schemas.microsoft.com/office/drawing/2014/main" id="{BB532318-7ECA-4FB6-ADB1-48895B543C8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69"/>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3F641FF6-5DCC-D34B-9DD7-29931472CBC7}"/>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3" name="Text Placeholder 2">
            <a:extLst>
              <a:ext uri="{FF2B5EF4-FFF2-40B4-BE49-F238E27FC236}">
                <a16:creationId xmlns:a16="http://schemas.microsoft.com/office/drawing/2014/main" id="{1B3A0289-E5C4-74D3-46E5-CB49BE90222C}"/>
              </a:ext>
            </a:extLst>
          </p:cNvPr>
          <p:cNvSpPr>
            <a:spLocks noGrp="1"/>
          </p:cNvSpPr>
          <p:nvPr>
            <p:ph type="body" idx="1"/>
          </p:nvPr>
        </p:nvSpPr>
        <p:spPr>
          <a:xfrm>
            <a:off x="467139" y="1680713"/>
            <a:ext cx="11267660" cy="4491487"/>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cxnSp>
        <p:nvCxnSpPr>
          <p:cNvPr id="5" name="Straight Connector 4">
            <a:extLst>
              <a:ext uri="{FF2B5EF4-FFF2-40B4-BE49-F238E27FC236}">
                <a16:creationId xmlns:a16="http://schemas.microsoft.com/office/drawing/2014/main" id="{1C54E357-47A9-B003-7E36-215C0CF70453}"/>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9795773"/>
      </p:ext>
    </p:extLst>
  </p:cSld>
  <p:clrMap bg1="lt1" tx1="dk1" bg2="lt2" tx2="dk2" accent1="accent1" accent2="accent2" accent3="accent3" accent4="accent4" accent5="accent5" accent6="accent6" hlink="hlink" folHlink="folHlink"/>
  <p:sldLayoutIdLst>
    <p:sldLayoutId id="2147483941" r:id="rId1"/>
    <p:sldLayoutId id="2147483942" r:id="rId2"/>
    <p:sldLayoutId id="2147483943" r:id="rId3"/>
    <p:sldLayoutId id="2147483944" r:id="rId4"/>
    <p:sldLayoutId id="2147483945" r:id="rId5"/>
    <p:sldLayoutId id="2147483946" r:id="rId6"/>
    <p:sldLayoutId id="2147483947" r:id="rId7"/>
    <p:sldLayoutId id="2147483948" r:id="rId8"/>
    <p:sldLayoutId id="2147483949" r:id="rId9"/>
    <p:sldLayoutId id="2147483950" r:id="rId10"/>
    <p:sldLayoutId id="2147483951" r:id="rId11"/>
    <p:sldLayoutId id="2147483952" r:id="rId12"/>
    <p:sldLayoutId id="2147483953" r:id="rId13"/>
    <p:sldLayoutId id="2147483954" r:id="rId14"/>
    <p:sldLayoutId id="2147483955" r:id="rId15"/>
    <p:sldLayoutId id="2147483956" r:id="rId16"/>
    <p:sldLayoutId id="2147483957" r:id="rId17"/>
    <p:sldLayoutId id="2147483958" r:id="rId18"/>
    <p:sldLayoutId id="2147483959" r:id="rId19"/>
    <p:sldLayoutId id="2147483960" r:id="rId20"/>
    <p:sldLayoutId id="2147483961" r:id="rId21"/>
    <p:sldLayoutId id="2147483962" r:id="rId22"/>
    <p:sldLayoutId id="2147483963" r:id="rId23"/>
    <p:sldLayoutId id="2147483964" r:id="rId24"/>
    <p:sldLayoutId id="2147483965" r:id="rId25"/>
    <p:sldLayoutId id="2147483966" r:id="rId26"/>
    <p:sldLayoutId id="2147483967" r:id="rId27"/>
    <p:sldLayoutId id="2147483968" r:id="rId28"/>
    <p:sldLayoutId id="2147483969" r:id="rId29"/>
    <p:sldLayoutId id="2147483970" r:id="rId30"/>
    <p:sldLayoutId id="2147483971" r:id="rId31"/>
    <p:sldLayoutId id="2147483972" r:id="rId32"/>
    <p:sldLayoutId id="2147483973" r:id="rId33"/>
    <p:sldLayoutId id="2147483974" r:id="rId34"/>
    <p:sldLayoutId id="2147483975" r:id="rId35"/>
    <p:sldLayoutId id="2147483976" r:id="rId36"/>
    <p:sldLayoutId id="2147483977" r:id="rId37"/>
    <p:sldLayoutId id="2147483978" r:id="rId38"/>
    <p:sldLayoutId id="2147483979" r:id="rId39"/>
    <p:sldLayoutId id="2147483980" r:id="rId40"/>
    <p:sldLayoutId id="2147483981" r:id="rId41"/>
    <p:sldLayoutId id="2147483982" r:id="rId42"/>
    <p:sldLayoutId id="2147483983" r:id="rId43"/>
    <p:sldLayoutId id="2147483984" r:id="rId44"/>
    <p:sldLayoutId id="2147483985" r:id="rId45"/>
    <p:sldLayoutId id="2147483986" r:id="rId46"/>
    <p:sldLayoutId id="2147483987" r:id="rId47"/>
    <p:sldLayoutId id="2147483988" r:id="rId48"/>
    <p:sldLayoutId id="2147483989" r:id="rId49"/>
    <p:sldLayoutId id="2147483990" r:id="rId50"/>
    <p:sldLayoutId id="2147483991" r:id="rId51"/>
    <p:sldLayoutId id="2147483992" r:id="rId52"/>
    <p:sldLayoutId id="2147483993" r:id="rId53"/>
    <p:sldLayoutId id="2147483994" r:id="rId54"/>
    <p:sldLayoutId id="2147483995" r:id="rId55"/>
    <p:sldLayoutId id="2147483996" r:id="rId56"/>
    <p:sldLayoutId id="2147483997" r:id="rId57"/>
    <p:sldLayoutId id="2147483998" r:id="rId58"/>
    <p:sldLayoutId id="2147483999" r:id="rId59"/>
    <p:sldLayoutId id="2147484000" r:id="rId60"/>
    <p:sldLayoutId id="2147484001" r:id="rId61"/>
    <p:sldLayoutId id="2147484002" r:id="rId62"/>
    <p:sldLayoutId id="2147484003" r:id="rId63"/>
    <p:sldLayoutId id="2147484004" r:id="rId64"/>
    <p:sldLayoutId id="2147484005" r:id="rId65"/>
    <p:sldLayoutId id="2147484006" r:id="rId66"/>
    <p:sldLayoutId id="2147484007" r:id="rId67"/>
  </p:sldLayoutIdLst>
  <p:transition/>
  <p:hf hdr="0" dt="0"/>
  <p:txStyles>
    <p:titleStyle>
      <a:lvl1pPr algn="l" defTabSz="914400" rtl="0" eaLnBrk="1" latinLnBrk="0" hangingPunct="1">
        <a:lnSpc>
          <a:spcPct val="100000"/>
        </a:lnSpc>
        <a:spcBef>
          <a:spcPct val="0"/>
        </a:spcBef>
        <a:buNone/>
        <a:defRPr lang="en-US" sz="2200" b="1" i="0" kern="120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ct val="0"/>
        </a:spcAft>
        <a:buFont typeface="Arial" panose="020B0604020202020204" pitchFamily="34" charset="0"/>
        <a:buNone/>
        <a:defRPr sz="1600" b="0" i="0" kern="1200">
          <a:solidFill>
            <a:schemeClr val="tx1"/>
          </a:solidFill>
          <a:latin typeface="+mn-lt"/>
          <a:ea typeface="Calibri" panose="020F0502020204030204" pitchFamily="34" charset="0"/>
          <a:cs typeface="Calibri" panose="020F0502020204030204" pitchFamily="34" charset="0"/>
        </a:defRPr>
      </a:lvl1pPr>
      <a:lvl2pPr marL="253800" indent="-252000" algn="l" defTabSz="914400" rtl="0" eaLnBrk="1" latinLnBrk="0" hangingPunct="1">
        <a:lnSpc>
          <a:spcPct val="100000"/>
        </a:lnSpc>
        <a:spcBef>
          <a:spcPts val="600"/>
        </a:spcBef>
        <a:spcAft>
          <a:spcPts val="600"/>
        </a:spcAft>
        <a:buClr>
          <a:schemeClr val="tx1"/>
        </a:buClr>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2pPr>
      <a:lvl3pPr marL="504000" indent="-252000" algn="l" defTabSz="914400" rtl="0" eaLnBrk="1" latinLnBrk="0" hangingPunct="1">
        <a:lnSpc>
          <a:spcPct val="100000"/>
        </a:lnSpc>
        <a:spcBef>
          <a:spcPts val="600"/>
        </a:spcBef>
        <a:spcAft>
          <a:spcPts val="600"/>
        </a:spcAft>
        <a:buFont typeface="Courier New" panose="02070309020205020404" pitchFamily="49" charset="0"/>
        <a:buChar char="o"/>
        <a:defRPr sz="14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ct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ct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47.png"/><Relationship Id="rId4" Type="http://schemas.microsoft.com/office/2007/relationships/hdphoto" Target="../media/hdphoto1.wdp"/><Relationship Id="rId5" Type="http://schemas.openxmlformats.org/officeDocument/2006/relationships/image" Target="../media/image2.em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6.xml"/><Relationship Id="rId2" Type="http://schemas.openxmlformats.org/officeDocument/2006/relationships/notesSlide" Target="../notesSlides/notesSlide4.xml"/><Relationship Id="rId3" Type="http://schemas.openxmlformats.org/officeDocument/2006/relationships/image" Target="../media/image48.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5.xml"/><Relationship Id="rId3" Type="http://schemas.openxmlformats.org/officeDocument/2006/relationships/image" Target="../media/image48.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6.xml"/><Relationship Id="rId3" Type="http://schemas.openxmlformats.org/officeDocument/2006/relationships/image" Target="../media/image4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7.xml"/><Relationship Id="rId3" Type="http://schemas.openxmlformats.org/officeDocument/2006/relationships/image" Target="../media/image48.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8.xml"/><Relationship Id="rId3" Type="http://schemas.openxmlformats.org/officeDocument/2006/relationships/image" Target="../media/image48.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 Id="rId3" Type="http://schemas.openxmlformats.org/officeDocument/2006/relationships/image" Target="../media/image4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3.xml"/><Relationship Id="rId2" Type="http://schemas.openxmlformats.org/officeDocument/2006/relationships/notesSlide" Target="../notesSlides/notesSlide11.xml"/><Relationship Id="rId3" Type="http://schemas.openxmlformats.org/officeDocument/2006/relationships/image" Target="../media/image5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notesSlide" Target="../notesSlides/notesSlide15.xml"/><Relationship Id="rId3" Type="http://schemas.openxmlformats.org/officeDocument/2006/relationships/image" Target="../media/image54.jpeg"/><Relationship Id="rId4" Type="http://schemas.openxmlformats.org/officeDocument/2006/relationships/image" Target="../media/image4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2.xml"/><Relationship Id="rId3" Type="http://schemas.openxmlformats.org/officeDocument/2006/relationships/image" Target="../media/image5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3.xml"/><Relationship Id="rId3"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 Id="rId3" Type="http://schemas.openxmlformats.org/officeDocument/2006/relationships/image" Target="../media/image49.png"/><Relationship Id="rId4" Type="http://schemas.openxmlformats.org/officeDocument/2006/relationships/image" Target="../media/image5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me">
            <a:extLst>
              <a:ext uri="{FF2B5EF4-FFF2-40B4-BE49-F238E27FC236}">
                <a16:creationId xmlns:a16="http://schemas.microsoft.com/office/drawing/2014/main" id="{8BC19A9A-ADEF-FA5A-41B0-C158BAAC6A94}"/>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saturation sat="103000"/>
                    </a14:imgEffect>
                  </a14:imgLayer>
                </a14:imgProps>
              </a:ext>
              <a:ext uri="{28A0092B-C50C-407E-A947-70E740481C1C}">
                <a14:useLocalDpi xmlns:a14="http://schemas.microsoft.com/office/drawing/2010/main" val="0"/>
              </a:ext>
            </a:extLst>
          </a:blip>
          <a:stretch>
            <a:fillRect/>
          </a:stretch>
        </p:blipFill>
        <p:spPr bwMode="auto">
          <a:xfrm>
            <a:off x="-3156" y="6999"/>
            <a:ext cx="12236788" cy="6883728"/>
          </a:xfrm>
          <a:prstGeom prst="rect">
            <a:avLst/>
          </a:prstGeom>
          <a:solidFill>
            <a:srgbClr val="FFFFFF"/>
          </a:solidFill>
        </p:spPr>
      </p:pic>
      <p:sp>
        <p:nvSpPr>
          <p:cNvPr id="4" name="TextBox 3">
            <a:extLst>
              <a:ext uri="{FF2B5EF4-FFF2-40B4-BE49-F238E27FC236}">
                <a16:creationId xmlns:a16="http://schemas.microsoft.com/office/drawing/2014/main" id="{EB8CB420-00AE-C238-7526-7F5B31CBD664}"/>
              </a:ext>
            </a:extLst>
          </p:cNvPr>
          <p:cNvSpPr txBox="1"/>
          <p:nvPr/>
        </p:nvSpPr>
        <p:spPr>
          <a:xfrm>
            <a:off x="647699" y="3809007"/>
            <a:ext cx="3722281" cy="1169551"/>
          </a:xfrm>
          <a:prstGeom prst="rect">
            <a:avLst/>
          </a:prstGeom>
        </p:spPr>
        <p:txBody>
          <a:bodyPr vert="horz" wrap="square" lIns="0" tIns="0" rIns="0" bIns="0" rtlCol="0">
            <a:normAutofit/>
          </a:bodyPr>
          <a:lstStyle/>
          <a:p>
            <a:pPr>
              <a:lnSpc>
                <a:spcPct val="90000"/>
              </a:lnSpc>
              <a:spcAft>
                <a:spcPts val="600"/>
              </a:spcAft>
            </a:pPr>
            <a:endParaRPr lang="en-US" sz="1000" b="0" i="0" kern="1200">
              <a:solidFill>
                <a:schemeClr val="bg1"/>
              </a:solidFill>
              <a:latin typeface="Calibri Light" panose="020F0302020204030204" pitchFamily="34" charset="0"/>
              <a:ea typeface="Calibri" panose="020F0502020204030204" pitchFamily="34" charset="0"/>
              <a:cs typeface="Calibri Light" panose="020F0302020204030204" pitchFamily="34" charset="0"/>
            </a:endParaRPr>
          </a:p>
        </p:txBody>
      </p:sp>
      <p:sp>
        <p:nvSpPr>
          <p:cNvPr id="2" name="Rectangle 1">
            <a:extLst>
              <a:ext uri="{FF2B5EF4-FFF2-40B4-BE49-F238E27FC236}">
                <a16:creationId xmlns:a16="http://schemas.microsoft.com/office/drawing/2014/main" id="{D7FA8BB1-0DA1-1880-2910-6CC574E10790}"/>
              </a:ext>
            </a:extLst>
          </p:cNvPr>
          <p:cNvSpPr/>
          <p:nvPr/>
        </p:nvSpPr>
        <p:spPr>
          <a:xfrm>
            <a:off x="-5605" y="-2831"/>
            <a:ext cx="12229531" cy="6890688"/>
          </a:xfrm>
          <a:prstGeom prst="rect">
            <a:avLst/>
          </a:prstGeom>
          <a:solidFill>
            <a:srgbClr val="162A3D">
              <a:alpha val="64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A1C9038D-004C-9EF6-1BD8-4C110AEE3955}"/>
              </a:ext>
            </a:extLst>
          </p:cNvPr>
          <p:cNvSpPr txBox="1">
            <a:spLocks/>
          </p:cNvSpPr>
          <p:nvPr/>
        </p:nvSpPr>
        <p:spPr>
          <a:xfrm>
            <a:off x="349112" y="1403582"/>
            <a:ext cx="9674563" cy="1846612"/>
          </a:xfrm>
          <a:prstGeom prst="rect">
            <a:avLst/>
          </a:prstGeom>
        </p:spPr>
        <p:txBody>
          <a:bodyPr vert="horz" lIns="91440" tIns="45720" rIns="91440" bIns="45720" anchor="t">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6800" dirty="0">
                <a:gradFill>
                  <a:gsLst>
                    <a:gs pos="0">
                      <a:srgbClr val="00FFF0"/>
                    </a:gs>
                    <a:gs pos="72000">
                      <a:srgbClr val="00F6FF"/>
                    </a:gs>
                    <a:gs pos="100000">
                      <a:srgbClr val="B896FF"/>
                    </a:gs>
                  </a:gsLst>
                  <a:lin ang="1200000" scaled="0"/>
                </a:gradFill>
                <a:latin typeface="Calibri"/>
                <a:ea typeface="Calibri"/>
                <a:cs typeface="Calibri"/>
              </a:rPr>
              <a:t>Code Review — ZDMS_UPLOAD_FILES</a:t>
            </a:r>
          </a:p>
        </p:txBody>
      </p:sp>
      <p:pic>
        <p:nvPicPr>
          <p:cNvPr id="11" name="Picture 10">
            <a:extLst>
              <a:ext uri="{FF2B5EF4-FFF2-40B4-BE49-F238E27FC236}">
                <a16:creationId xmlns:a16="http://schemas.microsoft.com/office/drawing/2014/main" id="{341AEE80-7363-D4EE-14E0-0AC29CE48C77}"/>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1358409" y="6463700"/>
            <a:ext cx="658001" cy="241912"/>
          </a:xfrm>
          <a:prstGeom prst="rect">
            <a:avLst/>
          </a:prstGeom>
        </p:spPr>
      </p:pic>
      <p:sp>
        <p:nvSpPr>
          <p:cNvPr id="13" name="Text Placeholder 12">
            <a:extLst>
              <a:ext uri="{FF2B5EF4-FFF2-40B4-BE49-F238E27FC236}">
                <a16:creationId xmlns:a16="http://schemas.microsoft.com/office/drawing/2014/main" id="{B49ACE86-8869-17E1-2522-3180377E1794}"/>
              </a:ext>
            </a:extLst>
          </p:cNvPr>
          <p:cNvSpPr txBox="1">
            <a:spLocks/>
          </p:cNvSpPr>
          <p:nvPr/>
        </p:nvSpPr>
        <p:spPr>
          <a:xfrm>
            <a:off x="436078" y="4774983"/>
            <a:ext cx="1939735" cy="400110"/>
          </a:xfrm>
          <a:prstGeom prst="rect">
            <a:avLst/>
          </a:prstGeom>
        </p:spPr>
        <p:txBody>
          <a:bodyPr vert="horz" wrap="square" lIns="0" tIns="0" rIns="0" bIns="0" rtlCol="0" anchor="t">
            <a:sp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300" b="1" i="0" kern="1200" spc="400" baseline="0">
                <a:solidFill>
                  <a:srgbClr val="00F6FF"/>
                </a:solidFill>
                <a:latin typeface="Calibri" panose="020F0502020204030204" pitchFamily="34" charset="0"/>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None/>
              <a:defRPr lang="en-US" sz="1400" b="0" i="0" kern="120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1300" b="1" i="0" u="none" strike="noStrike" kern="1200" cap="none" spc="400" normalizeH="0" baseline="0" noProof="0" dirty="0">
                <a:ln>
                  <a:noFill/>
                </a:ln>
                <a:solidFill>
                  <a:srgbClr val="00F6FF"/>
                </a:solidFill>
                <a:effectLst/>
                <a:uLnTx/>
                <a:uFillTx/>
                <a:latin typeface="Calibri"/>
                <a:ea typeface="Calibri"/>
                <a:cs typeface="Calibri"/>
              </a:rPr>
              <a:t>EPAM</a:t>
            </a:r>
          </a:p>
          <a:p>
            <a:pPr>
              <a:defRPr/>
            </a:pPr>
            <a:r>
              <a:rPr lang="en-US" dirty="0">
                <a:latin typeface="Calibri"/>
                <a:ea typeface="Calibri"/>
                <a:cs typeface="Calibri"/>
              </a:rPr>
              <a:t>April 2026</a:t>
            </a:r>
            <a:endParaRPr lang="en-US" dirty="0"/>
          </a:p>
        </p:txBody>
      </p:sp>
      <p:sp>
        <p:nvSpPr>
          <p:cNvPr id="1027" name="TextBox 1026"/>
          <p:cNvSpPr txBox="1"/>
          <p:nvPr/>
        </p:nvSpPr>
        <p:spPr>
          <a:xfrm>
            <a:off x="640080" y="3749039"/>
            <a:ext cx="8686800" cy="457200"/>
          </a:xfrm>
          <a:prstGeom prst="rect">
            <a:avLst/>
          </a:prstGeom>
          <a:noFill/>
        </p:spPr>
        <p:txBody>
          <a:bodyPr wrap="square">
            <a:spAutoFit/>
          </a:bodyPr>
          <a:lstStyle/>
          <a:p>
            <a:r>
              <a:rPr sz="1600">
                <a:solidFill>
                  <a:srgbClr val="C0EAE8"/>
                </a:solidFill>
                <a:latin typeface="Calibri"/>
              </a:rPr>
              <a:t>Package Z001 · destination DS4_CLH · 4 parallel category checks · 30 findings</a:t>
            </a:r>
          </a:p>
        </p:txBody>
      </p:sp>
    </p:spTree>
    <p:extLst>
      <p:ext uri="{BB962C8B-B14F-4D97-AF65-F5344CB8AC3E}">
        <p14:creationId xmlns:p14="http://schemas.microsoft.com/office/powerpoint/2010/main" val="3228384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E0C41-1181-D328-016D-55B2CFF120F7}"/>
              </a:ext>
            </a:extLst>
          </p:cNvPr>
          <p:cNvSpPr>
            <a:spLocks noGrp="1"/>
          </p:cNvSpPr>
          <p:nvPr>
            <p:ph type="title"/>
          </p:nvPr>
        </p:nvSpPr>
        <p:spPr>
          <a:xfrm>
            <a:off x="649852" y="1737211"/>
            <a:ext cx="8722423" cy="1846659"/>
          </a:xfrm>
        </p:spPr>
        <p:txBody>
          <a:bodyPr wrap="square" lIns="0" tIns="0" rIns="0" bIns="0" anchor="t">
            <a:spAutoFit/>
          </a:bodyPr>
          <a:lstStyle/>
          <a:p>
            <a:r>
              <a:rPr lang="pl-PL" dirty="0">
                <a:latin typeface="Calibri Light"/>
                <a:ea typeface="Calibri"/>
                <a:cs typeface="Calibri Light"/>
              </a:rPr>
              <a:t>Code-Review Findings</a:t>
            </a:r>
            <a:br>
              <a:rPr lang="pl-PL">
                <a:latin typeface="Calibri Light"/>
                <a:ea typeface="Calibri"/>
                <a:cs typeface="Calibri Light"/>
              </a:rPr>
            </a:br>
          </a:p>
        </p:txBody>
      </p:sp>
      <p:sp>
        <p:nvSpPr>
          <p:cNvPr id="5" name="Text Placeholder 4">
            <a:extLst>
              <a:ext uri="{FF2B5EF4-FFF2-40B4-BE49-F238E27FC236}">
                <a16:creationId xmlns:a16="http://schemas.microsoft.com/office/drawing/2014/main" id="{9A3869EB-1D9A-931F-FE33-AE0DAA8CE781}"/>
              </a:ext>
            </a:extLst>
          </p:cNvPr>
          <p:cNvSpPr>
            <a:spLocks noGrp="1"/>
          </p:cNvSpPr>
          <p:nvPr>
            <p:ph type="body" sz="quarter" idx="10"/>
          </p:nvPr>
        </p:nvSpPr>
        <p:spPr>
          <a:xfrm>
            <a:off x="647700" y="1315415"/>
            <a:ext cx="1561346" cy="307777"/>
          </a:xfrm>
        </p:spPr>
        <p:txBody>
          <a:bodyPr/>
          <a:lstStyle/>
          <a:p>
            <a:r>
              <a:rPr lang="en-US">
                <a:solidFill>
                  <a:srgbClr val="00FFF0"/>
                </a:solidFill>
                <a:ea typeface="Calibri"/>
                <a:cs typeface="Calibri"/>
              </a:rPr>
              <a:t>Section 01</a:t>
            </a:r>
            <a:endParaRPr lang="en-US">
              <a:solidFill>
                <a:srgbClr val="00FFF0"/>
              </a:solidFill>
            </a:endParaRPr>
          </a:p>
        </p:txBody>
      </p:sp>
      <p:sp>
        <p:nvSpPr>
          <p:cNvPr id="6" name="Rectangle 5"/>
          <p:cNvSpPr/>
          <p:nvPr/>
        </p:nvSpPr>
        <p:spPr>
          <a:xfrm>
            <a:off x="10058400" y="0"/>
            <a:ext cx="2194560" cy="5486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3929350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A74B6-3AA7-D624-DF7B-2ED8F07ED833}"/>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7855F61-61EC-8471-F2A3-5F7E7BC02591}"/>
              </a:ext>
            </a:extLst>
          </p:cNvPr>
          <p:cNvSpPr>
            <a:spLocks noGrp="1"/>
          </p:cNvSpPr>
          <p:nvPr>
            <p:ph type="title"/>
          </p:nvPr>
        </p:nvSpPr>
        <p:spPr>
          <a:xfrm>
            <a:off x="457200" y="723900"/>
            <a:ext cx="2586789" cy="307777"/>
          </a:xfrm>
        </p:spPr>
        <p:txBody>
          <a:bodyPr vert="horz" wrap="square" lIns="0" tIns="0" rIns="0" bIns="0" rtlCol="0" anchor="t">
            <a:spAutoFit/>
          </a:bodyPr>
          <a:lstStyle/>
          <a:p>
            <a:r>
              <a:rPr lang="en-GB" sz="2000">
                <a:ea typeface="Calibri"/>
                <a:cs typeface="Calibri"/>
              </a:rPr>
              <a:t>Verdict</a:t>
            </a:r>
            <a:endParaRPr lang="en-US" sz="2000">
              <a:solidFill>
                <a:srgbClr val="FF4E33"/>
              </a:solidFill>
            </a:endParaRPr>
          </a:p>
        </p:txBody>
      </p:sp>
      <p:sp>
        <p:nvSpPr>
          <p:cNvPr id="49" name="Text Placeholder 48">
            <a:extLst>
              <a:ext uri="{FF2B5EF4-FFF2-40B4-BE49-F238E27FC236}">
                <a16:creationId xmlns:a16="http://schemas.microsoft.com/office/drawing/2014/main" id="{9E94733F-C407-4D25-3890-DDAC7C428A8C}"/>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3F3D8C96-5624-6127-B967-E7D3C81CDBCB}"/>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OBJECT UNDER REVIEW</a:t>
            </a:r>
          </a:p>
          <a:p>
            <a:pPr>
              <a:defRPr sz="1200" b="1">
                <a:solidFill>
                  <a:srgbClr val="161616"/>
                </a:solidFill>
                <a:latin typeface="Calibri"/>
              </a:defRPr>
            </a:pPr>
            <a:r>
              <a:t>Object:</a:t>
            </a:r>
            <a:r>
              <a:rPr sz="1200" b="0">
                <a:solidFill>
                  <a:srgbClr val="333333"/>
                </a:solidFill>
                <a:latin typeface="Calibri"/>
              </a:rPr>
              <a:t> ZDMS_UPLOAD_FILES</a:t>
            </a:r>
          </a:p>
          <a:p>
            <a:pPr>
              <a:defRPr sz="1200" b="1">
                <a:solidFill>
                  <a:srgbClr val="161616"/>
                </a:solidFill>
                <a:latin typeface="Calibri"/>
              </a:defRPr>
            </a:pPr>
            <a:r>
              <a:t>Type:</a:t>
            </a:r>
            <a:r>
              <a:rPr sz="1200" b="0">
                <a:solidFill>
                  <a:srgbClr val="333333"/>
                </a:solidFill>
                <a:latin typeface="Calibri"/>
              </a:rPr>
              <a:t> PROG</a:t>
            </a:r>
          </a:p>
          <a:p>
            <a:pPr>
              <a:defRPr sz="1200" b="1">
                <a:solidFill>
                  <a:srgbClr val="161616"/>
                </a:solidFill>
                <a:latin typeface="Calibri"/>
              </a:defRPr>
            </a:pPr>
            <a:r>
              <a:t>Package:</a:t>
            </a:r>
            <a:r>
              <a:rPr sz="1200" b="0">
                <a:solidFill>
                  <a:srgbClr val="333333"/>
                </a:solidFill>
                <a:latin typeface="Calibri"/>
              </a:rPr>
              <a:t> Z001</a:t>
            </a:r>
          </a:p>
          <a:p>
            <a:pPr>
              <a:defRPr sz="1200" b="1">
                <a:solidFill>
                  <a:srgbClr val="161616"/>
                </a:solidFill>
                <a:latin typeface="Calibri"/>
              </a:defRPr>
            </a:pPr>
            <a:r>
              <a:t>Destination:</a:t>
            </a:r>
            <a:r>
              <a:rPr sz="1200" b="0">
                <a:solidFill>
                  <a:srgbClr val="333333"/>
                </a:solidFill>
                <a:latin typeface="Calibri"/>
              </a:rPr>
              <a:t> DS4_CLH</a:t>
            </a:r>
          </a:p>
          <a:p>
            <a:pPr>
              <a:defRPr sz="1200" b="1">
                <a:solidFill>
                  <a:srgbClr val="161616"/>
                </a:solidFill>
                <a:latin typeface="Calibri"/>
              </a:defRPr>
            </a:pPr>
            <a:r>
              <a:t>Includes:</a:t>
            </a:r>
            <a:r>
              <a:rPr sz="1200" b="0">
                <a:solidFill>
                  <a:srgbClr val="333333"/>
                </a:solidFill>
                <a:latin typeface="Calibri"/>
              </a:rPr>
              <a:t> …_F01</a:t>
            </a:r>
          </a:p>
        </p:txBody>
      </p:sp>
      <p:sp>
        <p:nvSpPr>
          <p:cNvPr id="4" name="Oval 3">
            <a:extLst>
              <a:ext uri="{FF2B5EF4-FFF2-40B4-BE49-F238E27FC236}">
                <a16:creationId xmlns:a16="http://schemas.microsoft.com/office/drawing/2014/main" id="{383BCBEB-21E8-70C8-7E5B-837EB6504CDE}"/>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01D3CD05-FD08-9CA7-4974-6F831271265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sp>
        <p:nvSpPr>
          <p:cNvPr id="50" name="Rectangle 49"/>
          <p:cNvSpPr/>
          <p:nvPr/>
        </p:nvSpPr>
        <p:spPr>
          <a:xfrm>
            <a:off x="3474720" y="731520"/>
            <a:ext cx="2697480" cy="1463040"/>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30</a:t>
            </a:r>
          </a:p>
          <a:p>
            <a:pPr algn="ctr">
              <a:defRPr sz="1200">
                <a:solidFill>
                  <a:srgbClr val="FFFFFF"/>
                </a:solidFill>
                <a:latin typeface="Calibri"/>
              </a:defRPr>
            </a:pPr>
            <a:r>
              <a:t>total findings</a:t>
            </a:r>
          </a:p>
        </p:txBody>
      </p:sp>
      <p:sp>
        <p:nvSpPr>
          <p:cNvPr id="51" name="Rectangle 50"/>
          <p:cNvSpPr/>
          <p:nvPr/>
        </p:nvSpPr>
        <p:spPr>
          <a:xfrm>
            <a:off x="6309360" y="731520"/>
            <a:ext cx="2697480" cy="1463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10</a:t>
            </a:r>
          </a:p>
          <a:p>
            <a:pPr algn="ctr">
              <a:defRPr sz="1200">
                <a:solidFill>
                  <a:srgbClr val="FFFFFF"/>
                </a:solidFill>
                <a:latin typeface="Calibri"/>
              </a:defRPr>
            </a:pPr>
            <a:r>
              <a:t>HIGH severity</a:t>
            </a:r>
          </a:p>
        </p:txBody>
      </p:sp>
      <p:sp>
        <p:nvSpPr>
          <p:cNvPr id="52" name="Rectangle 51"/>
          <p:cNvSpPr/>
          <p:nvPr/>
        </p:nvSpPr>
        <p:spPr>
          <a:xfrm>
            <a:off x="9144000" y="731520"/>
            <a:ext cx="2697480" cy="1463040"/>
          </a:xfrm>
          <a:prstGeom prst="rect">
            <a:avLst/>
          </a:prstGeom>
          <a:solidFill>
            <a:srgbClr val="C8363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6</a:t>
            </a:r>
          </a:p>
          <a:p>
            <a:pPr algn="ctr">
              <a:defRPr sz="1200">
                <a:solidFill>
                  <a:srgbClr val="FFFFFF"/>
                </a:solidFill>
                <a:latin typeface="Calibri"/>
              </a:defRPr>
            </a:pPr>
            <a:r>
              <a:t>CleanCore blockers</a:t>
            </a:r>
          </a:p>
        </p:txBody>
      </p:sp>
      <p:graphicFrame>
        <p:nvGraphicFramePr>
          <p:cNvPr id="53" name="Table 52"/>
          <p:cNvGraphicFramePr>
            <a:graphicFrameLocks noGrp="1"/>
          </p:cNvGraphicFramePr>
          <p:nvPr/>
        </p:nvGraphicFramePr>
        <p:xfrm>
          <a:off x="3474720" y="2468880"/>
          <a:ext cx="7498080" cy="2377440"/>
        </p:xfrm>
        <a:graphic>
          <a:graphicData uri="http://schemas.openxmlformats.org/drawingml/2006/table">
            <a:tbl>
              <a:tblPr firstRow="1" bandRow="1">
                <a:tableStyleId>{5C22544A-7EE6-4342-B048-85BDC9FD1C3A}</a:tableStyleId>
              </a:tblPr>
              <a:tblGrid>
                <a:gridCol w="2194560"/>
                <a:gridCol w="914400"/>
                <a:gridCol w="914400"/>
                <a:gridCol w="914400"/>
                <a:gridCol w="914400"/>
                <a:gridCol w="1645920"/>
              </a:tblGrid>
              <a:tr h="396240">
                <a:tc>
                  <a:txBody>
                    <a:bodyPr/>
                    <a:lstStyle/>
                    <a:p>
                      <a:pPr>
                        <a:defRPr sz="1100" b="1">
                          <a:solidFill>
                            <a:srgbClr val="FFFFFF"/>
                          </a:solidFill>
                          <a:latin typeface="Calibri"/>
                        </a:defRPr>
                      </a:pPr>
                      <a:r>
                        <a:t>Category</a:t>
                      </a:r>
                    </a:p>
                  </a:txBody>
                  <a:tcPr>
                    <a:solidFill>
                      <a:srgbClr val="161616"/>
                    </a:solidFill>
                  </a:tcPr>
                </a:tc>
                <a:tc>
                  <a:txBody>
                    <a:bodyPr/>
                    <a:lstStyle/>
                    <a:p>
                      <a:pPr>
                        <a:defRPr sz="1100" b="1">
                          <a:solidFill>
                            <a:srgbClr val="FFFFFF"/>
                          </a:solidFill>
                          <a:latin typeface="Calibri"/>
                        </a:defRPr>
                      </a:pPr>
                      <a:r>
                        <a:t>CRITICAL</a:t>
                      </a:r>
                    </a:p>
                  </a:txBody>
                  <a:tcPr>
                    <a:solidFill>
                      <a:srgbClr val="161616"/>
                    </a:solidFill>
                  </a:tcPr>
                </a:tc>
                <a:tc>
                  <a:txBody>
                    <a:bodyPr/>
                    <a:lstStyle/>
                    <a:p>
                      <a:pPr>
                        <a:defRPr sz="1100" b="1">
                          <a:solidFill>
                            <a:srgbClr val="FFFFFF"/>
                          </a:solidFill>
                          <a:latin typeface="Calibri"/>
                        </a:defRPr>
                      </a:pPr>
                      <a:r>
                        <a:t>HIGH</a:t>
                      </a:r>
                    </a:p>
                  </a:txBody>
                  <a:tcPr>
                    <a:solidFill>
                      <a:srgbClr val="161616"/>
                    </a:solidFill>
                  </a:tcPr>
                </a:tc>
                <a:tc>
                  <a:txBody>
                    <a:bodyPr/>
                    <a:lstStyle/>
                    <a:p>
                      <a:pPr>
                        <a:defRPr sz="1100" b="1">
                          <a:solidFill>
                            <a:srgbClr val="FFFFFF"/>
                          </a:solidFill>
                          <a:latin typeface="Calibri"/>
                        </a:defRPr>
                      </a:pPr>
                      <a:r>
                        <a:t>MEDIUM</a:t>
                      </a:r>
                    </a:p>
                  </a:txBody>
                  <a:tcPr>
                    <a:solidFill>
                      <a:srgbClr val="161616"/>
                    </a:solidFill>
                  </a:tcPr>
                </a:tc>
                <a:tc>
                  <a:txBody>
                    <a:bodyPr/>
                    <a:lstStyle/>
                    <a:p>
                      <a:pPr>
                        <a:defRPr sz="1100" b="1">
                          <a:solidFill>
                            <a:srgbClr val="FFFFFF"/>
                          </a:solidFill>
                          <a:latin typeface="Calibri"/>
                        </a:defRPr>
                      </a:pPr>
                      <a:r>
                        <a:t>LOW</a:t>
                      </a:r>
                    </a:p>
                  </a:txBody>
                  <a:tcPr>
                    <a:solidFill>
                      <a:srgbClr val="161616"/>
                    </a:solidFill>
                  </a:tcPr>
                </a:tc>
                <a:tc>
                  <a:txBody>
                    <a:bodyPr/>
                    <a:lstStyle/>
                    <a:p>
                      <a:pPr>
                        <a:defRPr sz="1100" b="1">
                          <a:solidFill>
                            <a:srgbClr val="FFFFFF"/>
                          </a:solidFill>
                          <a:latin typeface="Calibri"/>
                        </a:defRPr>
                      </a:pPr>
                      <a:r>
                        <a:t>Total</a:t>
                      </a:r>
                    </a:p>
                  </a:txBody>
                  <a:tcPr>
                    <a:solidFill>
                      <a:srgbClr val="161616"/>
                    </a:solidFill>
                  </a:tcPr>
                </a:tc>
              </a:tr>
              <a:tr h="396240">
                <a:tc>
                  <a:txBody>
                    <a:bodyPr/>
                    <a:lstStyle/>
                    <a:p>
                      <a:pPr>
                        <a:defRPr sz="1100">
                          <a:solidFill>
                            <a:srgbClr val="333333"/>
                          </a:solidFill>
                          <a:latin typeface="Calibri"/>
                        </a:defRPr>
                      </a:pPr>
                      <a:r>
                        <a:t>Security</a:t>
                      </a:r>
                    </a:p>
                  </a:txBody>
                  <a:tcPr>
                    <a:solidFill>
                      <a:srgbClr val="FFFFFF"/>
                    </a:solidFill>
                  </a:tcPr>
                </a:tc>
                <a:tc>
                  <a:txBody>
                    <a:bodyPr/>
                    <a:lstStyle/>
                    <a:p>
                      <a:pPr>
                        <a:defRPr sz="1100">
                          <a:solidFill>
                            <a:srgbClr val="333333"/>
                          </a:solidFill>
                          <a:latin typeface="Calibri"/>
                        </a:defRPr>
                      </a:pPr>
                      <a:r>
                        <a:t>0</a:t>
                      </a:r>
                    </a:p>
                  </a:txBody>
                  <a:tcPr>
                    <a:solidFill>
                      <a:srgbClr val="FFFFFF"/>
                    </a:solidFill>
                  </a:tcPr>
                </a:tc>
                <a:tc>
                  <a:txBody>
                    <a:bodyPr/>
                    <a:lstStyle/>
                    <a:p>
                      <a:pPr>
                        <a:defRPr sz="1100">
                          <a:solidFill>
                            <a:srgbClr val="333333"/>
                          </a:solidFill>
                          <a:latin typeface="Calibri"/>
                        </a:defRPr>
                      </a:pPr>
                      <a:r>
                        <a:t>2</a:t>
                      </a:r>
                    </a:p>
                  </a:txBody>
                  <a:tcPr>
                    <a:solidFill>
                      <a:srgbClr val="FFFFFF"/>
                    </a:solidFill>
                  </a:tcPr>
                </a:tc>
                <a:tc>
                  <a:txBody>
                    <a:bodyPr/>
                    <a:lstStyle/>
                    <a:p>
                      <a:pPr>
                        <a:defRPr sz="1100">
                          <a:solidFill>
                            <a:srgbClr val="333333"/>
                          </a:solidFill>
                          <a:latin typeface="Calibri"/>
                        </a:defRPr>
                      </a:pPr>
                      <a:r>
                        <a:t>1</a:t>
                      </a:r>
                    </a:p>
                  </a:txBody>
                  <a:tcPr>
                    <a:solidFill>
                      <a:srgbClr val="FFFFFF"/>
                    </a:solidFill>
                  </a:tcPr>
                </a:tc>
                <a:tc>
                  <a:txBody>
                    <a:bodyPr/>
                    <a:lstStyle/>
                    <a:p>
                      <a:pPr>
                        <a:defRPr sz="1100">
                          <a:solidFill>
                            <a:srgbClr val="333333"/>
                          </a:solidFill>
                          <a:latin typeface="Calibri"/>
                        </a:defRPr>
                      </a:pPr>
                      <a:r>
                        <a:t>1</a:t>
                      </a:r>
                    </a:p>
                  </a:txBody>
                  <a:tcPr>
                    <a:solidFill>
                      <a:srgbClr val="FFFFFF"/>
                    </a:solidFill>
                  </a:tcPr>
                </a:tc>
                <a:tc>
                  <a:txBody>
                    <a:bodyPr/>
                    <a:lstStyle/>
                    <a:p>
                      <a:pPr>
                        <a:defRPr sz="1100">
                          <a:solidFill>
                            <a:srgbClr val="333333"/>
                          </a:solidFill>
                          <a:latin typeface="Calibri"/>
                        </a:defRPr>
                      </a:pPr>
                      <a:r>
                        <a:t>4</a:t>
                      </a:r>
                    </a:p>
                  </a:txBody>
                  <a:tcPr>
                    <a:solidFill>
                      <a:srgbClr val="FFFFFF"/>
                    </a:solidFill>
                  </a:tcPr>
                </a:tc>
              </a:tr>
              <a:tr h="396240">
                <a:tc>
                  <a:txBody>
                    <a:bodyPr/>
                    <a:lstStyle/>
                    <a:p>
                      <a:pPr>
                        <a:defRPr sz="1100">
                          <a:solidFill>
                            <a:srgbClr val="333333"/>
                          </a:solidFill>
                          <a:latin typeface="Calibri"/>
                        </a:defRPr>
                      </a:pPr>
                      <a:r>
                        <a:t>Performance</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2</a:t>
                      </a:r>
                    </a:p>
                  </a:txBody>
                  <a:tcPr>
                    <a:solidFill>
                      <a:srgbClr val="F5F5F5"/>
                    </a:solidFill>
                  </a:tcPr>
                </a:tc>
                <a:tc>
                  <a:txBody>
                    <a:bodyPr/>
                    <a:lstStyle/>
                    <a:p>
                      <a:pPr>
                        <a:defRPr sz="1100">
                          <a:solidFill>
                            <a:srgbClr val="333333"/>
                          </a:solidFill>
                          <a:latin typeface="Calibri"/>
                        </a:defRPr>
                      </a:pPr>
                      <a:r>
                        <a:t>2</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4</a:t>
                      </a:r>
                    </a:p>
                  </a:txBody>
                  <a:tcPr>
                    <a:solidFill>
                      <a:srgbClr val="F5F5F5"/>
                    </a:solidFill>
                  </a:tcPr>
                </a:tc>
              </a:tr>
              <a:tr h="396240">
                <a:tc>
                  <a:txBody>
                    <a:bodyPr/>
                    <a:lstStyle/>
                    <a:p>
                      <a:pPr>
                        <a:defRPr sz="1100">
                          <a:solidFill>
                            <a:srgbClr val="333333"/>
                          </a:solidFill>
                          <a:latin typeface="Calibri"/>
                        </a:defRPr>
                      </a:pPr>
                      <a:r>
                        <a:t>CleanCore</a:t>
                      </a:r>
                    </a:p>
                  </a:txBody>
                  <a:tcPr>
                    <a:solidFill>
                      <a:srgbClr val="FFFFFF"/>
                    </a:solidFill>
                  </a:tcPr>
                </a:tc>
                <a:tc>
                  <a:txBody>
                    <a:bodyPr/>
                    <a:lstStyle/>
                    <a:p>
                      <a:pPr>
                        <a:defRPr sz="1100">
                          <a:solidFill>
                            <a:srgbClr val="333333"/>
                          </a:solidFill>
                          <a:latin typeface="Calibri"/>
                        </a:defRPr>
                      </a:pPr>
                      <a:r>
                        <a:t>0</a:t>
                      </a:r>
                    </a:p>
                  </a:txBody>
                  <a:tcPr>
                    <a:solidFill>
                      <a:srgbClr val="FFFFFF"/>
                    </a:solidFill>
                  </a:tcPr>
                </a:tc>
                <a:tc>
                  <a:txBody>
                    <a:bodyPr/>
                    <a:lstStyle/>
                    <a:p>
                      <a:pPr>
                        <a:defRPr sz="1100">
                          <a:solidFill>
                            <a:srgbClr val="333333"/>
                          </a:solidFill>
                          <a:latin typeface="Calibri"/>
                        </a:defRPr>
                      </a:pPr>
                      <a:r>
                        <a:t>6</a:t>
                      </a:r>
                    </a:p>
                  </a:txBody>
                  <a:tcPr>
                    <a:solidFill>
                      <a:srgbClr val="FFFFFF"/>
                    </a:solidFill>
                  </a:tcPr>
                </a:tc>
                <a:tc>
                  <a:txBody>
                    <a:bodyPr/>
                    <a:lstStyle/>
                    <a:p>
                      <a:pPr>
                        <a:defRPr sz="1100">
                          <a:solidFill>
                            <a:srgbClr val="333333"/>
                          </a:solidFill>
                          <a:latin typeface="Calibri"/>
                        </a:defRPr>
                      </a:pPr>
                      <a:r>
                        <a:t>0</a:t>
                      </a:r>
                    </a:p>
                  </a:txBody>
                  <a:tcPr>
                    <a:solidFill>
                      <a:srgbClr val="FFFFFF"/>
                    </a:solidFill>
                  </a:tcPr>
                </a:tc>
                <a:tc>
                  <a:txBody>
                    <a:bodyPr/>
                    <a:lstStyle/>
                    <a:p>
                      <a:pPr>
                        <a:defRPr sz="1100">
                          <a:solidFill>
                            <a:srgbClr val="333333"/>
                          </a:solidFill>
                          <a:latin typeface="Calibri"/>
                        </a:defRPr>
                      </a:pPr>
                      <a:r>
                        <a:t>0</a:t>
                      </a:r>
                    </a:p>
                  </a:txBody>
                  <a:tcPr>
                    <a:solidFill>
                      <a:srgbClr val="FFFFFF"/>
                    </a:solidFill>
                  </a:tcPr>
                </a:tc>
                <a:tc>
                  <a:txBody>
                    <a:bodyPr/>
                    <a:lstStyle/>
                    <a:p>
                      <a:pPr>
                        <a:defRPr sz="1100">
                          <a:solidFill>
                            <a:srgbClr val="333333"/>
                          </a:solidFill>
                          <a:latin typeface="Calibri"/>
                        </a:defRPr>
                      </a:pPr>
                      <a:r>
                        <a:t>6</a:t>
                      </a:r>
                    </a:p>
                  </a:txBody>
                  <a:tcPr>
                    <a:solidFill>
                      <a:srgbClr val="FFFFFF"/>
                    </a:solidFill>
                  </a:tcPr>
                </a:tc>
              </a:tr>
              <a:tr h="396240">
                <a:tc>
                  <a:txBody>
                    <a:bodyPr/>
                    <a:lstStyle/>
                    <a:p>
                      <a:pPr>
                        <a:defRPr sz="1100">
                          <a:solidFill>
                            <a:srgbClr val="333333"/>
                          </a:solidFill>
                          <a:latin typeface="Calibri"/>
                        </a:defRPr>
                      </a:pPr>
                      <a:r>
                        <a:t>Maintainability</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16</a:t>
                      </a:r>
                    </a:p>
                  </a:txBody>
                  <a:tcPr>
                    <a:solidFill>
                      <a:srgbClr val="F5F5F5"/>
                    </a:solidFill>
                  </a:tcPr>
                </a:tc>
                <a:tc>
                  <a:txBody>
                    <a:bodyPr/>
                    <a:lstStyle/>
                    <a:p>
                      <a:pPr>
                        <a:defRPr sz="1100">
                          <a:solidFill>
                            <a:srgbClr val="333333"/>
                          </a:solidFill>
                          <a:latin typeface="Calibri"/>
                        </a:defRPr>
                      </a:pPr>
                      <a:r>
                        <a:t>16</a:t>
                      </a:r>
                    </a:p>
                  </a:txBody>
                  <a:tcPr>
                    <a:solidFill>
                      <a:srgbClr val="F5F5F5"/>
                    </a:solidFill>
                  </a:tcPr>
                </a:tc>
              </a:tr>
              <a:tr h="396240">
                <a:tc>
                  <a:txBody>
                    <a:bodyPr/>
                    <a:lstStyle/>
                    <a:p>
                      <a:pPr>
                        <a:defRPr sz="1100" b="1">
                          <a:solidFill>
                            <a:srgbClr val="333333"/>
                          </a:solidFill>
                          <a:latin typeface="Calibri"/>
                        </a:defRPr>
                      </a:pPr>
                      <a:r>
                        <a:t>TOTAL</a:t>
                      </a:r>
                    </a:p>
                  </a:txBody>
                  <a:tcPr>
                    <a:solidFill>
                      <a:srgbClr val="FFFFFF"/>
                    </a:solidFill>
                  </a:tcPr>
                </a:tc>
                <a:tc>
                  <a:txBody>
                    <a:bodyPr/>
                    <a:lstStyle/>
                    <a:p>
                      <a:pPr>
                        <a:defRPr sz="1100" b="1">
                          <a:solidFill>
                            <a:srgbClr val="333333"/>
                          </a:solidFill>
                          <a:latin typeface="Calibri"/>
                        </a:defRPr>
                      </a:pPr>
                      <a:r>
                        <a:t>0</a:t>
                      </a:r>
                    </a:p>
                  </a:txBody>
                  <a:tcPr>
                    <a:solidFill>
                      <a:srgbClr val="FFFFFF"/>
                    </a:solidFill>
                  </a:tcPr>
                </a:tc>
                <a:tc>
                  <a:txBody>
                    <a:bodyPr/>
                    <a:lstStyle/>
                    <a:p>
                      <a:pPr>
                        <a:defRPr sz="1100" b="1">
                          <a:solidFill>
                            <a:srgbClr val="333333"/>
                          </a:solidFill>
                          <a:latin typeface="Calibri"/>
                        </a:defRPr>
                      </a:pPr>
                      <a:r>
                        <a:t>10</a:t>
                      </a:r>
                    </a:p>
                  </a:txBody>
                  <a:tcPr>
                    <a:solidFill>
                      <a:srgbClr val="FFFFFF"/>
                    </a:solidFill>
                  </a:tcPr>
                </a:tc>
                <a:tc>
                  <a:txBody>
                    <a:bodyPr/>
                    <a:lstStyle/>
                    <a:p>
                      <a:pPr>
                        <a:defRPr sz="1100" b="1">
                          <a:solidFill>
                            <a:srgbClr val="333333"/>
                          </a:solidFill>
                          <a:latin typeface="Calibri"/>
                        </a:defRPr>
                      </a:pPr>
                      <a:r>
                        <a:t>3</a:t>
                      </a:r>
                    </a:p>
                  </a:txBody>
                  <a:tcPr>
                    <a:solidFill>
                      <a:srgbClr val="FFFFFF"/>
                    </a:solidFill>
                  </a:tcPr>
                </a:tc>
                <a:tc>
                  <a:txBody>
                    <a:bodyPr/>
                    <a:lstStyle/>
                    <a:p>
                      <a:pPr>
                        <a:defRPr sz="1100" b="1">
                          <a:solidFill>
                            <a:srgbClr val="333333"/>
                          </a:solidFill>
                          <a:latin typeface="Calibri"/>
                        </a:defRPr>
                      </a:pPr>
                      <a:r>
                        <a:t>17</a:t>
                      </a:r>
                    </a:p>
                  </a:txBody>
                  <a:tcPr>
                    <a:solidFill>
                      <a:srgbClr val="FFFFFF"/>
                    </a:solidFill>
                  </a:tcPr>
                </a:tc>
                <a:tc>
                  <a:txBody>
                    <a:bodyPr/>
                    <a:lstStyle/>
                    <a:p>
                      <a:pPr>
                        <a:defRPr sz="1100" b="1">
                          <a:solidFill>
                            <a:srgbClr val="333333"/>
                          </a:solidFill>
                          <a:latin typeface="Calibri"/>
                        </a:defRPr>
                      </a:pPr>
                      <a:r>
                        <a:t>30</a:t>
                      </a:r>
                    </a:p>
                  </a:txBody>
                  <a:tcPr>
                    <a:solidFill>
                      <a:srgbClr val="FFFFFF"/>
                    </a:solidFill>
                  </a:tcPr>
                </a:tc>
              </a:tr>
            </a:tbl>
          </a:graphicData>
        </a:graphic>
      </p:graphicFrame>
      <p:sp>
        <p:nvSpPr>
          <p:cNvPr id="54" name="TextBox 53"/>
          <p:cNvSpPr txBox="1"/>
          <p:nvPr/>
        </p:nvSpPr>
        <p:spPr>
          <a:xfrm>
            <a:off x="3474720" y="5029200"/>
            <a:ext cx="8412480" cy="274320"/>
          </a:xfrm>
          <a:prstGeom prst="rect">
            <a:avLst/>
          </a:prstGeom>
          <a:noFill/>
        </p:spPr>
        <p:txBody>
          <a:bodyPr wrap="square">
            <a:spAutoFit/>
          </a:bodyPr>
          <a:lstStyle/>
          <a:p>
            <a:pPr>
              <a:defRPr sz="1400" b="1">
                <a:solidFill>
                  <a:srgbClr val="00B4C8"/>
                </a:solidFill>
                <a:latin typeface="Calibri"/>
              </a:defRPr>
            </a:pPr>
            <a:r>
              <a:t>Take-aways</a:t>
            </a:r>
          </a:p>
        </p:txBody>
      </p:sp>
      <p:sp>
        <p:nvSpPr>
          <p:cNvPr id="55" name="TextBox 54"/>
          <p:cNvSpPr txBox="1"/>
          <p:nvPr/>
        </p:nvSpPr>
        <p:spPr>
          <a:xfrm>
            <a:off x="3474720" y="5349240"/>
            <a:ext cx="8412480" cy="1280160"/>
          </a:xfrm>
          <a:prstGeom prst="rect">
            <a:avLst/>
          </a:prstGeom>
          <a:noFill/>
        </p:spPr>
        <p:txBody>
          <a:bodyPr wrap="square">
            <a:spAutoFit/>
          </a:bodyPr>
          <a:lstStyle/>
          <a:p>
            <a:pPr>
              <a:defRPr sz="1100" b="0">
                <a:solidFill>
                  <a:srgbClr val="333333"/>
                </a:solidFill>
                <a:latin typeface="Calibri"/>
              </a:defRPr>
            </a:pPr>
            <a:r>
              <a:t>• 0 CRITICAL — no immediate blockers on existing functionality.</a:t>
            </a:r>
          </a:p>
          <a:p>
            <a:pPr>
              <a:defRPr sz="1100" b="0">
                <a:solidFill>
                  <a:srgbClr val="333333"/>
                </a:solidFill>
                <a:latin typeface="Calibri"/>
              </a:defRPr>
            </a:pPr>
            <a:r>
              <a:t>• 10 HIGH — 6 CleanCore (blocks S/4HANA Cloud), 2 security, 2 performance.</a:t>
            </a:r>
          </a:p>
          <a:p>
            <a:pPr>
              <a:defRPr sz="1100" b="0">
                <a:solidFill>
                  <a:srgbClr val="333333"/>
                </a:solidFill>
                <a:latin typeface="Calibri"/>
              </a:defRPr>
            </a:pPr>
            <a:r>
              <a:t>• 16 LOW Maintainability — style debt; defer to next refactor.</a:t>
            </a:r>
          </a:p>
          <a:p>
            <a:pPr>
              <a:defRPr sz="1100" b="0">
                <a:solidFill>
                  <a:srgbClr val="333333"/>
                </a:solidFill>
                <a:latin typeface="Calibri"/>
              </a:defRPr>
            </a:pPr>
            <a:r>
              <a:t>• All 30 findings listed by category on the following slides.</a:t>
            </a:r>
          </a:p>
        </p:txBody>
      </p:sp>
    </p:spTree>
    <p:extLst>
      <p:ext uri="{BB962C8B-B14F-4D97-AF65-F5344CB8AC3E}">
        <p14:creationId xmlns:p14="http://schemas.microsoft.com/office/powerpoint/2010/main" val="776662744"/>
      </p:ext>
    </p:extLst>
  </p:cSld>
  <p:clrMapOvr>
    <a:masterClrMapping/>
  </p:clrMapOvr>
  <p:transition spd="slow"/>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CleanCore</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FINDING COUNTS</a:t>
            </a:r>
          </a:p>
          <a:p>
            <a:pPr>
              <a:defRPr sz="1200" b="1">
                <a:solidFill>
                  <a:srgbClr val="161616"/>
                </a:solidFill>
                <a:latin typeface="Calibri"/>
              </a:defRPr>
            </a:pPr>
            <a:r>
              <a:t>Total:</a:t>
            </a:r>
            <a:r>
              <a:rPr sz="1200" b="0">
                <a:solidFill>
                  <a:srgbClr val="333333"/>
                </a:solidFill>
                <a:latin typeface="Calibri"/>
              </a:rPr>
              <a:t> 6</a:t>
            </a:r>
          </a:p>
          <a:p>
            <a:pPr>
              <a:defRPr sz="1200" b="1">
                <a:solidFill>
                  <a:srgbClr val="161616"/>
                </a:solidFill>
                <a:latin typeface="Calibri"/>
              </a:defRPr>
            </a:pPr>
            <a:r>
              <a:t>HIGH:</a:t>
            </a:r>
            <a:r>
              <a:rPr sz="1200" b="0">
                <a:solidFill>
                  <a:srgbClr val="333333"/>
                </a:solidFill>
                <a:latin typeface="Calibri"/>
              </a:rPr>
              <a:t> 6</a:t>
            </a:r>
          </a:p>
          <a:p>
            <a:pPr>
              <a:defRPr sz="1200" b="1">
                <a:solidFill>
                  <a:srgbClr val="161616"/>
                </a:solidFill>
                <a:latin typeface="Calibri"/>
              </a:defRPr>
            </a:pPr>
            <a:r>
              <a:t>MEDIUM:</a:t>
            </a:r>
            <a:r>
              <a:rPr sz="1200" b="0">
                <a:solidFill>
                  <a:srgbClr val="333333"/>
                </a:solidFill>
                <a:latin typeface="Calibri"/>
              </a:rPr>
              <a:t> 0</a:t>
            </a:r>
          </a:p>
          <a:p>
            <a:pPr>
              <a:defRPr sz="1200" b="1">
                <a:solidFill>
                  <a:srgbClr val="161616"/>
                </a:solidFill>
                <a:latin typeface="Calibri"/>
              </a:defRPr>
            </a:pPr>
            <a:r>
              <a:t>LOW:</a:t>
            </a:r>
            <a:r>
              <a:rPr sz="1200" b="0">
                <a:solidFill>
                  <a:srgbClr val="333333"/>
                </a:solidFill>
                <a:latin typeface="Calibri"/>
              </a:rPr>
              <a:t> 0</a:t>
            </a:r>
          </a:p>
          <a:p>
            <a:pPr>
              <a:defRPr sz="1100">
                <a:solidFill>
                  <a:srgbClr val="333333"/>
                </a:solidFill>
                <a:latin typeface="Calibri"/>
              </a:defRPr>
            </a:pPr>
          </a:p>
          <a:p>
            <a:pPr>
              <a:defRPr sz="1100">
                <a:solidFill>
                  <a:srgbClr val="333333"/>
                </a:solidFill>
                <a:latin typeface="Calibri"/>
              </a:defRPr>
            </a:pPr>
            <a:r>
              <a:t>All HIGH severity.</a:t>
            </a:r>
          </a:p>
          <a:p>
            <a:pPr>
              <a:defRPr sz="1100">
                <a:solidFill>
                  <a:srgbClr val="333333"/>
                </a:solidFill>
                <a:latin typeface="Calibri"/>
              </a:defRPr>
            </a:pPr>
            <a:r>
              <a:t>Blocks S/4HANA Cloud.</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graphicFrame>
        <p:nvGraphicFramePr>
          <p:cNvPr id="50" name="Table 49"/>
          <p:cNvGraphicFramePr>
            <a:graphicFrameLocks noGrp="1"/>
          </p:cNvGraphicFramePr>
          <p:nvPr/>
        </p:nvGraphicFramePr>
        <p:xfrm>
          <a:off x="3474720" y="731520"/>
          <a:ext cx="8412480" cy="3200400"/>
        </p:xfrm>
        <a:graphic>
          <a:graphicData uri="http://schemas.openxmlformats.org/drawingml/2006/table">
            <a:tbl>
              <a:tblPr firstRow="1" bandRow="1">
                <a:tableStyleId>{5C22544A-7EE6-4342-B048-85BDC9FD1C3A}</a:tableStyleId>
              </a:tblPr>
              <a:tblGrid>
                <a:gridCol w="365760"/>
                <a:gridCol w="640080"/>
                <a:gridCol w="5029200"/>
                <a:gridCol w="2377440"/>
              </a:tblGrid>
              <a:tr h="365760">
                <a:tc>
                  <a:txBody>
                    <a:bodyPr/>
                    <a:lstStyle/>
                    <a:p>
                      <a:pPr>
                        <a:defRPr sz="1100" b="1">
                          <a:solidFill>
                            <a:srgbClr val="FFFFFF"/>
                          </a:solidFill>
                          <a:latin typeface="Calibri"/>
                        </a:defRPr>
                      </a:pPr>
                      <a:r>
                        <a:t>#</a:t>
                      </a:r>
                    </a:p>
                  </a:txBody>
                  <a:tcPr>
                    <a:solidFill>
                      <a:srgbClr val="161616"/>
                    </a:solidFill>
                  </a:tcPr>
                </a:tc>
                <a:tc>
                  <a:txBody>
                    <a:bodyPr/>
                    <a:lstStyle/>
                    <a:p>
                      <a:pPr>
                        <a:defRPr sz="1100" b="1">
                          <a:solidFill>
                            <a:srgbClr val="FFFFFF"/>
                          </a:solidFill>
                          <a:latin typeface="Calibri"/>
                        </a:defRPr>
                      </a:pPr>
                      <a:r>
                        <a:t>Sev</a:t>
                      </a:r>
                    </a:p>
                  </a:txBody>
                  <a:tcPr>
                    <a:solidFill>
                      <a:srgbClr val="161616"/>
                    </a:solidFill>
                  </a:tcPr>
                </a:tc>
                <a:tc>
                  <a:txBody>
                    <a:bodyPr/>
                    <a:lstStyle/>
                    <a:p>
                      <a:pPr>
                        <a:defRPr sz="1100" b="1">
                          <a:solidFill>
                            <a:srgbClr val="FFFFFF"/>
                          </a:solidFill>
                          <a:latin typeface="Calibri"/>
                        </a:defRPr>
                      </a:pPr>
                      <a:r>
                        <a:t>Finding title</a:t>
                      </a:r>
                    </a:p>
                  </a:txBody>
                  <a:tcPr>
                    <a:solidFill>
                      <a:srgbClr val="161616"/>
                    </a:solidFill>
                  </a:tcPr>
                </a:tc>
                <a:tc>
                  <a:txBody>
                    <a:bodyPr/>
                    <a:lstStyle/>
                    <a:p>
                      <a:pPr>
                        <a:defRPr sz="1100" b="1">
                          <a:solidFill>
                            <a:srgbClr val="FFFFFF"/>
                          </a:solidFill>
                          <a:latin typeface="Calibri"/>
                        </a:defRPr>
                      </a:pPr>
                      <a:r>
                        <a:t>Location</a:t>
                      </a:r>
                    </a:p>
                  </a:txBody>
                  <a:tcPr>
                    <a:solidFill>
                      <a:srgbClr val="161616"/>
                    </a:solidFill>
                  </a:tcPr>
                </a:tc>
              </a:tr>
              <a:tr h="472440">
                <a:tc>
                  <a:txBody>
                    <a:bodyPr/>
                    <a:lstStyle/>
                    <a:p>
                      <a:pPr>
                        <a:defRPr sz="1000">
                          <a:solidFill>
                            <a:srgbClr val="333333"/>
                          </a:solidFill>
                          <a:latin typeface="Calibri"/>
                        </a:defRPr>
                      </a:pPr>
                      <a:r>
                        <a:t>1</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OS command execution via `SXPG_COMMAND_EXECUTE` (shell access)</a:t>
                      </a:r>
                    </a:p>
                  </a:txBody>
                  <a:tcPr>
                    <a:solidFill>
                      <a:srgbClr val="FFFFFF"/>
                    </a:solidFill>
                  </a:tcPr>
                </a:tc>
                <a:tc>
                  <a:txBody>
                    <a:bodyPr/>
                    <a:lstStyle/>
                    <a:p>
                      <a:pPr>
                        <a:defRPr sz="1000">
                          <a:solidFill>
                            <a:srgbClr val="333333"/>
                          </a:solidFill>
                          <a:latin typeface="Consolas"/>
                        </a:defRPr>
                      </a:pPr>
                      <a:r>
                        <a:t>ZDMS_UPLOAD_FILES_F01:~325</a:t>
                      </a:r>
                    </a:p>
                  </a:txBody>
                  <a:tcPr>
                    <a:solidFill>
                      <a:srgbClr val="FFFFFF"/>
                    </a:solidFill>
                  </a:tcPr>
                </a:tc>
              </a:tr>
              <a:tr h="472440">
                <a:tc>
                  <a:txBody>
                    <a:bodyPr/>
                    <a:lstStyle/>
                    <a:p>
                      <a:pPr>
                        <a:defRPr sz="1000">
                          <a:solidFill>
                            <a:srgbClr val="333333"/>
                          </a:solidFill>
                          <a:latin typeface="Calibri"/>
                        </a:defRPr>
                      </a:pPr>
                      <a:r>
                        <a:t>2</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OS command execution via `SXPG_COMMAND_EXECUTE` (shell access)</a:t>
                      </a:r>
                    </a:p>
                  </a:txBody>
                  <a:tcPr>
                    <a:solidFill>
                      <a:srgbClr val="F5F5F5"/>
                    </a:solidFill>
                  </a:tcPr>
                </a:tc>
                <a:tc>
                  <a:txBody>
                    <a:bodyPr/>
                    <a:lstStyle/>
                    <a:p>
                      <a:pPr>
                        <a:defRPr sz="1000">
                          <a:solidFill>
                            <a:srgbClr val="333333"/>
                          </a:solidFill>
                          <a:latin typeface="Consolas"/>
                        </a:defRPr>
                      </a:pPr>
                      <a:r>
                        <a:t>ZDMS_UPLOAD_FILES_F01:~388</a:t>
                      </a:r>
                    </a:p>
                  </a:txBody>
                  <a:tcPr>
                    <a:solidFill>
                      <a:srgbClr val="F5F5F5"/>
                    </a:solidFill>
                  </a:tcPr>
                </a:tc>
              </a:tr>
              <a:tr h="472440">
                <a:tc>
                  <a:txBody>
                    <a:bodyPr/>
                    <a:lstStyle/>
                    <a:p>
                      <a:pPr>
                        <a:defRPr sz="1000">
                          <a:solidFill>
                            <a:srgbClr val="333333"/>
                          </a:solidFill>
                          <a:latin typeface="Calibri"/>
                        </a:defRPr>
                      </a:pPr>
                      <a:r>
                        <a:t>3</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File operations on application server via `OPEN DATASET` / `READ DATASET` / `TRANSFER` / `DELETE DATASET` (AL11-style)</a:t>
                      </a:r>
                    </a:p>
                  </a:txBody>
                  <a:tcPr>
                    <a:solidFill>
                      <a:srgbClr val="FFFFFF"/>
                    </a:solidFill>
                  </a:tcPr>
                </a:tc>
                <a:tc>
                  <a:txBody>
                    <a:bodyPr/>
                    <a:lstStyle/>
                    <a:p>
                      <a:pPr>
                        <a:defRPr sz="1000">
                          <a:solidFill>
                            <a:srgbClr val="333333"/>
                          </a:solidFill>
                          <a:latin typeface="Consolas"/>
                        </a:defRPr>
                      </a:pPr>
                      <a:r>
                        <a:t>ZDMS_UPLOAD_FILES_F01:~468</a:t>
                      </a:r>
                    </a:p>
                  </a:txBody>
                  <a:tcPr>
                    <a:solidFill>
                      <a:srgbClr val="FFFFFF"/>
                    </a:solidFill>
                  </a:tcPr>
                </a:tc>
              </a:tr>
              <a:tr h="472440">
                <a:tc>
                  <a:txBody>
                    <a:bodyPr/>
                    <a:lstStyle/>
                    <a:p>
                      <a:pPr>
                        <a:defRPr sz="1000">
                          <a:solidFill>
                            <a:srgbClr val="333333"/>
                          </a:solidFill>
                          <a:latin typeface="Calibri"/>
                        </a:defRPr>
                      </a:pPr>
                      <a:r>
                        <a:t>4</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File deletion on application server via `DELETE DATASET` (AL11-style)</a:t>
                      </a:r>
                    </a:p>
                  </a:txBody>
                  <a:tcPr>
                    <a:solidFill>
                      <a:srgbClr val="F5F5F5"/>
                    </a:solidFill>
                  </a:tcPr>
                </a:tc>
                <a:tc>
                  <a:txBody>
                    <a:bodyPr/>
                    <a:lstStyle/>
                    <a:p>
                      <a:pPr>
                        <a:defRPr sz="1000">
                          <a:solidFill>
                            <a:srgbClr val="333333"/>
                          </a:solidFill>
                          <a:latin typeface="Consolas"/>
                        </a:defRPr>
                      </a:pPr>
                      <a:r>
                        <a:t>ZDMS_UPLOAD_FILES_F01:~494</a:t>
                      </a:r>
                    </a:p>
                  </a:txBody>
                  <a:tcPr>
                    <a:solidFill>
                      <a:srgbClr val="F5F5F5"/>
                    </a:solidFill>
                  </a:tcPr>
                </a:tc>
              </a:tr>
              <a:tr h="472440">
                <a:tc>
                  <a:txBody>
                    <a:bodyPr/>
                    <a:lstStyle/>
                    <a:p>
                      <a:pPr>
                        <a:defRPr sz="1000">
                          <a:solidFill>
                            <a:srgbClr val="333333"/>
                          </a:solidFill>
                          <a:latin typeface="Calibri"/>
                        </a:defRPr>
                      </a:pPr>
                      <a:r>
                        <a:t>5</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File deletion on application server via `DELETE DATASET` (AL11-style)</a:t>
                      </a:r>
                    </a:p>
                  </a:txBody>
                  <a:tcPr>
                    <a:solidFill>
                      <a:srgbClr val="FFFFFF"/>
                    </a:solidFill>
                  </a:tcPr>
                </a:tc>
                <a:tc>
                  <a:txBody>
                    <a:bodyPr/>
                    <a:lstStyle/>
                    <a:p>
                      <a:pPr>
                        <a:defRPr sz="1000">
                          <a:solidFill>
                            <a:srgbClr val="333333"/>
                          </a:solidFill>
                          <a:latin typeface="Consolas"/>
                        </a:defRPr>
                      </a:pPr>
                      <a:r>
                        <a:t>ZDMS_UPLOAD_FILES_F01:~656</a:t>
                      </a:r>
                    </a:p>
                  </a:txBody>
                  <a:tcPr>
                    <a:solidFill>
                      <a:srgbClr val="FFFFFF"/>
                    </a:solidFill>
                  </a:tcPr>
                </a:tc>
              </a:tr>
              <a:tr h="472440">
                <a:tc>
                  <a:txBody>
                    <a:bodyPr/>
                    <a:lstStyle/>
                    <a:p>
                      <a:pPr>
                        <a:defRPr sz="1000">
                          <a:solidFill>
                            <a:srgbClr val="333333"/>
                          </a:solidFill>
                          <a:latin typeface="Calibri"/>
                        </a:defRPr>
                      </a:pPr>
                      <a:r>
                        <a:t>6</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Direct read of standard table `TVARVC` (released API alternative expected)</a:t>
                      </a:r>
                    </a:p>
                  </a:txBody>
                  <a:tcPr>
                    <a:solidFill>
                      <a:srgbClr val="F5F5F5"/>
                    </a:solidFill>
                  </a:tcPr>
                </a:tc>
                <a:tc>
                  <a:txBody>
                    <a:bodyPr/>
                    <a:lstStyle/>
                    <a:p>
                      <a:pPr>
                        <a:defRPr sz="1000">
                          <a:solidFill>
                            <a:srgbClr val="333333"/>
                          </a:solidFill>
                          <a:latin typeface="Consolas"/>
                        </a:defRPr>
                      </a:pPr>
                      <a:r>
                        <a:t>ZDMS_UPLOAD_FILES_F01:~164</a:t>
                      </a:r>
                    </a:p>
                  </a:txBody>
                  <a:tcPr>
                    <a:solidFill>
                      <a:srgbClr val="F5F5F5"/>
                    </a:solidFill>
                  </a:tcPr>
                </a:tc>
              </a:tr>
            </a:tbl>
          </a:graphicData>
        </a:graphic>
      </p:graphicFrame>
      <p:sp>
        <p:nvSpPr>
          <p:cNvPr id="51" name="TextBox 50"/>
          <p:cNvSpPr txBox="1"/>
          <p:nvPr/>
        </p:nvSpPr>
        <p:spPr>
          <a:xfrm>
            <a:off x="3474720" y="4206240"/>
            <a:ext cx="8412480" cy="274320"/>
          </a:xfrm>
          <a:prstGeom prst="rect">
            <a:avLst/>
          </a:prstGeom>
          <a:noFill/>
        </p:spPr>
        <p:txBody>
          <a:bodyPr wrap="square">
            <a:spAutoFit/>
          </a:bodyPr>
          <a:lstStyle/>
          <a:p>
            <a:pPr>
              <a:defRPr sz="1100" b="1">
                <a:solidFill>
                  <a:srgbClr val="C83636"/>
                </a:solidFill>
                <a:latin typeface="Calibri"/>
              </a:defRPr>
            </a:pPr>
            <a:r>
              <a:t>Representative · #1 · OS command execution via `SXPG_COMMAND_EXECUTE` (shell access)</a:t>
            </a:r>
          </a:p>
        </p:txBody>
      </p:sp>
      <p:sp>
        <p:nvSpPr>
          <p:cNvPr id="52" name="TextBox 51"/>
          <p:cNvSpPr txBox="1"/>
          <p:nvPr/>
        </p:nvSpPr>
        <p:spPr>
          <a:xfrm>
            <a:off x="3474720" y="4572000"/>
            <a:ext cx="8412480" cy="1097280"/>
          </a:xfrm>
          <a:prstGeom prst="rect">
            <a:avLst/>
          </a:prstGeom>
          <a:solidFill>
            <a:srgbClr val="F5F5F5"/>
          </a:solidFill>
        </p:spPr>
        <p:txBody>
          <a:bodyPr wrap="square">
            <a:spAutoFit/>
          </a:bodyPr>
          <a:lstStyle/>
          <a:p>
            <a:pPr>
              <a:defRPr sz="1000" b="0">
                <a:solidFill>
                  <a:srgbClr val="333333"/>
                </a:solidFill>
                <a:latin typeface="Consolas"/>
              </a:defRPr>
            </a:pPr>
            <a:r>
              <a:t>CALL FUNCTION 'SXPG_COMMAND_EXECUTE'</a:t>
            </a:r>
          </a:p>
          <a:p>
            <a:pPr>
              <a:defRPr sz="1000" b="0">
                <a:solidFill>
                  <a:srgbClr val="333333"/>
                </a:solidFill>
                <a:latin typeface="Consolas"/>
              </a:defRPr>
            </a:pPr>
            <a:r>
              <a:t>  EXPORTING</a:t>
            </a:r>
          </a:p>
          <a:p>
            <a:pPr>
              <a:defRPr sz="1000" b="0">
                <a:solidFill>
                  <a:srgbClr val="333333"/>
                </a:solidFill>
                <a:latin typeface="Consolas"/>
              </a:defRPr>
            </a:pPr>
            <a:r>
              <a:t>    commandname                   = lv_comm</a:t>
            </a:r>
          </a:p>
          <a:p>
            <a:pPr>
              <a:defRPr sz="1000" b="0">
                <a:solidFill>
                  <a:srgbClr val="333333"/>
                </a:solidFill>
                <a:latin typeface="Consolas"/>
              </a:defRPr>
            </a:pPr>
            <a:r>
              <a:t>    additional_parameters         = gv_param</a:t>
            </a:r>
          </a:p>
        </p:txBody>
      </p:sp>
      <p:sp>
        <p:nvSpPr>
          <p:cNvPr id="53" name="TextBox 52"/>
          <p:cNvSpPr txBox="1"/>
          <p:nvPr/>
        </p:nvSpPr>
        <p:spPr>
          <a:xfrm>
            <a:off x="3474720" y="5897879"/>
            <a:ext cx="8412480" cy="274320"/>
          </a:xfrm>
          <a:prstGeom prst="rect">
            <a:avLst/>
          </a:prstGeom>
          <a:noFill/>
        </p:spPr>
        <p:txBody>
          <a:bodyPr wrap="square">
            <a:spAutoFit/>
          </a:bodyPr>
          <a:lstStyle/>
          <a:p>
            <a:pPr>
              <a:defRPr sz="1100" b="1">
                <a:solidFill>
                  <a:srgbClr val="00B4C8"/>
                </a:solidFill>
                <a:latin typeface="Calibri"/>
              </a:defRPr>
            </a:pPr>
            <a:r>
              <a:t>Recommendation pattern</a:t>
            </a:r>
          </a:p>
        </p:txBody>
      </p:sp>
      <p:sp>
        <p:nvSpPr>
          <p:cNvPr id="54" name="TextBox 53"/>
          <p:cNvSpPr txBox="1"/>
          <p:nvPr/>
        </p:nvSpPr>
        <p:spPr>
          <a:xfrm>
            <a:off x="3474720" y="6263640"/>
            <a:ext cx="8412480" cy="822960"/>
          </a:xfrm>
          <a:prstGeom prst="rect">
            <a:avLst/>
          </a:prstGeom>
          <a:noFill/>
        </p:spPr>
        <p:txBody>
          <a:bodyPr wrap="square">
            <a:spAutoFit/>
          </a:bodyPr>
          <a:lstStyle/>
          <a:p>
            <a:pPr>
              <a:defRPr sz="1000" b="0">
                <a:solidFill>
                  <a:srgbClr val="333333"/>
                </a:solidFill>
                <a:latin typeface="Calibri"/>
              </a:defRPr>
            </a:pPr>
            <a:r>
              <a:t>Replace SXPG_COMMAND_EXECUTE + AL11 file I/O with released integration: native ABAP SFTP class, BTP Integration Suite SFTP adapter, or attachment/document APIs. Avoid direct reads of standard SAP tables when a released CDS/API exists.</a:t>
            </a:r>
          </a:p>
        </p:txBody>
      </p:sp>
    </p:spTree>
    <p:extLst>
      <p:ext uri="{BB962C8B-B14F-4D97-AF65-F5344CB8AC3E}">
        <p14:creationId xmlns:p14="http://schemas.microsoft.com/office/powerpoint/2010/main" val="2620996960"/>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Security</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FINDING COUNTS</a:t>
            </a:r>
          </a:p>
          <a:p>
            <a:pPr>
              <a:defRPr sz="1200" b="1">
                <a:solidFill>
                  <a:srgbClr val="161616"/>
                </a:solidFill>
                <a:latin typeface="Calibri"/>
              </a:defRPr>
            </a:pPr>
            <a:r>
              <a:t>Total:</a:t>
            </a:r>
            <a:r>
              <a:rPr sz="1200" b="0">
                <a:solidFill>
                  <a:srgbClr val="333333"/>
                </a:solidFill>
                <a:latin typeface="Calibri"/>
              </a:rPr>
              <a:t> 4</a:t>
            </a:r>
          </a:p>
          <a:p>
            <a:pPr>
              <a:defRPr sz="1200" b="1">
                <a:solidFill>
                  <a:srgbClr val="161616"/>
                </a:solidFill>
                <a:latin typeface="Calibri"/>
              </a:defRPr>
            </a:pPr>
            <a:r>
              <a:t>HIGH:</a:t>
            </a:r>
            <a:r>
              <a:rPr sz="1200" b="0">
                <a:solidFill>
                  <a:srgbClr val="333333"/>
                </a:solidFill>
                <a:latin typeface="Calibri"/>
              </a:rPr>
              <a:t> 2</a:t>
            </a:r>
          </a:p>
          <a:p>
            <a:pPr>
              <a:defRPr sz="1200" b="1">
                <a:solidFill>
                  <a:srgbClr val="161616"/>
                </a:solidFill>
                <a:latin typeface="Calibri"/>
              </a:defRPr>
            </a:pPr>
            <a:r>
              <a:t>MEDIUM:</a:t>
            </a:r>
            <a:r>
              <a:rPr sz="1200" b="0">
                <a:solidFill>
                  <a:srgbClr val="333333"/>
                </a:solidFill>
                <a:latin typeface="Calibri"/>
              </a:rPr>
              <a:t> 1</a:t>
            </a:r>
          </a:p>
          <a:p>
            <a:pPr>
              <a:defRPr sz="1200" b="1">
                <a:solidFill>
                  <a:srgbClr val="161616"/>
                </a:solidFill>
                <a:latin typeface="Calibri"/>
              </a:defRPr>
            </a:pPr>
            <a:r>
              <a:t>LOW:</a:t>
            </a:r>
            <a:r>
              <a:rPr sz="1200" b="0">
                <a:solidFill>
                  <a:srgbClr val="333333"/>
                </a:solidFill>
                <a:latin typeface="Calibri"/>
              </a:rPr>
              <a:t> 1</a:t>
            </a:r>
          </a:p>
          <a:p>
            <a:pPr>
              <a:defRPr sz="1100">
                <a:solidFill>
                  <a:srgbClr val="333333"/>
                </a:solidFill>
                <a:latin typeface="Calibri"/>
              </a:defRPr>
            </a:pPr>
          </a:p>
          <a:p>
            <a:pPr>
              <a:defRPr sz="1100">
                <a:solidFill>
                  <a:srgbClr val="333333"/>
                </a:solidFill>
                <a:latin typeface="Calibri"/>
              </a:defRPr>
            </a:pPr>
            <a:r>
              <a:t>Missing AUTHORITY-CHECKs.</a:t>
            </a:r>
          </a:p>
          <a:p>
            <a:pPr>
              <a:defRPr sz="1100">
                <a:solidFill>
                  <a:srgbClr val="333333"/>
                </a:solidFill>
                <a:latin typeface="Calibri"/>
              </a:defRPr>
            </a:pPr>
            <a:r>
              <a:t>Shell-injection risk.</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graphicFrame>
        <p:nvGraphicFramePr>
          <p:cNvPr id="50" name="Table 49"/>
          <p:cNvGraphicFramePr>
            <a:graphicFrameLocks noGrp="1"/>
          </p:cNvGraphicFramePr>
          <p:nvPr/>
        </p:nvGraphicFramePr>
        <p:xfrm>
          <a:off x="3474720" y="731520"/>
          <a:ext cx="8412480" cy="2286000"/>
        </p:xfrm>
        <a:graphic>
          <a:graphicData uri="http://schemas.openxmlformats.org/drawingml/2006/table">
            <a:tbl>
              <a:tblPr firstRow="1" bandRow="1">
                <a:tableStyleId>{5C22544A-7EE6-4342-B048-85BDC9FD1C3A}</a:tableStyleId>
              </a:tblPr>
              <a:tblGrid>
                <a:gridCol w="365760"/>
                <a:gridCol w="640080"/>
                <a:gridCol w="5029200"/>
                <a:gridCol w="2377440"/>
              </a:tblGrid>
              <a:tr h="365760">
                <a:tc>
                  <a:txBody>
                    <a:bodyPr/>
                    <a:lstStyle/>
                    <a:p>
                      <a:pPr>
                        <a:defRPr sz="1100" b="1">
                          <a:solidFill>
                            <a:srgbClr val="FFFFFF"/>
                          </a:solidFill>
                          <a:latin typeface="Calibri"/>
                        </a:defRPr>
                      </a:pPr>
                      <a:r>
                        <a:t>#</a:t>
                      </a:r>
                    </a:p>
                  </a:txBody>
                  <a:tcPr>
                    <a:solidFill>
                      <a:srgbClr val="161616"/>
                    </a:solidFill>
                  </a:tcPr>
                </a:tc>
                <a:tc>
                  <a:txBody>
                    <a:bodyPr/>
                    <a:lstStyle/>
                    <a:p>
                      <a:pPr>
                        <a:defRPr sz="1100" b="1">
                          <a:solidFill>
                            <a:srgbClr val="FFFFFF"/>
                          </a:solidFill>
                          <a:latin typeface="Calibri"/>
                        </a:defRPr>
                      </a:pPr>
                      <a:r>
                        <a:t>Sev</a:t>
                      </a:r>
                    </a:p>
                  </a:txBody>
                  <a:tcPr>
                    <a:solidFill>
                      <a:srgbClr val="161616"/>
                    </a:solidFill>
                  </a:tcPr>
                </a:tc>
                <a:tc>
                  <a:txBody>
                    <a:bodyPr/>
                    <a:lstStyle/>
                    <a:p>
                      <a:pPr>
                        <a:defRPr sz="1100" b="1">
                          <a:solidFill>
                            <a:srgbClr val="FFFFFF"/>
                          </a:solidFill>
                          <a:latin typeface="Calibri"/>
                        </a:defRPr>
                      </a:pPr>
                      <a:r>
                        <a:t>Finding title</a:t>
                      </a:r>
                    </a:p>
                  </a:txBody>
                  <a:tcPr>
                    <a:solidFill>
                      <a:srgbClr val="161616"/>
                    </a:solidFill>
                  </a:tcPr>
                </a:tc>
                <a:tc>
                  <a:txBody>
                    <a:bodyPr/>
                    <a:lstStyle/>
                    <a:p>
                      <a:pPr>
                        <a:defRPr sz="1100" b="1">
                          <a:solidFill>
                            <a:srgbClr val="FFFFFF"/>
                          </a:solidFill>
                          <a:latin typeface="Calibri"/>
                        </a:defRPr>
                      </a:pPr>
                      <a:r>
                        <a:t>Location</a:t>
                      </a:r>
                    </a:p>
                  </a:txBody>
                  <a:tcPr>
                    <a:solidFill>
                      <a:srgbClr val="161616"/>
                    </a:solidFill>
                  </a:tcPr>
                </a:tc>
              </a:tr>
              <a:tr h="480060">
                <a:tc>
                  <a:txBody>
                    <a:bodyPr/>
                    <a:lstStyle/>
                    <a:p>
                      <a:pPr>
                        <a:defRPr sz="1000">
                          <a:solidFill>
                            <a:srgbClr val="333333"/>
                          </a:solidFill>
                          <a:latin typeface="Calibri"/>
                        </a:defRPr>
                      </a:pPr>
                      <a:r>
                        <a:t>1</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Missing explicit authorization check before OS command execution (SFTP GET)</a:t>
                      </a:r>
                    </a:p>
                  </a:txBody>
                  <a:tcPr>
                    <a:solidFill>
                      <a:srgbClr val="FFFFFF"/>
                    </a:solidFill>
                  </a:tcPr>
                </a:tc>
                <a:tc>
                  <a:txBody>
                    <a:bodyPr/>
                    <a:lstStyle/>
                    <a:p>
                      <a:pPr>
                        <a:defRPr sz="1000">
                          <a:solidFill>
                            <a:srgbClr val="333333"/>
                          </a:solidFill>
                          <a:latin typeface="Consolas"/>
                        </a:defRPr>
                      </a:pPr>
                      <a:r>
                        <a:t>ZDMS_UPLOAD_FILES_F01:~250</a:t>
                      </a:r>
                    </a:p>
                  </a:txBody>
                  <a:tcPr>
                    <a:solidFill>
                      <a:srgbClr val="FFFFFF"/>
                    </a:solidFill>
                  </a:tcPr>
                </a:tc>
              </a:tr>
              <a:tr h="480060">
                <a:tc>
                  <a:txBody>
                    <a:bodyPr/>
                    <a:lstStyle/>
                    <a:p>
                      <a:pPr>
                        <a:defRPr sz="1000">
                          <a:solidFill>
                            <a:srgbClr val="333333"/>
                          </a:solidFill>
                          <a:latin typeface="Calibri"/>
                        </a:defRPr>
                      </a:pPr>
                      <a:r>
                        <a:t>2</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Missing explicit authorization check before OS command execution (SFTP PUT)</a:t>
                      </a:r>
                    </a:p>
                  </a:txBody>
                  <a:tcPr>
                    <a:solidFill>
                      <a:srgbClr val="F5F5F5"/>
                    </a:solidFill>
                  </a:tcPr>
                </a:tc>
                <a:tc>
                  <a:txBody>
                    <a:bodyPr/>
                    <a:lstStyle/>
                    <a:p>
                      <a:pPr>
                        <a:defRPr sz="1000">
                          <a:solidFill>
                            <a:srgbClr val="333333"/>
                          </a:solidFill>
                          <a:latin typeface="Consolas"/>
                        </a:defRPr>
                      </a:pPr>
                      <a:r>
                        <a:t>ZDMS_UPLOAD_FILES_F01:~320</a:t>
                      </a:r>
                    </a:p>
                  </a:txBody>
                  <a:tcPr>
                    <a:solidFill>
                      <a:srgbClr val="F5F5F5"/>
                    </a:solidFill>
                  </a:tcPr>
                </a:tc>
              </a:tr>
              <a:tr h="480060">
                <a:tc>
                  <a:txBody>
                    <a:bodyPr/>
                    <a:lstStyle/>
                    <a:p>
                      <a:pPr>
                        <a:defRPr sz="1000">
                          <a:solidFill>
                            <a:srgbClr val="333333"/>
                          </a:solidFill>
                          <a:latin typeface="Calibri"/>
                        </a:defRPr>
                      </a:pPr>
                      <a:r>
                        <a:t>3</a:t>
                      </a:r>
                    </a:p>
                  </a:txBody>
                  <a:tcPr>
                    <a:solidFill>
                      <a:srgbClr val="FFFFFF"/>
                    </a:solidFill>
                  </a:tcPr>
                </a:tc>
                <a:tc>
                  <a:txBody>
                    <a:bodyPr/>
                    <a:lstStyle/>
                    <a:p>
                      <a:pPr>
                        <a:defRPr sz="1000" b="1">
                          <a:solidFill>
                            <a:srgbClr val="CC9900"/>
                          </a:solidFill>
                          <a:latin typeface="Calibri"/>
                        </a:defRPr>
                      </a:pPr>
                      <a:r>
                        <a:t>MEDIUM</a:t>
                      </a:r>
                    </a:p>
                  </a:txBody>
                  <a:tcPr>
                    <a:solidFill>
                      <a:srgbClr val="FFFFFF"/>
                    </a:solidFill>
                  </a:tcPr>
                </a:tc>
                <a:tc>
                  <a:txBody>
                    <a:bodyPr/>
                    <a:lstStyle/>
                    <a:p>
                      <a:pPr>
                        <a:defRPr sz="1000">
                          <a:solidFill>
                            <a:srgbClr val="333333"/>
                          </a:solidFill>
                          <a:latin typeface="Calibri"/>
                        </a:defRPr>
                      </a:pPr>
                      <a:r>
                        <a:t>Shell-injection risk: building `additional_parameters` via concatenation of configurable values</a:t>
                      </a:r>
                    </a:p>
                  </a:txBody>
                  <a:tcPr>
                    <a:solidFill>
                      <a:srgbClr val="FFFFFF"/>
                    </a:solidFill>
                  </a:tcPr>
                </a:tc>
                <a:tc>
                  <a:txBody>
                    <a:bodyPr/>
                    <a:lstStyle/>
                    <a:p>
                      <a:pPr>
                        <a:defRPr sz="1000">
                          <a:solidFill>
                            <a:srgbClr val="333333"/>
                          </a:solidFill>
                          <a:latin typeface="Consolas"/>
                        </a:defRPr>
                      </a:pPr>
                      <a:r>
                        <a:t>ZDMS_UPLOAD_FILES_F01:~420</a:t>
                      </a:r>
                    </a:p>
                  </a:txBody>
                  <a:tcPr>
                    <a:solidFill>
                      <a:srgbClr val="FFFFFF"/>
                    </a:solidFill>
                  </a:tcPr>
                </a:tc>
              </a:tr>
              <a:tr h="480060">
                <a:tc>
                  <a:txBody>
                    <a:bodyPr/>
                    <a:lstStyle/>
                    <a:p>
                      <a:pPr>
                        <a:defRPr sz="1000">
                          <a:solidFill>
                            <a:srgbClr val="333333"/>
                          </a:solidFill>
                          <a:latin typeface="Calibri"/>
                        </a:defRPr>
                      </a:pPr>
                      <a:r>
                        <a:t>4</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Sensitive operational details may be exposed via plain report output</a:t>
                      </a:r>
                    </a:p>
                  </a:txBody>
                  <a:tcPr>
                    <a:solidFill>
                      <a:srgbClr val="F5F5F5"/>
                    </a:solidFill>
                  </a:tcPr>
                </a:tc>
                <a:tc>
                  <a:txBody>
                    <a:bodyPr/>
                    <a:lstStyle/>
                    <a:p>
                      <a:pPr>
                        <a:defRPr sz="1000">
                          <a:solidFill>
                            <a:srgbClr val="333333"/>
                          </a:solidFill>
                          <a:latin typeface="Consolas"/>
                        </a:defRPr>
                      </a:pPr>
                      <a:r>
                        <a:t>ZDMS_UPLOAD_FILES_F01:~385</a:t>
                      </a:r>
                    </a:p>
                  </a:txBody>
                  <a:tcPr>
                    <a:solidFill>
                      <a:srgbClr val="F5F5F5"/>
                    </a:solidFill>
                  </a:tcPr>
                </a:tc>
              </a:tr>
            </a:tbl>
          </a:graphicData>
        </a:graphic>
      </p:graphicFrame>
      <p:sp>
        <p:nvSpPr>
          <p:cNvPr id="51" name="TextBox 50"/>
          <p:cNvSpPr txBox="1"/>
          <p:nvPr/>
        </p:nvSpPr>
        <p:spPr>
          <a:xfrm>
            <a:off x="3474720" y="3291839"/>
            <a:ext cx="8412480" cy="274320"/>
          </a:xfrm>
          <a:prstGeom prst="rect">
            <a:avLst/>
          </a:prstGeom>
          <a:noFill/>
        </p:spPr>
        <p:txBody>
          <a:bodyPr wrap="square">
            <a:spAutoFit/>
          </a:bodyPr>
          <a:lstStyle/>
          <a:p>
            <a:pPr>
              <a:defRPr sz="1100" b="1">
                <a:solidFill>
                  <a:srgbClr val="E67E22"/>
                </a:solidFill>
                <a:latin typeface="Calibri"/>
              </a:defRPr>
            </a:pPr>
            <a:r>
              <a:t>Representative · #1 · Missing explicit authorization check before OS command execution (SFTP GET)</a:t>
            </a:r>
          </a:p>
        </p:txBody>
      </p:sp>
      <p:sp>
        <p:nvSpPr>
          <p:cNvPr id="52" name="TextBox 51"/>
          <p:cNvSpPr txBox="1"/>
          <p:nvPr/>
        </p:nvSpPr>
        <p:spPr>
          <a:xfrm>
            <a:off x="3474720" y="3657599"/>
            <a:ext cx="8412480" cy="1097280"/>
          </a:xfrm>
          <a:prstGeom prst="rect">
            <a:avLst/>
          </a:prstGeom>
          <a:solidFill>
            <a:srgbClr val="F5F5F5"/>
          </a:solidFill>
        </p:spPr>
        <p:txBody>
          <a:bodyPr wrap="square">
            <a:spAutoFit/>
          </a:bodyPr>
          <a:lstStyle/>
          <a:p>
            <a:pPr>
              <a:defRPr sz="1000" b="0">
                <a:solidFill>
                  <a:srgbClr val="333333"/>
                </a:solidFill>
                <a:latin typeface="Consolas"/>
              </a:defRPr>
            </a:pPr>
            <a:r>
              <a:t>CALL FUNCTION 'SXPG_COMMAND_EXECUTE'</a:t>
            </a:r>
          </a:p>
          <a:p>
            <a:pPr>
              <a:defRPr sz="1000" b="0">
                <a:solidFill>
                  <a:srgbClr val="333333"/>
                </a:solidFill>
                <a:latin typeface="Consolas"/>
              </a:defRPr>
            </a:pPr>
            <a:r>
              <a:t>  EXPORTING</a:t>
            </a:r>
          </a:p>
          <a:p>
            <a:pPr>
              <a:defRPr sz="1000" b="0">
                <a:solidFill>
                  <a:srgbClr val="333333"/>
                </a:solidFill>
                <a:latin typeface="Consolas"/>
              </a:defRPr>
            </a:pPr>
            <a:r>
              <a:t>    commandname           = lv_comm</a:t>
            </a:r>
          </a:p>
          <a:p>
            <a:pPr>
              <a:defRPr sz="1000" b="0">
                <a:solidFill>
                  <a:srgbClr val="333333"/>
                </a:solidFill>
                <a:latin typeface="Consolas"/>
              </a:defRPr>
            </a:pPr>
            <a:r>
              <a:t>    additional_parameters = gv_param</a:t>
            </a:r>
          </a:p>
        </p:txBody>
      </p:sp>
      <p:sp>
        <p:nvSpPr>
          <p:cNvPr id="53" name="TextBox 52"/>
          <p:cNvSpPr txBox="1"/>
          <p:nvPr/>
        </p:nvSpPr>
        <p:spPr>
          <a:xfrm>
            <a:off x="3474720" y="4983479"/>
            <a:ext cx="8412480" cy="274320"/>
          </a:xfrm>
          <a:prstGeom prst="rect">
            <a:avLst/>
          </a:prstGeom>
          <a:noFill/>
        </p:spPr>
        <p:txBody>
          <a:bodyPr wrap="square">
            <a:spAutoFit/>
          </a:bodyPr>
          <a:lstStyle/>
          <a:p>
            <a:pPr>
              <a:defRPr sz="1100" b="1">
                <a:solidFill>
                  <a:srgbClr val="00B4C8"/>
                </a:solidFill>
                <a:latin typeface="Calibri"/>
              </a:defRPr>
            </a:pPr>
            <a:r>
              <a:t>Recommendation pattern</a:t>
            </a:r>
          </a:p>
        </p:txBody>
      </p:sp>
      <p:sp>
        <p:nvSpPr>
          <p:cNvPr id="54" name="TextBox 53"/>
          <p:cNvSpPr txBox="1"/>
          <p:nvPr/>
        </p:nvSpPr>
        <p:spPr>
          <a:xfrm>
            <a:off x="3474720" y="5349240"/>
            <a:ext cx="8412480" cy="822960"/>
          </a:xfrm>
          <a:prstGeom prst="rect">
            <a:avLst/>
          </a:prstGeom>
          <a:noFill/>
        </p:spPr>
        <p:txBody>
          <a:bodyPr wrap="square">
            <a:spAutoFit/>
          </a:bodyPr>
          <a:lstStyle/>
          <a:p>
            <a:pPr>
              <a:defRPr sz="1000" b="0">
                <a:solidFill>
                  <a:srgbClr val="333333"/>
                </a:solidFill>
                <a:latin typeface="Calibri"/>
              </a:defRPr>
            </a:pPr>
            <a:r>
              <a:t>Add explicit AUTHORITY-CHECK (S_LOG_COM / S_RZL_ADM) before every SXPG_COMMAND_EXECUTE. Validate/escape additional_parameters values before concatenation. Restrict allowed commands in SM69.</a:t>
            </a:r>
          </a:p>
        </p:txBody>
      </p:sp>
    </p:spTree>
    <p:extLst>
      <p:ext uri="{BB962C8B-B14F-4D97-AF65-F5344CB8AC3E}">
        <p14:creationId xmlns:p14="http://schemas.microsoft.com/office/powerpoint/2010/main" val="2620996960"/>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Performance</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FINDING COUNTS</a:t>
            </a:r>
          </a:p>
          <a:p>
            <a:pPr>
              <a:defRPr sz="1200" b="1">
                <a:solidFill>
                  <a:srgbClr val="161616"/>
                </a:solidFill>
                <a:latin typeface="Calibri"/>
              </a:defRPr>
            </a:pPr>
            <a:r>
              <a:t>Total:</a:t>
            </a:r>
            <a:r>
              <a:rPr sz="1200" b="0">
                <a:solidFill>
                  <a:srgbClr val="333333"/>
                </a:solidFill>
                <a:latin typeface="Calibri"/>
              </a:rPr>
              <a:t> 4</a:t>
            </a:r>
          </a:p>
          <a:p>
            <a:pPr>
              <a:defRPr sz="1200" b="1">
                <a:solidFill>
                  <a:srgbClr val="161616"/>
                </a:solidFill>
                <a:latin typeface="Calibri"/>
              </a:defRPr>
            </a:pPr>
            <a:r>
              <a:t>HIGH:</a:t>
            </a:r>
            <a:r>
              <a:rPr sz="1200" b="0">
                <a:solidFill>
                  <a:srgbClr val="333333"/>
                </a:solidFill>
                <a:latin typeface="Calibri"/>
              </a:rPr>
              <a:t> 2</a:t>
            </a:r>
          </a:p>
          <a:p>
            <a:pPr>
              <a:defRPr sz="1200" b="1">
                <a:solidFill>
                  <a:srgbClr val="161616"/>
                </a:solidFill>
                <a:latin typeface="Calibri"/>
              </a:defRPr>
            </a:pPr>
            <a:r>
              <a:t>MEDIUM:</a:t>
            </a:r>
            <a:r>
              <a:rPr sz="1200" b="0">
                <a:solidFill>
                  <a:srgbClr val="333333"/>
                </a:solidFill>
                <a:latin typeface="Calibri"/>
              </a:rPr>
              <a:t> 2</a:t>
            </a:r>
          </a:p>
          <a:p>
            <a:pPr>
              <a:defRPr sz="1200" b="1">
                <a:solidFill>
                  <a:srgbClr val="161616"/>
                </a:solidFill>
                <a:latin typeface="Calibri"/>
              </a:defRPr>
            </a:pPr>
            <a:r>
              <a:t>LOW:</a:t>
            </a:r>
            <a:r>
              <a:rPr sz="1200" b="0">
                <a:solidFill>
                  <a:srgbClr val="333333"/>
                </a:solidFill>
                <a:latin typeface="Calibri"/>
              </a:rPr>
              <a:t> 0</a:t>
            </a:r>
          </a:p>
          <a:p>
            <a:pPr>
              <a:defRPr sz="1100">
                <a:solidFill>
                  <a:srgbClr val="333333"/>
                </a:solidFill>
                <a:latin typeface="Calibri"/>
              </a:defRPr>
            </a:pPr>
          </a:p>
          <a:p>
            <a:pPr>
              <a:defRPr sz="1100">
                <a:solidFill>
                  <a:srgbClr val="333333"/>
                </a:solidFill>
                <a:latin typeface="Calibri"/>
              </a:defRPr>
            </a:pPr>
            <a:r>
              <a:t>Repeated FM in LOOP.</a:t>
            </a:r>
          </a:p>
          <a:p>
            <a:pPr>
              <a:defRPr sz="1100">
                <a:solidFill>
                  <a:srgbClr val="333333"/>
                </a:solidFill>
                <a:latin typeface="Calibri"/>
              </a:defRPr>
            </a:pPr>
            <a:r>
              <a:t>SELECT * on wide tables.</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graphicFrame>
        <p:nvGraphicFramePr>
          <p:cNvPr id="50" name="Table 49"/>
          <p:cNvGraphicFramePr>
            <a:graphicFrameLocks noGrp="1"/>
          </p:cNvGraphicFramePr>
          <p:nvPr/>
        </p:nvGraphicFramePr>
        <p:xfrm>
          <a:off x="3474720" y="731520"/>
          <a:ext cx="8412480" cy="2286000"/>
        </p:xfrm>
        <a:graphic>
          <a:graphicData uri="http://schemas.openxmlformats.org/drawingml/2006/table">
            <a:tbl>
              <a:tblPr firstRow="1" bandRow="1">
                <a:tableStyleId>{5C22544A-7EE6-4342-B048-85BDC9FD1C3A}</a:tableStyleId>
              </a:tblPr>
              <a:tblGrid>
                <a:gridCol w="365760"/>
                <a:gridCol w="640080"/>
                <a:gridCol w="5029200"/>
                <a:gridCol w="2377440"/>
              </a:tblGrid>
              <a:tr h="365760">
                <a:tc>
                  <a:txBody>
                    <a:bodyPr/>
                    <a:lstStyle/>
                    <a:p>
                      <a:pPr>
                        <a:defRPr sz="1100" b="1">
                          <a:solidFill>
                            <a:srgbClr val="FFFFFF"/>
                          </a:solidFill>
                          <a:latin typeface="Calibri"/>
                        </a:defRPr>
                      </a:pPr>
                      <a:r>
                        <a:t>#</a:t>
                      </a:r>
                    </a:p>
                  </a:txBody>
                  <a:tcPr>
                    <a:solidFill>
                      <a:srgbClr val="161616"/>
                    </a:solidFill>
                  </a:tcPr>
                </a:tc>
                <a:tc>
                  <a:txBody>
                    <a:bodyPr/>
                    <a:lstStyle/>
                    <a:p>
                      <a:pPr>
                        <a:defRPr sz="1100" b="1">
                          <a:solidFill>
                            <a:srgbClr val="FFFFFF"/>
                          </a:solidFill>
                          <a:latin typeface="Calibri"/>
                        </a:defRPr>
                      </a:pPr>
                      <a:r>
                        <a:t>Sev</a:t>
                      </a:r>
                    </a:p>
                  </a:txBody>
                  <a:tcPr>
                    <a:solidFill>
                      <a:srgbClr val="161616"/>
                    </a:solidFill>
                  </a:tcPr>
                </a:tc>
                <a:tc>
                  <a:txBody>
                    <a:bodyPr/>
                    <a:lstStyle/>
                    <a:p>
                      <a:pPr>
                        <a:defRPr sz="1100" b="1">
                          <a:solidFill>
                            <a:srgbClr val="FFFFFF"/>
                          </a:solidFill>
                          <a:latin typeface="Calibri"/>
                        </a:defRPr>
                      </a:pPr>
                      <a:r>
                        <a:t>Finding title</a:t>
                      </a:r>
                    </a:p>
                  </a:txBody>
                  <a:tcPr>
                    <a:solidFill>
                      <a:srgbClr val="161616"/>
                    </a:solidFill>
                  </a:tcPr>
                </a:tc>
                <a:tc>
                  <a:txBody>
                    <a:bodyPr/>
                    <a:lstStyle/>
                    <a:p>
                      <a:pPr>
                        <a:defRPr sz="1100" b="1">
                          <a:solidFill>
                            <a:srgbClr val="FFFFFF"/>
                          </a:solidFill>
                          <a:latin typeface="Calibri"/>
                        </a:defRPr>
                      </a:pPr>
                      <a:r>
                        <a:t>Location</a:t>
                      </a:r>
                    </a:p>
                  </a:txBody>
                  <a:tcPr>
                    <a:solidFill>
                      <a:srgbClr val="161616"/>
                    </a:solidFill>
                  </a:tcPr>
                </a:tc>
              </a:tr>
              <a:tr h="480060">
                <a:tc>
                  <a:txBody>
                    <a:bodyPr/>
                    <a:lstStyle/>
                    <a:p>
                      <a:pPr>
                        <a:defRPr sz="1000">
                          <a:solidFill>
                            <a:srgbClr val="333333"/>
                          </a:solidFill>
                          <a:latin typeface="Calibri"/>
                        </a:defRPr>
                      </a:pPr>
                      <a:r>
                        <a:t>1</a:t>
                      </a:r>
                    </a:p>
                  </a:txBody>
                  <a:tcPr>
                    <a:solidFill>
                      <a:srgbClr val="FFFFFF"/>
                    </a:solidFill>
                  </a:tcPr>
                </a:tc>
                <a:tc>
                  <a:txBody>
                    <a:bodyPr/>
                    <a:lstStyle/>
                    <a:p>
                      <a:pPr>
                        <a:defRPr sz="1000" b="1">
                          <a:solidFill>
                            <a:srgbClr val="CC9900"/>
                          </a:solidFill>
                          <a:latin typeface="Calibri"/>
                        </a:defRPr>
                      </a:pPr>
                      <a:r>
                        <a:t>MEDIUM</a:t>
                      </a:r>
                    </a:p>
                  </a:txBody>
                  <a:tcPr>
                    <a:solidFill>
                      <a:srgbClr val="FFFFFF"/>
                    </a:solidFill>
                  </a:tcPr>
                </a:tc>
                <a:tc>
                  <a:txBody>
                    <a:bodyPr/>
                    <a:lstStyle/>
                    <a:p>
                      <a:pPr>
                        <a:defRPr sz="1000">
                          <a:solidFill>
                            <a:srgbClr val="333333"/>
                          </a:solidFill>
                          <a:latin typeface="Calibri"/>
                        </a:defRPr>
                      </a:pPr>
                      <a:r>
                        <a:t>`SELECT *` from TVARVC (unnecessary wide fetch)</a:t>
                      </a:r>
                    </a:p>
                  </a:txBody>
                  <a:tcPr>
                    <a:solidFill>
                      <a:srgbClr val="FFFFFF"/>
                    </a:solidFill>
                  </a:tcPr>
                </a:tc>
                <a:tc>
                  <a:txBody>
                    <a:bodyPr/>
                    <a:lstStyle/>
                    <a:p>
                      <a:pPr>
                        <a:defRPr sz="1000">
                          <a:solidFill>
                            <a:srgbClr val="333333"/>
                          </a:solidFill>
                          <a:latin typeface="Consolas"/>
                        </a:defRPr>
                      </a:pPr>
                      <a:r>
                        <a:t>ZDMS_UPLOAD_FILES_F01:~120</a:t>
                      </a:r>
                    </a:p>
                  </a:txBody>
                  <a:tcPr>
                    <a:solidFill>
                      <a:srgbClr val="FFFFFF"/>
                    </a:solidFill>
                  </a:tcPr>
                </a:tc>
              </a:tr>
              <a:tr h="480060">
                <a:tc>
                  <a:txBody>
                    <a:bodyPr/>
                    <a:lstStyle/>
                    <a:p>
                      <a:pPr>
                        <a:defRPr sz="1000">
                          <a:solidFill>
                            <a:srgbClr val="333333"/>
                          </a:solidFill>
                          <a:latin typeface="Calibri"/>
                        </a:defRPr>
                      </a:pPr>
                      <a:r>
                        <a:t>2</a:t>
                      </a:r>
                    </a:p>
                  </a:txBody>
                  <a:tcPr>
                    <a:solidFill>
                      <a:srgbClr val="F5F5F5"/>
                    </a:solidFill>
                  </a:tcPr>
                </a:tc>
                <a:tc>
                  <a:txBody>
                    <a:bodyPr/>
                    <a:lstStyle/>
                    <a:p>
                      <a:pPr>
                        <a:defRPr sz="1000" b="1">
                          <a:solidFill>
                            <a:srgbClr val="CC9900"/>
                          </a:solidFill>
                          <a:latin typeface="Calibri"/>
                        </a:defRPr>
                      </a:pPr>
                      <a:r>
                        <a:t>MEDIUM</a:t>
                      </a:r>
                    </a:p>
                  </a:txBody>
                  <a:tcPr>
                    <a:solidFill>
                      <a:srgbClr val="F5F5F5"/>
                    </a:solidFill>
                  </a:tcPr>
                </a:tc>
                <a:tc>
                  <a:txBody>
                    <a:bodyPr/>
                    <a:lstStyle/>
                    <a:p>
                      <a:pPr>
                        <a:defRPr sz="1000">
                          <a:solidFill>
                            <a:srgbClr val="333333"/>
                          </a:solidFill>
                          <a:latin typeface="Calibri"/>
                        </a:defRPr>
                      </a:pPr>
                      <a:r>
                        <a:t>`SELECT *` from DMS_DOC_FILES (potentially wide table)</a:t>
                      </a:r>
                    </a:p>
                  </a:txBody>
                  <a:tcPr>
                    <a:solidFill>
                      <a:srgbClr val="F5F5F5"/>
                    </a:solidFill>
                  </a:tcPr>
                </a:tc>
                <a:tc>
                  <a:txBody>
                    <a:bodyPr/>
                    <a:lstStyle/>
                    <a:p>
                      <a:pPr>
                        <a:defRPr sz="1000">
                          <a:solidFill>
                            <a:srgbClr val="333333"/>
                          </a:solidFill>
                          <a:latin typeface="Consolas"/>
                        </a:defRPr>
                      </a:pPr>
                      <a:r>
                        <a:t>ZDMS_UPLOAD_FILES_F01:~150</a:t>
                      </a:r>
                    </a:p>
                  </a:txBody>
                  <a:tcPr>
                    <a:solidFill>
                      <a:srgbClr val="F5F5F5"/>
                    </a:solidFill>
                  </a:tcPr>
                </a:tc>
              </a:tr>
              <a:tr h="480060">
                <a:tc>
                  <a:txBody>
                    <a:bodyPr/>
                    <a:lstStyle/>
                    <a:p>
                      <a:pPr>
                        <a:defRPr sz="1000">
                          <a:solidFill>
                            <a:srgbClr val="333333"/>
                          </a:solidFill>
                          <a:latin typeface="Calibri"/>
                        </a:defRPr>
                      </a:pPr>
                      <a:r>
                        <a:t>3</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Repeated function/module calls inside loop (FORMAT_MESSAGE)</a:t>
                      </a:r>
                    </a:p>
                  </a:txBody>
                  <a:tcPr>
                    <a:solidFill>
                      <a:srgbClr val="FFFFFF"/>
                    </a:solidFill>
                  </a:tcPr>
                </a:tc>
                <a:tc>
                  <a:txBody>
                    <a:bodyPr/>
                    <a:lstStyle/>
                    <a:p>
                      <a:pPr>
                        <a:defRPr sz="1000">
                          <a:solidFill>
                            <a:srgbClr val="333333"/>
                          </a:solidFill>
                          <a:latin typeface="Consolas"/>
                        </a:defRPr>
                      </a:pPr>
                      <a:r>
                        <a:t>ZDMS_UPLOAD_FILES_F01:~235</a:t>
                      </a:r>
                    </a:p>
                  </a:txBody>
                  <a:tcPr>
                    <a:solidFill>
                      <a:srgbClr val="FFFFFF"/>
                    </a:solidFill>
                  </a:tcPr>
                </a:tc>
              </a:tr>
              <a:tr h="480060">
                <a:tc>
                  <a:txBody>
                    <a:bodyPr/>
                    <a:lstStyle/>
                    <a:p>
                      <a:pPr>
                        <a:defRPr sz="1000">
                          <a:solidFill>
                            <a:srgbClr val="333333"/>
                          </a:solidFill>
                          <a:latin typeface="Calibri"/>
                        </a:defRPr>
                      </a:pPr>
                      <a:r>
                        <a:t>4</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Repeated function/module calls inside loop (ZDMS_UPLOAD_DOCUMENTS)</a:t>
                      </a:r>
                    </a:p>
                  </a:txBody>
                  <a:tcPr>
                    <a:solidFill>
                      <a:srgbClr val="F5F5F5"/>
                    </a:solidFill>
                  </a:tcPr>
                </a:tc>
                <a:tc>
                  <a:txBody>
                    <a:bodyPr/>
                    <a:lstStyle/>
                    <a:p>
                      <a:pPr>
                        <a:defRPr sz="1000">
                          <a:solidFill>
                            <a:srgbClr val="333333"/>
                          </a:solidFill>
                          <a:latin typeface="Consolas"/>
                        </a:defRPr>
                      </a:pPr>
                      <a:r>
                        <a:t>ZDMS_UPLOAD_FILES_F01:~205</a:t>
                      </a:r>
                    </a:p>
                  </a:txBody>
                  <a:tcPr>
                    <a:solidFill>
                      <a:srgbClr val="F5F5F5"/>
                    </a:solidFill>
                  </a:tcPr>
                </a:tc>
              </a:tr>
            </a:tbl>
          </a:graphicData>
        </a:graphic>
      </p:graphicFrame>
      <p:sp>
        <p:nvSpPr>
          <p:cNvPr id="51" name="TextBox 50"/>
          <p:cNvSpPr txBox="1"/>
          <p:nvPr/>
        </p:nvSpPr>
        <p:spPr>
          <a:xfrm>
            <a:off x="3474720" y="3291839"/>
            <a:ext cx="8412480" cy="274320"/>
          </a:xfrm>
          <a:prstGeom prst="rect">
            <a:avLst/>
          </a:prstGeom>
          <a:noFill/>
        </p:spPr>
        <p:txBody>
          <a:bodyPr wrap="square">
            <a:spAutoFit/>
          </a:bodyPr>
          <a:lstStyle/>
          <a:p>
            <a:pPr>
              <a:defRPr sz="1100" b="1">
                <a:solidFill>
                  <a:srgbClr val="E67E22"/>
                </a:solidFill>
                <a:latin typeface="Calibri"/>
              </a:defRPr>
            </a:pPr>
            <a:r>
              <a:t>Representative · #3 · Repeated function/module calls inside loop (FORMAT_MESSAGE)</a:t>
            </a:r>
          </a:p>
        </p:txBody>
      </p:sp>
      <p:sp>
        <p:nvSpPr>
          <p:cNvPr id="52" name="TextBox 51"/>
          <p:cNvSpPr txBox="1"/>
          <p:nvPr/>
        </p:nvSpPr>
        <p:spPr>
          <a:xfrm>
            <a:off x="3474720" y="3657599"/>
            <a:ext cx="8412480" cy="1097280"/>
          </a:xfrm>
          <a:prstGeom prst="rect">
            <a:avLst/>
          </a:prstGeom>
          <a:solidFill>
            <a:srgbClr val="F5F5F5"/>
          </a:solidFill>
        </p:spPr>
        <p:txBody>
          <a:bodyPr wrap="square">
            <a:spAutoFit/>
          </a:bodyPr>
          <a:lstStyle/>
          <a:p>
            <a:pPr>
              <a:defRPr sz="1000" b="0">
                <a:solidFill>
                  <a:srgbClr val="333333"/>
                </a:solidFill>
                <a:latin typeface="Consolas"/>
              </a:defRPr>
            </a:pPr>
            <a:r>
              <a:t>LOOP AT pt_data ASSIGNING FIELD-SYMBOL(&lt;fs_data&gt;).</a:t>
            </a:r>
          </a:p>
          <a:p>
            <a:pPr>
              <a:defRPr sz="1000" b="0">
                <a:solidFill>
                  <a:srgbClr val="333333"/>
                </a:solidFill>
                <a:latin typeface="Consolas"/>
              </a:defRPr>
            </a:pPr>
            <a:r>
              <a:t>  ...</a:t>
            </a:r>
          </a:p>
          <a:p>
            <a:pPr>
              <a:defRPr sz="1000" b="0">
                <a:solidFill>
                  <a:srgbClr val="333333"/>
                </a:solidFill>
                <a:latin typeface="Consolas"/>
              </a:defRPr>
            </a:pPr>
            <a:r>
              <a:t>  CALL FUNCTION 'FORMAT_MESSAGE'</a:t>
            </a:r>
          </a:p>
          <a:p>
            <a:pPr>
              <a:defRPr sz="1000" b="0">
                <a:solidFill>
                  <a:srgbClr val="333333"/>
                </a:solidFill>
                <a:latin typeface="Consolas"/>
              </a:defRPr>
            </a:pPr>
            <a:r>
              <a:t>    EXPORTING</a:t>
            </a:r>
          </a:p>
        </p:txBody>
      </p:sp>
      <p:sp>
        <p:nvSpPr>
          <p:cNvPr id="53" name="TextBox 52"/>
          <p:cNvSpPr txBox="1"/>
          <p:nvPr/>
        </p:nvSpPr>
        <p:spPr>
          <a:xfrm>
            <a:off x="3474720" y="4983479"/>
            <a:ext cx="8412480" cy="274320"/>
          </a:xfrm>
          <a:prstGeom prst="rect">
            <a:avLst/>
          </a:prstGeom>
          <a:noFill/>
        </p:spPr>
        <p:txBody>
          <a:bodyPr wrap="square">
            <a:spAutoFit/>
          </a:bodyPr>
          <a:lstStyle/>
          <a:p>
            <a:pPr>
              <a:defRPr sz="1100" b="1">
                <a:solidFill>
                  <a:srgbClr val="00B4C8"/>
                </a:solidFill>
                <a:latin typeface="Calibri"/>
              </a:defRPr>
            </a:pPr>
            <a:r>
              <a:t>Recommendation pattern</a:t>
            </a:r>
          </a:p>
        </p:txBody>
      </p:sp>
      <p:sp>
        <p:nvSpPr>
          <p:cNvPr id="54" name="TextBox 53"/>
          <p:cNvSpPr txBox="1"/>
          <p:nvPr/>
        </p:nvSpPr>
        <p:spPr>
          <a:xfrm>
            <a:off x="3474720" y="5349240"/>
            <a:ext cx="8412480" cy="822960"/>
          </a:xfrm>
          <a:prstGeom prst="rect">
            <a:avLst/>
          </a:prstGeom>
          <a:noFill/>
        </p:spPr>
        <p:txBody>
          <a:bodyPr wrap="square">
            <a:spAutoFit/>
          </a:bodyPr>
          <a:lstStyle/>
          <a:p>
            <a:pPr>
              <a:defRPr sz="1000" b="0">
                <a:solidFill>
                  <a:srgbClr val="333333"/>
                </a:solidFill>
                <a:latin typeface="Calibri"/>
              </a:defRPr>
            </a:pPr>
            <a:r>
              <a:t>Hoist repeated function-module calls out of LOOPs; cache results in HASHED tables. Replace SELECT * with explicit field lists; add WHERE on indexed keys. Use BINARY SEARCH or sorted itab for inner lookups.</a:t>
            </a:r>
          </a:p>
        </p:txBody>
      </p:sp>
    </p:spTree>
    <p:extLst>
      <p:ext uri="{BB962C8B-B14F-4D97-AF65-F5344CB8AC3E}">
        <p14:creationId xmlns:p14="http://schemas.microsoft.com/office/powerpoint/2010/main" val="2620996960"/>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Maintainability</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FINDING COUNTS</a:t>
            </a:r>
          </a:p>
          <a:p>
            <a:pPr>
              <a:defRPr sz="1200" b="1">
                <a:solidFill>
                  <a:srgbClr val="161616"/>
                </a:solidFill>
                <a:latin typeface="Calibri"/>
              </a:defRPr>
            </a:pPr>
            <a:r>
              <a:t>Total:</a:t>
            </a:r>
            <a:r>
              <a:rPr sz="1200" b="0">
                <a:solidFill>
                  <a:srgbClr val="333333"/>
                </a:solidFill>
                <a:latin typeface="Calibri"/>
              </a:rPr>
              <a:t> 16</a:t>
            </a:r>
          </a:p>
          <a:p>
            <a:pPr>
              <a:defRPr sz="1200" b="1">
                <a:solidFill>
                  <a:srgbClr val="161616"/>
                </a:solidFill>
                <a:latin typeface="Calibri"/>
              </a:defRPr>
            </a:pPr>
            <a:r>
              <a:t>HIGH:</a:t>
            </a:r>
            <a:r>
              <a:rPr sz="1200" b="0">
                <a:solidFill>
                  <a:srgbClr val="333333"/>
                </a:solidFill>
                <a:latin typeface="Calibri"/>
              </a:rPr>
              <a:t> 0</a:t>
            </a:r>
          </a:p>
          <a:p>
            <a:pPr>
              <a:defRPr sz="1200" b="1">
                <a:solidFill>
                  <a:srgbClr val="161616"/>
                </a:solidFill>
                <a:latin typeface="Calibri"/>
              </a:defRPr>
            </a:pPr>
            <a:r>
              <a:t>MEDIUM:</a:t>
            </a:r>
            <a:r>
              <a:rPr sz="1200" b="0">
                <a:solidFill>
                  <a:srgbClr val="333333"/>
                </a:solidFill>
                <a:latin typeface="Calibri"/>
              </a:rPr>
              <a:t> 0</a:t>
            </a:r>
          </a:p>
          <a:p>
            <a:pPr>
              <a:defRPr sz="1200" b="1">
                <a:solidFill>
                  <a:srgbClr val="161616"/>
                </a:solidFill>
                <a:latin typeface="Calibri"/>
              </a:defRPr>
            </a:pPr>
            <a:r>
              <a:t>LOW:</a:t>
            </a:r>
            <a:r>
              <a:rPr sz="1200" b="0">
                <a:solidFill>
                  <a:srgbClr val="333333"/>
                </a:solidFill>
                <a:latin typeface="Calibri"/>
              </a:rPr>
              <a:t> 16</a:t>
            </a:r>
          </a:p>
          <a:p>
            <a:pPr>
              <a:defRPr sz="1100">
                <a:solidFill>
                  <a:srgbClr val="333333"/>
                </a:solidFill>
                <a:latin typeface="Calibri"/>
              </a:defRPr>
            </a:pPr>
          </a:p>
          <a:p>
            <a:pPr>
              <a:defRPr sz="1100">
                <a:solidFill>
                  <a:srgbClr val="333333"/>
                </a:solidFill>
                <a:latin typeface="Calibri"/>
              </a:defRPr>
            </a:pPr>
            <a:r>
              <a:t>Style debt only.</a:t>
            </a:r>
          </a:p>
          <a:p>
            <a:pPr>
              <a:defRPr sz="1100">
                <a:solidFill>
                  <a:srgbClr val="333333"/>
                </a:solidFill>
                <a:latin typeface="Calibri"/>
              </a:defRPr>
            </a:pPr>
            <a:r>
              <a:t>Defer to refactor.</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graphicFrame>
        <p:nvGraphicFramePr>
          <p:cNvPr id="50" name="Table 49"/>
          <p:cNvGraphicFramePr>
            <a:graphicFrameLocks noGrp="1"/>
          </p:cNvGraphicFramePr>
          <p:nvPr/>
        </p:nvGraphicFramePr>
        <p:xfrm>
          <a:off x="3474720" y="640080"/>
          <a:ext cx="8412480" cy="5486400"/>
        </p:xfrm>
        <a:graphic>
          <a:graphicData uri="http://schemas.openxmlformats.org/drawingml/2006/table">
            <a:tbl>
              <a:tblPr firstRow="1" bandRow="1">
                <a:tableStyleId>{5C22544A-7EE6-4342-B048-85BDC9FD1C3A}</a:tableStyleId>
              </a:tblPr>
              <a:tblGrid>
                <a:gridCol w="365760"/>
                <a:gridCol w="640080"/>
                <a:gridCol w="5029200"/>
                <a:gridCol w="2377440"/>
              </a:tblGrid>
              <a:tr h="365760">
                <a:tc>
                  <a:txBody>
                    <a:bodyPr/>
                    <a:lstStyle/>
                    <a:p>
                      <a:pPr>
                        <a:defRPr sz="1100" b="1">
                          <a:solidFill>
                            <a:srgbClr val="FFFFFF"/>
                          </a:solidFill>
                          <a:latin typeface="Calibri"/>
                        </a:defRPr>
                      </a:pPr>
                      <a:r>
                        <a:t>#</a:t>
                      </a:r>
                    </a:p>
                  </a:txBody>
                  <a:tcPr>
                    <a:solidFill>
                      <a:srgbClr val="161616"/>
                    </a:solidFill>
                  </a:tcPr>
                </a:tc>
                <a:tc>
                  <a:txBody>
                    <a:bodyPr/>
                    <a:lstStyle/>
                    <a:p>
                      <a:pPr>
                        <a:defRPr sz="1100" b="1">
                          <a:solidFill>
                            <a:srgbClr val="FFFFFF"/>
                          </a:solidFill>
                          <a:latin typeface="Calibri"/>
                        </a:defRPr>
                      </a:pPr>
                      <a:r>
                        <a:t>Sev</a:t>
                      </a:r>
                    </a:p>
                  </a:txBody>
                  <a:tcPr>
                    <a:solidFill>
                      <a:srgbClr val="161616"/>
                    </a:solidFill>
                  </a:tcPr>
                </a:tc>
                <a:tc>
                  <a:txBody>
                    <a:bodyPr/>
                    <a:lstStyle/>
                    <a:p>
                      <a:pPr>
                        <a:defRPr sz="1100" b="1">
                          <a:solidFill>
                            <a:srgbClr val="FFFFFF"/>
                          </a:solidFill>
                          <a:latin typeface="Calibri"/>
                        </a:defRPr>
                      </a:pPr>
                      <a:r>
                        <a:t>Finding title</a:t>
                      </a:r>
                    </a:p>
                  </a:txBody>
                  <a:tcPr>
                    <a:solidFill>
                      <a:srgbClr val="161616"/>
                    </a:solidFill>
                  </a:tcPr>
                </a:tc>
                <a:tc>
                  <a:txBody>
                    <a:bodyPr/>
                    <a:lstStyle/>
                    <a:p>
                      <a:pPr>
                        <a:defRPr sz="1100" b="1">
                          <a:solidFill>
                            <a:srgbClr val="FFFFFF"/>
                          </a:solidFill>
                          <a:latin typeface="Calibri"/>
                        </a:defRPr>
                      </a:pPr>
                      <a:r>
                        <a:t>Location</a:t>
                      </a:r>
                    </a:p>
                  </a:txBody>
                  <a:tcPr>
                    <a:solidFill>
                      <a:srgbClr val="161616"/>
                    </a:solidFill>
                  </a:tcPr>
                </a:tc>
              </a:tr>
              <a:tr h="320040">
                <a:tc>
                  <a:txBody>
                    <a:bodyPr/>
                    <a:lstStyle/>
                    <a:p>
                      <a:pPr>
                        <a:defRPr sz="1000">
                          <a:solidFill>
                            <a:srgbClr val="333333"/>
                          </a:solidFill>
                          <a:latin typeface="Calibri"/>
                        </a:defRPr>
                      </a:pPr>
                      <a:r>
                        <a:t>1</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string building with CONCATENATE</a:t>
                      </a:r>
                    </a:p>
                  </a:txBody>
                  <a:tcPr>
                    <a:solidFill>
                      <a:srgbClr val="FFFFFF"/>
                    </a:solidFill>
                  </a:tcPr>
                </a:tc>
                <a:tc>
                  <a:txBody>
                    <a:bodyPr/>
                    <a:lstStyle/>
                    <a:p>
                      <a:pPr>
                        <a:defRPr sz="1000">
                          <a:solidFill>
                            <a:srgbClr val="333333"/>
                          </a:solidFill>
                          <a:latin typeface="Consolas"/>
                        </a:defRPr>
                      </a:pPr>
                      <a:r>
                        <a:t>ZDMS_UPLOAD_FILES_F01:33</a:t>
                      </a:r>
                    </a:p>
                  </a:txBody>
                  <a:tcPr>
                    <a:solidFill>
                      <a:srgbClr val="FFFFFF"/>
                    </a:solidFill>
                  </a:tcPr>
                </a:tc>
              </a:tr>
              <a:tr h="320040">
                <a:tc>
                  <a:txBody>
                    <a:bodyPr/>
                    <a:lstStyle/>
                    <a:p>
                      <a:pPr>
                        <a:defRPr sz="1000">
                          <a:solidFill>
                            <a:srgbClr val="333333"/>
                          </a:solidFill>
                          <a:latin typeface="Calibri"/>
                        </a:defRPr>
                      </a:pPr>
                      <a:r>
                        <a:t>2</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Magic value for “color” control (unclear semantics)</a:t>
                      </a:r>
                    </a:p>
                  </a:txBody>
                  <a:tcPr>
                    <a:solidFill>
                      <a:srgbClr val="F5F5F5"/>
                    </a:solidFill>
                  </a:tcPr>
                </a:tc>
                <a:tc>
                  <a:txBody>
                    <a:bodyPr/>
                    <a:lstStyle/>
                    <a:p>
                      <a:pPr>
                        <a:defRPr sz="1000">
                          <a:solidFill>
                            <a:srgbClr val="333333"/>
                          </a:solidFill>
                          <a:latin typeface="Consolas"/>
                        </a:defRPr>
                      </a:pPr>
                      <a:r>
                        <a:t>ZDMS_UPLOAD_FILES_F01:54</a:t>
                      </a:r>
                    </a:p>
                  </a:txBody>
                  <a:tcPr>
                    <a:solidFill>
                      <a:srgbClr val="F5F5F5"/>
                    </a:solidFill>
                  </a:tcPr>
                </a:tc>
              </a:tr>
              <a:tr h="320040">
                <a:tc>
                  <a:txBody>
                    <a:bodyPr/>
                    <a:lstStyle/>
                    <a:p>
                      <a:pPr>
                        <a:defRPr sz="1000">
                          <a:solidFill>
                            <a:srgbClr val="333333"/>
                          </a:solidFill>
                          <a:latin typeface="Calibri"/>
                        </a:defRPr>
                      </a:pPr>
                      <a:r>
                        <a:t>3</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Magic literals for color codes</a:t>
                      </a:r>
                    </a:p>
                  </a:txBody>
                  <a:tcPr>
                    <a:solidFill>
                      <a:srgbClr val="FFFFFF"/>
                    </a:solidFill>
                  </a:tcPr>
                </a:tc>
                <a:tc>
                  <a:txBody>
                    <a:bodyPr/>
                    <a:lstStyle/>
                    <a:p>
                      <a:pPr>
                        <a:defRPr sz="1000">
                          <a:solidFill>
                            <a:srgbClr val="333333"/>
                          </a:solidFill>
                          <a:latin typeface="Consolas"/>
                        </a:defRPr>
                      </a:pPr>
                      <a:r>
                        <a:t>ZDMS_UPLOAD_FILES_F01:61</a:t>
                      </a:r>
                    </a:p>
                  </a:txBody>
                  <a:tcPr>
                    <a:solidFill>
                      <a:srgbClr val="FFFFFF"/>
                    </a:solidFill>
                  </a:tcPr>
                </a:tc>
              </a:tr>
              <a:tr h="320040">
                <a:tc>
                  <a:txBody>
                    <a:bodyPr/>
                    <a:lstStyle/>
                    <a:p>
                      <a:pPr>
                        <a:defRPr sz="1000">
                          <a:solidFill>
                            <a:srgbClr val="333333"/>
                          </a:solidFill>
                          <a:latin typeface="Calibri"/>
                        </a:defRPr>
                      </a:pPr>
                      <a:r>
                        <a:t>4</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Obsolete internal table declaration with HEADER LINE</a:t>
                      </a:r>
                    </a:p>
                  </a:txBody>
                  <a:tcPr>
                    <a:solidFill>
                      <a:srgbClr val="F5F5F5"/>
                    </a:solidFill>
                  </a:tcPr>
                </a:tc>
                <a:tc>
                  <a:txBody>
                    <a:bodyPr/>
                    <a:lstStyle/>
                    <a:p>
                      <a:pPr>
                        <a:defRPr sz="1000">
                          <a:solidFill>
                            <a:srgbClr val="333333"/>
                          </a:solidFill>
                          <a:latin typeface="Consolas"/>
                        </a:defRPr>
                      </a:pPr>
                      <a:r>
                        <a:t>ZDMS_UPLOAD_FILES_F01:332</a:t>
                      </a:r>
                    </a:p>
                  </a:txBody>
                  <a:tcPr>
                    <a:solidFill>
                      <a:srgbClr val="F5F5F5"/>
                    </a:solidFill>
                  </a:tcPr>
                </a:tc>
              </a:tr>
              <a:tr h="320040">
                <a:tc>
                  <a:txBody>
                    <a:bodyPr/>
                    <a:lstStyle/>
                    <a:p>
                      <a:pPr>
                        <a:defRPr sz="1000">
                          <a:solidFill>
                            <a:srgbClr val="333333"/>
                          </a:solidFill>
                          <a:latin typeface="Calibri"/>
                        </a:defRPr>
                      </a:pPr>
                      <a:r>
                        <a:t>5</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internal table declaration with HEADER LINE (second instance)</a:t>
                      </a:r>
                    </a:p>
                  </a:txBody>
                  <a:tcPr>
                    <a:solidFill>
                      <a:srgbClr val="FFFFFF"/>
                    </a:solidFill>
                  </a:tcPr>
                </a:tc>
                <a:tc>
                  <a:txBody>
                    <a:bodyPr/>
                    <a:lstStyle/>
                    <a:p>
                      <a:pPr>
                        <a:defRPr sz="1000">
                          <a:solidFill>
                            <a:srgbClr val="333333"/>
                          </a:solidFill>
                          <a:latin typeface="Consolas"/>
                        </a:defRPr>
                      </a:pPr>
                      <a:r>
                        <a:t>ZDMS_UPLOAD_FILES_F01:411</a:t>
                      </a:r>
                    </a:p>
                  </a:txBody>
                  <a:tcPr>
                    <a:solidFill>
                      <a:srgbClr val="FFFFFF"/>
                    </a:solidFill>
                  </a:tcPr>
                </a:tc>
              </a:tr>
              <a:tr h="320040">
                <a:tc>
                  <a:txBody>
                    <a:bodyPr/>
                    <a:lstStyle/>
                    <a:p>
                      <a:pPr>
                        <a:defRPr sz="1000">
                          <a:solidFill>
                            <a:srgbClr val="333333"/>
                          </a:solidFill>
                          <a:latin typeface="Calibri"/>
                        </a:defRPr>
                      </a:pPr>
                      <a:r>
                        <a:t>6</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Commented-out code left in place</a:t>
                      </a:r>
                    </a:p>
                  </a:txBody>
                  <a:tcPr>
                    <a:solidFill>
                      <a:srgbClr val="F5F5F5"/>
                    </a:solidFill>
                  </a:tcPr>
                </a:tc>
                <a:tc>
                  <a:txBody>
                    <a:bodyPr/>
                    <a:lstStyle/>
                    <a:p>
                      <a:pPr>
                        <a:defRPr sz="1000">
                          <a:solidFill>
                            <a:srgbClr val="333333"/>
                          </a:solidFill>
                          <a:latin typeface="Consolas"/>
                        </a:defRPr>
                      </a:pPr>
                      <a:r>
                        <a:t>ZDMS_UPLOAD_FILES_F01:103</a:t>
                      </a:r>
                    </a:p>
                  </a:txBody>
                  <a:tcPr>
                    <a:solidFill>
                      <a:srgbClr val="F5F5F5"/>
                    </a:solidFill>
                  </a:tcPr>
                </a:tc>
              </a:tr>
              <a:tr h="320040">
                <a:tc>
                  <a:txBody>
                    <a:bodyPr/>
                    <a:lstStyle/>
                    <a:p>
                      <a:pPr>
                        <a:defRPr sz="1000">
                          <a:solidFill>
                            <a:srgbClr val="333333"/>
                          </a:solidFill>
                          <a:latin typeface="Calibri"/>
                        </a:defRPr>
                      </a:pPr>
                      <a:r>
                        <a:t>7</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string parsing with SPLIT</a:t>
                      </a:r>
                    </a:p>
                  </a:txBody>
                  <a:tcPr>
                    <a:solidFill>
                      <a:srgbClr val="FFFFFF"/>
                    </a:solidFill>
                  </a:tcPr>
                </a:tc>
                <a:tc>
                  <a:txBody>
                    <a:bodyPr/>
                    <a:lstStyle/>
                    <a:p>
                      <a:pPr>
                        <a:defRPr sz="1000">
                          <a:solidFill>
                            <a:srgbClr val="333333"/>
                          </a:solidFill>
                          <a:latin typeface="Consolas"/>
                        </a:defRPr>
                      </a:pPr>
                      <a:r>
                        <a:t>ZDMS_UPLOAD_FILES_F01:137</a:t>
                      </a:r>
                    </a:p>
                  </a:txBody>
                  <a:tcPr>
                    <a:solidFill>
                      <a:srgbClr val="FFFFFF"/>
                    </a:solidFill>
                  </a:tcPr>
                </a:tc>
              </a:tr>
              <a:tr h="320040">
                <a:tc>
                  <a:txBody>
                    <a:bodyPr/>
                    <a:lstStyle/>
                    <a:p>
                      <a:pPr>
                        <a:defRPr sz="1000">
                          <a:solidFill>
                            <a:srgbClr val="333333"/>
                          </a:solidFill>
                          <a:latin typeface="Calibri"/>
                        </a:defRPr>
                      </a:pPr>
                      <a:r>
                        <a:t>8</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Dead code: variable declared but never used</a:t>
                      </a:r>
                    </a:p>
                  </a:txBody>
                  <a:tcPr>
                    <a:solidFill>
                      <a:srgbClr val="F5F5F5"/>
                    </a:solidFill>
                  </a:tcPr>
                </a:tc>
                <a:tc>
                  <a:txBody>
                    <a:bodyPr/>
                    <a:lstStyle/>
                    <a:p>
                      <a:pPr>
                        <a:defRPr sz="1000">
                          <a:solidFill>
                            <a:srgbClr val="333333"/>
                          </a:solidFill>
                          <a:latin typeface="Consolas"/>
                        </a:defRPr>
                      </a:pPr>
                      <a:r>
                        <a:t>ZDMS_UPLOAD_FILES_F01:90</a:t>
                      </a:r>
                    </a:p>
                  </a:txBody>
                  <a:tcPr>
                    <a:solidFill>
                      <a:srgbClr val="F5F5F5"/>
                    </a:solidFill>
                  </a:tcPr>
                </a:tc>
              </a:tr>
              <a:tr h="320040">
                <a:tc>
                  <a:txBody>
                    <a:bodyPr/>
                    <a:lstStyle/>
                    <a:p>
                      <a:pPr>
                        <a:defRPr sz="1000">
                          <a:solidFill>
                            <a:srgbClr val="333333"/>
                          </a:solidFill>
                          <a:latin typeface="Calibri"/>
                        </a:defRPr>
                      </a:pPr>
                      <a:r>
                        <a:t>9</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Mixed inline and explicit DATA declarations in same routine</a:t>
                      </a:r>
                    </a:p>
                  </a:txBody>
                  <a:tcPr>
                    <a:solidFill>
                      <a:srgbClr val="FFFFFF"/>
                    </a:solidFill>
                  </a:tcPr>
                </a:tc>
                <a:tc>
                  <a:txBody>
                    <a:bodyPr/>
                    <a:lstStyle/>
                    <a:p>
                      <a:pPr>
                        <a:defRPr sz="1000">
                          <a:solidFill>
                            <a:srgbClr val="333333"/>
                          </a:solidFill>
                          <a:latin typeface="Consolas"/>
                        </a:defRPr>
                      </a:pPr>
                      <a:r>
                        <a:t>ZDMS_UPLOAD_FILES_F01:237</a:t>
                      </a:r>
                    </a:p>
                  </a:txBody>
                  <a:tcPr>
                    <a:solidFill>
                      <a:srgbClr val="FFFFFF"/>
                    </a:solidFill>
                  </a:tcPr>
                </a:tc>
              </a:tr>
              <a:tr h="320040">
                <a:tc>
                  <a:txBody>
                    <a:bodyPr/>
                    <a:lstStyle/>
                    <a:p>
                      <a:pPr>
                        <a:defRPr sz="1000">
                          <a:solidFill>
                            <a:srgbClr val="333333"/>
                          </a:solidFill>
                          <a:latin typeface="Calibri"/>
                        </a:defRPr>
                      </a:pPr>
                      <a:r>
                        <a:t>10</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Magic literals used for business rules / messages</a:t>
                      </a:r>
                    </a:p>
                  </a:txBody>
                  <a:tcPr>
                    <a:solidFill>
                      <a:srgbClr val="F5F5F5"/>
                    </a:solidFill>
                  </a:tcPr>
                </a:tc>
                <a:tc>
                  <a:txBody>
                    <a:bodyPr/>
                    <a:lstStyle/>
                    <a:p>
                      <a:pPr>
                        <a:defRPr sz="1000">
                          <a:solidFill>
                            <a:srgbClr val="333333"/>
                          </a:solidFill>
                          <a:latin typeface="Consolas"/>
                        </a:defRPr>
                      </a:pPr>
                      <a:r>
                        <a:t>ZDMS_UPLOAD_FILES_F01:171</a:t>
                      </a:r>
                    </a:p>
                  </a:txBody>
                  <a:tcPr>
                    <a:solidFill>
                      <a:srgbClr val="F5F5F5"/>
                    </a:solidFill>
                  </a:tcPr>
                </a:tc>
              </a:tr>
              <a:tr h="320040">
                <a:tc>
                  <a:txBody>
                    <a:bodyPr/>
                    <a:lstStyle/>
                    <a:p>
                      <a:pPr>
                        <a:defRPr sz="1000">
                          <a:solidFill>
                            <a:srgbClr val="333333"/>
                          </a:solidFill>
                          <a:latin typeface="Calibri"/>
                        </a:defRPr>
                      </a:pPr>
                      <a:r>
                        <a:t>11</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string building with CONCATENATE (message construction)</a:t>
                      </a:r>
                    </a:p>
                  </a:txBody>
                  <a:tcPr>
                    <a:solidFill>
                      <a:srgbClr val="FFFFFF"/>
                    </a:solidFill>
                  </a:tcPr>
                </a:tc>
                <a:tc>
                  <a:txBody>
                    <a:bodyPr/>
                    <a:lstStyle/>
                    <a:p>
                      <a:pPr>
                        <a:defRPr sz="1000">
                          <a:solidFill>
                            <a:srgbClr val="333333"/>
                          </a:solidFill>
                          <a:latin typeface="Consolas"/>
                        </a:defRPr>
                      </a:pPr>
                      <a:r>
                        <a:t>ZDMS_UPLOAD_FILES_F01:171</a:t>
                      </a:r>
                    </a:p>
                  </a:txBody>
                  <a:tcPr>
                    <a:solidFill>
                      <a:srgbClr val="FFFFFF"/>
                    </a:solidFill>
                  </a:tcPr>
                </a:tc>
              </a:tr>
              <a:tr h="320040">
                <a:tc>
                  <a:txBody>
                    <a:bodyPr/>
                    <a:lstStyle/>
                    <a:p>
                      <a:pPr>
                        <a:defRPr sz="1000">
                          <a:solidFill>
                            <a:srgbClr val="333333"/>
                          </a:solidFill>
                          <a:latin typeface="Calibri"/>
                        </a:defRPr>
                      </a:pPr>
                      <a:r>
                        <a:t>12</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Magic constants for document type</a:t>
                      </a:r>
                    </a:p>
                  </a:txBody>
                  <a:tcPr>
                    <a:solidFill>
                      <a:srgbClr val="F5F5F5"/>
                    </a:solidFill>
                  </a:tcPr>
                </a:tc>
                <a:tc>
                  <a:txBody>
                    <a:bodyPr/>
                    <a:lstStyle/>
                    <a:p>
                      <a:pPr>
                        <a:defRPr sz="1000">
                          <a:solidFill>
                            <a:srgbClr val="333333"/>
                          </a:solidFill>
                          <a:latin typeface="Consolas"/>
                        </a:defRPr>
                      </a:pPr>
                      <a:r>
                        <a:t>ZDMS_UPLOAD_FILES_F01:237</a:t>
                      </a:r>
                    </a:p>
                  </a:txBody>
                  <a:tcPr>
                    <a:solidFill>
                      <a:srgbClr val="F5F5F5"/>
                    </a:solidFill>
                  </a:tcPr>
                </a:tc>
              </a:tr>
              <a:tr h="320040">
                <a:tc>
                  <a:txBody>
                    <a:bodyPr/>
                    <a:lstStyle/>
                    <a:p>
                      <a:pPr>
                        <a:defRPr sz="1000">
                          <a:solidFill>
                            <a:srgbClr val="333333"/>
                          </a:solidFill>
                          <a:latin typeface="Calibri"/>
                        </a:defRPr>
                      </a:pPr>
                      <a:r>
                        <a:t>13</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Commented-out ENDIF left behind</a:t>
                      </a:r>
                    </a:p>
                  </a:txBody>
                  <a:tcPr>
                    <a:solidFill>
                      <a:srgbClr val="FFFFFF"/>
                    </a:solidFill>
                  </a:tcPr>
                </a:tc>
                <a:tc>
                  <a:txBody>
                    <a:bodyPr/>
                    <a:lstStyle/>
                    <a:p>
                      <a:pPr>
                        <a:defRPr sz="1000">
                          <a:solidFill>
                            <a:srgbClr val="333333"/>
                          </a:solidFill>
                          <a:latin typeface="Consolas"/>
                        </a:defRPr>
                      </a:pPr>
                      <a:r>
                        <a:t>ZDMS_UPLOAD_FILES_F01:192</a:t>
                      </a:r>
                    </a:p>
                  </a:txBody>
                  <a:tcPr>
                    <a:solidFill>
                      <a:srgbClr val="FFFFFF"/>
                    </a:solidFill>
                  </a:tcPr>
                </a:tc>
              </a:tr>
              <a:tr h="320040">
                <a:tc>
                  <a:txBody>
                    <a:bodyPr/>
                    <a:lstStyle/>
                    <a:p>
                      <a:pPr>
                        <a:defRPr sz="1000">
                          <a:solidFill>
                            <a:srgbClr val="333333"/>
                          </a:solidFill>
                          <a:latin typeface="Calibri"/>
                        </a:defRPr>
                      </a:pPr>
                      <a:r>
                        <a:t>14</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Hard-coded “allowed characters” string (magic literal)</a:t>
                      </a:r>
                    </a:p>
                  </a:txBody>
                  <a:tcPr>
                    <a:solidFill>
                      <a:srgbClr val="F5F5F5"/>
                    </a:solidFill>
                  </a:tcPr>
                </a:tc>
                <a:tc>
                  <a:txBody>
                    <a:bodyPr/>
                    <a:lstStyle/>
                    <a:p>
                      <a:pPr>
                        <a:defRPr sz="1000">
                          <a:solidFill>
                            <a:srgbClr val="333333"/>
                          </a:solidFill>
                          <a:latin typeface="Consolas"/>
                        </a:defRPr>
                      </a:pPr>
                      <a:r>
                        <a:t>ZDMS_UPLOAD_FILES_F01:260</a:t>
                      </a:r>
                    </a:p>
                  </a:txBody>
                  <a:tcPr>
                    <a:solidFill>
                      <a:srgbClr val="F5F5F5"/>
                    </a:solidFill>
                  </a:tcPr>
                </a:tc>
              </a:tr>
              <a:tr h="320040">
                <a:tc>
                  <a:txBody>
                    <a:bodyPr/>
                    <a:lstStyle/>
                    <a:p>
                      <a:pPr>
                        <a:defRPr sz="1000">
                          <a:solidFill>
                            <a:srgbClr val="333333"/>
                          </a:solidFill>
                          <a:latin typeface="Calibri"/>
                        </a:defRPr>
                      </a:pPr>
                      <a:r>
                        <a:t>15</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string building with CONCATENATE (path construction)</a:t>
                      </a:r>
                    </a:p>
                  </a:txBody>
                  <a:tcPr>
                    <a:solidFill>
                      <a:srgbClr val="FFFFFF"/>
                    </a:solidFill>
                  </a:tcPr>
                </a:tc>
                <a:tc>
                  <a:txBody>
                    <a:bodyPr/>
                    <a:lstStyle/>
                    <a:p>
                      <a:pPr>
                        <a:defRPr sz="1000">
                          <a:solidFill>
                            <a:srgbClr val="333333"/>
                          </a:solidFill>
                          <a:latin typeface="Consolas"/>
                        </a:defRPr>
                      </a:pPr>
                      <a:r>
                        <a:t>ZDMS_UPLOAD_FILES_F01:509</a:t>
                      </a:r>
                    </a:p>
                  </a:txBody>
                  <a:tcPr>
                    <a:solidFill>
                      <a:srgbClr val="FFFFFF"/>
                    </a:solidFill>
                  </a:tcPr>
                </a:tc>
              </a:tr>
              <a:tr h="320040">
                <a:tc>
                  <a:txBody>
                    <a:bodyPr/>
                    <a:lstStyle/>
                    <a:p>
                      <a:pPr>
                        <a:defRPr sz="1000">
                          <a:solidFill>
                            <a:srgbClr val="333333"/>
                          </a:solidFill>
                          <a:latin typeface="Calibri"/>
                        </a:defRPr>
                      </a:pPr>
                      <a:r>
                        <a:t>16</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Missing typing for FORM parameters (implicit ANY)</a:t>
                      </a:r>
                    </a:p>
                  </a:txBody>
                  <a:tcPr>
                    <a:solidFill>
                      <a:srgbClr val="F5F5F5"/>
                    </a:solidFill>
                  </a:tcPr>
                </a:tc>
                <a:tc>
                  <a:txBody>
                    <a:bodyPr/>
                    <a:lstStyle/>
                    <a:p>
                      <a:pPr>
                        <a:defRPr sz="1000">
                          <a:solidFill>
                            <a:srgbClr val="333333"/>
                          </a:solidFill>
                          <a:latin typeface="Consolas"/>
                        </a:defRPr>
                      </a:pPr>
                      <a:r>
                        <a:t>ZDMS_UPLOAD_FILES_F01:579</a:t>
                      </a:r>
                    </a:p>
                  </a:txBody>
                  <a:tcPr>
                    <a:solidFill>
                      <a:srgbClr val="F5F5F5"/>
                    </a:solidFill>
                  </a:tcPr>
                </a:tc>
              </a:tr>
            </a:tbl>
          </a:graphicData>
        </a:graphic>
      </p:graphicFrame>
    </p:spTree>
    <p:extLst>
      <p:ext uri="{BB962C8B-B14F-4D97-AF65-F5344CB8AC3E}">
        <p14:creationId xmlns:p14="http://schemas.microsoft.com/office/powerpoint/2010/main" val="2620996960"/>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DBE58-2271-B964-37D4-40D73B2C07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773121-C558-3667-080E-78A69BC8D9A5}"/>
              </a:ext>
            </a:extLst>
          </p:cNvPr>
          <p:cNvSpPr>
            <a:spLocks noGrp="1"/>
          </p:cNvSpPr>
          <p:nvPr>
            <p:ph type="title"/>
          </p:nvPr>
        </p:nvSpPr>
        <p:spPr>
          <a:xfrm>
            <a:off x="649852" y="1737211"/>
            <a:ext cx="8722423" cy="1846659"/>
          </a:xfrm>
        </p:spPr>
        <p:txBody>
          <a:bodyPr wrap="square" lIns="0" tIns="0" rIns="0" bIns="0" anchor="t">
            <a:spAutoFit/>
          </a:bodyPr>
          <a:lstStyle/>
          <a:p>
            <a:r>
              <a:rPr lang="pl-PL" dirty="0">
                <a:latin typeface="Calibri Light"/>
                <a:ea typeface="Calibri"/>
                <a:cs typeface="Calibri Light"/>
              </a:rPr>
              <a:t>Method &amp; Cost</a:t>
            </a:r>
          </a:p>
        </p:txBody>
      </p:sp>
      <p:sp>
        <p:nvSpPr>
          <p:cNvPr id="5" name="Text Placeholder 4">
            <a:extLst>
              <a:ext uri="{FF2B5EF4-FFF2-40B4-BE49-F238E27FC236}">
                <a16:creationId xmlns:a16="http://schemas.microsoft.com/office/drawing/2014/main" id="{3B501ABD-2182-3E7E-066E-303490DA5384}"/>
              </a:ext>
            </a:extLst>
          </p:cNvPr>
          <p:cNvSpPr>
            <a:spLocks noGrp="1"/>
          </p:cNvSpPr>
          <p:nvPr>
            <p:ph type="body" sz="quarter" idx="10"/>
          </p:nvPr>
        </p:nvSpPr>
        <p:spPr>
          <a:xfrm>
            <a:off x="647700" y="1315415"/>
            <a:ext cx="1561346" cy="307777"/>
          </a:xfrm>
        </p:spPr>
        <p:txBody>
          <a:bodyPr/>
          <a:lstStyle/>
          <a:p>
            <a:r>
              <a:rPr lang="en-US" dirty="0">
                <a:solidFill>
                  <a:srgbClr val="00FFF0"/>
                </a:solidFill>
                <a:ea typeface="Calibri"/>
                <a:cs typeface="Calibri"/>
              </a:rPr>
              <a:t>Section 02</a:t>
            </a:r>
            <a:endParaRPr lang="en-US" dirty="0">
              <a:solidFill>
                <a:srgbClr val="00FFF0"/>
              </a:solidFill>
            </a:endParaRPr>
          </a:p>
        </p:txBody>
      </p:sp>
      <p:sp>
        <p:nvSpPr>
          <p:cNvPr id="7" name="Rectangle 6"/>
          <p:cNvSpPr/>
          <p:nvPr/>
        </p:nvSpPr>
        <p:spPr>
          <a:xfrm>
            <a:off x="10058400" y="0"/>
            <a:ext cx="2194560" cy="5486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40501249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3768A963-6A65-98F8-CD46-91B53A4AC80E}"/>
              </a:ext>
            </a:extLst>
          </p:cNvPr>
          <p:cNvSpPr>
            <a:spLocks noGrp="1"/>
          </p:cNvSpPr>
          <p:nvPr>
            <p:ph type="title"/>
          </p:nvPr>
        </p:nvSpPr>
        <p:spPr>
          <a:xfrm>
            <a:off x="633632" y="722843"/>
            <a:ext cx="2618014" cy="338554"/>
          </a:xfrm>
        </p:spPr>
        <p:txBody>
          <a:bodyPr lIns="0" tIns="0" rIns="0" bIns="0" anchor="t">
            <a:noAutofit/>
          </a:bodyPr>
          <a:lstStyle/>
          <a:p>
            <a:r>
              <a:rPr lang="en-US" sz="2800" b="0" dirty="0">
                <a:latin typeface="Calibri Light"/>
                <a:ea typeface="Calibri"/>
                <a:cs typeface="Calibri"/>
              </a:rPr>
              <a:t>Method</a:t>
            </a:r>
          </a:p>
        </p:txBody>
      </p:sp>
      <p:sp>
        <p:nvSpPr>
          <p:cNvPr id="6" name="Text Placeholder 3">
            <a:extLst>
              <a:ext uri="{FF2B5EF4-FFF2-40B4-BE49-F238E27FC236}">
                <a16:creationId xmlns:a16="http://schemas.microsoft.com/office/drawing/2014/main" id="{AD7E56BD-6160-8471-2538-AB4638F59B0E}"/>
              </a:ext>
            </a:extLst>
          </p:cNvPr>
          <p:cNvSpPr txBox="1">
            <a:spLocks/>
          </p:cNvSpPr>
          <p:nvPr/>
        </p:nvSpPr>
        <p:spPr>
          <a:xfrm>
            <a:off x="633632" y="497137"/>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ZDMS_UPLOAD_FILES</a:t>
            </a:r>
            <a:endParaRPr lang="en-US" sz="1000" dirty="0"/>
          </a:p>
        </p:txBody>
      </p:sp>
      <p:sp>
        <p:nvSpPr>
          <p:cNvPr id="9" name="TextBox 8"/>
          <p:cNvSpPr txBox="1"/>
          <p:nvPr/>
        </p:nvSpPr>
        <p:spPr>
          <a:xfrm>
            <a:off x="3474720" y="731520"/>
            <a:ext cx="8412480" cy="5486400"/>
          </a:xfrm>
          <a:prstGeom prst="rect">
            <a:avLst/>
          </a:prstGeom>
          <a:noFill/>
        </p:spPr>
        <p:txBody>
          <a:bodyPr wrap="square">
            <a:spAutoFit/>
          </a:bodyPr>
          <a:lstStyle/>
          <a:p>
            <a:pPr>
              <a:defRPr sz="1200">
                <a:solidFill>
                  <a:srgbClr val="FFFFFF"/>
                </a:solidFill>
                <a:latin typeface="Calibri"/>
              </a:defRPr>
            </a:pPr>
            <a:r>
              <a:t>Tutorial: docs/tutorials/code-review/  (6 skill files + worked example)</a:t>
            </a:r>
          </a:p>
          <a:p>
            <a:pPr>
              <a:defRPr sz="1200">
                <a:solidFill>
                  <a:srgbClr val="FFFFFF"/>
                </a:solidFill>
                <a:latin typeface="Calibri"/>
              </a:defRPr>
            </a:pPr>
          </a:p>
          <a:p>
            <a:pPr>
              <a:defRPr sz="1200">
                <a:solidFill>
                  <a:srgbClr val="FFFFFF"/>
                </a:solidFill>
                <a:latin typeface="Calibri"/>
              </a:defRPr>
            </a:pPr>
            <a:r>
              <a:t>Pipeline:</a:t>
            </a:r>
          </a:p>
          <a:p>
            <a:pPr>
              <a:defRPr sz="1200">
                <a:solidFill>
                  <a:srgbClr val="FFFFFF"/>
                </a:solidFill>
                <a:latin typeface="Calibri"/>
              </a:defRPr>
            </a:pPr>
            <a:r>
              <a:t>    Stage 1 — Formalize target (object, scope, severity scale)</a:t>
            </a:r>
          </a:p>
          <a:p>
            <a:pPr>
              <a:defRPr sz="1200">
                <a:solidFill>
                  <a:srgbClr val="FFFFFF"/>
                </a:solidFill>
                <a:latin typeface="Calibri"/>
              </a:defRPr>
            </a:pPr>
            <a:r>
              <a:t>    Stages 2-5 — Independent checks: Security / Performance / CleanCore / Maintainability  (parallel)</a:t>
            </a:r>
          </a:p>
          <a:p>
            <a:pPr>
              <a:defRPr sz="1200">
                <a:solidFill>
                  <a:srgbClr val="FFFFFF"/>
                </a:solidFill>
                <a:latin typeface="Calibri"/>
              </a:defRPr>
            </a:pPr>
            <a:r>
              <a:t>    Stage 6 — Aggregate findings with severity ranking and verdict</a:t>
            </a:r>
          </a:p>
          <a:p>
            <a:pPr>
              <a:defRPr sz="1200">
                <a:solidFill>
                  <a:srgbClr val="FFFFFF"/>
                </a:solidFill>
                <a:latin typeface="Calibri"/>
              </a:defRPr>
            </a:pPr>
          </a:p>
          <a:p>
            <a:pPr>
              <a:defRPr sz="1200">
                <a:solidFill>
                  <a:srgbClr val="FFFFFF"/>
                </a:solidFill>
                <a:latin typeface="Calibri"/>
              </a:defRPr>
            </a:pPr>
            <a:r>
              <a:t>Wall-clock end-to-end: ~5 minutes.</a:t>
            </a:r>
          </a:p>
          <a:p>
            <a:pPr>
              <a:defRPr sz="1200">
                <a:solidFill>
                  <a:srgbClr val="FFFFFF"/>
                </a:solidFill>
                <a:latin typeface="Calibri"/>
              </a:defRPr>
            </a:pPr>
          </a:p>
          <a:p>
            <a:pPr>
              <a:defRPr sz="1200">
                <a:solidFill>
                  <a:srgbClr val="FFFFFF"/>
                </a:solidFill>
                <a:latin typeface="Calibri"/>
              </a:defRPr>
            </a:pPr>
            <a:r>
              <a:t>Token cost — two layers (code-review share = 30% of combined session):</a:t>
            </a:r>
          </a:p>
          <a:p>
            <a:pPr>
              <a:defRPr sz="1200">
                <a:solidFill>
                  <a:srgbClr val="FFFFFF"/>
                </a:solidFill>
                <a:latin typeface="Calibri"/>
              </a:defRPr>
            </a:pPr>
            <a:r>
              <a:t>    Executor (cloud-llm-hub, gpt-5.2 + embedder):  ~381,000 tokens across 90 requests.</a:t>
            </a:r>
          </a:p>
          <a:p>
            <a:pPr>
              <a:defRPr sz="1200">
                <a:solidFill>
                  <a:srgbClr val="FFFFFF"/>
                </a:solidFill>
                <a:latin typeface="Calibri"/>
              </a:defRPr>
            </a:pPr>
            <a:r>
              <a:t>    Controller (Claude Opus 4.7, this CLI session):  ~155,000 output + ~5.3k input + ~42M cache-read tokens — ≈ $28 of $94.53 combined session.</a:t>
            </a:r>
          </a:p>
          <a:p>
            <a:pPr>
              <a:defRPr sz="1200">
                <a:solidFill>
                  <a:srgbClr val="FFFFFF"/>
                </a:solidFill>
                <a:latin typeface="Calibri"/>
              </a:defRPr>
            </a:pPr>
          </a:p>
          <a:p>
            <a:pPr>
              <a:defRPr sz="1200">
                <a:solidFill>
                  <a:srgbClr val="FFFFFF"/>
                </a:solidFill>
                <a:latin typeface="Calibri"/>
              </a:defRPr>
            </a:pPr>
            <a:r>
              <a:t>Comparable manual review estimate: 1-2 hours per category × 4 = 4-8 hours by senior ABAP reviewer.</a:t>
            </a:r>
          </a:p>
        </p:txBody>
      </p:sp>
      <p:sp>
        <p:nvSpPr>
          <p:cNvPr id="10" name="Rectangle 9"/>
          <p:cNvSpPr/>
          <p:nvPr/>
        </p:nvSpPr>
        <p:spPr>
          <a:xfrm>
            <a:off x="10058400" y="0"/>
            <a:ext cx="2194560" cy="5486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9945795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E818F59-47CE-7E82-AC3D-602B35866685}"/>
              </a:ext>
            </a:extLst>
          </p:cNvPr>
          <p:cNvSpPr>
            <a:spLocks noGrp="1"/>
          </p:cNvSpPr>
          <p:nvPr>
            <p:ph type="title"/>
          </p:nvPr>
        </p:nvSpPr>
        <p:spPr/>
        <p:txBody>
          <a:bodyPr/>
          <a:lstStyle/>
          <a:p>
            <a:r>
              <a:rPr lang="en-US"/>
              <a:t>Thank you! </a:t>
            </a:r>
          </a:p>
        </p:txBody>
      </p:sp>
      <p:pic>
        <p:nvPicPr>
          <p:cNvPr id="2" name="Picture 2" descr="News - Page 2 of 13 :: medartis AG">
            <a:extLst>
              <a:ext uri="{FF2B5EF4-FFF2-40B4-BE49-F238E27FC236}">
                <a16:creationId xmlns:a16="http://schemas.microsoft.com/office/drawing/2014/main" id="{1252E0AF-AD7E-3914-4FA0-E01946658B02}"/>
              </a:ext>
            </a:extLst>
          </p:cNvPr>
          <p:cNvPicPr>
            <a:picLocks noChangeAspect="1" noChangeArrowheads="1"/>
          </p:cNvPicPr>
          <p:nvPr/>
        </p:nvPicPr>
        <p:blipFill>
          <a:blip r:embed="rId4"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246042" y="5465120"/>
            <a:ext cx="1945958" cy="109480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p:cNvSpPr txBox="1"/>
          <p:nvPr/>
        </p:nvSpPr>
        <p:spPr>
          <a:xfrm>
            <a:off x="640080" y="3108960"/>
            <a:ext cx="5029200" cy="830997"/>
          </a:xfrm>
          <a:prstGeom prst="rect">
            <a:avLst/>
          </a:prstGeom>
          <a:noFill/>
        </p:spPr>
        <p:txBody>
          <a:bodyPr wrap="square">
            <a:spAutoFit/>
          </a:bodyPr>
          <a:lstStyle/>
          <a:p>
            <a:r>
              <a:rPr sz="1800" b="1" dirty="0">
                <a:solidFill>
                  <a:srgbClr val="FFFFFF"/>
                </a:solidFill>
                <a:latin typeface="Calibri"/>
              </a:rPr>
              <a:t>Tutorial under docs/tutorials/code-review/ — replay or apply to other ABAP objects.</a:t>
            </a:r>
          </a:p>
        </p:txBody>
      </p:sp>
      <p:sp>
        <p:nvSpPr>
          <p:cNvPr id="13" name="Rectangle 12"/>
          <p:cNvSpPr/>
          <p:nvPr/>
        </p:nvSpPr>
        <p:spPr>
          <a:xfrm>
            <a:off x="9601200" y="5394960"/>
            <a:ext cx="2286000" cy="82296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058400" y="0"/>
            <a:ext cx="2194560" cy="5486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0431078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a:extLst>
              <a:ext uri="{FF2B5EF4-FFF2-40B4-BE49-F238E27FC236}">
                <a16:creationId xmlns:a16="http://schemas.microsoft.com/office/drawing/2014/main" id="{258F7F3E-C1F2-EEE7-E736-965875D70CED}"/>
              </a:ext>
            </a:extLst>
          </p:cNvPr>
          <p:cNvPicPr>
            <a:picLocks noGrp="1" noChangeAspect="1"/>
          </p:cNvPicPr>
          <p:nvPr>
            <p:ph type="pic" sz="quarter" idx="24"/>
          </p:nvPr>
        </p:nvPicPr>
        <p:blipFill>
          <a:blip r:embed="rId3"/>
          <a:srcRect l="2238" r="2238"/>
          <a:stretch>
            <a:fillRect/>
          </a:stretch>
        </p:blipFill>
        <p:spPr>
          <a:xfrm>
            <a:off x="6096000" y="10"/>
            <a:ext cx="6096000" cy="6857990"/>
          </a:xfrm>
          <a:prstGeom prst="rect">
            <a:avLst/>
          </a:prstGeom>
          <a:noFill/>
        </p:spPr>
      </p:pic>
      <p:sp>
        <p:nvSpPr>
          <p:cNvPr id="9" name="Title 2">
            <a:extLst>
              <a:ext uri="{FF2B5EF4-FFF2-40B4-BE49-F238E27FC236}">
                <a16:creationId xmlns:a16="http://schemas.microsoft.com/office/drawing/2014/main" id="{63FAB504-5A41-EC72-77ED-1FC746DB9611}"/>
              </a:ext>
            </a:extLst>
          </p:cNvPr>
          <p:cNvSpPr>
            <a:spLocks noGrp="1"/>
          </p:cNvSpPr>
          <p:nvPr>
            <p:ph type="title"/>
          </p:nvPr>
        </p:nvSpPr>
        <p:spPr>
          <a:xfrm>
            <a:off x="633632" y="665116"/>
            <a:ext cx="4015014" cy="442462"/>
          </a:xfrm>
        </p:spPr>
        <p:txBody>
          <a:bodyPr lIns="0" tIns="0" rIns="0" bIns="0" anchor="t">
            <a:noAutofit/>
          </a:bodyPr>
          <a:lstStyle/>
          <a:p>
            <a:r>
              <a:rPr lang="en-US" sz="2800">
                <a:latin typeface="Calibri Light"/>
                <a:ea typeface="Calibri"/>
                <a:cs typeface="Calibri"/>
              </a:rPr>
              <a:t>Option 2 — Medartis BTP</a:t>
            </a:r>
          </a:p>
        </p:txBody>
      </p:sp>
      <p:sp>
        <p:nvSpPr>
          <p:cNvPr id="11" name="Text Placeholder 3">
            <a:extLst>
              <a:ext uri="{FF2B5EF4-FFF2-40B4-BE49-F238E27FC236}">
                <a16:creationId xmlns:a16="http://schemas.microsoft.com/office/drawing/2014/main" id="{F1565FB2-7436-1BDA-6D48-0EFFB08D7612}"/>
              </a:ext>
            </a:extLst>
          </p:cNvPr>
          <p:cNvSpPr txBox="1">
            <a:spLocks/>
          </p:cNvSpPr>
          <p:nvPr/>
        </p:nvSpPr>
        <p:spPr>
          <a:xfrm>
            <a:off x="633632" y="419100"/>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EPAM Cloud LLM Hub Architecture</a:t>
            </a:r>
            <a:endParaRPr lang="en-US" sz="1000" dirty="0"/>
          </a:p>
        </p:txBody>
      </p:sp>
      <p:sp>
        <p:nvSpPr>
          <p:cNvPr id="2" name="TextBox 6">
            <a:extLst>
              <a:ext uri="{FF2B5EF4-FFF2-40B4-BE49-F238E27FC236}">
                <a16:creationId xmlns:a16="http://schemas.microsoft.com/office/drawing/2014/main" id="{43388088-A2E4-5C34-B997-46BA1FC9F7D5}"/>
              </a:ext>
            </a:extLst>
          </p:cNvPr>
          <p:cNvSpPr txBox="1"/>
          <p:nvPr/>
        </p:nvSpPr>
        <p:spPr>
          <a:xfrm>
            <a:off x="1473041" y="1555054"/>
            <a:ext cx="3144345" cy="3816429"/>
          </a:xfrm>
          <a:prstGeom prst="rect">
            <a:avLst/>
          </a:prstGeom>
          <a:no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bg1"/>
                </a:solidFill>
              </a:rPr>
              <a:t>Key Characteristics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Cloud‑LLM‑Hub deployed in </a:t>
            </a:r>
            <a:r>
              <a:rPr lang="en-US" sz="1100" b="1" dirty="0" err="1">
                <a:solidFill>
                  <a:schemeClr val="bg1"/>
                </a:solidFill>
                <a:latin typeface="Segoe UI"/>
                <a:ea typeface="Segoe UI"/>
                <a:cs typeface="Segoe UI"/>
              </a:rPr>
              <a:t>Medartis</a:t>
            </a:r>
            <a:r>
              <a:rPr lang="en-US" sz="1100" b="1" dirty="0">
                <a:solidFill>
                  <a:schemeClr val="bg1"/>
                </a:solidFill>
                <a:latin typeface="Segoe UI"/>
                <a:ea typeface="Segoe UI"/>
                <a:cs typeface="Segoe UI"/>
              </a:rPr>
              <a:t> BTP</a:t>
            </a:r>
            <a:endParaRPr lang="en-US" dirty="0">
              <a:solidFill>
                <a:schemeClr val="bg1"/>
              </a:solidFill>
            </a:endParaRPr>
          </a:p>
          <a:p>
            <a:pPr marL="285750" indent="-285750">
              <a:buFont typeface="Arial"/>
              <a:buChar char="•"/>
            </a:pPr>
            <a:r>
              <a:rPr lang="en-US" sz="1100" dirty="0">
                <a:solidFill>
                  <a:schemeClr val="bg1"/>
                </a:solidFill>
                <a:latin typeface="Segoe UI"/>
                <a:ea typeface="Segoe UI"/>
                <a:cs typeface="Segoe UI"/>
              </a:rPr>
              <a:t>Vector DB also stored in </a:t>
            </a:r>
            <a:r>
              <a:rPr lang="en-US" sz="1100" dirty="0" err="1">
                <a:solidFill>
                  <a:schemeClr val="bg1"/>
                </a:solidFill>
                <a:latin typeface="Segoe UI"/>
                <a:ea typeface="Segoe UI"/>
                <a:cs typeface="Segoe UI"/>
              </a:rPr>
              <a:t>Medartis</a:t>
            </a:r>
            <a:r>
              <a:rPr lang="en-US" sz="1100" dirty="0">
                <a:solidFill>
                  <a:schemeClr val="bg1"/>
                </a:solidFill>
                <a:latin typeface="Segoe UI"/>
                <a:ea typeface="Segoe UI"/>
                <a:cs typeface="Segoe UI"/>
              </a:rPr>
              <a:t> cloud environment</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Direct On‑Prem ABAP access via </a:t>
            </a:r>
            <a:r>
              <a:rPr lang="en-US" sz="1100" b="1" dirty="0">
                <a:solidFill>
                  <a:schemeClr val="bg1"/>
                </a:solidFill>
                <a:latin typeface="Segoe UI"/>
                <a:ea typeface="Segoe UI"/>
                <a:cs typeface="Segoe UI"/>
              </a:rPr>
              <a:t>local Cloud Connector</a:t>
            </a:r>
            <a:endParaRPr lang="en-US" dirty="0">
              <a:solidFill>
                <a:schemeClr val="bg1"/>
              </a:solidFill>
            </a:endParaRPr>
          </a:p>
          <a:p>
            <a:pPr marL="285750" indent="-285750">
              <a:buFont typeface="Arial"/>
              <a:buChar char="•"/>
            </a:pPr>
            <a:r>
              <a:rPr lang="en-US" sz="1100" dirty="0">
                <a:solidFill>
                  <a:schemeClr val="bg1"/>
                </a:solidFill>
                <a:latin typeface="Segoe UI"/>
                <a:cs typeface="Segoe UI"/>
              </a:rPr>
              <a:t>LLM provider accessed from within customer’s BTP</a:t>
            </a:r>
            <a:endParaRPr lang="en-US" dirty="0">
              <a:solidFill>
                <a:schemeClr val="bg1"/>
              </a:solidFill>
            </a:endParaRPr>
          </a:p>
          <a:p>
            <a:r>
              <a:rPr lang="en-US" b="1" dirty="0">
                <a:solidFill>
                  <a:schemeClr val="bg1"/>
                </a:solidFill>
              </a:rPr>
              <a:t>Pros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Full control remains within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All AI components inside customer security perimeter</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Simplified compliance and data governance</a:t>
            </a:r>
            <a:endParaRPr lang="en-US" dirty="0">
              <a:solidFill>
                <a:schemeClr val="bg1"/>
              </a:solidFill>
              <a:ea typeface="Calibri"/>
              <a:cs typeface="Calibri"/>
            </a:endParaRPr>
          </a:p>
          <a:p>
            <a:r>
              <a:rPr lang="en-US" b="1" dirty="0">
                <a:solidFill>
                  <a:schemeClr val="bg1"/>
                </a:solidFill>
              </a:rPr>
              <a:t>Cons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Limited scalability due to customer BTP capacity</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Additional operational load on </a:t>
            </a:r>
            <a:r>
              <a:rPr lang="en-US" sz="1100" dirty="0" err="1">
                <a:solidFill>
                  <a:schemeClr val="bg1"/>
                </a:solidFill>
                <a:latin typeface="Segoe UI"/>
                <a:ea typeface="Segoe UI"/>
                <a:cs typeface="Segoe UI"/>
              </a:rPr>
              <a:t>Medartis</a:t>
            </a:r>
            <a:r>
              <a:rPr lang="en-US" sz="1100" dirty="0">
                <a:solidFill>
                  <a:schemeClr val="bg1"/>
                </a:solidFill>
                <a:latin typeface="Segoe UI"/>
                <a:ea typeface="Segoe UI"/>
                <a:cs typeface="Segoe UI"/>
              </a:rPr>
              <a:t> teams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Less flexibility for large workloads</a:t>
            </a:r>
            <a:endParaRPr lang="en-US" dirty="0">
              <a:solidFill>
                <a:schemeClr val="bg1"/>
              </a:solidFill>
              <a:ea typeface="Calibri"/>
              <a:cs typeface="Calibri"/>
            </a:endParaRPr>
          </a:p>
          <a:p>
            <a:endParaRPr lang="en-US" b="1" dirty="0">
              <a:solidFill>
                <a:schemeClr val="bg1"/>
              </a:solidFill>
              <a:latin typeface="Calibri"/>
              <a:ea typeface="Calibri"/>
              <a:cs typeface="Calibri"/>
            </a:endParaRPr>
          </a:p>
        </p:txBody>
      </p:sp>
    </p:spTree>
    <p:extLst>
      <p:ext uri="{BB962C8B-B14F-4D97-AF65-F5344CB8AC3E}">
        <p14:creationId xmlns:p14="http://schemas.microsoft.com/office/powerpoint/2010/main" val="16727572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38B13-2A0E-8F7B-FA19-41F29D96329A}"/>
            </a:ext>
          </a:extLst>
        </p:cNvPr>
        <p:cNvGrpSpPr/>
        <p:nvPr/>
      </p:nvGrpSpPr>
      <p:grpSpPr>
        <a:xfrm>
          <a:off x="0" y="0"/>
          <a:ext cx="0" cy="0"/>
          <a:chOff x="0" y="0"/>
          <a:chExt cx="0" cy="0"/>
        </a:xfrm>
      </p:grpSpPr>
      <p:pic>
        <p:nvPicPr>
          <p:cNvPr id="5" name="Picture Placeholder 4" descr="A screenshot of a computer screen  AI-generated content may be incorrect.">
            <a:extLst>
              <a:ext uri="{FF2B5EF4-FFF2-40B4-BE49-F238E27FC236}">
                <a16:creationId xmlns:a16="http://schemas.microsoft.com/office/drawing/2014/main" id="{CE7F3744-12A1-805D-5189-C4A64E121B4B}"/>
              </a:ext>
            </a:extLst>
          </p:cNvPr>
          <p:cNvPicPr>
            <a:picLocks noGrp="1" noChangeAspect="1"/>
          </p:cNvPicPr>
          <p:nvPr>
            <p:ph type="pic" sz="quarter" idx="24"/>
          </p:nvPr>
        </p:nvPicPr>
        <p:blipFill>
          <a:blip r:embed="rId3"/>
          <a:srcRect t="79" b="79"/>
          <a:stretch>
            <a:fillRect/>
          </a:stretch>
        </p:blipFill>
        <p:spPr>
          <a:xfrm>
            <a:off x="6096000" y="10"/>
            <a:ext cx="6096000" cy="6857990"/>
          </a:xfrm>
          <a:prstGeom prst="rect">
            <a:avLst/>
          </a:prstGeom>
          <a:noFill/>
        </p:spPr>
      </p:pic>
      <p:sp>
        <p:nvSpPr>
          <p:cNvPr id="9" name="Title 2">
            <a:extLst>
              <a:ext uri="{FF2B5EF4-FFF2-40B4-BE49-F238E27FC236}">
                <a16:creationId xmlns:a16="http://schemas.microsoft.com/office/drawing/2014/main" id="{AAF93E85-916F-D91A-E95F-E24076848B9E}"/>
              </a:ext>
            </a:extLst>
          </p:cNvPr>
          <p:cNvSpPr>
            <a:spLocks noGrp="1"/>
          </p:cNvSpPr>
          <p:nvPr>
            <p:ph type="title"/>
          </p:nvPr>
        </p:nvSpPr>
        <p:spPr>
          <a:xfrm>
            <a:off x="633632" y="665116"/>
            <a:ext cx="4015014" cy="442462"/>
          </a:xfrm>
        </p:spPr>
        <p:txBody>
          <a:bodyPr lIns="0" tIns="0" rIns="0" bIns="0" anchor="t">
            <a:noAutofit/>
          </a:bodyPr>
          <a:lstStyle/>
          <a:p>
            <a:r>
              <a:rPr lang="en-US" sz="2800" dirty="0">
                <a:latin typeface="Calibri Light"/>
                <a:ea typeface="Calibri"/>
                <a:cs typeface="Calibri"/>
              </a:rPr>
              <a:t>Option 3 — Hybrid (Medartis + EPAM BTP)</a:t>
            </a:r>
          </a:p>
        </p:txBody>
      </p:sp>
      <p:sp>
        <p:nvSpPr>
          <p:cNvPr id="11" name="Text Placeholder 3">
            <a:extLst>
              <a:ext uri="{FF2B5EF4-FFF2-40B4-BE49-F238E27FC236}">
                <a16:creationId xmlns:a16="http://schemas.microsoft.com/office/drawing/2014/main" id="{FE9713BF-CDC8-4418-9C55-7F9EB513AE6A}"/>
              </a:ext>
            </a:extLst>
          </p:cNvPr>
          <p:cNvSpPr txBox="1">
            <a:spLocks/>
          </p:cNvSpPr>
          <p:nvPr/>
        </p:nvSpPr>
        <p:spPr>
          <a:xfrm>
            <a:off x="633632" y="419100"/>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EPAM Cloud LLM Hub Architecture</a:t>
            </a:r>
            <a:endParaRPr lang="en-US" sz="1000" dirty="0"/>
          </a:p>
        </p:txBody>
      </p:sp>
      <p:sp>
        <p:nvSpPr>
          <p:cNvPr id="3" name="TextBox 6">
            <a:extLst>
              <a:ext uri="{FF2B5EF4-FFF2-40B4-BE49-F238E27FC236}">
                <a16:creationId xmlns:a16="http://schemas.microsoft.com/office/drawing/2014/main" id="{2F6F8C8E-F261-E112-3508-B9CFF8FD5127}"/>
              </a:ext>
            </a:extLst>
          </p:cNvPr>
          <p:cNvSpPr txBox="1"/>
          <p:nvPr/>
        </p:nvSpPr>
        <p:spPr>
          <a:xfrm>
            <a:off x="1175247" y="1467468"/>
            <a:ext cx="4396827" cy="3877985"/>
          </a:xfrm>
          <a:prstGeom prst="rect">
            <a:avLst/>
          </a:prstGeom>
          <a:no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bg1"/>
                </a:solidFill>
              </a:rPr>
              <a:t>Key Characteristics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Sensitive indexing and metadata analysis executed in </a:t>
            </a:r>
            <a:r>
              <a:rPr lang="en-US" sz="1100" b="1" dirty="0" err="1">
                <a:solidFill>
                  <a:schemeClr val="bg1"/>
                </a:solidFill>
                <a:latin typeface="Segoe UI"/>
                <a:ea typeface="Segoe UI"/>
                <a:cs typeface="Segoe UI"/>
              </a:rPr>
              <a:t>Medartis</a:t>
            </a:r>
            <a:r>
              <a:rPr lang="en-US" sz="1100" b="1" dirty="0">
                <a:solidFill>
                  <a:schemeClr val="bg1"/>
                </a:solidFill>
                <a:latin typeface="Segoe UI"/>
                <a:ea typeface="Segoe UI"/>
                <a:cs typeface="Segoe UI"/>
              </a:rPr>
              <a:t> BTP</a:t>
            </a:r>
            <a:endParaRPr lang="en-US" dirty="0">
              <a:solidFill>
                <a:schemeClr val="bg1"/>
              </a:solidFill>
            </a:endParaRPr>
          </a:p>
          <a:p>
            <a:pPr marL="285750" indent="-285750">
              <a:buFont typeface="Arial"/>
              <a:buChar char="•"/>
            </a:pPr>
            <a:r>
              <a:rPr lang="en-US" sz="1100" dirty="0">
                <a:solidFill>
                  <a:schemeClr val="bg1"/>
                </a:solidFill>
                <a:latin typeface="Segoe UI"/>
                <a:cs typeface="Segoe UI"/>
              </a:rPr>
              <a:t>Heavy MCP/LLM processing hosted in </a:t>
            </a:r>
            <a:r>
              <a:rPr lang="en-US" sz="1100" b="1" dirty="0">
                <a:solidFill>
                  <a:schemeClr val="bg1"/>
                </a:solidFill>
                <a:latin typeface="Segoe UI"/>
                <a:cs typeface="Segoe UI"/>
              </a:rPr>
              <a:t>EPAM BTP</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Uses </a:t>
            </a:r>
            <a:r>
              <a:rPr lang="en-US" sz="1100" b="1" dirty="0">
                <a:solidFill>
                  <a:schemeClr val="bg1"/>
                </a:solidFill>
                <a:latin typeface="Segoe UI"/>
                <a:cs typeface="Segoe UI"/>
              </a:rPr>
              <a:t>multiple vector databases</a:t>
            </a:r>
            <a:r>
              <a:rPr lang="en-US" sz="1100" dirty="0">
                <a:solidFill>
                  <a:schemeClr val="bg1"/>
                </a:solidFill>
                <a:latin typeface="Segoe UI"/>
                <a:cs typeface="Segoe UI"/>
              </a:rPr>
              <a:t>: </a:t>
            </a:r>
            <a:endParaRPr lang="en-US" dirty="0">
              <a:solidFill>
                <a:schemeClr val="bg1"/>
              </a:solidFill>
              <a:ea typeface="Calibri"/>
              <a:cs typeface="Calibri"/>
            </a:endParaRPr>
          </a:p>
          <a:p>
            <a:pPr marL="742950" lvl="1" indent="-285750">
              <a:buFont typeface="Arial"/>
              <a:buChar char="•"/>
            </a:pPr>
            <a:r>
              <a:rPr lang="en-US" sz="1100" dirty="0">
                <a:solidFill>
                  <a:schemeClr val="bg1"/>
                </a:solidFill>
                <a:latin typeface="Segoe UI"/>
                <a:cs typeface="Segoe UI"/>
              </a:rPr>
              <a:t>sensitive vectors stored inside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742950" lvl="1" indent="-285750">
              <a:buFont typeface="Arial"/>
              <a:buChar char="•"/>
            </a:pPr>
            <a:r>
              <a:rPr lang="en-US" sz="1100" dirty="0">
                <a:solidFill>
                  <a:schemeClr val="bg1"/>
                </a:solidFill>
                <a:latin typeface="Segoe UI"/>
                <a:ea typeface="Segoe UI"/>
                <a:cs typeface="Segoe UI"/>
              </a:rPr>
              <a:t>non‑sensitive vectors stored in EPAM</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Multi‑hop flow: On‑Prem → </a:t>
            </a:r>
            <a:r>
              <a:rPr lang="en-US" sz="1100" dirty="0" err="1">
                <a:solidFill>
                  <a:schemeClr val="bg1"/>
                </a:solidFill>
                <a:latin typeface="Segoe UI"/>
                <a:ea typeface="Segoe UI"/>
                <a:cs typeface="Segoe UI"/>
              </a:rPr>
              <a:t>Medartis</a:t>
            </a:r>
            <a:r>
              <a:rPr lang="en-US" sz="1100" dirty="0">
                <a:solidFill>
                  <a:schemeClr val="bg1"/>
                </a:solidFill>
                <a:latin typeface="Segoe UI"/>
                <a:ea typeface="Segoe UI"/>
                <a:cs typeface="Segoe UI"/>
              </a:rPr>
              <a:t> → EPAM → </a:t>
            </a:r>
            <a:r>
              <a:rPr lang="en-US" sz="1100" dirty="0">
                <a:solidFill>
                  <a:schemeClr val="bg1"/>
                </a:solidFill>
                <a:latin typeface="Segoe UI"/>
                <a:cs typeface="Segoe UI"/>
              </a:rPr>
              <a:t>LLM provider</a:t>
            </a:r>
            <a:endParaRPr lang="en-US" dirty="0">
              <a:solidFill>
                <a:schemeClr val="bg1"/>
              </a:solidFill>
            </a:endParaRPr>
          </a:p>
          <a:p>
            <a:r>
              <a:rPr lang="en-US" b="1" dirty="0">
                <a:solidFill>
                  <a:schemeClr val="bg1"/>
                </a:solidFill>
              </a:rPr>
              <a:t>Pros</a:t>
            </a:r>
            <a:endParaRPr lang="en-US" dirty="0">
              <a:solidFill>
                <a:schemeClr val="bg1"/>
              </a:solidFill>
              <a:ea typeface="Calibri"/>
              <a:cs typeface="Calibri"/>
            </a:endParaRPr>
          </a:p>
          <a:p>
            <a:pPr marL="285750" indent="-285750">
              <a:buFont typeface="Arial"/>
              <a:buChar char="•"/>
            </a:pPr>
            <a:r>
              <a:rPr lang="en-US" sz="1100" b="1" dirty="0">
                <a:solidFill>
                  <a:schemeClr val="bg1"/>
                </a:solidFill>
                <a:latin typeface="Segoe UI"/>
                <a:cs typeface="Segoe UI"/>
              </a:rPr>
              <a:t>Sensitive data never leaves </a:t>
            </a:r>
            <a:r>
              <a:rPr lang="en-US" sz="1100" b="1" dirty="0" err="1">
                <a:solidFill>
                  <a:schemeClr val="bg1"/>
                </a:solidFill>
                <a:latin typeface="Segoe UI"/>
                <a:cs typeface="Segoe UI"/>
              </a:rPr>
              <a:t>Medartis</a:t>
            </a:r>
            <a:r>
              <a:rPr lang="en-US" sz="1100" b="1" dirty="0">
                <a:solidFill>
                  <a:schemeClr val="bg1"/>
                </a:solidFill>
                <a:latin typeface="Segoe UI"/>
                <a:cs typeface="Segoe UI"/>
              </a:rPr>
              <a:t> control</a:t>
            </a:r>
            <a:endParaRPr lang="en-US" b="1" dirty="0">
              <a:solidFill>
                <a:schemeClr val="bg1"/>
              </a:solidFill>
            </a:endParaRPr>
          </a:p>
          <a:p>
            <a:pPr marL="285750" indent="-285750">
              <a:buFont typeface="Arial"/>
              <a:buChar char="•"/>
            </a:pPr>
            <a:r>
              <a:rPr lang="en-US" sz="1100" b="1" dirty="0">
                <a:solidFill>
                  <a:schemeClr val="bg1"/>
                </a:solidFill>
                <a:latin typeface="Segoe UI"/>
                <a:cs typeface="Segoe UI"/>
              </a:rPr>
              <a:t>General/non‑sensitive data processed in EPAM</a:t>
            </a:r>
            <a:r>
              <a:rPr lang="en-US" sz="1100" dirty="0">
                <a:solidFill>
                  <a:schemeClr val="bg1"/>
                </a:solidFill>
                <a:latin typeface="Segoe UI"/>
                <a:cs typeface="Segoe UI"/>
              </a:rPr>
              <a:t>, reducing load on </a:t>
            </a:r>
            <a:r>
              <a:rPr lang="en-US" sz="1100" dirty="0" err="1">
                <a:solidFill>
                  <a:schemeClr val="bg1"/>
                </a:solidFill>
                <a:latin typeface="Segoe UI"/>
                <a:cs typeface="Segoe UI"/>
              </a:rPr>
              <a:t>Medartis</a:t>
            </a:r>
            <a:r>
              <a:rPr lang="en-US" sz="1100" dirty="0">
                <a:solidFill>
                  <a:schemeClr val="bg1"/>
                </a:solidFill>
                <a:latin typeface="Segoe UI"/>
                <a:cs typeface="Segoe UI"/>
              </a:rPr>
              <a:t> BTP</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Flexible architecture: scalable AI workloads in EPAM + secure storage in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Clear separation of sensitive vs non‑sensitive processing paths</a:t>
            </a:r>
            <a:endParaRPr lang="en-US" dirty="0">
              <a:solidFill>
                <a:schemeClr val="bg1"/>
              </a:solidFill>
              <a:ea typeface="Calibri"/>
              <a:cs typeface="Calibri"/>
            </a:endParaRPr>
          </a:p>
          <a:p>
            <a:r>
              <a:rPr lang="en-US" b="1" dirty="0">
                <a:solidFill>
                  <a:schemeClr val="bg1"/>
                </a:solidFill>
              </a:rPr>
              <a:t>Cons</a:t>
            </a:r>
            <a:endParaRPr lang="en-US" dirty="0">
              <a:solidFill>
                <a:schemeClr val="bg1"/>
              </a:solidFill>
              <a:ea typeface="Calibri"/>
              <a:cs typeface="Calibri"/>
            </a:endParaRPr>
          </a:p>
          <a:p>
            <a:pPr marL="285750" indent="-285750">
              <a:buFont typeface="Arial"/>
              <a:buChar char="•"/>
            </a:pPr>
            <a:r>
              <a:rPr lang="en-US" sz="1100" b="1" dirty="0">
                <a:solidFill>
                  <a:schemeClr val="bg1"/>
                </a:solidFill>
                <a:latin typeface="Segoe UI"/>
                <a:cs typeface="Segoe UI"/>
              </a:rPr>
              <a:t>Higher architectural and integration complexity</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More components to monitor and maintain</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Requires careful coordination across multiple platforms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Increased routing and connectivity overhead</a:t>
            </a:r>
          </a:p>
          <a:p>
            <a:pPr>
              <a:buFont typeface="Arial"/>
            </a:pPr>
            <a:endParaRPr lang="en-US" sz="1100" dirty="0">
              <a:solidFill>
                <a:schemeClr val="bg1"/>
              </a:solidFill>
              <a:latin typeface="Segoe UI"/>
              <a:ea typeface="Calibri"/>
              <a:cs typeface="Segoe UI"/>
            </a:endParaRPr>
          </a:p>
        </p:txBody>
      </p:sp>
    </p:spTree>
    <p:extLst>
      <p:ext uri="{BB962C8B-B14F-4D97-AF65-F5344CB8AC3E}">
        <p14:creationId xmlns:p14="http://schemas.microsoft.com/office/powerpoint/2010/main" val="36121304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3154680" cy="6858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457200" y="502920"/>
            <a:ext cx="2697480" cy="274320"/>
          </a:xfrm>
          <a:prstGeom prst="rect">
            <a:avLst/>
          </a:prstGeom>
          <a:noFill/>
        </p:spPr>
        <p:txBody>
          <a:bodyPr wrap="square" anchor="t">
            <a:spAutoFit/>
          </a:bodyPr>
          <a:lstStyle/>
          <a:p>
            <a:pPr algn="l">
              <a:lnSpc>
                <a:spcPct val="115000"/>
              </a:lnSpc>
            </a:pPr>
            <a:r>
              <a:rPr sz="1000" b="0">
                <a:solidFill>
                  <a:srgbClr val="222222"/>
                </a:solidFill>
                <a:latin typeface="Calibri"/>
              </a:rPr>
              <a:t>EPAM ACCELERATOR</a:t>
            </a:r>
          </a:p>
        </p:txBody>
      </p:sp>
      <p:sp>
        <p:nvSpPr>
          <p:cNvPr id="5" name="TextBox 4"/>
          <p:cNvSpPr txBox="1"/>
          <p:nvPr/>
        </p:nvSpPr>
        <p:spPr>
          <a:xfrm>
            <a:off x="457200" y="868680"/>
            <a:ext cx="2697480" cy="1280160"/>
          </a:xfrm>
          <a:prstGeom prst="rect">
            <a:avLst/>
          </a:prstGeom>
          <a:noFill/>
        </p:spPr>
        <p:txBody>
          <a:bodyPr wrap="square" anchor="t">
            <a:spAutoFit/>
          </a:bodyPr>
          <a:lstStyle/>
          <a:p>
            <a:pPr algn="l">
              <a:lnSpc>
                <a:spcPct val="110000"/>
              </a:lnSpc>
            </a:pPr>
            <a:r>
              <a:rPr sz="2200" b="1">
                <a:solidFill>
                  <a:srgbClr val="222222"/>
                </a:solidFill>
                <a:latin typeface="Calibri"/>
              </a:rPr>
              <a:t>SAP API Policy:</a:t>
            </a:r>
          </a:p>
          <a:p>
            <a:pPr algn="l">
              <a:lnSpc>
                <a:spcPct val="110000"/>
              </a:lnSpc>
            </a:pPr>
            <a:r>
              <a:rPr sz="2200" b="1">
                <a:solidFill>
                  <a:srgbClr val="222222"/>
                </a:solidFill>
                <a:latin typeface="Calibri"/>
              </a:rPr>
              <a:t>ABAP MCP Officially</a:t>
            </a:r>
          </a:p>
          <a:p>
            <a:pPr algn="l">
              <a:lnSpc>
                <a:spcPct val="110000"/>
              </a:lnSpc>
            </a:pPr>
            <a:r>
              <a:rPr sz="2200" b="1">
                <a:solidFill>
                  <a:srgbClr val="222222"/>
                </a:solidFill>
                <a:latin typeface="Calibri"/>
              </a:rPr>
              <a:t>Allowed</a:t>
            </a:r>
          </a:p>
        </p:txBody>
      </p:sp>
      <p:sp>
        <p:nvSpPr>
          <p:cNvPr id="6" name="Oval 5"/>
          <p:cNvSpPr/>
          <p:nvPr/>
        </p:nvSpPr>
        <p:spPr>
          <a:xfrm>
            <a:off x="457200" y="2468880"/>
            <a:ext cx="868680" cy="868680"/>
          </a:xfrm>
          <a:prstGeom prst="ellipse">
            <a:avLst/>
          </a:prstGeom>
          <a:solidFill>
            <a:srgbClr val="FFFFFF"/>
          </a:solidFill>
          <a:ln w="25400">
            <a:solidFill>
              <a:srgbClr val="00C8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57200" y="2468880"/>
            <a:ext cx="868680" cy="868680"/>
          </a:xfrm>
          <a:prstGeom prst="rect">
            <a:avLst/>
          </a:prstGeom>
          <a:noFill/>
        </p:spPr>
        <p:txBody>
          <a:bodyPr wrap="none" lIns="0" tIns="0" rIns="0" bIns="0" anchor="ctr">
            <a:spAutoFit/>
          </a:bodyPr>
          <a:lstStyle/>
          <a:p>
            <a:pPr algn="ctr"/>
            <a:r>
              <a:rPr sz="3600" b="1">
                <a:solidFill>
                  <a:srgbClr val="00C8D9"/>
                </a:solidFill>
                <a:latin typeface="Calibri"/>
              </a:rPr>
              <a:t>✓</a:t>
            </a:r>
          </a:p>
        </p:txBody>
      </p:sp>
      <p:sp>
        <p:nvSpPr>
          <p:cNvPr id="8" name="TextBox 7"/>
          <p:cNvSpPr txBox="1"/>
          <p:nvPr/>
        </p:nvSpPr>
        <p:spPr>
          <a:xfrm>
            <a:off x="457200" y="3611880"/>
            <a:ext cx="2697480" cy="320040"/>
          </a:xfrm>
          <a:prstGeom prst="rect">
            <a:avLst/>
          </a:prstGeom>
          <a:noFill/>
        </p:spPr>
        <p:txBody>
          <a:bodyPr wrap="square" anchor="t">
            <a:spAutoFit/>
          </a:bodyPr>
          <a:lstStyle/>
          <a:p>
            <a:pPr algn="l">
              <a:lnSpc>
                <a:spcPct val="115000"/>
              </a:lnSpc>
            </a:pPr>
            <a:r>
              <a:rPr sz="1000" b="1">
                <a:solidFill>
                  <a:srgbClr val="222222"/>
                </a:solidFill>
                <a:latin typeface="Calibri"/>
              </a:rPr>
              <a:t>KEY TAKEAWAY</a:t>
            </a:r>
          </a:p>
        </p:txBody>
      </p:sp>
      <p:sp>
        <p:nvSpPr>
          <p:cNvPr id="9" name="TextBox 8"/>
          <p:cNvSpPr txBox="1"/>
          <p:nvPr/>
        </p:nvSpPr>
        <p:spPr>
          <a:xfrm>
            <a:off x="457200" y="3931920"/>
            <a:ext cx="2697480" cy="2377440"/>
          </a:xfrm>
          <a:prstGeom prst="rect">
            <a:avLst/>
          </a:prstGeom>
          <a:noFill/>
        </p:spPr>
        <p:txBody>
          <a:bodyPr wrap="square" anchor="t">
            <a:spAutoFit/>
          </a:bodyPr>
          <a:lstStyle/>
          <a:p>
            <a:pPr algn="l">
              <a:lnSpc>
                <a:spcPct val="130000"/>
              </a:lnSpc>
              <a:spcAft>
                <a:spcPts val="1000"/>
              </a:spcAft>
            </a:pPr>
            <a:r>
              <a:rPr sz="1200" b="0">
                <a:solidFill>
                  <a:srgbClr val="333333"/>
                </a:solidFill>
                <a:latin typeface="Calibri"/>
              </a:rPr>
              <a:t>SAP API Policy v.4/2026a now </a:t>
            </a:r>
            <a:r>
              <a:rPr sz="1200" b="1">
                <a:solidFill>
                  <a:srgbClr val="333333"/>
                </a:solidFill>
                <a:latin typeface="Calibri"/>
              </a:rPr>
              <a:t>explicitly endorses</a:t>
            </a:r>
            <a:r>
              <a:rPr sz="1200" b="0">
                <a:solidFill>
                  <a:srgbClr val="333333"/>
                </a:solidFill>
                <a:latin typeface="Calibri"/>
              </a:rPr>
              <a:t> ADT-based developer tooling — including MCP servers — for internal development work.</a:t>
            </a:r>
          </a:p>
          <a:p>
            <a:pPr algn="l">
              <a:lnSpc>
                <a:spcPct val="130000"/>
              </a:lnSpc>
              <a:spcAft>
                <a:spcPts val="1000"/>
              </a:spcAft>
            </a:pPr>
            <a:r>
              <a:rPr sz="1200" b="1">
                <a:solidFill>
                  <a:srgbClr val="333333"/>
                </a:solidFill>
                <a:latin typeface="Calibri"/>
              </a:rPr>
              <a:t>With restrictions:</a:t>
            </a:r>
            <a:r>
              <a:rPr sz="1200" b="0">
                <a:solidFill>
                  <a:srgbClr val="333333"/>
                </a:solidFill>
                <a:latin typeface="Calibri"/>
              </a:rPr>
              <a:t> ADT must not be used as a backdoor for business-data extraction, free SQL, or table reads.</a:t>
            </a:r>
          </a:p>
        </p:txBody>
      </p:sp>
      <p:sp>
        <p:nvSpPr>
          <p:cNvPr id="10" name="TextBox 9"/>
          <p:cNvSpPr txBox="1"/>
          <p:nvPr/>
        </p:nvSpPr>
        <p:spPr>
          <a:xfrm>
            <a:off x="3566160" y="502920"/>
            <a:ext cx="8214360" cy="274320"/>
          </a:xfrm>
          <a:prstGeom prst="rect">
            <a:avLst/>
          </a:prstGeom>
          <a:noFill/>
        </p:spPr>
        <p:txBody>
          <a:bodyPr wrap="square" anchor="t">
            <a:spAutoFit/>
          </a:bodyPr>
          <a:lstStyle/>
          <a:p>
            <a:pPr algn="l">
              <a:lnSpc>
                <a:spcPct val="115000"/>
              </a:lnSpc>
            </a:pPr>
            <a:r>
              <a:rPr sz="1000" b="1">
                <a:solidFill>
                  <a:srgbClr val="00C8D9"/>
                </a:solidFill>
                <a:latin typeface="Calibri"/>
              </a:rPr>
              <a:t>API POLICY UPDATE  •  May 2026</a:t>
            </a:r>
          </a:p>
        </p:txBody>
      </p:sp>
      <p:sp>
        <p:nvSpPr>
          <p:cNvPr id="11" name="TextBox 10"/>
          <p:cNvSpPr txBox="1"/>
          <p:nvPr/>
        </p:nvSpPr>
        <p:spPr>
          <a:xfrm>
            <a:off x="3566160" y="822960"/>
            <a:ext cx="8214360" cy="502920"/>
          </a:xfrm>
          <a:prstGeom prst="rect">
            <a:avLst/>
          </a:prstGeom>
          <a:noFill/>
        </p:spPr>
        <p:txBody>
          <a:bodyPr wrap="square" anchor="t">
            <a:spAutoFit/>
          </a:bodyPr>
          <a:lstStyle/>
          <a:p>
            <a:pPr algn="l">
              <a:lnSpc>
                <a:spcPct val="115000"/>
              </a:lnSpc>
            </a:pPr>
            <a:r>
              <a:rPr sz="2200" b="1">
                <a:solidFill>
                  <a:srgbClr val="222222"/>
                </a:solidFill>
                <a:latin typeface="Calibri"/>
              </a:rPr>
              <a:t>ADT MCP for ABAP development is now officially allowed</a:t>
            </a:r>
          </a:p>
        </p:txBody>
      </p:sp>
      <p:sp>
        <p:nvSpPr>
          <p:cNvPr id="12" name="TextBox 11"/>
          <p:cNvSpPr txBox="1"/>
          <p:nvPr/>
        </p:nvSpPr>
        <p:spPr>
          <a:xfrm>
            <a:off x="3566160" y="1417320"/>
            <a:ext cx="8214360" cy="640080"/>
          </a:xfrm>
          <a:prstGeom prst="rect">
            <a:avLst/>
          </a:prstGeom>
          <a:noFill/>
        </p:spPr>
        <p:txBody>
          <a:bodyPr wrap="square" anchor="t">
            <a:spAutoFit/>
          </a:bodyPr>
          <a:lstStyle/>
          <a:p>
            <a:pPr algn="l">
              <a:lnSpc>
                <a:spcPct val="130000"/>
              </a:lnSpc>
            </a:pPr>
            <a:r>
              <a:rPr sz="1300" b="0">
                <a:solidFill>
                  <a:srgbClr val="333333"/>
                </a:solidFill>
                <a:latin typeface="Calibri"/>
              </a:rPr>
              <a:t>SAP updated its </a:t>
            </a:r>
            <a:r>
              <a:rPr sz="1300" b="1">
                <a:solidFill>
                  <a:srgbClr val="333333"/>
                </a:solidFill>
                <a:latin typeface="Calibri"/>
              </a:rPr>
              <a:t>API Policy FAQ</a:t>
            </a:r>
            <a:r>
              <a:rPr sz="1300" b="0">
                <a:solidFill>
                  <a:srgbClr val="333333"/>
                </a:solidFill>
                <a:latin typeface="Calibri"/>
              </a:rPr>
              <a:t> (v.4/2026a). ADT APIs may be used through endorsed channels for development tooling — with clear limits on business-data access.</a:t>
            </a:r>
          </a:p>
        </p:txBody>
      </p:sp>
      <p:sp>
        <p:nvSpPr>
          <p:cNvPr id="13" name="Rectangle 12"/>
          <p:cNvSpPr/>
          <p:nvPr/>
        </p:nvSpPr>
        <p:spPr>
          <a:xfrm>
            <a:off x="3566160" y="2331720"/>
            <a:ext cx="3970020" cy="3749039"/>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3566160" y="2331720"/>
            <a:ext cx="3970020" cy="73152"/>
          </a:xfrm>
          <a:prstGeom prst="rect">
            <a:avLst/>
          </a:prstGeom>
          <a:solidFill>
            <a:srgbClr val="1E7E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3794760" y="2606040"/>
            <a:ext cx="411480" cy="411480"/>
          </a:xfrm>
          <a:prstGeom prst="ellipse">
            <a:avLst/>
          </a:prstGeom>
          <a:solidFill>
            <a:srgbClr val="1E7E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a:t>
            </a:r>
          </a:p>
        </p:txBody>
      </p:sp>
      <p:sp>
        <p:nvSpPr>
          <p:cNvPr id="16" name="TextBox 15"/>
          <p:cNvSpPr txBox="1"/>
          <p:nvPr/>
        </p:nvSpPr>
        <p:spPr>
          <a:xfrm>
            <a:off x="4343400" y="2587752"/>
            <a:ext cx="3055620" cy="457200"/>
          </a:xfrm>
          <a:prstGeom prst="rect">
            <a:avLst/>
          </a:prstGeom>
          <a:noFill/>
        </p:spPr>
        <p:txBody>
          <a:bodyPr wrap="square" anchor="t">
            <a:spAutoFit/>
          </a:bodyPr>
          <a:lstStyle/>
          <a:p>
            <a:pPr algn="l">
              <a:lnSpc>
                <a:spcPct val="115000"/>
              </a:lnSpc>
            </a:pPr>
            <a:r>
              <a:rPr sz="1300" b="1">
                <a:solidFill>
                  <a:srgbClr val="1E7E34"/>
                </a:solidFill>
                <a:latin typeface="Calibri"/>
              </a:rPr>
              <a:t>ALLOWED — Development tooling</a:t>
            </a:r>
          </a:p>
        </p:txBody>
      </p:sp>
      <p:sp>
        <p:nvSpPr>
          <p:cNvPr id="17" name="TextBox 16"/>
          <p:cNvSpPr txBox="1"/>
          <p:nvPr/>
        </p:nvSpPr>
        <p:spPr>
          <a:xfrm>
            <a:off x="3840480" y="3200400"/>
            <a:ext cx="3421380" cy="2651760"/>
          </a:xfrm>
          <a:prstGeom prst="rect">
            <a:avLst/>
          </a:prstGeom>
          <a:noFill/>
        </p:spPr>
        <p:txBody>
          <a:bodyPr wrap="square" lIns="0" tIns="0" rIns="0" bIns="0">
            <a:spAutoFit/>
          </a:bodyPr>
          <a:lstStyle/>
          <a:p>
            <a:pPr algn="l">
              <a:lnSpc>
                <a:spcPct val="125000"/>
              </a:lnSpc>
              <a:spcAft>
                <a:spcPts val="600"/>
              </a:spcAft>
            </a:pPr>
            <a:r>
              <a:rPr sz="1200">
                <a:solidFill>
                  <a:srgbClr val="1E7E34"/>
                </a:solidFill>
                <a:latin typeface="Calibri"/>
              </a:rPr>
              <a:t>●  </a:t>
            </a:r>
            <a:r>
              <a:rPr sz="1200">
                <a:solidFill>
                  <a:srgbClr val="333333"/>
                </a:solidFill>
                <a:latin typeface="Calibri"/>
              </a:rPr>
              <a:t>Repository access (read source via ADT)</a:t>
            </a:r>
          </a:p>
          <a:p>
            <a:pPr algn="l">
              <a:lnSpc>
                <a:spcPct val="125000"/>
              </a:lnSpc>
              <a:spcAft>
                <a:spcPts val="600"/>
              </a:spcAft>
            </a:pPr>
            <a:r>
              <a:rPr sz="1200">
                <a:solidFill>
                  <a:srgbClr val="1E7E34"/>
                </a:solidFill>
                <a:latin typeface="Calibri"/>
              </a:rPr>
              <a:t>●  </a:t>
            </a:r>
            <a:r>
              <a:rPr sz="1200">
                <a:solidFill>
                  <a:srgbClr val="333333"/>
                </a:solidFill>
                <a:latin typeface="Calibri"/>
              </a:rPr>
              <a:t>Code inspection &amp; syntax checks</a:t>
            </a:r>
          </a:p>
          <a:p>
            <a:pPr algn="l">
              <a:lnSpc>
                <a:spcPct val="125000"/>
              </a:lnSpc>
              <a:spcAft>
                <a:spcPts val="600"/>
              </a:spcAft>
            </a:pPr>
            <a:r>
              <a:rPr sz="1200">
                <a:solidFill>
                  <a:srgbClr val="1E7E34"/>
                </a:solidFill>
                <a:latin typeface="Calibri"/>
              </a:rPr>
              <a:t>●  </a:t>
            </a:r>
            <a:r>
              <a:rPr sz="1200">
                <a:solidFill>
                  <a:srgbClr val="333333"/>
                </a:solidFill>
                <a:latin typeface="Calibri"/>
              </a:rPr>
              <a:t>ATC checks and ABAP Unit</a:t>
            </a:r>
          </a:p>
          <a:p>
            <a:pPr algn="l">
              <a:lnSpc>
                <a:spcPct val="125000"/>
              </a:lnSpc>
              <a:spcAft>
                <a:spcPts val="600"/>
              </a:spcAft>
            </a:pPr>
            <a:r>
              <a:rPr sz="1200">
                <a:solidFill>
                  <a:srgbClr val="1E7E34"/>
                </a:solidFill>
                <a:latin typeface="Calibri"/>
              </a:rPr>
              <a:t>●  </a:t>
            </a:r>
            <a:r>
              <a:rPr sz="1200">
                <a:solidFill>
                  <a:srgbClr val="333333"/>
                </a:solidFill>
                <a:latin typeface="Calibri"/>
              </a:rPr>
              <a:t>Object activation</a:t>
            </a:r>
          </a:p>
          <a:p>
            <a:pPr algn="l">
              <a:lnSpc>
                <a:spcPct val="125000"/>
              </a:lnSpc>
              <a:spcAft>
                <a:spcPts val="600"/>
              </a:spcAft>
            </a:pPr>
            <a:r>
              <a:rPr sz="1200">
                <a:solidFill>
                  <a:srgbClr val="1E7E34"/>
                </a:solidFill>
                <a:latin typeface="Calibri"/>
              </a:rPr>
              <a:t>●  </a:t>
            </a:r>
            <a:r>
              <a:rPr sz="1200">
                <a:solidFill>
                  <a:srgbClr val="333333"/>
                </a:solidFill>
                <a:latin typeface="Calibri"/>
              </a:rPr>
              <a:t>abapGit &amp; SAP-published Eclipse ADT</a:t>
            </a:r>
          </a:p>
          <a:p>
            <a:pPr algn="l">
              <a:lnSpc>
                <a:spcPct val="125000"/>
              </a:lnSpc>
              <a:spcAft>
                <a:spcPts val="600"/>
              </a:spcAft>
            </a:pPr>
            <a:r>
              <a:rPr sz="1200">
                <a:solidFill>
                  <a:srgbClr val="1E7E34"/>
                </a:solidFill>
                <a:latin typeface="Calibri"/>
              </a:rPr>
              <a:t>●  </a:t>
            </a:r>
            <a:r>
              <a:rPr sz="1200">
                <a:solidFill>
                  <a:srgbClr val="333333"/>
                </a:solidFill>
                <a:latin typeface="Calibri"/>
              </a:rPr>
              <a:t>Internal CI/CD pipelines and dev utilities</a:t>
            </a:r>
          </a:p>
        </p:txBody>
      </p:sp>
      <p:sp>
        <p:nvSpPr>
          <p:cNvPr id="18" name="Rectangle 17"/>
          <p:cNvSpPr/>
          <p:nvPr/>
        </p:nvSpPr>
        <p:spPr>
          <a:xfrm>
            <a:off x="7810500" y="2331720"/>
            <a:ext cx="3970020" cy="3749039"/>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810500" y="2331720"/>
            <a:ext cx="3970020"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8039100" y="2606040"/>
            <a:ext cx="411480" cy="41148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a:t>
            </a:r>
          </a:p>
        </p:txBody>
      </p:sp>
      <p:sp>
        <p:nvSpPr>
          <p:cNvPr id="21" name="TextBox 20"/>
          <p:cNvSpPr txBox="1"/>
          <p:nvPr/>
        </p:nvSpPr>
        <p:spPr>
          <a:xfrm>
            <a:off x="8587740" y="2587752"/>
            <a:ext cx="3055620" cy="457200"/>
          </a:xfrm>
          <a:prstGeom prst="rect">
            <a:avLst/>
          </a:prstGeom>
          <a:noFill/>
        </p:spPr>
        <p:txBody>
          <a:bodyPr wrap="square" anchor="t">
            <a:spAutoFit/>
          </a:bodyPr>
          <a:lstStyle/>
          <a:p>
            <a:pPr algn="l">
              <a:lnSpc>
                <a:spcPct val="115000"/>
              </a:lnSpc>
            </a:pPr>
            <a:r>
              <a:rPr sz="1300" b="1">
                <a:solidFill>
                  <a:srgbClr val="C0392B"/>
                </a:solidFill>
                <a:latin typeface="Calibri"/>
              </a:rPr>
              <a:t>NOT ALLOWED — Business data access</a:t>
            </a:r>
          </a:p>
        </p:txBody>
      </p:sp>
      <p:sp>
        <p:nvSpPr>
          <p:cNvPr id="22" name="TextBox 21"/>
          <p:cNvSpPr txBox="1"/>
          <p:nvPr/>
        </p:nvSpPr>
        <p:spPr>
          <a:xfrm>
            <a:off x="8084820" y="3200400"/>
            <a:ext cx="3421380" cy="2651760"/>
          </a:xfrm>
          <a:prstGeom prst="rect">
            <a:avLst/>
          </a:prstGeom>
          <a:noFill/>
        </p:spPr>
        <p:txBody>
          <a:bodyPr wrap="square" lIns="0" tIns="0" rIns="0" bIns="0">
            <a:spAutoFit/>
          </a:bodyPr>
          <a:lstStyle/>
          <a:p>
            <a:pPr algn="l">
              <a:lnSpc>
                <a:spcPct val="125000"/>
              </a:lnSpc>
              <a:spcAft>
                <a:spcPts val="600"/>
              </a:spcAft>
            </a:pPr>
            <a:r>
              <a:rPr sz="1200">
                <a:solidFill>
                  <a:srgbClr val="C0392B"/>
                </a:solidFill>
                <a:latin typeface="Calibri"/>
              </a:rPr>
              <a:t>●  </a:t>
            </a:r>
            <a:r>
              <a:rPr sz="1200">
                <a:solidFill>
                  <a:srgbClr val="333333"/>
                </a:solidFill>
                <a:latin typeface="Calibri"/>
              </a:rPr>
              <a:t>ADT Data Preview</a:t>
            </a:r>
          </a:p>
          <a:p>
            <a:pPr algn="l">
              <a:lnSpc>
                <a:spcPct val="125000"/>
              </a:lnSpc>
              <a:spcAft>
                <a:spcPts val="600"/>
              </a:spcAft>
            </a:pPr>
            <a:r>
              <a:rPr sz="1200">
                <a:solidFill>
                  <a:srgbClr val="C0392B"/>
                </a:solidFill>
                <a:latin typeface="Calibri"/>
              </a:rPr>
              <a:t>●  </a:t>
            </a:r>
            <a:r>
              <a:rPr sz="1200">
                <a:solidFill>
                  <a:srgbClr val="333333"/>
                </a:solidFill>
                <a:latin typeface="Calibri"/>
              </a:rPr>
              <a:t>Free SQL execution against backend</a:t>
            </a:r>
          </a:p>
          <a:p>
            <a:pPr algn="l">
              <a:lnSpc>
                <a:spcPct val="125000"/>
              </a:lnSpc>
              <a:spcAft>
                <a:spcPts val="600"/>
              </a:spcAft>
            </a:pPr>
            <a:r>
              <a:rPr sz="1200">
                <a:solidFill>
                  <a:srgbClr val="C0392B"/>
                </a:solidFill>
                <a:latin typeface="Calibri"/>
              </a:rPr>
              <a:t>●  </a:t>
            </a:r>
            <a:r>
              <a:rPr sz="1200">
                <a:solidFill>
                  <a:srgbClr val="333333"/>
                </a:solidFill>
                <a:latin typeface="Calibri"/>
              </a:rPr>
              <a:t>Generic table reads</a:t>
            </a:r>
          </a:p>
          <a:p>
            <a:pPr algn="l">
              <a:lnSpc>
                <a:spcPct val="125000"/>
              </a:lnSpc>
              <a:spcAft>
                <a:spcPts val="600"/>
              </a:spcAft>
            </a:pPr>
            <a:r>
              <a:rPr sz="1200">
                <a:solidFill>
                  <a:srgbClr val="C0392B"/>
                </a:solidFill>
                <a:latin typeface="Calibri"/>
              </a:rPr>
              <a:t>●  </a:t>
            </a:r>
            <a:r>
              <a:rPr sz="1200">
                <a:solidFill>
                  <a:srgbClr val="333333"/>
                </a:solidFill>
                <a:latin typeface="Calibri"/>
              </a:rPr>
              <a:t>Business-data extraction or export</a:t>
            </a:r>
          </a:p>
          <a:p>
            <a:pPr algn="l">
              <a:lnSpc>
                <a:spcPct val="125000"/>
              </a:lnSpc>
              <a:spcAft>
                <a:spcPts val="600"/>
              </a:spcAft>
            </a:pPr>
            <a:r>
              <a:rPr sz="1200">
                <a:solidFill>
                  <a:srgbClr val="C0392B"/>
                </a:solidFill>
                <a:latin typeface="Calibri"/>
              </a:rPr>
              <a:t>●  </a:t>
            </a:r>
            <a:r>
              <a:rPr sz="1200">
                <a:solidFill>
                  <a:srgbClr val="333333"/>
                </a:solidFill>
                <a:latin typeface="Calibri"/>
              </a:rPr>
              <a:t>Runtime/business orchestration via ADT</a:t>
            </a:r>
          </a:p>
          <a:p>
            <a:pPr algn="l">
              <a:lnSpc>
                <a:spcPct val="125000"/>
              </a:lnSpc>
              <a:spcAft>
                <a:spcPts val="600"/>
              </a:spcAft>
            </a:pPr>
            <a:r>
              <a:rPr sz="1200">
                <a:solidFill>
                  <a:srgbClr val="C0392B"/>
                </a:solidFill>
                <a:latin typeface="Calibri"/>
              </a:rPr>
              <a:t>●  </a:t>
            </a:r>
            <a:r>
              <a:rPr sz="1200">
                <a:solidFill>
                  <a:srgbClr val="333333"/>
                </a:solidFill>
                <a:latin typeface="Calibri"/>
              </a:rPr>
              <a:t>Substituting ADT for business APIs</a:t>
            </a:r>
          </a:p>
        </p:txBody>
      </p:sp>
      <p:sp>
        <p:nvSpPr>
          <p:cNvPr id="23" name="TextBox 22"/>
          <p:cNvSpPr txBox="1"/>
          <p:nvPr/>
        </p:nvSpPr>
        <p:spPr>
          <a:xfrm>
            <a:off x="3566160" y="6263640"/>
            <a:ext cx="8214360" cy="274320"/>
          </a:xfrm>
          <a:prstGeom prst="rect">
            <a:avLst/>
          </a:prstGeom>
          <a:noFill/>
        </p:spPr>
        <p:txBody>
          <a:bodyPr wrap="square" anchor="t">
            <a:spAutoFit/>
          </a:bodyPr>
          <a:lstStyle/>
          <a:p>
            <a:pPr algn="l">
              <a:lnSpc>
                <a:spcPct val="115000"/>
              </a:lnSpc>
            </a:pPr>
            <a:r>
              <a:rPr sz="1000" b="1">
                <a:solidFill>
                  <a:srgbClr val="6B6B6B"/>
                </a:solidFill>
                <a:latin typeface="Calibri"/>
              </a:rPr>
              <a:t>Source: </a:t>
            </a:r>
            <a:r>
              <a:rPr sz="1000" b="0">
                <a:solidFill>
                  <a:srgbClr val="6B6B6B"/>
                </a:solidFill>
                <a:latin typeface="Calibri"/>
              </a:rPr>
              <a:t>SAP API Policy v.4/2026a – ADT API Policy FAQ v1.1  •  help.sap.com/doc/sap-api-policy</a:t>
            </a:r>
          </a:p>
        </p:txBody>
      </p:sp>
      <p:sp>
        <p:nvSpPr>
          <p:cNvPr id="24" name="TextBox 23"/>
          <p:cNvSpPr txBox="1"/>
          <p:nvPr/>
        </p:nvSpPr>
        <p:spPr>
          <a:xfrm>
            <a:off x="457200" y="6263640"/>
            <a:ext cx="1097280" cy="274320"/>
          </a:xfrm>
          <a:prstGeom prst="rect">
            <a:avLst/>
          </a:prstGeom>
          <a:noFill/>
        </p:spPr>
        <p:txBody>
          <a:bodyPr wrap="square" anchor="t">
            <a:spAutoFit/>
          </a:bodyPr>
          <a:lstStyle/>
          <a:p>
            <a:pPr algn="l">
              <a:lnSpc>
                <a:spcPct val="115000"/>
              </a:lnSpc>
            </a:pPr>
            <a:r>
              <a:rPr sz="1100" b="1">
                <a:solidFill>
                  <a:srgbClr val="222222"/>
                </a:solidFill>
                <a:latin typeface="Calibri"/>
              </a:rPr>
              <a:t>&lt;epam&gt;</a:t>
            </a:r>
          </a:p>
        </p:txBody>
      </p:sp>
      <p:sp>
        <p:nvSpPr>
          <p:cNvPr id="25" name="TextBox 24"/>
          <p:cNvSpPr txBox="1"/>
          <p:nvPr/>
        </p:nvSpPr>
        <p:spPr>
          <a:xfrm>
            <a:off x="9448800" y="6263640"/>
            <a:ext cx="2377440" cy="274320"/>
          </a:xfrm>
          <a:prstGeom prst="rect">
            <a:avLst/>
          </a:prstGeom>
          <a:noFill/>
        </p:spPr>
        <p:txBody>
          <a:bodyPr wrap="square" anchor="t">
            <a:spAutoFit/>
          </a:bodyPr>
          <a:lstStyle/>
          <a:p>
            <a:pPr algn="r">
              <a:lnSpc>
                <a:spcPct val="115000"/>
              </a:lnSpc>
            </a:pPr>
            <a:r>
              <a:rPr sz="900" b="0">
                <a:solidFill>
                  <a:srgbClr val="6B6B6B"/>
                </a:solidFill>
                <a:latin typeface="Calibri"/>
              </a:rPr>
              <a:t>EPAM Proprietary &amp; Confidential.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0AF65-E887-10EF-D9E7-AE8015BBAE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455276-11C3-6C78-8537-2D33F98B4203}"/>
              </a:ext>
            </a:extLst>
          </p:cNvPr>
          <p:cNvSpPr>
            <a:spLocks noGrp="1"/>
          </p:cNvSpPr>
          <p:nvPr>
            <p:ph type="title"/>
          </p:nvPr>
        </p:nvSpPr>
        <p:spPr>
          <a:xfrm>
            <a:off x="638647" y="1793240"/>
            <a:ext cx="5640805" cy="923330"/>
          </a:xfrm>
        </p:spPr>
        <p:txBody>
          <a:bodyPr wrap="square" lIns="0" tIns="0" rIns="0" bIns="0" anchor="t">
            <a:spAutoFit/>
          </a:bodyPr>
          <a:lstStyle/>
          <a:p>
            <a:r>
              <a:rPr lang="en-US">
                <a:latin typeface="Calibri"/>
                <a:ea typeface="Calibri"/>
                <a:cs typeface="Calibri"/>
              </a:rPr>
              <a:t>Q&amp;A and Next Steps</a:t>
            </a:r>
          </a:p>
        </p:txBody>
      </p:sp>
      <p:sp>
        <p:nvSpPr>
          <p:cNvPr id="5" name="Text Placeholder 4">
            <a:extLst>
              <a:ext uri="{FF2B5EF4-FFF2-40B4-BE49-F238E27FC236}">
                <a16:creationId xmlns:a16="http://schemas.microsoft.com/office/drawing/2014/main" id="{F12946E4-5044-B888-9599-49C054DE019F}"/>
              </a:ext>
            </a:extLst>
          </p:cNvPr>
          <p:cNvSpPr>
            <a:spLocks noGrp="1"/>
          </p:cNvSpPr>
          <p:nvPr>
            <p:ph type="body" sz="quarter" idx="10"/>
          </p:nvPr>
        </p:nvSpPr>
        <p:spPr>
          <a:xfrm>
            <a:off x="647700" y="1315415"/>
            <a:ext cx="1561346" cy="307777"/>
          </a:xfrm>
        </p:spPr>
        <p:txBody>
          <a:bodyPr/>
          <a:lstStyle/>
          <a:p>
            <a:r>
              <a:rPr lang="en-US">
                <a:solidFill>
                  <a:srgbClr val="00FFF0"/>
                </a:solidFill>
                <a:ea typeface="Calibri"/>
                <a:cs typeface="Calibri"/>
              </a:rPr>
              <a:t>Section 04</a:t>
            </a:r>
          </a:p>
        </p:txBody>
      </p:sp>
      <p:pic>
        <p:nvPicPr>
          <p:cNvPr id="6" name="Picture 2" descr="News - Page 2 of 13 :: medartis AG">
            <a:extLst>
              <a:ext uri="{FF2B5EF4-FFF2-40B4-BE49-F238E27FC236}">
                <a16:creationId xmlns:a16="http://schemas.microsoft.com/office/drawing/2014/main" id="{2E99A7B8-6432-0314-769C-21ABC43859E6}"/>
              </a:ext>
            </a:extLst>
          </p:cNvPr>
          <p:cNvPicPr>
            <a:picLocks noChangeAspect="1" noChangeArrowheads="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431780" y="-182880"/>
            <a:ext cx="1945958" cy="109480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Premium Photo | Question mark background and dark space or room.Concept ...">
            <a:extLst>
              <a:ext uri="{FF2B5EF4-FFF2-40B4-BE49-F238E27FC236}">
                <a16:creationId xmlns:a16="http://schemas.microsoft.com/office/drawing/2014/main" id="{ACC993C1-9B60-44BE-3E24-43F4B2C9B91B}"/>
              </a:ext>
            </a:extLst>
          </p:cNvPr>
          <p:cNvPicPr>
            <a:picLocks noChangeAspect="1"/>
          </p:cNvPicPr>
          <p:nvPr/>
        </p:nvPicPr>
        <p:blipFill>
          <a:blip r:embed="rId4">
            <a:alphaModFix amt="59000"/>
          </a:blip>
          <a:stretch>
            <a:fillRect/>
          </a:stretch>
        </p:blipFill>
        <p:spPr>
          <a:xfrm>
            <a:off x="5188607" y="1466543"/>
            <a:ext cx="4792716" cy="2882637"/>
          </a:xfrm>
          <a:prstGeom prst="roundRect">
            <a:avLst/>
          </a:prstGeom>
          <a:effectLst>
            <a:reflection stA="52000" endPos="35000" dir="5400000" sy="-100000" algn="bl" rotWithShape="0"/>
          </a:effectLst>
        </p:spPr>
      </p:pic>
    </p:spTree>
    <p:extLst>
      <p:ext uri="{BB962C8B-B14F-4D97-AF65-F5344CB8AC3E}">
        <p14:creationId xmlns:p14="http://schemas.microsoft.com/office/powerpoint/2010/main" val="13675213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EPAM Master Dark 2023.1">
  <a:themeElements>
    <a:clrScheme name="EPAM Dark Palette">
      <a:dk1>
        <a:srgbClr val="000000"/>
      </a:dk1>
      <a:lt1>
        <a:srgbClr val="FFFFFF"/>
      </a:lt1>
      <a:dk2>
        <a:srgbClr val="A0A0A0"/>
      </a:dk2>
      <a:lt2>
        <a:srgbClr val="FBFAFA"/>
      </a:lt2>
      <a:accent1>
        <a:srgbClr val="161616"/>
      </a:accent1>
      <a:accent2>
        <a:srgbClr val="00F6FF"/>
      </a:accent2>
      <a:accent3>
        <a:srgbClr val="B896FF"/>
      </a:accent3>
      <a:accent4>
        <a:srgbClr val="7BA8FF"/>
      </a:accent4>
      <a:accent5>
        <a:srgbClr val="418DFF"/>
      </a:accent5>
      <a:accent6>
        <a:srgbClr val="00F3AB"/>
      </a:accent6>
      <a:hlink>
        <a:srgbClr val="060606"/>
      </a:hlink>
      <a:folHlink>
        <a:srgbClr val="000000"/>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Continuum_Master_v1.1" id="{D2F91407-39AD-2344-8F42-01B4155FF2FD}" vid="{09F1F252-BD3A-0A45-9F6B-518524EA322F}"/>
    </a:ext>
  </a:extLst>
</a:theme>
</file>

<file path=ppt/theme/theme3.xml><?xml version="1.0" encoding="utf-8"?>
<a:theme xmlns:a="http://schemas.openxmlformats.org/drawingml/2006/main" name="EPAM Master Light 2023.1">
  <a:themeElements>
    <a:clrScheme name="EPAM Light Palette ">
      <a:dk1>
        <a:srgbClr val="000000"/>
      </a:dk1>
      <a:lt1>
        <a:srgbClr val="FFFFFF"/>
      </a:lt1>
      <a:dk2>
        <a:srgbClr val="A0A0A0"/>
      </a:dk2>
      <a:lt2>
        <a:srgbClr val="FBFAFA"/>
      </a:lt2>
      <a:accent1>
        <a:srgbClr val="060606"/>
      </a:accent1>
      <a:accent2>
        <a:srgbClr val="0047FF"/>
      </a:accent2>
      <a:accent3>
        <a:srgbClr val="0078C2"/>
      </a:accent3>
      <a:accent4>
        <a:srgbClr val="8353D2"/>
      </a:accent4>
      <a:accent5>
        <a:srgbClr val="0134BB"/>
      </a:accent5>
      <a:accent6>
        <a:srgbClr val="107E8D"/>
      </a:accent6>
      <a:hlink>
        <a:srgbClr val="060606"/>
      </a:hlink>
      <a:folHlink>
        <a:srgbClr val="000000"/>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EPAM_PPT_Light_Mode_Main_2023.pptx" id="{7FE1BCAA-8D42-4B53-9E13-8FC79C69C77C}" vid="{02DAA973-E660-43B6-8351-FD552606C1A5}"/>
    </a:ext>
  </a:extLst>
</a:theme>
</file>

<file path=ppt/theme/theme4.xml><?xml version="1.0" encoding="utf-8"?>
<a:theme xmlns:a="http://schemas.openxmlformats.org/drawingml/2006/main" name="1_EPAM Master 2023.5">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a:defPPr>
      </a:lstStyle>
    </a:txDef>
  </a:objectDefaults>
  <a:extraClrSchemeLst/>
  <a:custClrLst>
    <a:custClr name="PALINA BLUE">
      <a:srgbClr val="A9C9D7"/>
    </a:custClr>
    <a:custClr name="DARK PURPLE ">
      <a:srgbClr val="8A7CBB"/>
    </a:custClr>
    <a:custClr name="LIGHT PURPLE">
      <a:srgbClr val="AE9BD8"/>
    </a:custClr>
    <a:custClr name="BRIGHT CORAL">
      <a:srgbClr val="FF4E33"/>
    </a:custClr>
    <a:custClr name="EPAM CORAL">
      <a:srgbClr val="FF8468"/>
    </a:custClr>
    <a:custClr name="BRIGHT ORANGE">
      <a:srgbClr val="FF8500"/>
    </a:custClr>
    <a:custClr name="ORANGE ">
      <a:srgbClr val="FFA436"/>
    </a:custClr>
    <a:custClr name="DARK GREEN">
      <a:srgbClr val="62A230"/>
    </a:custClr>
    <a:custClr name="BRIGHT GREEN">
      <a:srgbClr val="9BC838"/>
    </a:custClr>
    <a:custClr name="LIME GREEN">
      <a:srgbClr val="C8DE49"/>
    </a:custClr>
    <a:custClr name="Coral Orange">
      <a:srgbClr val="F57F41"/>
    </a:custClr>
    <a:custClr name="Tangerine">
      <a:srgbClr val="F15C44"/>
    </a:custClr>
    <a:custClr name="Gold">
      <a:srgbClr val="DBB661"/>
    </a:custClr>
    <a:custClr name="Turqoise">
      <a:srgbClr val="2A9D8E"/>
    </a:custClr>
    <a:custClr name="Ocean">
      <a:srgbClr val="209EBD"/>
    </a:custClr>
    <a:custClr name="Charcoal">
      <a:srgbClr val="264553"/>
    </a:custClr>
    <a:custClr name="Eggplant">
      <a:srgbClr val="58335E"/>
    </a:custClr>
    <a:custClr name="Grape Soda">
      <a:srgbClr val="745C97"/>
    </a:custClr>
    <a:custClr name="Wild Berry">
      <a:srgbClr val="89608E"/>
    </a:custClr>
    <a:custClr name="Taffy">
      <a:srgbClr val="8ACDEA"/>
    </a:custClr>
    <a:custClr name="Honey">
      <a:srgbClr val="EFEA5A"/>
    </a:custClr>
    <a:custClr name="Mint">
      <a:srgbClr val="2CD094"/>
    </a:custClr>
    <a:custClr name="Malibu">
      <a:srgbClr val="BAD49C"/>
    </a:custClr>
    <a:custClr name="Cotton Candy">
      <a:srgbClr val="EEB4B3"/>
    </a:custClr>
    <a:custClr name="Guava">
      <a:srgbClr val="E26D5C"/>
    </a:custClr>
  </a:custClrLst>
  <a:extLst>
    <a:ext uri="{05A4C25C-085E-4340-85A3-A5531E510DB2}">
      <thm15:themeFamily xmlns:thm15="http://schemas.microsoft.com/office/thememl/2012/main" name="Continuum_Master_v1.1" id="{D2F91407-39AD-2344-8F42-01B4155FF2FD}" vid="{09F1F252-BD3A-0A45-9F6B-518524EA322F}"/>
    </a:ext>
  </a:extLst>
</a:theme>
</file>

<file path=ppt/theme/theme5.xml><?xml version="1.0" encoding="utf-8"?>
<a:theme xmlns:a="http://schemas.openxmlformats.org/drawingml/2006/main" name="3_EPAM Master 2023.5">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smtClean="0"/>
        </a:defPPr>
      </a:lstStyle>
    </a:txDef>
  </a:objectDefaults>
  <a:extraClrSchemeLst/>
  <a:custClrLst>
    <a:custClr name="PALINA BLUE">
      <a:srgbClr val="A9C9D7"/>
    </a:custClr>
    <a:custClr name="DARK PURPLE ">
      <a:srgbClr val="8A7CBB"/>
    </a:custClr>
    <a:custClr name="LIGHT PURPLE">
      <a:srgbClr val="AE9BD8"/>
    </a:custClr>
    <a:custClr name="BRIGHT CORAL">
      <a:srgbClr val="FF4E33"/>
    </a:custClr>
    <a:custClr name="EPAM CORAL">
      <a:srgbClr val="FF8468"/>
    </a:custClr>
    <a:custClr name="BRIGHT ORANGE">
      <a:srgbClr val="FF8500"/>
    </a:custClr>
    <a:custClr name="ORANGE ">
      <a:srgbClr val="FFA436"/>
    </a:custClr>
    <a:custClr name="DARK GREEN">
      <a:srgbClr val="62A230"/>
    </a:custClr>
    <a:custClr name="BRIGHT GREEN">
      <a:srgbClr val="9BC838"/>
    </a:custClr>
    <a:custClr name="LIME GREEN">
      <a:srgbClr val="C8DE49"/>
    </a:custClr>
    <a:custClr name="Coral Orange">
      <a:srgbClr val="F57F41"/>
    </a:custClr>
    <a:custClr name="Tangerine">
      <a:srgbClr val="F15C44"/>
    </a:custClr>
    <a:custClr name="Gold">
      <a:srgbClr val="DBB661"/>
    </a:custClr>
    <a:custClr name="Turqoise">
      <a:srgbClr val="2A9D8E"/>
    </a:custClr>
    <a:custClr name="Ocean">
      <a:srgbClr val="209EBD"/>
    </a:custClr>
    <a:custClr name="Charcoal">
      <a:srgbClr val="264553"/>
    </a:custClr>
    <a:custClr name="Eggplant">
      <a:srgbClr val="58335E"/>
    </a:custClr>
    <a:custClr name="Grape Soda">
      <a:srgbClr val="745C97"/>
    </a:custClr>
    <a:custClr name="Wild Berry">
      <a:srgbClr val="89608E"/>
    </a:custClr>
    <a:custClr name="Taffy">
      <a:srgbClr val="8ACDEA"/>
    </a:custClr>
    <a:custClr name="Honey">
      <a:srgbClr val="EFEA5A"/>
    </a:custClr>
    <a:custClr name="Mint">
      <a:srgbClr val="2CD094"/>
    </a:custClr>
    <a:custClr name="Malibu">
      <a:srgbClr val="BAD49C"/>
    </a:custClr>
    <a:custClr name="Cotton Candy">
      <a:srgbClr val="EEB4B3"/>
    </a:custClr>
    <a:custClr name="Guava">
      <a:srgbClr val="E26D5C"/>
    </a:custClr>
  </a:custClrLst>
  <a:extLst>
    <a:ext uri="{05A4C25C-085E-4340-85A3-A5531E510DB2}">
      <thm15:themeFamily xmlns:thm15="http://schemas.microsoft.com/office/thememl/2012/main" name="Continuum_Master_v1.1" id="{D2F91407-39AD-2344-8F42-01B4155FF2FD}" vid="{09F1F252-BD3A-0A45-9F6B-518524EA322F}"/>
    </a:ext>
  </a:extLst>
</a:theme>
</file>

<file path=ppt/theme/theme6.xml><?xml version="1.0" encoding="utf-8"?>
<a:theme xmlns:a="http://schemas.openxmlformats.org/drawingml/2006/main" name="EPAM Master 2024.1">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Calibri Bold"/>
        <a:cs typeface="Arial"/>
      </a:majorFont>
      <a:minorFont>
        <a:latin typeface="Calibri"/>
        <a:ea typeface="Calibri"/>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smtClean="0"/>
        </a:defPPr>
      </a:lstStyle>
    </a:txDef>
  </a:objectDefaults>
  <a:extraClrSchemeLst/>
  <a:custClrLst>
    <a:custClr name="Purple">
      <a:srgbClr val="612742"/>
    </a:custClr>
    <a:custClr name="Dark Magenta">
      <a:srgbClr val="A84370"/>
    </a:custClr>
    <a:custClr name="Magenta">
      <a:srgbClr val="FF4B9C"/>
    </a:custClr>
    <a:custClr name="Light Violet">
      <a:srgbClr val="CDBAED"/>
    </a:custClr>
    <a:custClr name="Pale Violet">
      <a:srgbClr val="D1AAC2"/>
    </a:custClr>
    <a:custClr name="Royal Blue">
      <a:srgbClr val="0040A0"/>
    </a:custClr>
    <a:custClr name="Blue">
      <a:srgbClr val="418DFF"/>
    </a:custClr>
    <a:custClr name="Light Blue">
      <a:srgbClr val="A7BAFF"/>
    </a:custClr>
    <a:custClr name="Turquoise">
      <a:srgbClr val="03C6DD"/>
    </a:custClr>
    <a:custClr name="Cyan">
      <a:srgbClr val="08F6FF"/>
    </a:custClr>
    <a:custClr name="Light Cyan">
      <a:srgbClr val="B3E1EA"/>
    </a:custClr>
    <a:custClr name="Dark Red">
      <a:srgbClr val="932C00"/>
    </a:custClr>
    <a:custClr name="Indian Red">
      <a:srgbClr val="CB3E01"/>
    </a:custClr>
    <a:custClr name="Orange">
      <a:srgbClr val="EF9E3F"/>
    </a:custClr>
    <a:custClr name="Gold">
      <a:srgbClr val="F7DB11"/>
    </a:custClr>
    <a:custClr name="Dark Olive">
      <a:srgbClr val="023A28"/>
    </a:custClr>
    <a:custClr name="Olive">
      <a:srgbClr val="5B7813"/>
    </a:custClr>
    <a:custClr name="Dark Cyan">
      <a:srgbClr val="03815B"/>
    </a:custClr>
    <a:custClr name="Green Grass">
      <a:srgbClr val="00A725"/>
    </a:custClr>
    <a:custClr name="Yellow Green">
      <a:srgbClr val="99C029"/>
    </a:custClr>
    <a:custClr name="Aquamarine">
      <a:srgbClr val="61E2BB"/>
    </a:custClr>
    <a:custClr name="Light Cyan">
      <a:srgbClr val="ABDBDD"/>
    </a:custClr>
    <a:custClr name="Turquoise">
      <a:srgbClr val="38C2D7"/>
    </a:custClr>
    <a:custClr name="Cyan">
      <a:srgbClr val="00F6FF"/>
    </a:custClr>
    <a:custClr name="Medium Blue">
      <a:srgbClr val="0F8ACF"/>
    </a:custClr>
    <a:custClr name="Yellow C">
      <a:srgbClr val="FBC00E"/>
    </a:custClr>
    <a:custClr name="Lime">
      <a:srgbClr val="D5E662"/>
    </a:custClr>
    <a:custClr name="Fun Green">
      <a:srgbClr val="00F4AB"/>
    </a:custClr>
    <a:custClr name="Spring Green">
      <a:srgbClr val="55E66F"/>
    </a:custClr>
    <a:custClr name="Yellow Green">
      <a:srgbClr val="A3C644"/>
    </a:custClr>
    <a:custClr name="Green Grass">
      <a:srgbClr val="00A705"/>
    </a:custClr>
    <a:custClr name="Sandy">
      <a:srgbClr val="F06516"/>
    </a:custClr>
    <a:custClr name="Light Violet">
      <a:srgbClr val="AE9BD8"/>
    </a:custClr>
    <a:custClr name="Blue Violet">
      <a:srgbClr val="8940FF"/>
    </a:custClr>
    <a:custClr name="Plum">
      <a:srgbClr val="675B88"/>
    </a:custClr>
    <a:custClr name="Dark Magenta">
      <a:srgbClr val="A84370"/>
    </a:custClr>
    <a:custClr name="Magenta">
      <a:srgbClr val="E613EB"/>
    </a:custClr>
  </a:custClrLst>
  <a:extLst>
    <a:ext uri="{05A4C25C-085E-4340-85A3-A5531E510DB2}">
      <thm15:themeFamily xmlns:thm15="http://schemas.microsoft.com/office/thememl/2012/main" name="EPAM_PresalesTemplate" id="{B5A8C664-DF1B-D14B-AC6E-5525FFCFCC6E}" vid="{6D1060FC-A1D3-EA43-8323-3F78A2E59F3F}"/>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E388E985FF179429D912D78AE125E50" ma:contentTypeVersion="19" ma:contentTypeDescription="Create a new document." ma:contentTypeScope="" ma:versionID="589fe901e3e95d0561149d7f8be7e459">
  <xsd:schema xmlns:xsd="http://www.w3.org/2001/XMLSchema" xmlns:xs="http://www.w3.org/2001/XMLSchema" xmlns:p="http://schemas.microsoft.com/office/2006/metadata/properties" xmlns:ns2="2868a1be-c9ea-4fc0-af1b-bb615e86bda3" xmlns:ns3="f2f0669d-6233-40c4-8a5c-1485ac3cf81e" targetNamespace="http://schemas.microsoft.com/office/2006/metadata/properties" ma:root="true" ma:fieldsID="bbb81469a72b2d5890e00c806f59b973" ns2:_="" ns3:_="">
    <xsd:import namespace="2868a1be-c9ea-4fc0-af1b-bb615e86bda3"/>
    <xsd:import namespace="f2f0669d-6233-40c4-8a5c-1485ac3cf81e"/>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868a1be-c9ea-4fc0-af1b-bb615e86bda3"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DateTaken" ma:index="10" nillable="true" ma:displayName="MediaServiceDateTaken" ma:description="" ma:hidden="true" ma:internalName="MediaServiceDateTaken" ma:readOnly="true">
      <xsd:simpleType>
        <xsd:restriction base="dms:Text"/>
      </xsd:simpleType>
    </xsd:element>
    <xsd:element name="MediaServiceAutoTags" ma:index="13" nillable="true" ma:displayName="MediaServiceAutoTags" ma:description=""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ebda6a7-6b37-4000-ac6c-4fd0a963898e"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2f0669d-6233-40c4-8a5c-1485ac3cf81e" elementFormDefault="qualified">
    <xsd:import namespace="http://schemas.microsoft.com/office/2006/documentManagement/types"/>
    <xsd:import namespace="http://schemas.microsoft.com/office/infopath/2007/PartnerControls"/>
    <xsd:element name="SharedWithUsers" ma:index="11"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description="" ma:internalName="SharedWithDetails" ma:readOnly="true">
      <xsd:simpleType>
        <xsd:restriction base="dms:Note">
          <xsd:maxLength value="255"/>
        </xsd:restriction>
      </xsd:simpleType>
    </xsd:element>
    <xsd:element name="TaxCatchAll" ma:index="23" nillable="true" ma:displayName="Taxonomy Catch All Column" ma:hidden="true" ma:list="{12575e2d-30b5-4f5d-8b3c-093791719fba}" ma:internalName="TaxCatchAll" ma:showField="CatchAllData" ma:web="f2f0669d-6233-40c4-8a5c-1485ac3cf8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868a1be-c9ea-4fc0-af1b-bb615e86bda3">
      <Terms xmlns="http://schemas.microsoft.com/office/infopath/2007/PartnerControls"/>
    </lcf76f155ced4ddcb4097134ff3c332f>
    <TaxCatchAll xmlns="f2f0669d-6233-40c4-8a5c-1485ac3cf81e" xsi:nil="true"/>
  </documentManagement>
</p:properties>
</file>

<file path=customXml/itemProps1.xml><?xml version="1.0" encoding="utf-8"?>
<ds:datastoreItem xmlns:ds="http://schemas.openxmlformats.org/officeDocument/2006/customXml" ds:itemID="{F0169BC2-AD03-42DC-A254-284B2C7E3E32}">
  <ds:schemaRefs>
    <ds:schemaRef ds:uri="http://schemas.microsoft.com/sharepoint/v3/contenttype/forms"/>
  </ds:schemaRefs>
</ds:datastoreItem>
</file>

<file path=customXml/itemProps2.xml><?xml version="1.0" encoding="utf-8"?>
<ds:datastoreItem xmlns:ds="http://schemas.openxmlformats.org/officeDocument/2006/customXml" ds:itemID="{24BA3B12-450A-4AE0-9123-AAF7A24E47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868a1be-c9ea-4fc0-af1b-bb615e86bda3"/>
    <ds:schemaRef ds:uri="f2f0669d-6233-40c4-8a5c-1485ac3cf8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A08360F-AACB-4979-AEF9-27D7433FBB33}">
  <ds:schemaRefs>
    <ds:schemaRef ds:uri="http://purl.org/dc/dcmitype/"/>
    <ds:schemaRef ds:uri="http://purl.org/dc/elements/1.1/"/>
    <ds:schemaRef ds:uri="f2f0669d-6233-40c4-8a5c-1485ac3cf81e"/>
    <ds:schemaRef ds:uri="http://www.w3.org/XML/1998/namespace"/>
    <ds:schemaRef ds:uri="http://schemas.microsoft.com/office/infopath/2007/PartnerControls"/>
    <ds:schemaRef ds:uri="http://purl.org/dc/terms/"/>
    <ds:schemaRef ds:uri="http://schemas.microsoft.com/office/2006/documentManagement/types"/>
    <ds:schemaRef ds:uri="http://schemas.openxmlformats.org/package/2006/metadata/core-properties"/>
    <ds:schemaRef ds:uri="2868a1be-c9ea-4fc0-af1b-bb615e86bda3"/>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
  <TotalTime>6831</TotalTime>
  <Words>4067</Words>
  <Application>Microsoft Macintosh PowerPoint</Application>
  <PresentationFormat>Widescreen</PresentationFormat>
  <Paragraphs>340</Paragraphs>
  <Slides>16</Slides>
  <Notes>15</Notes>
  <HiddenSlides>0</HiddenSlides>
  <MMClips>0</MMClips>
  <ScaleCrop>false</ScaleCrop>
  <HeadingPairs>
    <vt:vector size="6" baseType="variant">
      <vt:variant>
        <vt:lpstr>Fonts Used</vt:lpstr>
      </vt:variant>
      <vt:variant>
        <vt:i4>7</vt:i4>
      </vt:variant>
      <vt:variant>
        <vt:lpstr>Theme</vt:lpstr>
      </vt:variant>
      <vt:variant>
        <vt:i4>6</vt:i4>
      </vt:variant>
      <vt:variant>
        <vt:lpstr>Slide Titles</vt:lpstr>
      </vt:variant>
      <vt:variant>
        <vt:i4>16</vt:i4>
      </vt:variant>
    </vt:vector>
  </HeadingPairs>
  <TitlesOfParts>
    <vt:vector size="29" baseType="lpstr">
      <vt:lpstr>Arial</vt:lpstr>
      <vt:lpstr>Calibri</vt:lpstr>
      <vt:lpstr>Calibri Bold</vt:lpstr>
      <vt:lpstr>Calibri Light</vt:lpstr>
      <vt:lpstr>Courier New</vt:lpstr>
      <vt:lpstr>Human Sans</vt:lpstr>
      <vt:lpstr>Segoe UI</vt:lpstr>
      <vt:lpstr>Office Theme</vt:lpstr>
      <vt:lpstr>EPAM Master Dark 2023.1</vt:lpstr>
      <vt:lpstr>EPAM Master Light 2023.1</vt:lpstr>
      <vt:lpstr>1_EPAM Master 2023.5</vt:lpstr>
      <vt:lpstr>3_EPAM Master 2023.5</vt:lpstr>
      <vt:lpstr>EPAM Master 2024.1</vt:lpstr>
      <vt:lpstr>PowerPoint Presentation</vt:lpstr>
      <vt:lpstr>Agenda </vt:lpstr>
      <vt:lpstr>Cloud LLM Hub  Use Cases</vt:lpstr>
      <vt:lpstr>Cloud LLM Hub</vt:lpstr>
      <vt:lpstr>Undocumented Legacy Code</vt:lpstr>
      <vt:lpstr>Technical Specification</vt:lpstr>
      <vt:lpstr>Code Review</vt:lpstr>
      <vt:lpstr>Accelerating Manual Development</vt:lpstr>
      <vt:lpstr>EPAM Cloud LLM Hub Deployment Options</vt:lpstr>
      <vt:lpstr>PowerPoint Presentation</vt:lpstr>
      <vt:lpstr>Option 1 — EPAM BTP</vt:lpstr>
      <vt:lpstr>Option 2 — Medartis BTP</vt:lpstr>
      <vt:lpstr>Option 3 — Hybrid (Medartis + EPAM BTP)</vt:lpstr>
      <vt:lpstr>PowerPoint Presentation</vt:lpstr>
      <vt:lpstr>Q&amp;A and Next Steps</vt:lpstr>
      <vt:lpstr>Thank you! </vt:lpstr>
    </vt:vector>
  </TitlesOfParts>
  <Company>Vifor Pharma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VISTA for TechOps   VIFOR Pharma Strategic TechOps Applications</dc:title>
  <dc:creator>Kaufmann, Thomas</dc:creator>
  <cp:lastModifiedBy>Pavel Belski</cp:lastModifiedBy>
  <cp:revision>93</cp:revision>
  <dcterms:created xsi:type="dcterms:W3CDTF">2020-07-07T13:06:15Z</dcterms:created>
  <dcterms:modified xsi:type="dcterms:W3CDTF">2026-05-19T14:51:07Z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0x0101005E388E985FF179429D912D78AE125E50</vt:lpwstr>
  </property>
  <property fmtid="{D5CDD505-2E9C-101B-9397-08002B2CF9AE}" pid="3" name="MediaServiceImageTags">
    <vt:lpwstr/>
  </property>
  <property fmtid="{D5CDD505-2E9C-101B-9397-08002B2CF9AE}" pid="4" name="MSIP_Label_2a535040-0af2-483f-adc3-a132c21e3e2b_Enabled">
    <vt:lpwstr>true</vt:lpwstr>
  </property>
  <property fmtid="{D5CDD505-2E9C-101B-9397-08002B2CF9AE}" pid="5" name="MSIP_Label_2a535040-0af2-483f-adc3-a132c21e3e2b_SetDate">
    <vt:lpwstr>2024-10-18T07:33:13Z</vt:lpwstr>
  </property>
  <property fmtid="{D5CDD505-2E9C-101B-9397-08002B2CF9AE}" pid="6" name="MSIP_Label_2a535040-0af2-483f-adc3-a132c21e3e2b_Method">
    <vt:lpwstr>Standard</vt:lpwstr>
  </property>
  <property fmtid="{D5CDD505-2E9C-101B-9397-08002B2CF9AE}" pid="7" name="MSIP_Label_2a535040-0af2-483f-adc3-a132c21e3e2b_Name">
    <vt:lpwstr>EPAM_Confidential</vt:lpwstr>
  </property>
  <property fmtid="{D5CDD505-2E9C-101B-9397-08002B2CF9AE}" pid="8" name="MSIP_Label_2a535040-0af2-483f-adc3-a132c21e3e2b_SiteId">
    <vt:lpwstr>b41b72d0-4e9f-4c26-8a69-f949f367c91d</vt:lpwstr>
  </property>
  <property fmtid="{D5CDD505-2E9C-101B-9397-08002B2CF9AE}" pid="9" name="MSIP_Label_2a535040-0af2-483f-adc3-a132c21e3e2b_ActionId">
    <vt:lpwstr>d1052b52-d4dd-4ba0-a246-a80207e4b0c3</vt:lpwstr>
  </property>
  <property fmtid="{D5CDD505-2E9C-101B-9397-08002B2CF9AE}" pid="10" name="MSIP_Label_2a535040-0af2-483f-adc3-a132c21e3e2b_ContentBits">
    <vt:lpwstr>0</vt:lpwstr>
  </property>
</Properties>
</file>