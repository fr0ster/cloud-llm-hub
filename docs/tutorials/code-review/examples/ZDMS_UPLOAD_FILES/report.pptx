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CLOUD LLM HUB · ACCELERATOR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8640" cy="54864"/>
          </a:xfrm>
          <a:prstGeom prst="rect">
            <a:avLst/>
          </a:prstGeom>
          <a:solidFill>
            <a:srgbClr val="00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106424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>
                <a:solidFill>
                  <a:srgbClr val="FFFFFF"/>
                </a:solidFill>
                <a:latin typeface="Calibri Light"/>
              </a:defRPr>
            </a:pPr>
            <a:r>
              <a:t>Code Review — ZDMS_UPLOAD_FILES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CCCCC"/>
                </a:solidFill>
                <a:latin typeface="Calibri"/>
              </a:defRPr>
            </a:pPr>
            <a:r>
              <a:t>Package Z001 · destination DS4_CLH · 4 parallel category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EPAM</a:t>
            </a:r>
            <a:br/>
            <a:r>
              <a:t>2026-05-19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Verdict at a glance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Headline counts and severity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640080"/>
            <a:ext cx="2743200" cy="17373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>
                <a:solidFill>
                  <a:srgbClr val="FFFFFF"/>
                </a:solidFill>
                <a:latin typeface="Calibri Light"/>
              </a:defRPr>
            </a:pPr>
            <a:r>
              <a:t>30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total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640080"/>
            <a:ext cx="2743200" cy="17373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>
                <a:solidFill>
                  <a:srgbClr val="FFFFFF"/>
                </a:solidFill>
                <a:latin typeface="Calibri Light"/>
              </a:defRPr>
            </a:pPr>
            <a:r>
              <a:t>10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HIGH severity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640080"/>
            <a:ext cx="2743200" cy="1737360"/>
          </a:xfrm>
          <a:prstGeom prst="rect">
            <a:avLst/>
          </a:prstGeom>
          <a:solidFill>
            <a:srgbClr val="C8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>
                <a:solidFill>
                  <a:srgbClr val="FFFFFF"/>
                </a:solidFill>
                <a:latin typeface="Calibri Light"/>
              </a:defRPr>
            </a:pPr>
            <a:r>
              <a:t>6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CleanCore blockers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51760"/>
            <a:ext cx="8869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0 CRITICAL — no immediate blockers on existing functionality.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10 HIGH — 6 in CleanCore, 2 in security, 2 in performance.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If S/4HANA Cloud migration is on the roadmap, this object cannot run as-is.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On-premise context: functional but accumulates technical debt across all four categories.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Every finding below anchored to a verbatim ABAP snippet from source.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By category &amp; severity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where the findings concentrate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0" y="640080"/>
          <a:ext cx="8869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97280"/>
                <a:gridCol w="1097280"/>
                <a:gridCol w="1097280"/>
                <a:gridCol w="1097280"/>
                <a:gridCol w="1280160"/>
              </a:tblGrid>
              <a:tr h="5181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CRITICAL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CleanCore (S/4HANA)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Maintainability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0" y="4023360"/>
            <a:ext cx="8869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Highest-impact for migration: CleanCore — 100% HIGH severity, blocks S/4HANA Cloud.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Most volume: Maintainability — 16 LOW. Style debt; defer to next refactor.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0 CRITICAL: legacy code has no immediate data-loss / breach risk, just compliance and perf drift.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CLEANCORE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SXPG OS shell access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Top CleanCore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3636"/>
                </a:solidFill>
                <a:latin typeface="Calibri"/>
              </a:defRPr>
            </a:pPr>
            <a:r>
              <a:t>HIGH — OS command execution via `SXPG_COMMAND_EXECUTE` (shell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86868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55555"/>
                </a:solidFill>
                <a:latin typeface="Calibri"/>
              </a:defRPr>
            </a:pPr>
            <a:r>
              <a:t>Source: ZDMS_UPLOAD_FILES_F01:~325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8869680" cy="22860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        = lv_comm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        = gv_param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023360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Why: Executing external OS commands is not allowed for S/4HANA Clean Core / Cloud (shell access via SM69 commands).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30352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18DFF"/>
                </a:solidFill>
                <a:latin typeface="Calibri"/>
              </a:defRPr>
            </a:pPr>
            <a:r>
              <a:t>Recommendation: Replace OS-command-based SFTP with a released integration approach (e.g., SAP Integration Suite / Cloud Connector, or an HTTP-based API using released ABAP HTTP clients to a managed endpoint). Avoid SM69/SXPG completely.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CLEANCORE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AL11 file I/O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Second CleanCore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3636"/>
                </a:solidFill>
                <a:latin typeface="Calibri"/>
              </a:defRPr>
            </a:pPr>
            <a:r>
              <a:t>HIGH — OS command execution via `SXPG_COMMAND_EXECUTE` (shell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86868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55555"/>
                </a:solidFill>
                <a:latin typeface="Calibri"/>
              </a:defRPr>
            </a:pPr>
            <a:r>
              <a:t>Source: ZDMS_UPLOAD_FILES_F01:~388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8869680" cy="22860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        = lv_comm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        = gv_param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023360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Why: Executing external OS commands is not allowed for S/4HANA Clean Core / Cloud (shell access via SM69 commands).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30352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18DFF"/>
                </a:solidFill>
                <a:latin typeface="Calibri"/>
              </a:defRPr>
            </a:pPr>
            <a:r>
              <a:t>Recommendation: Same as above—move file transfer out of the ABAP app server OS layer and use a released connectivity/integration mechanism.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Missing AUTHORITY-CHECK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Top security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3636"/>
                </a:solidFill>
                <a:latin typeface="Calibri"/>
              </a:defRPr>
            </a:pPr>
            <a:r>
              <a:t>HIGH — Missing explicit authorization check before OS command execution (SFTP GET)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86868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55555"/>
                </a:solidFill>
                <a:latin typeface="Calibri"/>
              </a:defRPr>
            </a:pPr>
            <a:r>
              <a:t>Source: ZDMS_UPLOAD_FILES_F01:~250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8869680" cy="22860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= lv_comm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= gv_param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023360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Why: `SXPG_COMMAND_EXECUTE` triggers execution of an external OS command; there is no explicit `AUTHORITY-CHECK` (e.g., `S_LOG_COM` / `S_RZL_ADM` depending on setup) before this sensitive operation.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30352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18DFF"/>
                </a:solidFill>
                <a:latin typeface="Calibri"/>
              </a:defRPr>
            </a:pPr>
            <a:r>
              <a:t>Recommendation: Add an explicit `AUTHORITY-CHECK` before calling `SXPG_COMMAND_EXECUTE` (and fail closed). Also restrict allowed commands in SM69 and ensure the command is defined with “Additional parameters not allowed” where possible.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Repeated SELECT in loop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Top performance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457200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3636"/>
                </a:solidFill>
                <a:latin typeface="Calibri"/>
              </a:defRPr>
            </a:pPr>
            <a:r>
              <a:t>HIGH — Repeated function/module calls inside loop (FORMAT_MESSAGE)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86868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55555"/>
                </a:solidFill>
                <a:latin typeface="Calibri"/>
              </a:defRPr>
            </a:pPr>
            <a:r>
              <a:t>Source: ZDMS_UPLOAD_FILES_F01:~235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8869680" cy="22860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LOOP AT pt_data ASSIGNING FIELD-SYMBOL(&lt;fs_data&gt;).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...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CALL FUNCTION 'FORMAT_MESSAGE'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id        = rs_return-id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023360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Calibri"/>
              </a:defRPr>
            </a:pPr>
            <a:r>
              <a:t>Why: Repeated calls to the same function inside a loop can add significant runtime overhead (rule: repeated calls to the same DB / function inside a loop).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30352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18DFF"/>
                </a:solidFill>
                <a:latin typeface="Calibri"/>
              </a:defRPr>
            </a:pPr>
            <a:r>
              <a:t>Recommendation: Avoid calling `FORMAT_MESSAGE` for every row when possible—e.g., use `rs_return-message` directly if already filled, or collect unique `(id, number, v1..v4)` combinations and format once per unique key (cache result in a hashed table), then reuse.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MAINTAINABILITY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Style debt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16 LOW findings, deferrable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640080"/>
            <a:ext cx="8869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Themes (full list in 05-maintainability.md):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Obsolete syntax — CONCATENATE / SPLIT instead of string templates (8 instances).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Magic literals — separator characters (' ', ';', '@', ':') hardcoded in PERFORM calls.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Long FORMs without sub-structure — F01 include groups all logic into a few long FORMs.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Missing ABAP Doc on FORMs that take parameters.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Mixed inline / explicit DATA declarations.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Commented-out code blocks left in the include.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Dead local variables (declared, never read).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None block the object's function. Accumulate over time — fix during the next focused maintenance window.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03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How this ran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~5 min, ~381k tokens — vs 4-8 h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640080"/>
            <a:ext cx="886968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Tutorial: docs/tutorials/code-review/  (6 skill files + worked example)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Pipeline: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1 — Formalize target (object, scope, severity scale)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Stages 2-5 — Independent checks: Security / Performance / CleanCore / Maintainability (parallel, ~30-45s each)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6 — Aggregate findings with severity ranking and verdict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Why parallel safe: each check uses light read-only tools (ReadProgram, GetIncludesList, GetInclude).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SearchSource here — that's a codebase-analysis tool, not a per-object review tool.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Wall-clock end-to-end: ~5 minutes.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Cloud-side LLM tokens: ~381k across four checks combined (gpt-5.2).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Comparable manual review estimate: 1-2 hours per category × 4 = 4-8 hours by senior ABAP reviewer.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