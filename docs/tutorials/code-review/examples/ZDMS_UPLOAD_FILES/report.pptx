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CLOUD LLM HUB · ACCELERATOR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8640" cy="54864"/>
          </a:xfrm>
          <a:prstGeom prst="rect">
            <a:avLst/>
          </a:prstGeom>
          <a:solidFill>
            <a:srgbClr val="00B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106424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>
                <a:solidFill>
                  <a:srgbClr val="FFFFFF"/>
                </a:solidFill>
                <a:latin typeface="Calibri Light"/>
              </a:defRPr>
            </a:pPr>
            <a:r>
              <a:t>Code Review — ZDMS_UPLOAD_FILES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CCCCC"/>
                </a:solidFill>
                <a:latin typeface="Calibri"/>
              </a:defRPr>
            </a:pPr>
            <a:r>
              <a:t>Package Z001 · destination DS4_CLH · 4 parallel category checks · 30 findings, all listed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B4C8"/>
                </a:solidFill>
                <a:latin typeface="Calibri"/>
              </a:defRPr>
            </a:pPr>
            <a:r>
              <a:t>EPAM</a:t>
            </a:r>
            <a:br/>
            <a:r>
              <a:t>2026-05-19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Verdict at a glance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Headline counts + severity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640080"/>
            <a:ext cx="2743200" cy="173736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30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total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640080"/>
            <a:ext cx="2743200" cy="1737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10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HIGH severity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640080"/>
            <a:ext cx="2743200" cy="1737360"/>
          </a:xfrm>
          <a:prstGeom prst="rect">
            <a:avLst/>
          </a:prstGeom>
          <a:solidFill>
            <a:srgbClr val="C8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400">
                <a:solidFill>
                  <a:srgbClr val="FFFFFF"/>
                </a:solidFill>
                <a:latin typeface="Calibri Light"/>
              </a:defRPr>
            </a:pPr>
            <a:r>
              <a:t>6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CleanCore blockers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51760"/>
            <a:ext cx="8869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0 CRITICAL — no immediate blockers on existing functionality.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10 HIGH — 6 in CleanCore, 2 in security, 2 in performance.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If S/4HANA Cloud migration is on the roadmap, this object cannot run as-is.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On-premise context: functional but accumulates technical debt across all four categories.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All 30 findings listed by category on the following slides — nothing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01 ·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By category &amp; severity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where the findings concentrate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0" y="640080"/>
          <a:ext cx="8869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97280"/>
                <a:gridCol w="1097280"/>
                <a:gridCol w="1097280"/>
                <a:gridCol w="1097280"/>
                <a:gridCol w="1280160"/>
              </a:tblGrid>
              <a:tr h="5181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CRITICAL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Performance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CleanCore (S/4HANA)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Maintainability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4023360"/>
            <a:ext cx="8869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Highest-impact: CleanCore — 100% HIGH severity, blocks S/4HANA Cloud.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Most volume: Maintainability — 16 LOW. Style debt; defer to next refactor.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0 CRITICAL: legacy code has no immediate data-loss / breach risk, just compliance and perf drift.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Next slides — every finding listed by category, with location and severity tag.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CLEANCORE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All CleanCore findings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6 findings — all HIGH, all blockers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0" y="640080"/>
          <a:ext cx="8869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640080"/>
                <a:gridCol w="5029200"/>
                <a:gridCol w="2834640"/>
              </a:tblGrid>
              <a:tr h="5878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Finding title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OS command execution via `SXPG_COMMAND_EXECUTE` (shell access)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OS command execution via `SXPG_COMMAND_EXECUTE` (shell access)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ZDMS_UPLOAD_FILES_F01:~388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File operations on application server via `OPEN DATASET` / `READ DATASET` / `TRANSFER` / `DELETE DATASET` (AL11-style)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File deletion on application server via `DELETE DATASET` (AL11-style)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ZDMS_UPLOAD_FILES_F01:~494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File deletion on application server via `DELETE DATASET` (AL11-style)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ZDMS_UPLOAD_FILES_F01:~656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 read of standard table `TVARVC` (released API alternative expected)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ZDMS_UPLOAD_FILES_F01:~164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502920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3636"/>
                </a:solidFill>
                <a:latin typeface="Calibri"/>
              </a:defRPr>
            </a:pPr>
            <a:r>
              <a:t>Representative #1: OS command execution via `SXPG_COMMAND_EXECUTE` (shell access)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5394960"/>
            <a:ext cx="8869680" cy="109728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  commandname                   = lv_comm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  additional_parameters         = gv_param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All Security findings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4 findings (2 HIGH, 1 MEDIUM, 1 LOW)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0" y="640080"/>
          <a:ext cx="8869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640080"/>
                <a:gridCol w="5029200"/>
                <a:gridCol w="283464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Finding title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Missing explicit authorization check before OS command execution (SFTP 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Missing explicit authorization check before OS command execution (SFTP PUT)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ZDMS_UPLOAD_FILES_F01:~320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Shell-injection risk: building `additional_parameters` via concatenation of configurable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Sensitive operational details may be exposed via plain report output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ZDMS_UPLOAD_FILES_F01:~385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365760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7E22"/>
                </a:solidFill>
                <a:latin typeface="Calibri"/>
              </a:defRPr>
            </a:pPr>
            <a:r>
              <a:t>Representative #1: Missing explicit authorization check before OS command execution (SFTP GET)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023360"/>
            <a:ext cx="8869680" cy="12801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  commandname           = lv_comm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  additional_parameters = gv_param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486400"/>
            <a:ext cx="8869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Calibri"/>
              </a:defRPr>
            </a:pPr>
            <a:r>
              <a:t>Why: `SXPG_COMMAND_EXECUTE` triggers execution of an external OS command; there is no explicit `AUTHORITY-CHECK` (e.g., `S_LOG_COM` / `S_RZL_ADM` depending on setup) before this sensitive operation.</a:t>
            </a:r>
          </a:p>
          <a:p>
            <a:pPr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Recommendation: Add an explicit `AUTHORITY-CHECK` before calling `SXPG_COMMAND_EXECUTE` (and fail closed). Also restrict allowed commands in SM69 and ensure the command is defined with “Additional parameters not allowed” where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All Performance findings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4 findings (2 HIGH, 2 MEDIUM)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0" y="640080"/>
          <a:ext cx="8869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640080"/>
                <a:gridCol w="5029200"/>
                <a:gridCol w="283464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Finding title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`SELECT *` from TVARVC (unnecessary wide fetch)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CC9900"/>
                          </a:solidFill>
                          <a:latin typeface="Calibri"/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`SELECT *` from DMS_DOC_FILES (potentially wide table)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ZDMS_UPLOAD_FILES_F01:~150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Repeated function/module calls inside loop (FORMAT_MESSAGE)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67E22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Repeated function/module calls inside loop (ZDMS_UPLOAD_DOCUMENTS)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ZDMS_UPLOAD_FILES_F01:~205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365760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7E22"/>
                </a:solidFill>
                <a:latin typeface="Calibri"/>
              </a:defRPr>
            </a:pPr>
            <a:r>
              <a:t>Representative #3 (HIGH): Repeated function/module calls inside loop (FORMAT_MESSAGE)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4023360"/>
            <a:ext cx="8869680" cy="128016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LOOP AT pt_data ASSIGNING FIELD-SYMBOL(&lt;fs_data&gt;).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...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CALL FUNCTION 'FORMAT_MESSAGE'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  EXPORTING</a:t>
            </a:r>
          </a:p>
          <a:p>
            <a:pPr>
              <a:defRPr sz="1000" b="0">
                <a:solidFill>
                  <a:srgbClr val="333333"/>
                </a:solidFill>
                <a:latin typeface="Consolas"/>
              </a:defRPr>
            </a:pPr>
            <a:r>
              <a:t>      id        = rs_return-id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5486400"/>
            <a:ext cx="8869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3333"/>
                </a:solidFill>
                <a:latin typeface="Calibri"/>
              </a:defRPr>
            </a:pPr>
            <a:r>
              <a:t>Why: Repeated calls to the same function inside a loop can add significant runtime overhead (rule: repeated calls to the same DB / function inside a loop).</a:t>
            </a:r>
          </a:p>
          <a:p>
            <a:pPr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Recommendation: Avoid calling `FORMAT_MESSAGE` for every row when possible—e.g., use `rs_return-message` directly if already filled, or collect unique `(id, number, v1..v4)` combinations and format once per unique key (cache result in a hashed table), then reuse.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02 · MAINTAINABILITY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All Maintainability findings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16 findings — all LOW, style debt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0" y="640080"/>
          <a:ext cx="886968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640080"/>
                <a:gridCol w="5029200"/>
                <a:gridCol w="2834640"/>
              </a:tblGrid>
              <a:tr h="33348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Sev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Finding title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161616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Obsolete string building with CONCATENATE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Magic value for “color” control (unclear semantics)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ZDMS_UPLOAD_FILES_F01:54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Magic literals for color codes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Obsolete internal table declaration with HEADER LINE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ZDMS_UPLOAD_FILES_F01:332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Obsolete internal table declaration with HEADER LINE (second instance)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ZDMS_UPLOAD_FILES_F01:411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Commented-out code left in place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ZDMS_UPLOAD_FILES_F01:103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Obsolete string parsing with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Dead code: variable declared but never used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ZDMS_UPLOAD_FILES_F01:90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Mixed inline and explicit DATA declarations in same routine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ZDMS_UPLOAD_FILES_F01:237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Magic literals used for business rules / messages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ZDMS_UPLOAD_FILES_F01:171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Obsolete string building with CONCATENATE (message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Magic constants for document type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ZDMS_UPLOAD_FILES_F01:237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Commented-out ENDIF left behind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Hard-coded “allowed characters” string (magic literal)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ZDMS_UPLOAD_FILES_F01:260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348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Obsolete string building with CONCATENATE (path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ZDMS_UPLOAD_FILES_F01:509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348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707070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Missing typing for FORM parameters (implicit ANY)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ZDMS_UPLOAD_FILES_F01:579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17520" cy="6858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B4C8"/>
                </a:solidFill>
                <a:latin typeface="Calibri"/>
              </a:defRPr>
            </a:pPr>
            <a:r>
              <a:t>SECTION 03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161616"/>
                </a:solidFill>
                <a:latin typeface="Calibri Light"/>
              </a:defRPr>
            </a:pPr>
            <a:r>
              <a:t>How this ran</a:t>
            </a:r>
          </a:p>
          <a:p>
            <a:pPr>
              <a:defRPr sz="400"/>
            </a:pPr>
          </a:p>
          <a:p>
            <a:pPr>
              <a:defRPr sz="1200" i="1">
                <a:solidFill>
                  <a:srgbClr val="555555"/>
                </a:solidFill>
                <a:latin typeface="Calibri"/>
              </a:defRPr>
            </a:pPr>
            <a:r>
              <a:t>~5 min, ~381k tokens — vs 4-8 h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640080"/>
            <a:ext cx="886968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Tutorial: docs/tutorials/code-review/  (6 skill files + worked example)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Pipeline: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1 — Formalize target (object, scope, severity scale)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Stages 2-5 — Independent checks: Security / Performance / CleanCore / Maintainability (parallel, ~30-45s each)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  Stage 6 — Aggregate findings with severity ranking and verdict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Why parallel safe: each check uses light read-only tools (ReadProgram, GetIncludesList, GetInclude).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SearchSource here — that's a codebase-analysis tool, not a per-object review tool.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Wall-clock end-to-end: ~5 minutes.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Cloud-side LLM tokens: ~381k across four checks combined (gpt-5.2).</a:t>
            </a: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Comparable manual review estimate: 1-2 hours per category × 4 = 4-8 hours by senior ABAP reviewer.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537960"/>
            <a:ext cx="8869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555555"/>
                </a:solidFill>
                <a:latin typeface="Calibri"/>
              </a:defRPr>
            </a:pPr>
            <a:r>
              <a:t>EPAM Proprietary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