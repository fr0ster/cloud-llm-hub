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8.svg" ContentType="image/svg+xml"/>
  <Override PartName="/ppt/media/image19.svg" ContentType="image/svg+xml"/>
  <Override PartName="/ppt/media/image2.svg" ContentType="image/svg+xml"/>
  <Override PartName="/ppt/media/image7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Relationship Id="rId6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350" r:id="rId5"/>
  </p:sldMasterIdLst>
  <p:notesMasterIdLst>
    <p:notesMasterId r:id="rId6"/>
  </p:notesMasterIdLst>
  <p:handoutMasterIdLst>
    <p:handoutMasterId r:id="rId7"/>
  </p:handout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</p:sldIdLst>
  <p:sldSz cx="12192000" cy="6858000"/>
  <p:notesSz cx="6858000" cy="9144000"/>
  <p:custDataLst>
    <p:tags r:id="rId8"/>
  </p:custDataLst>
  <p:defaultTextStyle>
    <a:defPPr>
      <a:defRPr lang="en-US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736" userDrawn="1">
          <p15:clr>
            <a:srgbClr val="A4A3A4"/>
          </p15:clr>
        </p15:guide>
        <p15:guide id="2" pos="1477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055DA"/>
    <a:srgbClr val="D9D9D9"/>
    <a:srgbClr val="FED143"/>
    <a:srgbClr val="77CED7"/>
    <a:srgbClr val="484749"/>
    <a:srgbClr val="7F993A"/>
    <a:srgbClr val="39C2D7"/>
    <a:srgbClr val="1887BB"/>
    <a:srgbClr val="62A230"/>
    <a:srgbClr val="675C8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6610" autoAdjust="0"/>
  </p:normalViewPr>
  <p:slideViewPr>
    <p:cSldViewPr snapToGrid="0" showGuides="1">
      <p:cViewPr varScale="1">
        <p:scale>
          <a:sx n="83" d="100"/>
          <a:sy n="83" d="100"/>
        </p:scale>
        <p:origin x="1084" y="56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66" d="100"/>
          <a:sy n="66" d="100"/>
        </p:scale>
        <p:origin x="0" y="0"/>
      </p:cViewPr>
      <p:guideLst>
        <p:guide orient="horz" pos="2736"/>
        <p:guide pos="1477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customXml" Target="../customXml/item4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handoutMaster" Target="handoutMasters/handoutMaster1.xml"/><Relationship Id="rId8" Type="http://schemas.openxmlformats.org/officeDocument/2006/relationships/tags" Target="tags/tag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DC14FC-A894-4869-A797-1EC82735D106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D33E97-F2BE-44DB-A57D-0C85E2CBF5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77814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F99C05-63F9-4248-8E20-3ACD9DF9DE7F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74FABB-6DBE-47C4-B626-20167906F4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8640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2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em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sv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8.sv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6.png"/><Relationship Id="rId4" Type="http://schemas.openxmlformats.org/officeDocument/2006/relationships/image" Target="../media/image8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6.png"/><Relationship Id="rId4" Type="http://schemas.openxmlformats.org/officeDocument/2006/relationships/image" Target="../media/image8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6.png"/><Relationship Id="rId4" Type="http://schemas.openxmlformats.org/officeDocument/2006/relationships/image" Target="../media/image8.sv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6.png"/><Relationship Id="rId4" Type="http://schemas.openxmlformats.org/officeDocument/2006/relationships/image" Target="../media/image8.sv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13.emf"/><Relationship Id="rId4" Type="http://schemas.openxmlformats.org/officeDocument/2006/relationships/image" Target="../media/image6.png"/><Relationship Id="rId5" Type="http://schemas.openxmlformats.org/officeDocument/2006/relationships/image" Target="../media/image8.sv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1.png"/><Relationship Id="rId4" Type="http://schemas.openxmlformats.org/officeDocument/2006/relationships/image" Target="../media/image2.sv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2.sv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2.sv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1.png"/><Relationship Id="rId4" Type="http://schemas.openxmlformats.org/officeDocument/2006/relationships/image" Target="../media/image2.sv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1.png"/><Relationship Id="rId4" Type="http://schemas.openxmlformats.org/officeDocument/2006/relationships/image" Target="../media/image2.sv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8.sv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8.sv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8.sv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sv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8.sv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8.sv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8.sv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8.sv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sv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8.sv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18.sv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8.sv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18.sv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8.sv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svg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19.svg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svg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18.svg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svg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18.svg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svg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svg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svg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-B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right light in the dark&#10;&#10;Description automatically generated with medium confidence">
            <a:extLst>
              <a:ext uri="{FF2B5EF4-FFF2-40B4-BE49-F238E27FC236}">
                <a16:creationId xmlns:a16="http://schemas.microsoft.com/office/drawing/2014/main" id="{292D94B7-0233-C940-0B7E-BB187340B7C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448AADE-3723-5675-1E93-91E2083DA96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8775" y="4663440"/>
            <a:ext cx="6489700" cy="276999"/>
          </a:xfrm>
          <a:prstGeom prst="rect">
            <a:avLst/>
          </a:prstGeom>
        </p:spPr>
        <p:txBody>
          <a:bodyPr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8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>
                <a:effectLst/>
              </a:rPr>
              <a:t>Sub-description text goes here over one or two lines</a:t>
            </a:r>
            <a:endParaRPr lang="en-US" dirty="0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2020841-C9E1-4289-E94E-04CC0C8D6EA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8775" y="5245390"/>
            <a:ext cx="6489700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lang="en-US" sz="1200" b="1" spc="400" baseline="0" dirty="0">
                <a:solidFill>
                  <a:schemeClr val="bg1"/>
                </a:solidFill>
                <a:effectLst/>
                <a:latin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effectLst/>
              </a:rPr>
              <a:t>JANUARY 2023</a:t>
            </a:r>
            <a:endParaRPr lang="en-US" dirty="0"/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1E233166-418F-6386-079E-CEDA3BF98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165" y="1696496"/>
            <a:ext cx="7843822" cy="2462213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en-US" sz="8000" b="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</a:pPr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AAC7376-20F0-E0B1-E7D5-414FC5DC35F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5414" y="740715"/>
            <a:ext cx="1226857" cy="451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4556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-BG-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ackground pattern&#10;&#10;Description automatically generated">
            <a:extLst>
              <a:ext uri="{FF2B5EF4-FFF2-40B4-BE49-F238E27FC236}">
                <a16:creationId xmlns:a16="http://schemas.microsoft.com/office/drawing/2014/main" id="{DE3A7CEE-E1C9-5E29-7BD1-4DC1A1B47F8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050" y="-1"/>
            <a:ext cx="12172950" cy="6868749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448AADE-3723-5675-1E93-91E2083DA96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8775" y="4663440"/>
            <a:ext cx="6489700" cy="276999"/>
          </a:xfrm>
          <a:prstGeom prst="rect">
            <a:avLst/>
          </a:prstGeom>
        </p:spPr>
        <p:txBody>
          <a:bodyPr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80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>
                <a:effectLst/>
              </a:rPr>
              <a:t>Sub-description text goes here over one or two lines</a:t>
            </a:r>
            <a:endParaRPr lang="en-US" dirty="0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2020841-C9E1-4289-E94E-04CC0C8D6EA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8775" y="5245390"/>
            <a:ext cx="6489700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lang="en-US" sz="1200" b="1" spc="400" baseline="0" dirty="0">
                <a:solidFill>
                  <a:schemeClr val="tx1"/>
                </a:solidFill>
                <a:effectLst/>
                <a:latin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effectLst/>
              </a:rPr>
              <a:t>JANUARY 2023</a:t>
            </a:r>
            <a:endParaRPr lang="en-US" dirty="0"/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1E233166-418F-6386-079E-CEDA3BF98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165" y="1696496"/>
            <a:ext cx="7843822" cy="2462213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en-US" sz="8000" b="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</a:pPr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D046FBA0-34E7-8BA0-8C70-B6AFD4D64D8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5414" y="748727"/>
            <a:ext cx="1226857" cy="432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17069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-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188486-1E04-4170-877E-F561315E0FF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0BD2E969-F100-6B32-8DFD-11A45E5E43F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8775" y="4663440"/>
            <a:ext cx="6489700" cy="276999"/>
          </a:xfrm>
          <a:prstGeom prst="rect">
            <a:avLst/>
          </a:prstGeom>
        </p:spPr>
        <p:txBody>
          <a:bodyPr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8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>
                <a:effectLst/>
              </a:rPr>
              <a:t>Sub-description text goes here over one or two lines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67B491-F517-CB8D-96B1-B02A50D7232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8775" y="5245390"/>
            <a:ext cx="6489700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lang="en-US" sz="1200" b="1" spc="400" baseline="0" dirty="0">
                <a:solidFill>
                  <a:schemeClr val="bg1"/>
                </a:solidFill>
                <a:effectLst/>
                <a:latin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effectLst/>
              </a:rPr>
              <a:t>JANUARY 2023</a:t>
            </a:r>
            <a:endParaRPr lang="en-US" dirty="0"/>
          </a:p>
        </p:txBody>
      </p:sp>
      <p:sp>
        <p:nvSpPr>
          <p:cNvPr id="6" name="Title 2">
            <a:extLst>
              <a:ext uri="{FF2B5EF4-FFF2-40B4-BE49-F238E27FC236}">
                <a16:creationId xmlns:a16="http://schemas.microsoft.com/office/drawing/2014/main" id="{430FF820-B532-1296-E817-DF961B67DF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165" y="1696496"/>
            <a:ext cx="7843822" cy="2462213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en-US" sz="8000" b="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</a:pPr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754D4BD-6E7A-841D-F70C-31FAEF56CD6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5414" y="740715"/>
            <a:ext cx="1226857" cy="451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682179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-1/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339377C-8642-441F-BDC6-500DB01AD362}"/>
              </a:ext>
            </a:extLst>
          </p:cNvPr>
          <p:cNvSpPr/>
          <p:nvPr userDrawn="1"/>
        </p:nvSpPr>
        <p:spPr bwMode="auto">
          <a:xfrm>
            <a:off x="0" y="0"/>
            <a:ext cx="6096000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dirty="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11A216CA-E680-42EB-BC45-95A09D62759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5998" y="0"/>
            <a:ext cx="6096001" cy="6858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30094E5E-6EFF-CE7E-D775-2FA95EEE2F1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8775" y="4663440"/>
            <a:ext cx="5309027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8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>
                <a:effectLst/>
              </a:rPr>
              <a:t>Sub-description text goes here over one or two lines</a:t>
            </a:r>
            <a:endParaRPr lang="en-US" dirty="0"/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E632B84-D810-D682-26F1-538579099EA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8775" y="5245390"/>
            <a:ext cx="5309027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lang="en-US" sz="1200" b="1" spc="400" baseline="0" dirty="0">
                <a:solidFill>
                  <a:schemeClr val="bg1"/>
                </a:solidFill>
                <a:effectLst/>
                <a:latin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effectLst/>
              </a:rPr>
              <a:t>JANUARY 2023</a:t>
            </a:r>
            <a:endParaRPr lang="en-US" dirty="0"/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7E6BD730-15BB-8DAE-B807-85A733E0F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165" y="1696496"/>
            <a:ext cx="5311637" cy="1846659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en-US" sz="6000" b="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</a:pPr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8229A6F-36FA-05D5-E223-1581D31CE2D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5414" y="740715"/>
            <a:ext cx="1226857" cy="451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887859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2">
            <a:extLst>
              <a:ext uri="{FF2B5EF4-FFF2-40B4-BE49-F238E27FC236}">
                <a16:creationId xmlns:a16="http://schemas.microsoft.com/office/drawing/2014/main" id="{7D36EB9C-BBDB-7447-884B-AC6C7C7D1D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7140" y="1191039"/>
            <a:ext cx="3024846" cy="923330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6000" b="1" spc="0">
                <a:gradFill>
                  <a:gsLst>
                    <a:gs pos="50000">
                      <a:schemeClr val="accent2"/>
                    </a:gs>
                    <a:gs pos="70000">
                      <a:schemeClr val="accent5"/>
                    </a:gs>
                    <a:gs pos="100000">
                      <a:schemeClr val="accent4"/>
                    </a:gs>
                  </a:gsLst>
                  <a:lin ang="1200000" scaled="0"/>
                </a:gradFill>
                <a:effectLst/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Contents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CE784D3-D287-664F-80A6-CBA29DD12FE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24216" y="1521418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29A1CE94-599A-5146-9EFB-9AEECE43678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24216" y="2214485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B0E828E5-70FD-D449-B964-390D8366EA4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324216" y="2897391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23D1ADF7-7F17-9F4A-A000-26CFD756A34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24216" y="3590458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28" name="Text Placeholder 4">
            <a:extLst>
              <a:ext uri="{FF2B5EF4-FFF2-40B4-BE49-F238E27FC236}">
                <a16:creationId xmlns:a16="http://schemas.microsoft.com/office/drawing/2014/main" id="{C8974FB4-0DC4-9A48-849B-3445C17323D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24216" y="4273364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05</a:t>
            </a:r>
          </a:p>
        </p:txBody>
      </p:sp>
      <p:sp>
        <p:nvSpPr>
          <p:cNvPr id="29" name="Text Placeholder 4">
            <a:extLst>
              <a:ext uri="{FF2B5EF4-FFF2-40B4-BE49-F238E27FC236}">
                <a16:creationId xmlns:a16="http://schemas.microsoft.com/office/drawing/2014/main" id="{3B70AEBB-A750-864B-B6BD-21B4D0EFE2A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24216" y="4956271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06</a:t>
            </a:r>
          </a:p>
        </p:txBody>
      </p:sp>
      <p:sp>
        <p:nvSpPr>
          <p:cNvPr id="30" name="Text Placeholder 4">
            <a:extLst>
              <a:ext uri="{FF2B5EF4-FFF2-40B4-BE49-F238E27FC236}">
                <a16:creationId xmlns:a16="http://schemas.microsoft.com/office/drawing/2014/main" id="{B6A80AC0-F1D6-7541-A91C-C279FD19482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56507" y="1521418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8BEB51A-F18F-5749-809D-EC078A513A0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056507" y="2214485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32" name="Text Placeholder 4">
            <a:extLst>
              <a:ext uri="{FF2B5EF4-FFF2-40B4-BE49-F238E27FC236}">
                <a16:creationId xmlns:a16="http://schemas.microsoft.com/office/drawing/2014/main" id="{C6735154-D863-074C-BEF0-25E8F083603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056507" y="2897391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33" name="Text Placeholder 4">
            <a:extLst>
              <a:ext uri="{FF2B5EF4-FFF2-40B4-BE49-F238E27FC236}">
                <a16:creationId xmlns:a16="http://schemas.microsoft.com/office/drawing/2014/main" id="{C373B72A-00B1-9E4F-BC7F-202B2AC57FC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056507" y="3590458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A584DDAC-74C3-8649-AA09-BE37E59266E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056507" y="4273364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4BE98457-B105-874C-9706-66BA69C1AFC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056507" y="4956271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</p:spTree>
    <p:extLst>
      <p:ext uri="{BB962C8B-B14F-4D97-AF65-F5344CB8AC3E}">
        <p14:creationId xmlns:p14="http://schemas.microsoft.com/office/powerpoint/2010/main" val="350019967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-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A51F759-2C51-4E26-B317-26DFEBAE952C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dirty="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7F2C7208-C4AB-4962-96F0-F897DFFC37C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2" name="Title 2">
            <a:extLst>
              <a:ext uri="{FF2B5EF4-FFF2-40B4-BE49-F238E27FC236}">
                <a16:creationId xmlns:a16="http://schemas.microsoft.com/office/drawing/2014/main" id="{37B4F039-C58D-468E-394C-C92CD517A8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7140" y="1191039"/>
            <a:ext cx="3024846" cy="923330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6000" b="1" i="0" kern="1200" spc="0" dirty="0">
                <a:gradFill>
                  <a:gsLst>
                    <a:gs pos="50000">
                      <a:schemeClr val="accent2"/>
                    </a:gs>
                    <a:gs pos="70000">
                      <a:schemeClr val="accent5"/>
                    </a:gs>
                    <a:gs pos="100000">
                      <a:schemeClr val="accent4"/>
                    </a:gs>
                  </a:gsLst>
                  <a:lin ang="1200000" scaled="0"/>
                </a:gra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 dirty="0"/>
              <a:t>Contents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EEBDF361-F375-D313-8D06-BDA2782784F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24216" y="1521418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BBC6E842-5D88-CC5C-F1DA-808D61BEE75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24216" y="2214485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CD37A923-9C8E-6CA3-1F51-1680DBD2536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324216" y="2897391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3DB5EB1A-8556-A82E-AC69-301BA431D9A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24216" y="3590458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11E3B50A-6363-7824-DFC1-3035609DF67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24216" y="4273364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05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13E6F179-1003-654A-7321-F8FE6D12AC3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24216" y="4956271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06</a:t>
            </a:r>
          </a:p>
        </p:txBody>
      </p:sp>
      <p:sp>
        <p:nvSpPr>
          <p:cNvPr id="28" name="Text Placeholder 4">
            <a:extLst>
              <a:ext uri="{FF2B5EF4-FFF2-40B4-BE49-F238E27FC236}">
                <a16:creationId xmlns:a16="http://schemas.microsoft.com/office/drawing/2014/main" id="{9A7166E3-13D7-44C2-45BA-F8800FCD1D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56507" y="1521418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29" name="Text Placeholder 4">
            <a:extLst>
              <a:ext uri="{FF2B5EF4-FFF2-40B4-BE49-F238E27FC236}">
                <a16:creationId xmlns:a16="http://schemas.microsoft.com/office/drawing/2014/main" id="{342EBD53-BF92-55A6-E85A-50AD5A80A5B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056507" y="2214485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30" name="Text Placeholder 4">
            <a:extLst>
              <a:ext uri="{FF2B5EF4-FFF2-40B4-BE49-F238E27FC236}">
                <a16:creationId xmlns:a16="http://schemas.microsoft.com/office/drawing/2014/main" id="{41709A76-8AD3-E8A8-447B-E2C8D00A4A1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056507" y="2897391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FA4DA4A4-AEAC-105E-34C0-12EBA35F10E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056507" y="3590458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32" name="Text Placeholder 4">
            <a:extLst>
              <a:ext uri="{FF2B5EF4-FFF2-40B4-BE49-F238E27FC236}">
                <a16:creationId xmlns:a16="http://schemas.microsoft.com/office/drawing/2014/main" id="{B6DD83F2-9BFD-E0B8-4706-D7200B45DE3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056507" y="4273364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33" name="Text Placeholder 4">
            <a:extLst>
              <a:ext uri="{FF2B5EF4-FFF2-40B4-BE49-F238E27FC236}">
                <a16:creationId xmlns:a16="http://schemas.microsoft.com/office/drawing/2014/main" id="{0D94FEEB-2EA8-081B-0B69-F0ED7A8348A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056507" y="4956271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90CA163-9EEA-54E4-57D2-BFE989F6F9C9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8A0B6ADF-5C55-9945-3F05-7FFC190F1FD0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770603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2CC2842-970F-4D83-A7C9-C111F3E9E8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7140" y="1191039"/>
            <a:ext cx="3024846" cy="923330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6000" b="1" spc="0" dirty="0">
                <a:gradFill>
                  <a:gsLst>
                    <a:gs pos="50000">
                      <a:schemeClr val="accent2"/>
                    </a:gs>
                    <a:gs pos="70000">
                      <a:schemeClr val="accent5"/>
                    </a:gs>
                    <a:gs pos="100000">
                      <a:schemeClr val="accent4"/>
                    </a:gs>
                  </a:gsLst>
                  <a:lin ang="1200000" scaled="0"/>
                </a:gradFill>
                <a:effectLst/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Agenda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73338DC0-8609-4542-8807-E7838F7CE5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30496" y="1541587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Section header here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43948224-37C6-4D02-AFD9-C1D88C1C073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30496" y="2231845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4BDE3CEE-0230-44C2-A389-A8747AA6BB8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30496" y="2922103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76BF9761-22A6-4919-B7B5-2A027DDC6D4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030496" y="3612361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1BA13C9B-9D26-4B3E-8215-17F0475C200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030496" y="4302619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64AC5FFC-6616-4F1B-B644-F0560ADC7ED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030496" y="4992878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749D503E-C57A-9E5B-19CF-94AF46BB63B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01160" y="1541587"/>
            <a:ext cx="1679576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0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/>
              <a:t>00:00 – 00:00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42BD3FFC-05D4-6AF7-0434-C1AC0298E5C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101160" y="2234115"/>
            <a:ext cx="1679576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0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/>
              <a:t>00:00 – 00:00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D0952C60-604F-9F1A-9D20-17D094CE483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101160" y="2923806"/>
            <a:ext cx="1679576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0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/>
              <a:t>00:00 – 00:00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BD164F81-CDD1-C1B4-ED55-A3321E1032B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101160" y="3613497"/>
            <a:ext cx="1679576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0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/>
              <a:t>00:00 – 00:00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7DF71D53-1D3F-D8F8-96D5-6DE13F1A9CC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101160" y="4303188"/>
            <a:ext cx="1679576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0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/>
              <a:t>00:00 – 00:00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142F11AF-BF37-8BBB-B5E7-A8655CF9477B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101160" y="4992878"/>
            <a:ext cx="1679576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0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/>
              <a:t>00:00 – 00:00</a:t>
            </a:r>
          </a:p>
        </p:txBody>
      </p:sp>
    </p:spTree>
    <p:extLst>
      <p:ext uri="{BB962C8B-B14F-4D97-AF65-F5344CB8AC3E}">
        <p14:creationId xmlns:p14="http://schemas.microsoft.com/office/powerpoint/2010/main" val="221290126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-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A51F759-2C51-4E26-B317-26DFEBAE952C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dirty="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2CC2842-970F-4D83-A7C9-C111F3E9E8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7140" y="1191039"/>
            <a:ext cx="3024846" cy="923330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6000" b="1" i="0" kern="1200" spc="0" dirty="0">
                <a:gradFill>
                  <a:gsLst>
                    <a:gs pos="50000">
                      <a:schemeClr val="accent2"/>
                    </a:gs>
                    <a:gs pos="70000">
                      <a:schemeClr val="accent5"/>
                    </a:gs>
                    <a:gs pos="100000">
                      <a:schemeClr val="accent4"/>
                    </a:gs>
                  </a:gsLst>
                  <a:lin ang="1200000" scaled="0"/>
                </a:gra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 dirty="0"/>
              <a:t>Agenda</a:t>
            </a:r>
          </a:p>
        </p:txBody>
      </p:sp>
      <p:pic>
        <p:nvPicPr>
          <p:cNvPr id="27" name="Graphic 26">
            <a:extLst>
              <a:ext uri="{FF2B5EF4-FFF2-40B4-BE49-F238E27FC236}">
                <a16:creationId xmlns:a16="http://schemas.microsoft.com/office/drawing/2014/main" id="{404C027E-E5F6-C4D1-7BE4-B87D52F48E6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72B4D0-A39C-FAF6-B1FC-E8138006004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30496" y="1541587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header here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A00A134C-93F9-0B06-D8F4-9B3C7532A42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30496" y="2231845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E37B92C4-122A-5377-7B74-D58A2319E90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30496" y="2922103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D28A167B-CD8D-159B-58DB-AD9C0600F65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030496" y="3612361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D3238DD8-4A7D-554B-8216-37EA1F02317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030496" y="4302619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11D58AB5-54CF-F584-79F8-821E69DF601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030496" y="4992878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367AC01-84C2-7E8C-3BF8-201856803E2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01160" y="1541587"/>
            <a:ext cx="1679576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0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/>
              <a:t>00:00 – 00:00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60B1A9C8-7F43-7DB1-4F91-53075745C4B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101160" y="2234115"/>
            <a:ext cx="1679576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0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/>
              <a:t>00:00 – 00:00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46C8629B-DFA8-41AA-9C67-96D3D02BED2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101160" y="2923806"/>
            <a:ext cx="1679576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0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/>
              <a:t>00:00 – 00:00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11CC2B96-A6B1-5232-3AEE-F9B7FDBBC13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101160" y="3613497"/>
            <a:ext cx="1679576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0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 dirty="0"/>
              <a:t>00:00 – 00:00</a:t>
            </a:r>
          </a:p>
        </p:txBody>
      </p:sp>
      <p:sp>
        <p:nvSpPr>
          <p:cNvPr id="30" name="Text Placeholder 4">
            <a:extLst>
              <a:ext uri="{FF2B5EF4-FFF2-40B4-BE49-F238E27FC236}">
                <a16:creationId xmlns:a16="http://schemas.microsoft.com/office/drawing/2014/main" id="{7A18B250-73F5-69E3-5878-B1D8C984F42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101160" y="4303188"/>
            <a:ext cx="1679576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0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/>
              <a:t>00:00 – 00:00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62FE180-ECE1-55D7-0248-053AC1E99B1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101160" y="4992878"/>
            <a:ext cx="1679576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0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/>
              <a:t>00:00 – 00:00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634F95-D03F-BB17-0BA8-0AB623989FDE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50C2139A-0FDA-8116-257B-67457AE6A971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581962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_Header_Custom_1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919866F5-F57A-6C40-4D30-D67CB6A3D2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1265" y="1793240"/>
            <a:ext cx="5640805" cy="923330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6000" b="1" i="0">
                <a:solidFill>
                  <a:schemeClr val="bg1"/>
                </a:solidFill>
                <a:latin typeface="+mj-lt"/>
                <a:cs typeface="Calibri Light" panose="020F0302020204030204" pitchFamily="34" charset="0"/>
              </a:defRPr>
            </a:lvl1pPr>
          </a:lstStyle>
          <a:p>
            <a:r>
              <a:rPr lang="en-US"/>
              <a:t>Section Header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B0EC5345-D2D0-6B03-7DDB-B62AB64329C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81265" y="1336040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>
              <a:defRPr sz="2000" b="1">
                <a:gradFill>
                  <a:gsLst>
                    <a:gs pos="76000">
                      <a:schemeClr val="accent5"/>
                    </a:gs>
                    <a:gs pos="0">
                      <a:schemeClr val="accent2"/>
                    </a:gs>
                    <a:gs pos="100000">
                      <a:schemeClr val="accent4"/>
                    </a:gs>
                  </a:gsLst>
                  <a:lin ang="1800000" scaled="0"/>
                </a:gradFill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CB32F50E-D900-4FFA-87A8-502151FBE20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81265" y="3126991"/>
            <a:ext cx="4554537" cy="28943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18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Section description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BA73176-A11D-D62A-EC12-39C3DF983B1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DED43E1-5036-AF03-3AFC-AC404D716E48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B4AFFE7B-BAB3-2BE6-68C7-82413494811D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70394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_Header_Custiom_2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2">
            <a:extLst>
              <a:ext uri="{FF2B5EF4-FFF2-40B4-BE49-F238E27FC236}">
                <a16:creationId xmlns:a16="http://schemas.microsoft.com/office/drawing/2014/main" id="{05BDBBF2-452B-8A53-D3BC-946EEC4030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1265" y="1793240"/>
            <a:ext cx="5640805" cy="923330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6000" dirty="0">
                <a:solidFill>
                  <a:schemeClr val="bg1"/>
                </a:solidFill>
                <a:latin typeface="+mj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2CA620CE-1B8B-D388-B43E-902BAFDB8F3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81265" y="1336040"/>
            <a:ext cx="498928" cy="32162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2000" b="1" dirty="0">
                <a:gradFill>
                  <a:gsLst>
                    <a:gs pos="76000">
                      <a:schemeClr val="accent5"/>
                    </a:gs>
                    <a:gs pos="0">
                      <a:schemeClr val="accent2"/>
                    </a:gs>
                    <a:gs pos="100000">
                      <a:schemeClr val="accent4"/>
                    </a:gs>
                  </a:gsLst>
                  <a:lin ang="1800000" scaled="0"/>
                </a:gradFill>
              </a:defRPr>
            </a:lvl1pPr>
          </a:lstStyle>
          <a:p>
            <a:pPr lvl="0"/>
            <a:r>
              <a:rPr lang="en-US" dirty="0"/>
              <a:t>01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B21D373-42F2-86AB-3F79-81C1BE34820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81265" y="3126991"/>
            <a:ext cx="4554537" cy="28943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18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Section description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78720EBE-A59D-52D5-044F-DF5C07F83D7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3F31129-9154-6101-E99F-40D9C428A70F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7BD8E2-6131-A98D-36C8-080B716E4D62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72127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_Header_Custiom_3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>
            <a:extLst>
              <a:ext uri="{FF2B5EF4-FFF2-40B4-BE49-F238E27FC236}">
                <a16:creationId xmlns:a16="http://schemas.microsoft.com/office/drawing/2014/main" id="{8BEA6F8A-F8D2-0E03-127C-C4C39351EE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1265" y="1793240"/>
            <a:ext cx="5640805" cy="923330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6000">
                <a:solidFill>
                  <a:schemeClr val="bg1"/>
                </a:solidFill>
                <a:latin typeface="+mj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F86F72EA-0ABE-9A8E-4E77-930AA5496A5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81265" y="1336040"/>
            <a:ext cx="498928" cy="32162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2000" b="1" dirty="0">
                <a:gradFill>
                  <a:gsLst>
                    <a:gs pos="76000">
                      <a:schemeClr val="accent5"/>
                    </a:gs>
                    <a:gs pos="0">
                      <a:schemeClr val="accent2"/>
                    </a:gs>
                    <a:gs pos="100000">
                      <a:schemeClr val="accent4"/>
                    </a:gs>
                  </a:gsLst>
                  <a:lin ang="1800000" scaled="0"/>
                </a:gradFill>
              </a:defRPr>
            </a:lvl1pPr>
          </a:lstStyle>
          <a:p>
            <a:pPr lvl="0"/>
            <a:r>
              <a:rPr lang="en-US" dirty="0"/>
              <a:t>01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A5E6E347-3D84-596D-2504-6BB7F348311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81265" y="3126991"/>
            <a:ext cx="4554537" cy="28943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18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Section description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75684E56-61FE-0760-81FB-D738FF31CED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4AFDEA9-4B5D-18D7-3B7C-ADC156E9EFCF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818241-0582-A630-8CB0-7598682D85EA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62924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_Header_Custiom_4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>
            <a:extLst>
              <a:ext uri="{FF2B5EF4-FFF2-40B4-BE49-F238E27FC236}">
                <a16:creationId xmlns:a16="http://schemas.microsoft.com/office/drawing/2014/main" id="{48956E04-CBD7-E482-8975-949516BE35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1265" y="1793240"/>
            <a:ext cx="5640805" cy="923330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6000">
                <a:solidFill>
                  <a:schemeClr val="bg1"/>
                </a:solidFill>
                <a:latin typeface="+mj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4DF04DE8-18FA-CC1C-A2E5-416F24CA086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81265" y="1336040"/>
            <a:ext cx="498928" cy="32162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2000" b="1" dirty="0">
                <a:gradFill>
                  <a:gsLst>
                    <a:gs pos="76000">
                      <a:schemeClr val="accent5"/>
                    </a:gs>
                    <a:gs pos="0">
                      <a:schemeClr val="accent2"/>
                    </a:gs>
                    <a:gs pos="100000">
                      <a:schemeClr val="accent4"/>
                    </a:gs>
                  </a:gsLst>
                  <a:lin ang="1800000" scaled="0"/>
                </a:gradFill>
              </a:defRPr>
            </a:lvl1pPr>
          </a:lstStyle>
          <a:p>
            <a:pPr lvl="0"/>
            <a:r>
              <a:rPr lang="en-US" dirty="0"/>
              <a:t>01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6BD1EAAB-FF14-59B6-EB7C-E327DBE4764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81265" y="3126991"/>
            <a:ext cx="4554537" cy="28943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18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Section description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53ED1D57-42C1-01EC-FDEC-8930A13F028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A158379-42B6-CCBC-ACEF-3055CDBB2DD6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C1715E-3786-F104-88AB-8B85E2F6D918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44886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claimer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CBC286D-0325-2652-6DE3-BC17B7921CDE}"/>
              </a:ext>
            </a:extLst>
          </p:cNvPr>
          <p:cNvSpPr txBox="1">
            <a:spLocks/>
          </p:cNvSpPr>
          <p:nvPr userDrawn="1"/>
        </p:nvSpPr>
        <p:spPr>
          <a:xfrm>
            <a:off x="481264" y="1667844"/>
            <a:ext cx="4403565" cy="1015663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lnSpc>
                <a:spcPct val="100000"/>
              </a:lnSpc>
              <a:spcBef>
                <a:spcPct val="0"/>
              </a:spcBef>
              <a:buNone/>
              <a:defRPr lang="en-US" sz="6000" b="1" i="0" dirty="0">
                <a:solidFill>
                  <a:schemeClr val="bg1"/>
                </a:solidFill>
                <a:latin typeface="+mj-lt"/>
                <a:ea typeface="Calibri" panose="020F05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 dirty="0"/>
              <a:t>Disclaimer</a:t>
            </a:r>
          </a:p>
        </p:txBody>
      </p:sp>
      <p:sp>
        <p:nvSpPr>
          <p:cNvPr id="7" name="Title 4">
            <a:extLst>
              <a:ext uri="{FF2B5EF4-FFF2-40B4-BE49-F238E27FC236}">
                <a16:creationId xmlns:a16="http://schemas.microsoft.com/office/drawing/2014/main" id="{5C60129C-ED73-46C0-0FB7-BB32CA2BD978}"/>
              </a:ext>
            </a:extLst>
          </p:cNvPr>
          <p:cNvSpPr txBox="1">
            <a:spLocks/>
          </p:cNvSpPr>
          <p:nvPr userDrawn="1"/>
        </p:nvSpPr>
        <p:spPr>
          <a:xfrm>
            <a:off x="481263" y="2919114"/>
            <a:ext cx="6664971" cy="10507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200" b="1" i="0" kern="1200">
                <a:solidFill>
                  <a:schemeClr val="tx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400" b="0" dirty="0">
                <a:solidFill>
                  <a:schemeClr val="bg1"/>
                </a:solidFill>
                <a:latin typeface="Calibri Light"/>
                <a:cs typeface="Calibri Light"/>
              </a:rPr>
              <a:t>Do not share this presentation without a signed NDA.</a:t>
            </a:r>
            <a:endParaRPr lang="en-US" sz="2400" dirty="0">
              <a:solidFill>
                <a:schemeClr val="bg1"/>
              </a:solidFill>
              <a:latin typeface="Calibri Light"/>
              <a:cs typeface="Calibri Light"/>
            </a:endParaRPr>
          </a:p>
          <a:p>
            <a:pPr>
              <a:lnSpc>
                <a:spcPct val="150000"/>
              </a:lnSpc>
            </a:pPr>
            <a:r>
              <a:rPr lang="en-US" sz="2400" b="0" dirty="0">
                <a:solidFill>
                  <a:schemeClr val="bg1"/>
                </a:solidFill>
                <a:latin typeface="Calibri Light"/>
                <a:cs typeface="Calibri Light"/>
              </a:rPr>
              <a:t>Convert to PDF to protect sensitive slide notes.</a:t>
            </a:r>
            <a:endParaRPr lang="en-US" sz="2400" dirty="0">
              <a:solidFill>
                <a:schemeClr val="bg1"/>
              </a:solidFill>
              <a:latin typeface="Calibri Light"/>
              <a:cs typeface="Calibri Light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F3464A0-B9BD-B9A5-38BA-45F5800B2DA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1264" y="872962"/>
            <a:ext cx="668294" cy="622205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C9E71BD3-C16B-E833-87BA-15C30377643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D42082F-236C-033C-4BB1-ED91055E10D6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DDC278-1F97-461F-020F-97C4F17BCD4E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249455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ackground pattern&#10;&#10;Description automatically generated with medium confidence">
            <a:extLst>
              <a:ext uri="{FF2B5EF4-FFF2-40B4-BE49-F238E27FC236}">
                <a16:creationId xmlns:a16="http://schemas.microsoft.com/office/drawing/2014/main" id="{93E89BDD-DFE0-2F52-8234-B4BA719C24D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45299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BAB1331E-AD8D-C6DD-2EB9-162F1E8744C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8E73F41-F196-FE58-99BD-8AFA2B909861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tx1"/>
                </a:solidFill>
              </a:rPr>
              <a:t>EPAM Proprietary &amp; Confidential.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ECA775BE-E377-94D3-AEB3-0F6AC5EABBE8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/>
              <a:pPr lvl="0"/>
              <a:t>‹#›</a:t>
            </a:fld>
            <a:endParaRPr lang="en-US" sz="1000" dirty="0"/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51296AC5-6772-5447-9F7F-930222E7DD1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77" y="3005339"/>
            <a:ext cx="8686800" cy="2692020"/>
          </a:xfrm>
          <a:prstGeom prst="rect">
            <a:avLst/>
          </a:prstGeom>
        </p:spPr>
        <p:txBody>
          <a:bodyPr/>
          <a:lstStyle>
            <a:lvl1pPr>
              <a:defRPr sz="1800" b="0" i="0">
                <a:solidFill>
                  <a:srgbClr val="000000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 dirty="0">
                <a:effectLst/>
              </a:rPr>
              <a:t>Section description</a:t>
            </a:r>
            <a:endParaRPr lang="en-US" dirty="0"/>
          </a:p>
        </p:txBody>
      </p:sp>
      <p:sp>
        <p:nvSpPr>
          <p:cNvPr id="3" name="Title 8">
            <a:extLst>
              <a:ext uri="{FF2B5EF4-FFF2-40B4-BE49-F238E27FC236}">
                <a16:creationId xmlns:a16="http://schemas.microsoft.com/office/drawing/2014/main" id="{522FF93D-C8A6-33EF-5BC7-877E52BEE0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77" y="1751304"/>
            <a:ext cx="9601200" cy="923330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6000" b="1" spc="0" dirty="0">
                <a:gradFill>
                  <a:gsLst>
                    <a:gs pos="50000">
                      <a:schemeClr val="accent2"/>
                    </a:gs>
                    <a:gs pos="70000">
                      <a:schemeClr val="accent5"/>
                    </a:gs>
                    <a:gs pos="100000">
                      <a:schemeClr val="accent4"/>
                    </a:gs>
                  </a:gsLst>
                  <a:lin ang="1200000" scaled="0"/>
                </a:gradFill>
                <a:effectLst/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FA81627C-09AF-5EC8-CA35-DF312ECADD9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77" y="1356499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66322018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-Light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Background pattern&#10;&#10;Description automatically generated">
            <a:extLst>
              <a:ext uri="{FF2B5EF4-FFF2-40B4-BE49-F238E27FC236}">
                <a16:creationId xmlns:a16="http://schemas.microsoft.com/office/drawing/2014/main" id="{8E60C0F2-79B7-EE1B-6041-90317B3CB1E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050" y="-1"/>
            <a:ext cx="12172950" cy="6868749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5199D6FE-5F94-4710-8291-B3438158799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13F08F0-0194-EA75-42BA-A0773D6D3D9A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tx1"/>
                </a:solidFill>
              </a:rPr>
              <a:t>EPAM Proprietary &amp; Confidential.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BCD999-82B2-EE7A-6B7F-62E9DF0FC3BB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/>
              <a:pPr lvl="0"/>
              <a:t>‹#›</a:t>
            </a:fld>
            <a:endParaRPr lang="en-US" sz="1000" dirty="0"/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F60BC1F9-F5BB-BACB-98D9-6B1EA76689A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77" y="3005339"/>
            <a:ext cx="8686800" cy="2692020"/>
          </a:xfrm>
          <a:prstGeom prst="rect">
            <a:avLst/>
          </a:prstGeom>
        </p:spPr>
        <p:txBody>
          <a:bodyPr/>
          <a:lstStyle>
            <a:lvl1pPr>
              <a:defRPr sz="1800" b="0" i="0">
                <a:solidFill>
                  <a:srgbClr val="000000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 dirty="0">
                <a:effectLst/>
              </a:rPr>
              <a:t>Section description</a:t>
            </a:r>
            <a:endParaRPr lang="en-US" dirty="0"/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21A2213A-A5D0-F62A-BDB3-8BB538A659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77" y="1751304"/>
            <a:ext cx="9601200" cy="923330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6000" b="1" spc="0" dirty="0">
                <a:gradFill>
                  <a:gsLst>
                    <a:gs pos="50000">
                      <a:schemeClr val="accent2"/>
                    </a:gs>
                    <a:gs pos="70000">
                      <a:schemeClr val="accent5"/>
                    </a:gs>
                    <a:gs pos="100000">
                      <a:schemeClr val="accent4"/>
                    </a:gs>
                  </a:gsLst>
                  <a:lin ang="1200000" scaled="0"/>
                </a:gradFill>
                <a:effectLst/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500BD8D1-BEE3-CC7B-18BC-B2C6739412D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77" y="1356499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401137149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-Light-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Background pattern&#10;&#10;Description automatically generated">
            <a:extLst>
              <a:ext uri="{FF2B5EF4-FFF2-40B4-BE49-F238E27FC236}">
                <a16:creationId xmlns:a16="http://schemas.microsoft.com/office/drawing/2014/main" id="{47254E77-EA64-0D5B-1B56-09AF228EFA4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050" y="-1"/>
            <a:ext cx="12172950" cy="6868749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41AD50E6-D58E-3D8C-41A0-48F21CC758C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BEC493A-D2B3-E243-2D3B-B6C3183A3174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tx1"/>
                </a:solidFill>
              </a:rPr>
              <a:t>EPAM Proprietary &amp; Confidential.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F48D13-7FE0-0CB2-89F9-E7AA85593DB9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/>
              <a:pPr lvl="0"/>
              <a:t>‹#›</a:t>
            </a:fld>
            <a:endParaRPr lang="en-US" sz="1000" dirty="0"/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7D221B2F-F01A-3D8B-58F3-2E0CD577691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77" y="3005339"/>
            <a:ext cx="8686800" cy="2692020"/>
          </a:xfrm>
          <a:prstGeom prst="rect">
            <a:avLst/>
          </a:prstGeom>
        </p:spPr>
        <p:txBody>
          <a:bodyPr/>
          <a:lstStyle>
            <a:lvl1pPr>
              <a:defRPr sz="1800" b="0" i="0">
                <a:solidFill>
                  <a:srgbClr val="000000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 dirty="0">
                <a:effectLst/>
              </a:rPr>
              <a:t>Section description</a:t>
            </a:r>
            <a:endParaRPr lang="en-US" dirty="0"/>
          </a:p>
        </p:txBody>
      </p:sp>
      <p:sp>
        <p:nvSpPr>
          <p:cNvPr id="7" name="Title 8">
            <a:extLst>
              <a:ext uri="{FF2B5EF4-FFF2-40B4-BE49-F238E27FC236}">
                <a16:creationId xmlns:a16="http://schemas.microsoft.com/office/drawing/2014/main" id="{5E154CAE-C4D8-C2A0-6BE8-461C3B8FA5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77" y="1751304"/>
            <a:ext cx="9601200" cy="923330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6000" b="1" spc="0" dirty="0">
                <a:gradFill>
                  <a:gsLst>
                    <a:gs pos="50000">
                      <a:schemeClr val="accent2"/>
                    </a:gs>
                    <a:gs pos="70000">
                      <a:schemeClr val="accent5"/>
                    </a:gs>
                    <a:gs pos="100000">
                      <a:schemeClr val="accent4"/>
                    </a:gs>
                  </a:gsLst>
                  <a:lin ang="1200000" scaled="0"/>
                </a:gradFill>
                <a:effectLst/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702DE92A-A744-9D66-5950-661ECF019C8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77" y="1356499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5017214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-Light-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65381F3-7ADD-A798-2917-70C400E5FC0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704668" y="2820541"/>
            <a:ext cx="4487332" cy="4037459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7ECD9392-FD78-BAFC-F25C-F397815B412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8C8D2A9-E7E5-3BDF-6F80-BF5E11614C79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tx1"/>
                </a:solidFill>
              </a:rPr>
              <a:t>EPAM Proprietary &amp; Confidential.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4562172F-E23C-EEAE-BC22-38510E2D1068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/>
              <a:pPr lvl="0"/>
              <a:t>‹#›</a:t>
            </a:fld>
            <a:endParaRPr lang="en-US" sz="1000" dirty="0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5747460E-84D6-E4C7-66CE-0A88D0D3B7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77" y="3005339"/>
            <a:ext cx="8686800" cy="2692020"/>
          </a:xfrm>
          <a:prstGeom prst="rect">
            <a:avLst/>
          </a:prstGeom>
        </p:spPr>
        <p:txBody>
          <a:bodyPr/>
          <a:lstStyle>
            <a:lvl1pPr>
              <a:defRPr sz="1800" b="0" i="0">
                <a:solidFill>
                  <a:srgbClr val="000000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 dirty="0">
                <a:effectLst/>
              </a:rPr>
              <a:t>Section description</a:t>
            </a:r>
            <a:endParaRPr lang="en-US" dirty="0"/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4C926E2E-67D5-D03F-CAF1-D936DD3C01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77" y="1751304"/>
            <a:ext cx="9601200" cy="923330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6000" b="1" spc="0" dirty="0">
                <a:gradFill>
                  <a:gsLst>
                    <a:gs pos="50000">
                      <a:schemeClr val="accent2"/>
                    </a:gs>
                    <a:gs pos="70000">
                      <a:schemeClr val="accent5"/>
                    </a:gs>
                    <a:gs pos="100000">
                      <a:schemeClr val="accent4"/>
                    </a:gs>
                  </a:gsLst>
                  <a:lin ang="1200000" scaled="0"/>
                </a:gradFill>
                <a:effectLst/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70B9D3F-8FFD-EE49-3B30-05286E2EBB6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77" y="1356499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50716530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-Light-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ackground pattern&#10;&#10;Description automatically generated">
            <a:extLst>
              <a:ext uri="{FF2B5EF4-FFF2-40B4-BE49-F238E27FC236}">
                <a16:creationId xmlns:a16="http://schemas.microsoft.com/office/drawing/2014/main" id="{35273E55-8F47-AC18-08B7-C31C53E2A27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7ECD9392-FD78-BAFC-F25C-F397815B412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8C8D2A9-E7E5-3BDF-6F80-BF5E11614C79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tx1"/>
                </a:solidFill>
              </a:rPr>
              <a:t>EPAM Proprietary &amp; Confidential.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4562172F-E23C-EEAE-BC22-38510E2D1068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/>
              <a:pPr lvl="0"/>
              <a:t>‹#›</a:t>
            </a:fld>
            <a:endParaRPr lang="en-US" sz="1000" dirty="0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CBBCDB36-A5F4-DF81-FE84-1CBB0550822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77" y="3005339"/>
            <a:ext cx="8686800" cy="2692020"/>
          </a:xfrm>
          <a:prstGeom prst="rect">
            <a:avLst/>
          </a:prstGeom>
        </p:spPr>
        <p:txBody>
          <a:bodyPr/>
          <a:lstStyle>
            <a:lvl1pPr>
              <a:defRPr sz="1800" b="0" i="0">
                <a:solidFill>
                  <a:srgbClr val="000000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 dirty="0">
                <a:effectLst/>
              </a:rPr>
              <a:t>Section description</a:t>
            </a:r>
            <a:endParaRPr lang="en-US" dirty="0"/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36520FD8-AF16-A7D1-FBFD-C07B1B5276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77" y="1751304"/>
            <a:ext cx="9601200" cy="923330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6000" b="1" spc="0" dirty="0">
                <a:gradFill>
                  <a:gsLst>
                    <a:gs pos="50000">
                      <a:schemeClr val="accent2"/>
                    </a:gs>
                    <a:gs pos="70000">
                      <a:schemeClr val="accent5"/>
                    </a:gs>
                    <a:gs pos="100000">
                      <a:schemeClr val="accent4"/>
                    </a:gs>
                  </a:gsLst>
                  <a:lin ang="1200000" scaled="0"/>
                </a:gradFill>
                <a:effectLst/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A145C4-F1AE-010B-FC94-C27466A668E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77" y="1356499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41048332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0" y="721896"/>
            <a:ext cx="11274552" cy="457200"/>
          </a:xfrm>
        </p:spPr>
        <p:txBody>
          <a:bodyPr/>
          <a:lstStyle>
            <a:lvl1pPr>
              <a:defRPr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160332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+Up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0" y="723900"/>
            <a:ext cx="11274552" cy="457200"/>
          </a:xfrm>
        </p:spPr>
        <p:txBody>
          <a:bodyPr/>
          <a:lstStyle>
            <a:lvl1pPr>
              <a:defRPr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82447"/>
            <a:ext cx="3611880" cy="2257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cap="all" spc="300" baseline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227993942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+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E4F57360-96E0-124A-8B27-F0C4589ED94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1195614"/>
            <a:ext cx="11274552" cy="246221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1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1B4284D-C7B7-AF33-505C-3BCE705434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3900"/>
            <a:ext cx="11274552" cy="457200"/>
          </a:xfrm>
        </p:spPr>
        <p:txBody>
          <a:bodyPr/>
          <a:lstStyle>
            <a:lvl1pPr>
              <a:defRPr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8CBF3641-43B5-6FAC-E7AA-3C2E1B68684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82447"/>
            <a:ext cx="3611880" cy="2257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cap="all" spc="300" baseline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362719905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6512176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190717A-8E85-0A40-B27D-E9A4F8826E8E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dirty="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0D8E0D9-9406-08F5-F3AB-192276B840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3900"/>
            <a:ext cx="11274552" cy="457200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23010F0C-E353-B615-EE43-DC7134E728C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82447"/>
            <a:ext cx="3611880" cy="2257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cap="all" spc="300" baseline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add section title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28E7F92-C4B1-FD15-88E1-E80C3CABEB7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7BE634E-7C12-4735-5F97-ACA0CB41F520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891A8E84-4915-F847-688F-F749F3B632BE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714038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Subtitle-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190717A-8E85-0A40-B27D-E9A4F8826E8E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dirty="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0D8E0D9-9406-08F5-F3AB-192276B840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3900"/>
            <a:ext cx="11274552" cy="457200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23010F0C-E353-B615-EE43-DC7134E728C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82447"/>
            <a:ext cx="3611880" cy="2257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cap="all" spc="300" baseline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add section title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28E7F92-C4B1-FD15-88E1-E80C3CABEB7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7BE634E-7C12-4735-5F97-ACA0CB41F520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891A8E84-4915-F847-688F-F749F3B632BE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AA4049EA-1C80-CEF2-C39E-9249C1D295F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1195614"/>
            <a:ext cx="11274552" cy="246221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1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1847760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rr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17DFB89-A9BD-47AC-B57A-7869039229B5}"/>
              </a:ext>
            </a:extLst>
          </p:cNvPr>
          <p:cNvSpPr/>
          <p:nvPr userDrawn="1"/>
        </p:nvSpPr>
        <p:spPr bwMode="auto">
          <a:xfrm>
            <a:off x="0" y="0"/>
            <a:ext cx="5988049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dirty="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7" name="Isosceles Triangle 13">
            <a:extLst>
              <a:ext uri="{FF2B5EF4-FFF2-40B4-BE49-F238E27FC236}">
                <a16:creationId xmlns:a16="http://schemas.microsoft.com/office/drawing/2014/main" id="{33DA4BCA-E06D-9C46-8E45-43243DD633D7}"/>
              </a:ext>
            </a:extLst>
          </p:cNvPr>
          <p:cNvSpPr/>
          <p:nvPr userDrawn="1"/>
        </p:nvSpPr>
        <p:spPr>
          <a:xfrm rot="5400000" flipH="1">
            <a:off x="2835445" y="3152602"/>
            <a:ext cx="6858002" cy="552793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9D2FFF58-70EB-C86F-9E59-1581F18B872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BFF9120F-E29C-8B3A-D5EB-E673F7B24C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698" y="723900"/>
            <a:ext cx="5530849" cy="457200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8A6D870D-A9F4-488C-8ECB-5016711134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2698" y="382447"/>
            <a:ext cx="3611880" cy="2257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cap="all" spc="300" baseline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212420013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rrow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17DFB89-A9BD-47AC-B57A-7869039229B5}"/>
              </a:ext>
            </a:extLst>
          </p:cNvPr>
          <p:cNvSpPr/>
          <p:nvPr userDrawn="1"/>
        </p:nvSpPr>
        <p:spPr bwMode="auto">
          <a:xfrm>
            <a:off x="0" y="0"/>
            <a:ext cx="5988049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dirty="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7" name="Isosceles Triangle 13">
            <a:extLst>
              <a:ext uri="{FF2B5EF4-FFF2-40B4-BE49-F238E27FC236}">
                <a16:creationId xmlns:a16="http://schemas.microsoft.com/office/drawing/2014/main" id="{33DA4BCA-E06D-9C46-8E45-43243DD633D7}"/>
              </a:ext>
            </a:extLst>
          </p:cNvPr>
          <p:cNvSpPr/>
          <p:nvPr userDrawn="1"/>
        </p:nvSpPr>
        <p:spPr>
          <a:xfrm rot="5400000" flipH="1">
            <a:off x="2835445" y="3152602"/>
            <a:ext cx="6858002" cy="552793"/>
          </a:xfrm>
          <a:prstGeom prst="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FF9120F-E29C-8B3A-D5EB-E673F7B24C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698" y="723900"/>
            <a:ext cx="5530849" cy="457200"/>
          </a:xfrm>
        </p:spPr>
        <p:txBody>
          <a:bodyPr/>
          <a:lstStyle>
            <a:lvl1pPr>
              <a:defRPr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8A6D870D-A9F4-488C-8ECB-5016711134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2698" y="382447"/>
            <a:ext cx="3611880" cy="2257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cap="all" spc="300" baseline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add section title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99CE1444-B151-5430-2753-A94BFE59863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065181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rrow-Tw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C7891C23-3EE8-0CED-28FE-170D18A2D615}"/>
              </a:ext>
            </a:extLst>
          </p:cNvPr>
          <p:cNvGrpSpPr/>
          <p:nvPr userDrawn="1"/>
        </p:nvGrpSpPr>
        <p:grpSpPr>
          <a:xfrm>
            <a:off x="3909694" y="-2"/>
            <a:ext cx="4653972" cy="6858002"/>
            <a:chOff x="3300840" y="-2"/>
            <a:chExt cx="4653972" cy="6858002"/>
          </a:xfrm>
          <a:solidFill>
            <a:schemeClr val="bg1">
              <a:lumMod val="95000"/>
            </a:schemeClr>
          </a:solidFill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E4E5E53-9F1A-D61C-9EEB-E1510482E5BF}"/>
                </a:ext>
              </a:extLst>
            </p:cNvPr>
            <p:cNvSpPr/>
            <p:nvPr userDrawn="1"/>
          </p:nvSpPr>
          <p:spPr bwMode="auto">
            <a:xfrm>
              <a:off x="3300840" y="0"/>
              <a:ext cx="4110732" cy="6858000"/>
            </a:xfrm>
            <a:prstGeom prst="rect">
              <a:avLst/>
            </a:prstGeom>
            <a:grpFill/>
            <a:ln>
              <a:noFill/>
            </a:ln>
            <a:effectLst/>
          </p:spPr>
          <p:txBody>
            <a:bodyPr wrap="none" rtlCol="0" anchor="ctr"/>
            <a:lstStyle/>
            <a:p>
              <a:pPr algn="ctr"/>
              <a:endParaRPr lang="en-US" sz="2400" dirty="0">
                <a:solidFill>
                  <a:schemeClr val="bg1"/>
                </a:solidFill>
                <a:latin typeface="Calibri Light" panose="020F0302020204030204" pitchFamily="34" charset="0"/>
                <a:ea typeface="Human Sans ExtraLight" charset="0"/>
                <a:cs typeface="Human Sans ExtraLight" charset="0"/>
              </a:endParaRPr>
            </a:p>
          </p:txBody>
        </p:sp>
        <p:sp>
          <p:nvSpPr>
            <p:cNvPr id="13" name="Isosceles Triangle 13">
              <a:extLst>
                <a:ext uri="{FF2B5EF4-FFF2-40B4-BE49-F238E27FC236}">
                  <a16:creationId xmlns:a16="http://schemas.microsoft.com/office/drawing/2014/main" id="{DF41968F-990C-67B1-0475-04E0249E281A}"/>
                </a:ext>
              </a:extLst>
            </p:cNvPr>
            <p:cNvSpPr/>
            <p:nvPr userDrawn="1"/>
          </p:nvSpPr>
          <p:spPr>
            <a:xfrm rot="5400000" flipH="1">
              <a:off x="4249415" y="3152602"/>
              <a:ext cx="6858002" cy="552793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B17DFB89-A9BD-47AC-B57A-7869039229B5}"/>
              </a:ext>
            </a:extLst>
          </p:cNvPr>
          <p:cNvSpPr/>
          <p:nvPr userDrawn="1"/>
        </p:nvSpPr>
        <p:spPr bwMode="auto">
          <a:xfrm>
            <a:off x="-1" y="0"/>
            <a:ext cx="4076701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dirty="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EE036E7A-2B84-45D1-985C-C2AD71420C4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7" name="Isosceles Triangle 13">
            <a:extLst>
              <a:ext uri="{FF2B5EF4-FFF2-40B4-BE49-F238E27FC236}">
                <a16:creationId xmlns:a16="http://schemas.microsoft.com/office/drawing/2014/main" id="{33DA4BCA-E06D-9C46-8E45-43243DD633D7}"/>
              </a:ext>
            </a:extLst>
          </p:cNvPr>
          <p:cNvSpPr/>
          <p:nvPr userDrawn="1"/>
        </p:nvSpPr>
        <p:spPr>
          <a:xfrm rot="5400000" flipH="1">
            <a:off x="936060" y="3152602"/>
            <a:ext cx="6858002" cy="552793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180E4AD9-5B60-F04F-FEE1-80647A0EAD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3900"/>
            <a:ext cx="2586789" cy="457200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B189EAA6-8653-D9C5-4653-C4B7BB2BB32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82447"/>
            <a:ext cx="3611880" cy="2257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cap="all" spc="300" baseline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94919096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1/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 flipH="1">
            <a:off x="9820274" y="0"/>
            <a:ext cx="2371723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dirty="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0894D8D-7B75-A627-E4B9-1C694A55CE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3900"/>
            <a:ext cx="8252847" cy="457200"/>
          </a:xfrm>
        </p:spPr>
        <p:txBody>
          <a:bodyPr/>
          <a:lstStyle>
            <a:lvl1pPr>
              <a:defRPr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E205EF53-7E88-FC61-2AD6-524C9951552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82447"/>
            <a:ext cx="3611880" cy="2257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cap="all" spc="300" baseline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add section title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091D4E-6AE3-3F04-D0A0-8C96044CC29F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tx1"/>
                </a:solidFill>
              </a:rPr>
              <a:t>EPAM Proprietary &amp; Confidential.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5678EB0A-0FF2-079E-6368-97511A388F28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/>
              <a:pPr lvl="0"/>
              <a:t>‹#›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400772841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1/6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 flipH="1">
            <a:off x="9820275" y="0"/>
            <a:ext cx="2371722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dirty="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E6AE37-FC1E-5269-1E83-C3E9928ED250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7A8488-5F43-686E-E10B-16D16E352EED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B7DE099-ACDF-D41B-FBC3-5EE9A76F4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3900"/>
            <a:ext cx="7450138" cy="457200"/>
          </a:xfrm>
        </p:spPr>
        <p:txBody>
          <a:bodyPr/>
          <a:lstStyle>
            <a:lvl1pPr>
              <a:defRPr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AF7055BE-CD0F-6E9E-5992-4C7B9EF5FAB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82446"/>
            <a:ext cx="3600000" cy="25522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cap="all" spc="300" baseline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310264509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1/6-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50FD50C-06F7-21CC-1F6A-D75586A5063A}"/>
              </a:ext>
            </a:extLst>
          </p:cNvPr>
          <p:cNvSpPr/>
          <p:nvPr userDrawn="1"/>
        </p:nvSpPr>
        <p:spPr bwMode="auto">
          <a:xfrm>
            <a:off x="5166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dirty="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56866651-9DE6-3C00-E38E-CCE80D60499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2367" y="6438901"/>
            <a:ext cx="540540" cy="19049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 flipH="1">
            <a:off x="9820274" y="0"/>
            <a:ext cx="2371723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dirty="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0894D8D-7B75-A627-E4B9-1C694A55CE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3900"/>
            <a:ext cx="8252847" cy="457200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E205EF53-7E88-FC61-2AD6-524C9951552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82447"/>
            <a:ext cx="3611880" cy="2257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cap="all" spc="300" baseline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add section title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7BD1CA3-DE0B-7A9B-CE98-826ACE3DFEBF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05F033AD-4765-5FA3-B45B-9232B4A16A8B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908268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 flipH="1">
            <a:off x="7907337" y="0"/>
            <a:ext cx="4284661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dirty="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C395CC0-872C-69F3-88ED-BEF3B6BA98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3900"/>
            <a:ext cx="5530849" cy="457200"/>
          </a:xfrm>
        </p:spPr>
        <p:txBody>
          <a:bodyPr/>
          <a:lstStyle>
            <a:lvl1pPr>
              <a:defRPr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84DF7A43-01BC-022E-268E-6B2F50E13A7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82447"/>
            <a:ext cx="3611880" cy="2257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cap="all" spc="300" baseline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add section title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F6CAB9-3229-A377-2782-A27CB6B30495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tx1"/>
                </a:solidFill>
              </a:rPr>
              <a:t>EPAM Proprietary &amp; Confidential.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1B5412B9-D91D-8002-0693-897E81DD8C82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/>
              <a:pPr lvl="0"/>
              <a:t>‹#›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96587844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1/3-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F441E88-7FE8-D22E-100F-B090659320A1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dirty="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BFA5AB7F-48A8-2636-3278-4702BB8C575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 flipH="1">
            <a:off x="7907337" y="0"/>
            <a:ext cx="4284661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dirty="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C395CC0-872C-69F3-88ED-BEF3B6BA98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3900"/>
            <a:ext cx="5530849" cy="457200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84DF7A43-01BC-022E-268E-6B2F50E13A7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82447"/>
            <a:ext cx="3611880" cy="2257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cap="all" spc="300" baseline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add section title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4ACC802-5D81-6EBD-4496-14A01AE49DBC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E233E5D9-D527-CAC4-3B1E-44AA802D7240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938436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1/3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 flipH="1">
            <a:off x="7907337" y="0"/>
            <a:ext cx="4284660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dirty="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9FDF51-3B9F-C5D8-7A84-09B7B6CB9E8B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D3A15A-582D-3DDB-CC40-43726E84CA43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D8F2DF5-DE6F-E2FC-0057-63CC04174C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3900"/>
            <a:ext cx="5764213" cy="457200"/>
          </a:xfrm>
        </p:spPr>
        <p:txBody>
          <a:bodyPr/>
          <a:lstStyle>
            <a:lvl1pPr>
              <a:defRPr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74897430-924B-CB14-9A94-8DB20A76C70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82446"/>
            <a:ext cx="5764213" cy="25522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cap="all" spc="300" baseline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41053131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1/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 flipH="1">
            <a:off x="6095999" y="0"/>
            <a:ext cx="6096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dirty="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8BAA6E4E-7596-A644-93F2-6ABBAFCD6B7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82021" y="723900"/>
            <a:ext cx="2302297" cy="246221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>
            <a:lvl1pPr>
              <a:defRPr lang="en-US" sz="1600" b="1" kern="800" cap="none" spc="130" baseline="0" smtClean="0">
                <a:solidFill>
                  <a:schemeClr val="tx1"/>
                </a:solidFill>
                <a:ea typeface="+mj-ea"/>
                <a:cs typeface="+mj-cs"/>
              </a:defRPr>
            </a:lvl1pPr>
            <a:lvl2pPr marL="171450" indent="0">
              <a:buNone/>
              <a:defRPr lang="en-US" sz="1350" smtClean="0"/>
            </a:lvl2pPr>
            <a:lvl3pPr>
              <a:defRPr lang="en-US" sz="1350" smtClean="0"/>
            </a:lvl3pPr>
            <a:lvl4pPr>
              <a:defRPr lang="en-US" sz="1350" smtClean="0"/>
            </a:lvl4pPr>
            <a:lvl5pPr>
              <a:defRPr lang="en-US" sz="1350"/>
            </a:lvl5pPr>
          </a:lstStyle>
          <a:p>
            <a:pPr marL="0" lvl="0">
              <a:lnSpc>
                <a:spcPct val="100000"/>
              </a:lnSpc>
              <a:spcBef>
                <a:spcPct val="0"/>
              </a:spcBef>
              <a:buNone/>
            </a:pPr>
            <a:r>
              <a:rPr lang="en-US" dirty="0"/>
              <a:t>Edit Master Text Styles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182FF9AB-2A1C-E54B-B99E-245DE32DDE9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582020" y="3200114"/>
            <a:ext cx="2302297" cy="246221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>
            <a:lvl1pPr>
              <a:defRPr lang="en-US" sz="1600" b="1" kern="800" cap="none" spc="130" baseline="0" smtClean="0">
                <a:solidFill>
                  <a:schemeClr val="tx1"/>
                </a:solidFill>
                <a:ea typeface="+mj-ea"/>
                <a:cs typeface="+mj-cs"/>
              </a:defRPr>
            </a:lvl1pPr>
            <a:lvl2pPr marL="171450" indent="0">
              <a:buNone/>
              <a:defRPr lang="en-US" sz="1350" smtClean="0"/>
            </a:lvl2pPr>
            <a:lvl3pPr>
              <a:defRPr lang="en-US" sz="1350" smtClean="0"/>
            </a:lvl3pPr>
            <a:lvl4pPr>
              <a:defRPr lang="en-US" sz="1350" smtClean="0"/>
            </a:lvl4pPr>
            <a:lvl5pPr>
              <a:defRPr lang="en-US" sz="1350"/>
            </a:lvl5pPr>
          </a:lstStyle>
          <a:p>
            <a:pPr marL="0" lvl="0">
              <a:lnSpc>
                <a:spcPct val="100000"/>
              </a:lnSpc>
              <a:spcBef>
                <a:spcPct val="0"/>
              </a:spcBef>
              <a:buNone/>
            </a:pPr>
            <a:r>
              <a:rPr lang="en-US" dirty="0"/>
              <a:t>Edit Master Text Styles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1ED9D0C0-2EBB-53F1-FD7B-7BFF490533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3900"/>
            <a:ext cx="5530849" cy="457200"/>
          </a:xfrm>
        </p:spPr>
        <p:txBody>
          <a:bodyPr/>
          <a:lstStyle>
            <a:lvl1pPr>
              <a:defRPr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EBF6AFA3-4B0B-A44E-C32C-9E35F112D73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82447"/>
            <a:ext cx="3611880" cy="2257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cap="all" spc="300" baseline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add section title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7A437B-1C43-BD15-538B-E37E3F956D9A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tx1"/>
                </a:solidFill>
              </a:rPr>
              <a:t>EPAM Proprietary &amp; Confidential.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023EDF6C-81ED-D75B-14CE-F3906A1FF5DD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/>
              <a:pPr lvl="0"/>
              <a:t>‹#›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91905118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1/2-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E6C5343-68AD-9879-2727-7ECBCB6A1B23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dirty="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EBEF0FAA-381C-3A89-42AF-830EF59119A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56236"/>
            <a:ext cx="540540" cy="19049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B24921F-F7DB-7A40-465F-85F610FC20C6}"/>
              </a:ext>
            </a:extLst>
          </p:cNvPr>
          <p:cNvSpPr txBox="1"/>
          <p:nvPr userDrawn="1"/>
        </p:nvSpPr>
        <p:spPr>
          <a:xfrm>
            <a:off x="10048875" y="6423925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64F018D9-6B5F-8BCB-BD75-7816BF58C56F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23926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 flipH="1">
            <a:off x="6095999" y="0"/>
            <a:ext cx="6096000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dirty="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8BAA6E4E-7596-A644-93F2-6ABBAFCD6B7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82021" y="723900"/>
            <a:ext cx="2213811" cy="246221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>
            <a:lvl1pPr>
              <a:defRPr lang="en-US" sz="1600" b="1" cap="none" spc="100" baseline="0" smtClean="0">
                <a:solidFill>
                  <a:schemeClr val="bg1"/>
                </a:solidFill>
                <a:ea typeface="+mj-ea"/>
                <a:cs typeface="+mj-cs"/>
              </a:defRPr>
            </a:lvl1pPr>
            <a:lvl2pPr marL="171450" indent="0">
              <a:buNone/>
              <a:defRPr lang="en-US" sz="1350" smtClean="0"/>
            </a:lvl2pPr>
            <a:lvl3pPr>
              <a:defRPr lang="en-US" sz="1350" smtClean="0"/>
            </a:lvl3pPr>
            <a:lvl4pPr>
              <a:defRPr lang="en-US" sz="1350" smtClean="0"/>
            </a:lvl4pPr>
            <a:lvl5pPr>
              <a:defRPr lang="en-US" sz="1350"/>
            </a:lvl5pPr>
          </a:lstStyle>
          <a:p>
            <a:pPr marL="0" lvl="0">
              <a:lnSpc>
                <a:spcPct val="100000"/>
              </a:lnSpc>
              <a:spcBef>
                <a:spcPct val="0"/>
              </a:spcBef>
              <a:buNone/>
            </a:pPr>
            <a:r>
              <a:rPr lang="en-US" dirty="0"/>
              <a:t>Edit Master Text Styles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182FF9AB-2A1C-E54B-B99E-245DE32DDE9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582020" y="3200114"/>
            <a:ext cx="2213811" cy="246221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>
            <a:lvl1pPr>
              <a:defRPr lang="en-US" sz="1600" b="1" cap="none" spc="100" baseline="0" smtClean="0">
                <a:solidFill>
                  <a:schemeClr val="bg1"/>
                </a:solidFill>
                <a:ea typeface="+mj-ea"/>
                <a:cs typeface="+mj-cs"/>
              </a:defRPr>
            </a:lvl1pPr>
            <a:lvl2pPr marL="171450" indent="0">
              <a:buNone/>
              <a:defRPr lang="en-US" sz="1350" smtClean="0"/>
            </a:lvl2pPr>
            <a:lvl3pPr>
              <a:defRPr lang="en-US" sz="1350" smtClean="0"/>
            </a:lvl3pPr>
            <a:lvl4pPr>
              <a:defRPr lang="en-US" sz="1350" smtClean="0"/>
            </a:lvl4pPr>
            <a:lvl5pPr>
              <a:defRPr lang="en-US" sz="1350"/>
            </a:lvl5pPr>
          </a:lstStyle>
          <a:p>
            <a:pPr marL="0" lvl="0">
              <a:lnSpc>
                <a:spcPct val="100000"/>
              </a:lnSpc>
              <a:spcBef>
                <a:spcPct val="0"/>
              </a:spcBef>
              <a:buNone/>
            </a:pPr>
            <a:r>
              <a:rPr lang="en-US" dirty="0"/>
              <a:t>Edit Master Text Styles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1ED9D0C0-2EBB-53F1-FD7B-7BFF490533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3900"/>
            <a:ext cx="5530849" cy="457200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EBF6AFA3-4B0B-A44E-C32C-9E35F112D73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82447"/>
            <a:ext cx="3611880" cy="2257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cap="all" spc="300" baseline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add section title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7A437B-1C43-BD15-538B-E37E3F956D9A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023EDF6C-81ED-D75B-14CE-F3906A1FF5DD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958609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1/2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9870588-DEAA-3B45-9A4B-86DCE176308E}"/>
              </a:ext>
            </a:extLst>
          </p:cNvPr>
          <p:cNvSpPr/>
          <p:nvPr userDrawn="1"/>
        </p:nvSpPr>
        <p:spPr bwMode="auto">
          <a:xfrm flipH="1">
            <a:off x="6095999" y="0"/>
            <a:ext cx="6096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dirty="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571F9CF-CDF3-4EE6-A083-D93A5811345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6000" y="0"/>
            <a:ext cx="6096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40C5E2-D359-5FED-B284-19CF47A41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3900"/>
            <a:ext cx="5530849" cy="457200"/>
          </a:xfrm>
        </p:spPr>
        <p:txBody>
          <a:bodyPr/>
          <a:lstStyle>
            <a:lvl1pPr>
              <a:defRPr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EA60CDFE-3A94-5F3A-0523-ABA56078007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82447"/>
            <a:ext cx="3611880" cy="2257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cap="all" spc="300" baseline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add section title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7052EF-2C83-09DE-9638-F3492217FF7E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tx1"/>
                </a:solidFill>
              </a:rPr>
              <a:t>EPAM Proprietary &amp; Confidential.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997612B5-8615-3AC0-8239-012312B6FD99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/>
              <a:pPr lvl="0"/>
              <a:t>‹#›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17437430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1/2 Picture-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72960BA-AA0C-9715-43A2-22B9050A4780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dirty="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81783F67-AD13-06FC-C79E-DE6FBF4D057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9870588-DEAA-3B45-9A4B-86DCE176308E}"/>
              </a:ext>
            </a:extLst>
          </p:cNvPr>
          <p:cNvSpPr/>
          <p:nvPr userDrawn="1"/>
        </p:nvSpPr>
        <p:spPr bwMode="auto">
          <a:xfrm flipH="1">
            <a:off x="6095999" y="0"/>
            <a:ext cx="6096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dirty="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571F9CF-CDF3-4EE6-A083-D93A5811345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F414E4-F961-7DD4-8CFB-7B93DD10B6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3900"/>
            <a:ext cx="5530849" cy="457200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B2BE525B-A1C0-1DD5-E075-79F96E71ED4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82447"/>
            <a:ext cx="3611880" cy="2257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cap="all" spc="300" baseline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add section title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067A229-8E7F-A1E8-7492-218AEFB06B0E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371751A4-BF09-09F2-77C6-42F2F2AEB242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781842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1/2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 flipH="1">
            <a:off x="6095999" y="0"/>
            <a:ext cx="6096000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dirty="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B7486B-35A7-A3FF-6F44-2159B1E9FAD3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B82A7F25-3763-4002-A844-19432F963122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EBC1AB0-2CF4-70A1-0BD7-A9A57D9F98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3900"/>
            <a:ext cx="5342021" cy="457200"/>
          </a:xfrm>
        </p:spPr>
        <p:txBody>
          <a:bodyPr/>
          <a:lstStyle>
            <a:lvl1pPr>
              <a:defRPr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9B299D4E-38EF-AC64-7836-1AD1E87996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82446"/>
            <a:ext cx="5342021" cy="25522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cap="all" spc="300" baseline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49877611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1/2 Picture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dirty="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D4D51ED0-4D08-4641-87AC-8F2B5E2A3B9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091CD3F7-14AE-A849-9B73-75D2354D484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6000" y="0"/>
            <a:ext cx="6096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C6BA4E-CBCB-554D-CA98-146A521CFDF4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BB62B8-4926-8E23-51B4-D8AC31708BB8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A808058-9E6F-F0D8-A385-7B4C54766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3900"/>
            <a:ext cx="5005137" cy="457200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93D95AB9-CE03-7AFD-DBBE-C67756B352C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82446"/>
            <a:ext cx="5005137" cy="25522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cap="all" spc="300" baseline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384010706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2/3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B0B5FC9B-C94B-DD4C-B568-43367EF1D40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314697" y="0"/>
            <a:ext cx="7877303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C81004-83D3-1FD9-8DEB-8753B67523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723900"/>
            <a:ext cx="3611880" cy="457200"/>
          </a:xfrm>
        </p:spPr>
        <p:txBody>
          <a:bodyPr/>
          <a:lstStyle>
            <a:lvl1pPr>
              <a:defRPr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6B05C9E2-FF8C-3AB5-99B5-2786F045CA7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82447"/>
            <a:ext cx="3611880" cy="2257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cap="all" spc="300" baseline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add section title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93178D-6CC8-41D7-8CEB-9ED5EE67A4BD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tx1"/>
                </a:solidFill>
              </a:rPr>
              <a:t>EPAM Proprietary &amp; Confidential.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ACC52C08-BA77-F41F-7A2A-48DD915C7E8E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/>
              <a:pPr lvl="0"/>
              <a:t>‹#›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91680453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2/3 Picture-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1463925-928E-4FE1-B9E5-B83141A2C221}"/>
              </a:ext>
            </a:extLst>
          </p:cNvPr>
          <p:cNvSpPr/>
          <p:nvPr userDrawn="1"/>
        </p:nvSpPr>
        <p:spPr bwMode="auto">
          <a:xfrm>
            <a:off x="-1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dirty="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C169AD5E-5F94-E6C0-0DB3-77E8A5A0D3C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0" y="6438901"/>
            <a:ext cx="540540" cy="19049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63DBF0C-CA25-003D-B5D8-6EE24C1F808C}"/>
              </a:ext>
            </a:extLst>
          </p:cNvPr>
          <p:cNvSpPr txBox="1"/>
          <p:nvPr userDrawn="1"/>
        </p:nvSpPr>
        <p:spPr>
          <a:xfrm>
            <a:off x="10048874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697B36E0-E687-34C7-ACB3-F681FF77C582}"/>
              </a:ext>
            </a:extLst>
          </p:cNvPr>
          <p:cNvSpPr txBox="1">
            <a:spLocks/>
          </p:cNvSpPr>
          <p:nvPr userDrawn="1"/>
        </p:nvSpPr>
        <p:spPr>
          <a:xfrm>
            <a:off x="11498093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B0B5FC9B-C94B-DD4C-B568-43367EF1D40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314697" y="0"/>
            <a:ext cx="7877303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C81004-83D3-1FD9-8DEB-8753B67523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723900"/>
            <a:ext cx="3611880" cy="457200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6B05C9E2-FF8C-3AB5-99B5-2786F045CA7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82447"/>
            <a:ext cx="3611880" cy="2257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cap="all" spc="300" baseline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add section title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93178D-6CC8-41D7-8CEB-9ED5EE67A4BD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ACC52C08-BA77-F41F-7A2A-48DD915C7E8E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817397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Mock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>
            <a:off x="0" y="0"/>
            <a:ext cx="2378075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dirty="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303841" y="1600200"/>
            <a:ext cx="4797425" cy="338554"/>
          </a:xfrm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DCFE7496-2B11-468F-A424-81EF7552D41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316414" y="2286000"/>
            <a:ext cx="4784852" cy="3657600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lvl="0"/>
            <a:r>
              <a:rPr lang="en-US"/>
              <a:t>Lorem Ipsum is simply dummy text of the printing and typesetting industry. Lorem Ipsum has been the industry's standard dummy text ever since the 1500s, when an unknown printer took a galley of type and scrambled it to make a type specimen book. It has survived not only five centuries, but also the leap into electronic typesetting, remaining essentially unchanged. It was </a:t>
            </a:r>
            <a:r>
              <a:rPr lang="en-US" err="1"/>
              <a:t>popularised</a:t>
            </a:r>
            <a:r>
              <a:rPr lang="en-US"/>
              <a:t> in the 1960s with the release of Letraset sheets containing Lorem Ipsum passages, and more recently with desktop publishing software like Aldus PageMaker including versions of Lorem Ipsum.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15EB0785-A8B2-B844-97DC-362F6DEDBA7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580222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MockUp-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D6310AE-15DA-337B-9B5E-33A904BF3549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dirty="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>
            <a:off x="0" y="0"/>
            <a:ext cx="2378075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dirty="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303841" y="1600200"/>
            <a:ext cx="4797425" cy="338554"/>
          </a:xfrm>
        </p:spPr>
        <p:txBody>
          <a:bodyPr>
            <a:spAutoFit/>
          </a:bodyPr>
          <a:lstStyle>
            <a:lvl1pPr>
              <a:defRPr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DCFE7496-2B11-468F-A424-81EF7552D41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316414" y="2286000"/>
            <a:ext cx="4784852" cy="3657600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  <a:latin typeface="+mn-lt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lvl="0"/>
            <a:r>
              <a:rPr lang="en-US" dirty="0"/>
              <a:t>Lorem Ipsum is simply dummy text of the printing and typesetting industry. Lorem Ipsum has been the industry's standard dummy text ever since the 1500s, when an unknown printer took a galley of type and scrambled it to make a type specimen book. It has survived not only five centuries, but also the leap into electronic typesetting, remaining essentially unchanged. It was </a:t>
            </a:r>
            <a:r>
              <a:rPr lang="en-US" dirty="0" err="1"/>
              <a:t>popularised</a:t>
            </a:r>
            <a:r>
              <a:rPr lang="en-US" dirty="0"/>
              <a:t> in the 1960s with the release of Letraset sheets containing Lorem Ipsum passages, and more recently with desktop publishing software like Aldus PageMaker including versions of Lorem Ipsum.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C4F314DE-C7E3-7237-4318-0407E44F572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A5B1A98-E850-C3DE-38BF-EFAE0A2DC98C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6E6FC5F8-7CE5-D29D-2CCA-C5715CDD43BD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736552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Mock Up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>
            <a:off x="0" y="0"/>
            <a:ext cx="7180263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dirty="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ECD48285-8885-4D22-8AE4-172AF611419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15F520A7-9AB7-29A3-F6E1-6EDE842DFA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3900"/>
            <a:ext cx="5530849" cy="457200"/>
          </a:xfrm>
        </p:spPr>
        <p:txBody>
          <a:bodyPr/>
          <a:lstStyle>
            <a:lvl1pPr>
              <a:defRPr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B35B6FBE-AD77-73FE-AB75-C5B0A0FF3DD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82447"/>
            <a:ext cx="3611880" cy="2257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cap="all" spc="300" baseline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57384858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Mock Up Left-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69C4A8F-5B1E-7B0E-CAF7-B9F33D92C844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dirty="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>
            <a:off x="0" y="0"/>
            <a:ext cx="7180263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dirty="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15F520A7-9AB7-29A3-F6E1-6EDE842DFA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3900"/>
            <a:ext cx="5530849" cy="457200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B35B6FBE-AD77-73FE-AB75-C5B0A0FF3DD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82447"/>
            <a:ext cx="3611880" cy="2257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cap="all" spc="300" baseline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add section title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1D6F42AB-F517-759C-A3C4-63443ED771D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14E9D77-5CF8-5131-6018-48DF58117ECE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334280A7-4796-759A-6B00-0444E865A6A0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128927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Mock Up Left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>
            <a:off x="0" y="0"/>
            <a:ext cx="7180263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dirty="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FF61EEF5-D25E-43F9-9DE7-B0D48CE58D1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C700771F-7FE8-2510-0C0E-734572A381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3900"/>
            <a:ext cx="5764213" cy="457200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E1513A24-C9FD-06A1-1015-D9656D68B88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82446"/>
            <a:ext cx="5764213" cy="25522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cap="all" spc="300" baseline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375433631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Mock Up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>
            <a:off x="0" y="0"/>
            <a:ext cx="2378075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dirty="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303841" y="1600200"/>
            <a:ext cx="4797425" cy="338554"/>
          </a:xfrm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DCFE7496-2B11-468F-A424-81EF7552D41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316414" y="2286000"/>
            <a:ext cx="4784852" cy="3657600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lvl="0"/>
            <a:r>
              <a:rPr lang="en-US"/>
              <a:t>Lorem Ipsum is simply dummy text of the printing and typesetting industry. Lorem Ipsum has been the industry's standard dummy text ever since the 1500s, when an unknown printer took a galley of type and scrambled it to make a type specimen book. It has survived not only five centuries, but also the leap into electronic typesetting, remaining essentially unchanged. It was </a:t>
            </a:r>
            <a:r>
              <a:rPr lang="en-US" err="1"/>
              <a:t>popularised</a:t>
            </a:r>
            <a:r>
              <a:rPr lang="en-US"/>
              <a:t> in the 1960s with the release of Letraset sheets containing Lorem Ipsum passages, and more recently with desktop publishing software like Aldus PageMaker including versions of Lorem Ipsum.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E5D96D1E-C1BD-6F40-A978-D03F53CD4A4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178374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rr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17DFB89-A9BD-47AC-B57A-7869039229B5}"/>
              </a:ext>
            </a:extLst>
          </p:cNvPr>
          <p:cNvSpPr/>
          <p:nvPr userDrawn="1"/>
        </p:nvSpPr>
        <p:spPr bwMode="auto">
          <a:xfrm>
            <a:off x="-34032" y="0"/>
            <a:ext cx="3142357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dirty="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EE036E7A-2B84-45D1-985C-C2AD71420C4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CE8FAB7B-4710-4747-B680-F6B4F0097B2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108325" y="0"/>
            <a:ext cx="9083675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54523F-EFD3-EDB0-4AF0-FB2421CCF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3900"/>
            <a:ext cx="2586789" cy="457200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7DB8D92B-BDD7-86B1-A31A-C3740736BA6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82446"/>
            <a:ext cx="2586789" cy="25522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cap="all" spc="300" baseline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385439173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rrow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17DFB89-A9BD-47AC-B57A-7869039229B5}"/>
              </a:ext>
            </a:extLst>
          </p:cNvPr>
          <p:cNvSpPr/>
          <p:nvPr userDrawn="1"/>
        </p:nvSpPr>
        <p:spPr bwMode="auto">
          <a:xfrm>
            <a:off x="-34032" y="0"/>
            <a:ext cx="3142357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dirty="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CE8FAB7B-4710-4747-B680-F6B4F0097B2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108325" y="0"/>
            <a:ext cx="9083675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54523F-EFD3-EDB0-4AF0-FB2421CCF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3900"/>
            <a:ext cx="2586789" cy="457200"/>
          </a:xfrm>
        </p:spPr>
        <p:txBody>
          <a:bodyPr/>
          <a:lstStyle>
            <a:lvl1pPr>
              <a:defRPr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7DB8D92B-BDD7-86B1-A31A-C3740736BA6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82446"/>
            <a:ext cx="2586789" cy="25522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cap="all" spc="300" baseline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add section title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E104305F-427E-7B08-9801-43AF5256FF7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028906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rrow-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CB0227B-1090-48E9-B33D-CB9CA73DF05F}"/>
              </a:ext>
            </a:extLst>
          </p:cNvPr>
          <p:cNvSpPr/>
          <p:nvPr userDrawn="1"/>
        </p:nvSpPr>
        <p:spPr bwMode="auto">
          <a:xfrm flipH="1">
            <a:off x="3108325" y="0"/>
            <a:ext cx="9083675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dirty="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1C45522-9A1C-E9EB-4D96-B0CFFD2F72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723900"/>
            <a:ext cx="2502567" cy="457200"/>
          </a:xfrm>
        </p:spPr>
        <p:txBody>
          <a:bodyPr/>
          <a:lstStyle>
            <a:lvl1pPr>
              <a:defRPr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E2E6E8F6-4D6C-2884-0A7D-72BB39B21D6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82447"/>
            <a:ext cx="2502567" cy="2257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cap="all" spc="300" baseline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add section title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3A07FC1-18DF-2355-0123-10BF2390C02D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7B024407-B901-7B1F-04F9-932983C670E0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655093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2/3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>
            <a:off x="0" y="0"/>
            <a:ext cx="4302125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dirty="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7A9547FE-7857-4A70-ACDF-06ACC0CC381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C0096CA2-6B8E-1E0B-7446-BC5F37E73D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3900"/>
            <a:ext cx="2586789" cy="457200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50402405-4264-41C3-7E10-6A2AF1A4619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82446"/>
            <a:ext cx="2586789" cy="25522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cap="all" spc="300" baseline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332551581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2/3 Black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>
            <a:off x="0" y="0"/>
            <a:ext cx="4302125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dirty="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C0096CA2-6B8E-1E0B-7446-BC5F37E73D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3900"/>
            <a:ext cx="2586789" cy="457200"/>
          </a:xfrm>
        </p:spPr>
        <p:txBody>
          <a:bodyPr/>
          <a:lstStyle>
            <a:lvl1pPr>
              <a:defRPr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50402405-4264-41C3-7E10-6A2AF1A4619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82446"/>
            <a:ext cx="2586789" cy="25522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cap="all" spc="300" baseline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add section title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5DC425F-9CC1-9DF3-3F54-17DAA0EB5E7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727567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Statem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dirty="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303841" y="1600200"/>
            <a:ext cx="4797425" cy="338554"/>
          </a:xfrm>
        </p:spPr>
        <p:txBody>
          <a:bodyPr>
            <a:spAutoFit/>
          </a:bodyPr>
          <a:lstStyle>
            <a:lvl1pPr>
              <a:defRPr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DCFE7496-2B11-468F-A424-81EF7552D41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316414" y="2286000"/>
            <a:ext cx="4784852" cy="3657600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  <a:latin typeface="+mn-lt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lvl="0"/>
            <a:r>
              <a:rPr lang="en-US"/>
              <a:t>Lorem Ipsum is simply dummy text of the printing and typesetting industry. Lorem Ipsum has been the industry's standard dummy text ever since the 1500s, when an unknown printer took a galley of type and scrambled it to make a type specimen book. It has survived not only five centuries, but also the leap into electronic typesetting, remaining essentially unchanged. It was </a:t>
            </a:r>
            <a:r>
              <a:rPr lang="en-US" err="1"/>
              <a:t>popularised</a:t>
            </a:r>
            <a:r>
              <a:rPr lang="en-US"/>
              <a:t> in the 1960s with the release of Letraset sheets containing Lorem Ipsum passages, and more recently with desktop publishing software like Aldus PageMaker including versions of Lorem Ipsum.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6E44CDB4-CF54-423C-9681-C9AAACA56BA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32F6686-8C0A-120D-0C06-1F8DA97E3C4D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465D26-CB94-F414-6836-638151C91C4F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920573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Column Picture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B02766-9497-4A26-BB62-880E9185522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7200" y="2921251"/>
            <a:ext cx="2407920" cy="462114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400" b="1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4ACCEEE-9EE8-4BBF-B992-09ACA791A93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7200" y="3543216"/>
            <a:ext cx="2407920" cy="2630592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200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Magna in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D2C8C061-6443-461A-A052-E19A46AADCA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413760" y="2921251"/>
            <a:ext cx="2407920" cy="462114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400" b="1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626FC49A-5396-46E4-8A00-C0A017834ED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413760" y="3543216"/>
            <a:ext cx="2407920" cy="2630592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200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Magna in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AEEE17DA-6635-495B-A481-BBD7188AD45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370320" y="2921251"/>
            <a:ext cx="2407920" cy="462114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400" b="1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BF29616B-A8DB-42A6-A277-8CAE573E985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370320" y="3543216"/>
            <a:ext cx="2407920" cy="2630592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200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Magna in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0D35C967-D122-42CE-BDAF-F34B55F00EA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326880" y="2921251"/>
            <a:ext cx="2407920" cy="462114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400" b="1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54FDC613-45BE-47C3-82C5-FC027C2DE43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326880" y="3543216"/>
            <a:ext cx="2407920" cy="2630592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200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Magna in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F84AF8F5-D562-4FBF-9069-09A640AACD09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63731" y="1389801"/>
            <a:ext cx="2408238" cy="13716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Picture Placeholder 23">
            <a:extLst>
              <a:ext uri="{FF2B5EF4-FFF2-40B4-BE49-F238E27FC236}">
                <a16:creationId xmlns:a16="http://schemas.microsoft.com/office/drawing/2014/main" id="{4F5537FA-B25A-4A75-AFE8-CB3D2D4EA781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3413442" y="1389801"/>
            <a:ext cx="2408238" cy="13716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6" name="Picture Placeholder 23">
            <a:extLst>
              <a:ext uri="{FF2B5EF4-FFF2-40B4-BE49-F238E27FC236}">
                <a16:creationId xmlns:a16="http://schemas.microsoft.com/office/drawing/2014/main" id="{62EC0755-06FE-418F-830B-3953EAC2B2B8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6363153" y="1389801"/>
            <a:ext cx="2408238" cy="13716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Picture Placeholder 23">
            <a:extLst>
              <a:ext uri="{FF2B5EF4-FFF2-40B4-BE49-F238E27FC236}">
                <a16:creationId xmlns:a16="http://schemas.microsoft.com/office/drawing/2014/main" id="{5145A383-DF32-4D59-98B6-07591E0CE3E3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9312864" y="1389801"/>
            <a:ext cx="2408238" cy="13716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E02B5D-C175-DE3C-BEC7-EB4A41870F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3900"/>
            <a:ext cx="11271069" cy="457200"/>
          </a:xfrm>
        </p:spPr>
        <p:txBody>
          <a:bodyPr/>
          <a:lstStyle>
            <a:lvl1pPr>
              <a:defRPr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293C67F9-F2A6-3918-0A8D-555112C9F46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1" y="382446"/>
            <a:ext cx="2695074" cy="20710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cap="all" spc="300" baseline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239538174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umn Pictures-Leila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B02766-9497-4A26-BB62-880E9185522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7192" y="2921251"/>
            <a:ext cx="3600000" cy="462114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defRPr sz="1400" b="1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4ACCEEE-9EE8-4BBF-B992-09ACA791A93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7192" y="3543216"/>
            <a:ext cx="3600000" cy="2630592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defRPr sz="1200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Magna in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D2C8C061-6443-461A-A052-E19A46AADCA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307656" y="2921251"/>
            <a:ext cx="3600000" cy="462114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defRPr sz="1400" b="1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626FC49A-5396-46E4-8A00-C0A017834ED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307656" y="3543216"/>
            <a:ext cx="3600000" cy="2630592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defRPr sz="1200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Magna in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AEEE17DA-6635-495B-A481-BBD7188AD45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147867" y="2921251"/>
            <a:ext cx="3600000" cy="462114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defRPr sz="1400" b="1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BF29616B-A8DB-42A6-A277-8CAE573E985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147867" y="3543216"/>
            <a:ext cx="3600000" cy="2630592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defRPr sz="1200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Magna in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F84AF8F5-D562-4FBF-9069-09A640AACD09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63723" y="1389801"/>
            <a:ext cx="3600000" cy="13716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Picture Placeholder 23">
            <a:extLst>
              <a:ext uri="{FF2B5EF4-FFF2-40B4-BE49-F238E27FC236}">
                <a16:creationId xmlns:a16="http://schemas.microsoft.com/office/drawing/2014/main" id="{4F5537FA-B25A-4A75-AFE8-CB3D2D4EA781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4307338" y="1389801"/>
            <a:ext cx="3600000" cy="13716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6" name="Picture Placeholder 23">
            <a:extLst>
              <a:ext uri="{FF2B5EF4-FFF2-40B4-BE49-F238E27FC236}">
                <a16:creationId xmlns:a16="http://schemas.microsoft.com/office/drawing/2014/main" id="{62EC0755-06FE-418F-830B-3953EAC2B2B8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8140700" y="1389801"/>
            <a:ext cx="3600000" cy="13716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E02B5D-C175-DE3C-BEC7-EB4A41870F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3900"/>
            <a:ext cx="11271069" cy="457200"/>
          </a:xfrm>
        </p:spPr>
        <p:txBody>
          <a:bodyPr/>
          <a:lstStyle>
            <a:lvl1pPr>
              <a:defRPr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293C67F9-F2A6-3918-0A8D-555112C9F46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1" y="382446"/>
            <a:ext cx="2695074" cy="20710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cap="all" spc="300" baseline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71073846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3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1" y="4124960"/>
            <a:ext cx="3312160" cy="246221"/>
          </a:xfrm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DCFE7496-2B11-468F-A424-81EF7552D41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9773" y="4502295"/>
            <a:ext cx="3299588" cy="802399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20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lvl="0"/>
            <a:r>
              <a:rPr lang="en-US"/>
              <a:t>Lorem Ipsum is simply dummy text of the printing and typesetting industry. Lorem Ipsum has been the industry's standard dummy text ever since the 1500s, when an unknown printer took a galley of type and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56621FE-2493-434D-BD83-B0B78B101F2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0" y="0"/>
            <a:ext cx="4076700" cy="3429000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2F7B19A9-71C0-403D-B507-22838A53F144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076700" y="0"/>
            <a:ext cx="4064000" cy="3429000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Picture Placeholder 12">
            <a:extLst>
              <a:ext uri="{FF2B5EF4-FFF2-40B4-BE49-F238E27FC236}">
                <a16:creationId xmlns:a16="http://schemas.microsoft.com/office/drawing/2014/main" id="{584A1708-3D5F-4AC2-B35F-FB446EFEB7C2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140700" y="0"/>
            <a:ext cx="4064000" cy="3429000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97BF9D5A-73E5-43EB-95F4-FF563695164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314697" y="4502295"/>
            <a:ext cx="3299588" cy="802399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20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lvl="0"/>
            <a:r>
              <a:rPr lang="en-US"/>
              <a:t>Lorem Ipsum is simply dummy text of the printing and typesetting industry. Lorem Ipsum has been the industry's standard dummy text ever since the 1500s, when an unknown printer took a galley of type and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6AC52B6B-2068-4BD5-8D7B-E2AA5CC142A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06449" y="4502295"/>
            <a:ext cx="3299588" cy="802399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20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lvl="0"/>
            <a:r>
              <a:rPr lang="en-US"/>
              <a:t>Lorem Ipsum is simply dummy text of the printing and typesetting industry. Lorem Ipsum has been the industry's standard dummy text ever since the 1500s, when an unknown printer took a galley of type and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56DCAB-CD09-4E29-A907-70E7EBE0E688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302125" y="4124325"/>
            <a:ext cx="3311525" cy="246221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>
            <a:lvl1pPr>
              <a:defRPr lang="en-US" sz="1600" b="1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C9A5C7D-52BE-42FF-9382-B63BBD810FD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406449" y="4114800"/>
            <a:ext cx="3312160" cy="246221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>
            <a:lvl1pPr>
              <a:defRPr lang="en-US" sz="1600" b="1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8335060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4 Pictures-Lei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56621FE-2493-434D-BD83-B0B78B101F2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-1" y="0"/>
            <a:ext cx="3060000" cy="3429000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2F7B19A9-71C0-403D-B507-22838A53F144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043999" y="0"/>
            <a:ext cx="3060000" cy="3429000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Picture Placeholder 12">
            <a:extLst>
              <a:ext uri="{FF2B5EF4-FFF2-40B4-BE49-F238E27FC236}">
                <a16:creationId xmlns:a16="http://schemas.microsoft.com/office/drawing/2014/main" id="{584A1708-3D5F-4AC2-B35F-FB446EFEB7C2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087999" y="0"/>
            <a:ext cx="3060000" cy="3429000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Picture Placeholder 12">
            <a:extLst>
              <a:ext uri="{FF2B5EF4-FFF2-40B4-BE49-F238E27FC236}">
                <a16:creationId xmlns:a16="http://schemas.microsoft.com/office/drawing/2014/main" id="{4C3044EB-579C-1960-F9EB-F116665A7292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9132000" y="0"/>
            <a:ext cx="3060000" cy="3429000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D6271A-50EF-A83C-8073-0A6628457E1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7200" y="3731479"/>
            <a:ext cx="2407920" cy="462114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400" b="1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33A26170-4FED-69CC-E7CF-6F163320DA0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7200" y="4353444"/>
            <a:ext cx="2407920" cy="1208664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200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Leo </a:t>
            </a:r>
            <a:r>
              <a:rPr lang="en-US" dirty="0" err="1"/>
              <a:t>luctus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facilisi</a:t>
            </a:r>
            <a:r>
              <a:rPr lang="en-US" dirty="0"/>
              <a:t>. </a:t>
            </a:r>
            <a:r>
              <a:rPr lang="en-US" dirty="0" err="1"/>
              <a:t>Tristique</a:t>
            </a:r>
            <a:r>
              <a:rPr lang="en-US" dirty="0"/>
              <a:t>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, </a:t>
            </a:r>
            <a:r>
              <a:rPr lang="en-US" dirty="0" err="1"/>
              <a:t>tortor</a:t>
            </a:r>
            <a:r>
              <a:rPr lang="en-US" dirty="0"/>
              <a:t>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 fermentum. </a:t>
            </a:r>
            <a:r>
              <a:rPr lang="en-US" dirty="0" err="1"/>
              <a:t>Venenatis</a:t>
            </a:r>
            <a:r>
              <a:rPr lang="en-US" dirty="0"/>
              <a:t>, </a:t>
            </a:r>
            <a:r>
              <a:rPr lang="en-US" dirty="0" err="1"/>
              <a:t>quam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 </a:t>
            </a:r>
            <a:r>
              <a:rPr lang="en-US" dirty="0" err="1"/>
              <a:t>netus</a:t>
            </a:r>
            <a:r>
              <a:rPr lang="en-US" dirty="0"/>
              <a:t> magna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EFF5574A-DA2F-79E2-5257-E464C4DCBED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370039" y="3731479"/>
            <a:ext cx="2407920" cy="462114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400" b="1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2E50C4C1-6951-43AE-9158-49572E0C92C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370039" y="4353444"/>
            <a:ext cx="2407920" cy="1208664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200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Leo </a:t>
            </a:r>
            <a:r>
              <a:rPr lang="en-US" dirty="0" err="1"/>
              <a:t>luctus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facilisi</a:t>
            </a:r>
            <a:r>
              <a:rPr lang="en-US" dirty="0"/>
              <a:t>. </a:t>
            </a:r>
            <a:r>
              <a:rPr lang="en-US" dirty="0" err="1"/>
              <a:t>Tristique</a:t>
            </a:r>
            <a:r>
              <a:rPr lang="en-US" dirty="0"/>
              <a:t>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, </a:t>
            </a:r>
            <a:r>
              <a:rPr lang="en-US" dirty="0" err="1"/>
              <a:t>tortor</a:t>
            </a:r>
            <a:r>
              <a:rPr lang="en-US" dirty="0"/>
              <a:t>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 fermentum. </a:t>
            </a:r>
            <a:r>
              <a:rPr lang="en-US" dirty="0" err="1"/>
              <a:t>Venenatis</a:t>
            </a:r>
            <a:r>
              <a:rPr lang="en-US" dirty="0"/>
              <a:t>, </a:t>
            </a:r>
            <a:r>
              <a:rPr lang="en-US" dirty="0" err="1"/>
              <a:t>quam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 </a:t>
            </a:r>
            <a:r>
              <a:rPr lang="en-US" dirty="0" err="1"/>
              <a:t>netus</a:t>
            </a:r>
            <a:r>
              <a:rPr lang="en-US" dirty="0"/>
              <a:t> magna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7000C3D5-7B7C-EDA2-9F53-869EC3327CC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414039" y="3731479"/>
            <a:ext cx="2407920" cy="462114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400" b="1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E9AE19AD-1845-6345-DD33-3FC9CF1784E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414039" y="4353444"/>
            <a:ext cx="2407920" cy="1208664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200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Leo </a:t>
            </a:r>
            <a:r>
              <a:rPr lang="en-US" dirty="0" err="1"/>
              <a:t>luctus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facilisi</a:t>
            </a:r>
            <a:r>
              <a:rPr lang="en-US" dirty="0"/>
              <a:t>. </a:t>
            </a:r>
            <a:r>
              <a:rPr lang="en-US" dirty="0" err="1"/>
              <a:t>Tristique</a:t>
            </a:r>
            <a:r>
              <a:rPr lang="en-US" dirty="0"/>
              <a:t>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, </a:t>
            </a:r>
            <a:r>
              <a:rPr lang="en-US" dirty="0" err="1"/>
              <a:t>tortor</a:t>
            </a:r>
            <a:r>
              <a:rPr lang="en-US" dirty="0"/>
              <a:t>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 fermentum. </a:t>
            </a:r>
            <a:r>
              <a:rPr lang="en-US" dirty="0" err="1"/>
              <a:t>Venenatis</a:t>
            </a:r>
            <a:r>
              <a:rPr lang="en-US" dirty="0"/>
              <a:t>, </a:t>
            </a:r>
            <a:r>
              <a:rPr lang="en-US" dirty="0" err="1"/>
              <a:t>quam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 </a:t>
            </a:r>
            <a:r>
              <a:rPr lang="en-US" dirty="0" err="1"/>
              <a:t>netus</a:t>
            </a:r>
            <a:r>
              <a:rPr lang="en-US" dirty="0"/>
              <a:t> magna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EFF38F98-219B-60E4-DEE4-A49FED7181F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326880" y="3731479"/>
            <a:ext cx="2407920" cy="462114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400" b="1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76073D28-63C4-4EAB-D10E-E4C9A179B80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326880" y="4353444"/>
            <a:ext cx="2407920" cy="1208664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200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Leo </a:t>
            </a:r>
            <a:r>
              <a:rPr lang="en-US" dirty="0" err="1"/>
              <a:t>luctus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facilisi</a:t>
            </a:r>
            <a:r>
              <a:rPr lang="en-US" dirty="0"/>
              <a:t>. </a:t>
            </a:r>
            <a:r>
              <a:rPr lang="en-US" dirty="0" err="1"/>
              <a:t>Tristique</a:t>
            </a:r>
            <a:r>
              <a:rPr lang="en-US" dirty="0"/>
              <a:t>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, </a:t>
            </a:r>
            <a:r>
              <a:rPr lang="en-US" dirty="0" err="1"/>
              <a:t>tortor</a:t>
            </a:r>
            <a:r>
              <a:rPr lang="en-US" dirty="0"/>
              <a:t>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 fermentum. </a:t>
            </a:r>
            <a:r>
              <a:rPr lang="en-US" dirty="0" err="1"/>
              <a:t>Venenatis</a:t>
            </a:r>
            <a:r>
              <a:rPr lang="en-US" dirty="0"/>
              <a:t>, </a:t>
            </a:r>
            <a:r>
              <a:rPr lang="en-US" dirty="0" err="1"/>
              <a:t>quam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 </a:t>
            </a:r>
            <a:r>
              <a:rPr lang="en-US" dirty="0" err="1"/>
              <a:t>netus</a:t>
            </a:r>
            <a:r>
              <a:rPr lang="en-US" dirty="0"/>
              <a:t> magna</a:t>
            </a:r>
          </a:p>
        </p:txBody>
      </p:sp>
    </p:spTree>
    <p:extLst>
      <p:ext uri="{BB962C8B-B14F-4D97-AF65-F5344CB8AC3E}">
        <p14:creationId xmlns:p14="http://schemas.microsoft.com/office/powerpoint/2010/main" val="269782522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4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56621FE-2493-434D-BD83-B0B78B101F2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-1" y="0"/>
            <a:ext cx="3045667" cy="6858000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Picture Placeholder 12">
            <a:extLst>
              <a:ext uri="{FF2B5EF4-FFF2-40B4-BE49-F238E27FC236}">
                <a16:creationId xmlns:a16="http://schemas.microsoft.com/office/drawing/2014/main" id="{95D56692-426B-4F40-8BC1-45B989D44140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048777" y="0"/>
            <a:ext cx="3045667" cy="6858000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12">
            <a:extLst>
              <a:ext uri="{FF2B5EF4-FFF2-40B4-BE49-F238E27FC236}">
                <a16:creationId xmlns:a16="http://schemas.microsoft.com/office/drawing/2014/main" id="{32D43E18-54F7-4125-A364-D733497B4F32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097555" y="0"/>
            <a:ext cx="3045667" cy="6858000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Picture Placeholder 12">
            <a:extLst>
              <a:ext uri="{FF2B5EF4-FFF2-40B4-BE49-F238E27FC236}">
                <a16:creationId xmlns:a16="http://schemas.microsoft.com/office/drawing/2014/main" id="{0D751945-7936-4E08-A1DF-7F344072146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9146333" y="0"/>
            <a:ext cx="3045667" cy="6858000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F219C23-5248-6A23-1656-7F24D37DB20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D0F7879-EF16-5C25-BC5F-DF85AD10BA3F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tx1"/>
                </a:solidFill>
              </a:rPr>
              <a:t>EPAM Proprietary &amp; Confidential.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47931746-EE72-E501-E583-1218E82991FF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/>
              <a:pPr lvl="0"/>
              <a:t>‹#›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84370389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BE84340-BD33-8E44-99AA-69963886122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8321646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32DEA7B-FE87-E4A3-0E28-5A6940077AAF}"/>
              </a:ext>
            </a:extLst>
          </p:cNvPr>
          <p:cNvSpPr/>
          <p:nvPr userDrawn="1"/>
        </p:nvSpPr>
        <p:spPr bwMode="auto">
          <a:xfrm>
            <a:off x="1020000" y="999000"/>
            <a:ext cx="10152000" cy="4860000"/>
          </a:xfrm>
          <a:prstGeom prst="rect">
            <a:avLst/>
          </a:prstGeom>
          <a:gradFill>
            <a:gsLst>
              <a:gs pos="66000">
                <a:schemeClr val="accent5"/>
              </a:gs>
              <a:gs pos="0">
                <a:schemeClr val="accent2"/>
              </a:gs>
              <a:gs pos="100000">
                <a:schemeClr val="accent4"/>
              </a:gs>
            </a:gsLst>
            <a:lin ang="1800000" scaled="0"/>
          </a:gra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lvl="0" algn="ctr"/>
            <a:endParaRPr lang="en-US" sz="2400" dirty="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388A2ACC-EFED-3CEF-B58F-EA44CFA345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49475" y="2464175"/>
            <a:ext cx="7899400" cy="615553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4000" b="0" i="0" spc="0" dirty="0">
                <a:solidFill>
                  <a:schemeClr val="bg1"/>
                </a:solidFill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 dirty="0"/>
              <a:t>Insert your quote here</a:t>
            </a:r>
          </a:p>
        </p:txBody>
      </p:sp>
      <p:sp>
        <p:nvSpPr>
          <p:cNvPr id="2" name="Title 8">
            <a:extLst>
              <a:ext uri="{FF2B5EF4-FFF2-40B4-BE49-F238E27FC236}">
                <a16:creationId xmlns:a16="http://schemas.microsoft.com/office/drawing/2014/main" id="{A967559A-5EC8-8B92-65E3-76928C972876}"/>
              </a:ext>
            </a:extLst>
          </p:cNvPr>
          <p:cNvSpPr txBox="1">
            <a:spLocks/>
          </p:cNvSpPr>
          <p:nvPr userDrawn="1"/>
        </p:nvSpPr>
        <p:spPr>
          <a:xfrm>
            <a:off x="2062976" y="1531155"/>
            <a:ext cx="1248633" cy="147732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000" b="0" i="0" kern="1200" spc="0" dirty="0">
                <a:gradFill>
                  <a:gsLst>
                    <a:gs pos="50000">
                      <a:schemeClr val="accent2"/>
                    </a:gs>
                    <a:gs pos="70000">
                      <a:schemeClr val="accent5"/>
                    </a:gs>
                    <a:gs pos="100000">
                      <a:schemeClr val="accent4"/>
                    </a:gs>
                  </a:gsLst>
                  <a:lin ang="1200000" scaled="0"/>
                </a:gra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GB" sz="9600" dirty="0">
                <a:solidFill>
                  <a:schemeClr val="bg1"/>
                </a:solidFill>
              </a:rPr>
              <a:t>“</a:t>
            </a:r>
          </a:p>
        </p:txBody>
      </p:sp>
    </p:spTree>
    <p:extLst>
      <p:ext uri="{BB962C8B-B14F-4D97-AF65-F5344CB8AC3E}">
        <p14:creationId xmlns:p14="http://schemas.microsoft.com/office/powerpoint/2010/main" val="4011838200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_you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32B93596-9EFA-D1CF-1891-B79E8C13429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008594" y="1585875"/>
            <a:ext cx="3827462" cy="257250"/>
          </a:xfrm>
          <a:prstGeom prst="rect">
            <a:avLst/>
          </a:prstGeom>
        </p:spPr>
        <p:txBody>
          <a:bodyPr/>
          <a:lstStyle>
            <a:lvl1pPr>
              <a:defRPr sz="1600" b="0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6FDC7A20-9DDC-243D-12E0-D419647A673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08594" y="2359058"/>
            <a:ext cx="3827462" cy="289438"/>
          </a:xfrm>
          <a:prstGeom prst="rect">
            <a:avLst/>
          </a:prstGeom>
        </p:spPr>
        <p:txBody>
          <a:bodyPr/>
          <a:lstStyle>
            <a:lvl1pPr>
              <a:defRPr sz="1800" b="1" i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F0BB83A-8F61-9449-F88A-D14428FB92F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08594" y="2744373"/>
            <a:ext cx="3827462" cy="225126"/>
          </a:xfrm>
          <a:prstGeom prst="rect">
            <a:avLst/>
          </a:prstGeom>
        </p:spPr>
        <p:txBody>
          <a:bodyPr/>
          <a:lstStyle>
            <a:lvl1pPr>
              <a:defRPr sz="1400" b="0" i="0">
                <a:solidFill>
                  <a:schemeClr val="accent2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928CEB9B-E281-2F84-4094-6D6C75AE166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008594" y="3273458"/>
            <a:ext cx="3827462" cy="225126"/>
          </a:xfrm>
          <a:prstGeom prst="rect">
            <a:avLst/>
          </a:prstGeom>
        </p:spPr>
        <p:txBody>
          <a:bodyPr/>
          <a:lstStyle>
            <a:lvl1pPr>
              <a:defRPr sz="1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4B5D4FBD-9119-A47E-823E-8468ED6CF45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08594" y="3560388"/>
            <a:ext cx="3827462" cy="225126"/>
          </a:xfrm>
          <a:prstGeom prst="rect">
            <a:avLst/>
          </a:prstGeom>
        </p:spPr>
        <p:txBody>
          <a:bodyPr/>
          <a:lstStyle>
            <a:lvl1pPr>
              <a:defRPr sz="1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C67B81F6-EE7E-69A9-E411-F7C52303401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008594" y="4117149"/>
            <a:ext cx="3827462" cy="1173078"/>
          </a:xfrm>
          <a:prstGeom prst="rect">
            <a:avLst/>
          </a:prstGeom>
        </p:spPr>
        <p:txBody>
          <a:bodyPr/>
          <a:lstStyle>
            <a:lvl1pPr>
              <a:defRPr sz="1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itle 2">
            <a:extLst>
              <a:ext uri="{FF2B5EF4-FFF2-40B4-BE49-F238E27FC236}">
                <a16:creationId xmlns:a16="http://schemas.microsoft.com/office/drawing/2014/main" id="{7D40B0A2-8366-4164-6D42-A15D2F6F57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1353882"/>
            <a:ext cx="4220135" cy="1107996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7200" b="0" i="0">
                <a:gradFill>
                  <a:gsLst>
                    <a:gs pos="50000">
                      <a:schemeClr val="accent2"/>
                    </a:gs>
                    <a:gs pos="70000">
                      <a:schemeClr val="accent5"/>
                    </a:gs>
                    <a:gs pos="100000">
                      <a:schemeClr val="accent4"/>
                    </a:gs>
                  </a:gsLst>
                  <a:lin ang="1200000" scaled="0"/>
                </a:gra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Thank you!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2A2464A-FAB8-9787-5897-30B871357252}"/>
              </a:ext>
            </a:extLst>
          </p:cNvPr>
          <p:cNvCxnSpPr>
            <a:cxnSpLocks/>
          </p:cNvCxnSpPr>
          <p:nvPr userDrawn="1"/>
        </p:nvCxnSpPr>
        <p:spPr>
          <a:xfrm>
            <a:off x="6008594" y="1981200"/>
            <a:ext cx="6248400" cy="0"/>
          </a:xfrm>
          <a:prstGeom prst="line">
            <a:avLst/>
          </a:prstGeom>
          <a:ln w="6350">
            <a:solidFill>
              <a:schemeClr val="bg1">
                <a:alpha val="65123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Graphic 1">
            <a:extLst>
              <a:ext uri="{FF2B5EF4-FFF2-40B4-BE49-F238E27FC236}">
                <a16:creationId xmlns:a16="http://schemas.microsoft.com/office/drawing/2014/main" id="{84736574-B51A-9653-821A-E3F5C3FCDF5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191EA3E-7B20-955D-0C59-DF85A9153658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BB0EE7-0219-6A5E-BA7F-872F2C48D7E9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5047646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_you-Ligh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32B93596-9EFA-D1CF-1891-B79E8C13429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008594" y="1585875"/>
            <a:ext cx="3827462" cy="257250"/>
          </a:xfrm>
          <a:prstGeom prst="rect">
            <a:avLst/>
          </a:prstGeom>
        </p:spPr>
        <p:txBody>
          <a:bodyPr/>
          <a:lstStyle>
            <a:lvl1pPr>
              <a:defRPr sz="1600" b="0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6FDC7A20-9DDC-243D-12E0-D419647A673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08594" y="2359058"/>
            <a:ext cx="3827462" cy="289438"/>
          </a:xfrm>
          <a:prstGeom prst="rect">
            <a:avLst/>
          </a:prstGeom>
        </p:spPr>
        <p:txBody>
          <a:bodyPr/>
          <a:lstStyle>
            <a:lvl1pPr>
              <a:defRPr sz="1800" b="1" i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F0BB83A-8F61-9449-F88A-D14428FB92F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08594" y="2744373"/>
            <a:ext cx="3827462" cy="225126"/>
          </a:xfrm>
          <a:prstGeom prst="rect">
            <a:avLst/>
          </a:prstGeom>
        </p:spPr>
        <p:txBody>
          <a:bodyPr/>
          <a:lstStyle>
            <a:lvl1pPr>
              <a:defRPr sz="1400" b="0" i="0">
                <a:solidFill>
                  <a:schemeClr val="accent2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928CEB9B-E281-2F84-4094-6D6C75AE166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008594" y="3273458"/>
            <a:ext cx="3827462" cy="225126"/>
          </a:xfrm>
          <a:prstGeom prst="rect">
            <a:avLst/>
          </a:prstGeom>
        </p:spPr>
        <p:txBody>
          <a:bodyPr/>
          <a:lstStyle>
            <a:lvl1pPr>
              <a:defRPr sz="14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4B5D4FBD-9119-A47E-823E-8468ED6CF45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08594" y="3560388"/>
            <a:ext cx="3827462" cy="225126"/>
          </a:xfrm>
          <a:prstGeom prst="rect">
            <a:avLst/>
          </a:prstGeom>
        </p:spPr>
        <p:txBody>
          <a:bodyPr/>
          <a:lstStyle>
            <a:lvl1pPr>
              <a:defRPr sz="14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C67B81F6-EE7E-69A9-E411-F7C52303401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008594" y="4117149"/>
            <a:ext cx="3827462" cy="1173078"/>
          </a:xfrm>
          <a:prstGeom prst="rect">
            <a:avLst/>
          </a:prstGeom>
        </p:spPr>
        <p:txBody>
          <a:bodyPr/>
          <a:lstStyle>
            <a:lvl1pPr>
              <a:defRPr sz="14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itle 2">
            <a:extLst>
              <a:ext uri="{FF2B5EF4-FFF2-40B4-BE49-F238E27FC236}">
                <a16:creationId xmlns:a16="http://schemas.microsoft.com/office/drawing/2014/main" id="{7D40B0A2-8366-4164-6D42-A15D2F6F57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1353882"/>
            <a:ext cx="4220135" cy="1107996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7200" b="0" i="0">
                <a:gradFill>
                  <a:gsLst>
                    <a:gs pos="50000">
                      <a:schemeClr val="accent2"/>
                    </a:gs>
                    <a:gs pos="70000">
                      <a:schemeClr val="accent5"/>
                    </a:gs>
                    <a:gs pos="100000">
                      <a:schemeClr val="accent4"/>
                    </a:gs>
                  </a:gsLst>
                  <a:lin ang="1200000" scaled="0"/>
                </a:gra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Thank you!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2A2464A-FAB8-9787-5897-30B871357252}"/>
              </a:ext>
            </a:extLst>
          </p:cNvPr>
          <p:cNvCxnSpPr>
            <a:cxnSpLocks/>
          </p:cNvCxnSpPr>
          <p:nvPr userDrawn="1"/>
        </p:nvCxnSpPr>
        <p:spPr>
          <a:xfrm>
            <a:off x="6008594" y="1981200"/>
            <a:ext cx="6248400" cy="0"/>
          </a:xfrm>
          <a:prstGeom prst="line">
            <a:avLst/>
          </a:prstGeom>
          <a:ln w="6350">
            <a:solidFill>
              <a:schemeClr val="tx2">
                <a:alpha val="65123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0625157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_you_phot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C487BF-0EFB-7D6C-3495-E817AE08A6A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096000" y="0"/>
            <a:ext cx="6096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C4526B2C-80FA-F150-338B-DB03C507338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4663" y="1035424"/>
            <a:ext cx="4648200" cy="1107996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7200" b="0" dirty="0">
                <a:gradFill>
                  <a:gsLst>
                    <a:gs pos="50000">
                      <a:schemeClr val="accent2"/>
                    </a:gs>
                    <a:gs pos="70000">
                      <a:schemeClr val="accent5"/>
                    </a:gs>
                    <a:gs pos="100000">
                      <a:schemeClr val="accent4"/>
                    </a:gs>
                  </a:gsLst>
                  <a:lin ang="1200000" scaled="0"/>
                </a:gra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Thank you!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7AF9CC8A-BAB0-4529-6083-A3D7F01CE45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74663" y="2540616"/>
            <a:ext cx="3827462" cy="257250"/>
          </a:xfrm>
          <a:prstGeom prst="rect">
            <a:avLst/>
          </a:prstGeom>
        </p:spPr>
        <p:txBody>
          <a:bodyPr/>
          <a:lstStyle>
            <a:lvl1pPr>
              <a:defRPr sz="1600" b="0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25054708-622B-37B7-6E33-486A71C9526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4663" y="3313799"/>
            <a:ext cx="3827462" cy="289438"/>
          </a:xfrm>
          <a:prstGeom prst="rect">
            <a:avLst/>
          </a:prstGeom>
        </p:spPr>
        <p:txBody>
          <a:bodyPr/>
          <a:lstStyle>
            <a:lvl1pPr>
              <a:defRPr sz="1800" b="1" i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56D2A3F-CCA1-F399-D035-1BB32FED634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4663" y="3672220"/>
            <a:ext cx="3827462" cy="225126"/>
          </a:xfrm>
          <a:prstGeom prst="rect">
            <a:avLst/>
          </a:prstGeom>
        </p:spPr>
        <p:txBody>
          <a:bodyPr/>
          <a:lstStyle>
            <a:lvl1pPr>
              <a:defRPr sz="1400" b="0" i="0">
                <a:solidFill>
                  <a:schemeClr val="accent2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D50C7B71-5C80-8C3A-B66C-42F7296EB9C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4663" y="4201305"/>
            <a:ext cx="3827462" cy="225126"/>
          </a:xfrm>
          <a:prstGeom prst="rect">
            <a:avLst/>
          </a:prstGeom>
        </p:spPr>
        <p:txBody>
          <a:bodyPr/>
          <a:lstStyle>
            <a:lvl1pPr>
              <a:defRPr sz="1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0BFDDCB6-69BB-2359-40AB-46BA1DA744F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74663" y="4488235"/>
            <a:ext cx="3827462" cy="225126"/>
          </a:xfrm>
          <a:prstGeom prst="rect">
            <a:avLst/>
          </a:prstGeom>
        </p:spPr>
        <p:txBody>
          <a:bodyPr/>
          <a:lstStyle>
            <a:lvl1pPr>
              <a:defRPr sz="1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3D16F9E7-5E17-1B62-F499-C761278885E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74663" y="4897078"/>
            <a:ext cx="3827462" cy="1173078"/>
          </a:xfrm>
          <a:prstGeom prst="rect">
            <a:avLst/>
          </a:prstGeom>
        </p:spPr>
        <p:txBody>
          <a:bodyPr/>
          <a:lstStyle>
            <a:lvl1pPr>
              <a:defRPr sz="1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8FF80AE-E38B-EC18-E1B5-2B5AAE36C2F4}"/>
              </a:ext>
            </a:extLst>
          </p:cNvPr>
          <p:cNvCxnSpPr>
            <a:cxnSpLocks/>
          </p:cNvCxnSpPr>
          <p:nvPr userDrawn="1"/>
        </p:nvCxnSpPr>
        <p:spPr>
          <a:xfrm>
            <a:off x="474663" y="2935941"/>
            <a:ext cx="3534335" cy="0"/>
          </a:xfrm>
          <a:prstGeom prst="line">
            <a:avLst/>
          </a:prstGeom>
          <a:ln w="6350">
            <a:solidFill>
              <a:schemeClr val="bg1">
                <a:alpha val="65123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Graphic 3">
            <a:extLst>
              <a:ext uri="{FF2B5EF4-FFF2-40B4-BE49-F238E27FC236}">
                <a16:creationId xmlns:a16="http://schemas.microsoft.com/office/drawing/2014/main" id="{B5E39841-8080-2E83-D8BB-7AD807F024A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98728A8-4504-9979-0928-94780E8A451A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68625CBB-5BC8-9235-54D3-C8F265017D79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511025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x_Photo_+_Caption_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C50EF9F7-1BDD-C412-DA7B-D3D0D1ABA09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7700" y="670773"/>
            <a:ext cx="10896600" cy="553952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7C1B8CB-9FFB-8D0A-F788-18710501B096}"/>
              </a:ext>
            </a:extLst>
          </p:cNvPr>
          <p:cNvSpPr/>
          <p:nvPr userDrawn="1"/>
        </p:nvSpPr>
        <p:spPr bwMode="auto">
          <a:xfrm>
            <a:off x="0" y="2679405"/>
            <a:ext cx="4924396" cy="4178595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dirty="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8E94620-1500-8D43-BD64-006D83AE4B8E}"/>
              </a:ext>
            </a:extLst>
          </p:cNvPr>
          <p:cNvSpPr/>
          <p:nvPr userDrawn="1"/>
        </p:nvSpPr>
        <p:spPr bwMode="auto">
          <a:xfrm>
            <a:off x="-2151983" y="5103629"/>
            <a:ext cx="3848986" cy="3848986"/>
          </a:xfrm>
          <a:prstGeom prst="ellipse">
            <a:avLst/>
          </a:prstGeom>
          <a:solidFill>
            <a:srgbClr val="8B97FF">
              <a:alpha val="65000"/>
            </a:srgbClr>
          </a:solidFill>
          <a:ln>
            <a:noFill/>
          </a:ln>
          <a:effectLst>
            <a:softEdge rad="805949"/>
          </a:effectLst>
        </p:spPr>
        <p:txBody>
          <a:bodyPr wrap="none" rtlCol="0" anchor="ctr"/>
          <a:lstStyle/>
          <a:p>
            <a:pPr algn="ctr"/>
            <a:endParaRPr lang="en-US" sz="2400" dirty="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Calibri" panose="020F0502020204030204" pitchFamily="34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2159C2A-0FC8-422F-92E4-B92935AAE5A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7699" y="3809007"/>
            <a:ext cx="3722281" cy="584775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8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Thank you!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B8E369A2-FC86-4140-9080-E549260B918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7700" y="3428999"/>
            <a:ext cx="3732914" cy="184666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200" b="1" spc="300">
                <a:solidFill>
                  <a:schemeClr val="bg1"/>
                </a:solidFill>
                <a:latin typeface="+mj-lt"/>
                <a:cs typeface="Calibri Light" panose="020F03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>
                <a:effectLst/>
              </a:rPr>
              <a:t>EPAM</a:t>
            </a:r>
            <a:endParaRPr lang="en-US" dirty="0"/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184CEF6B-33E9-BCE0-3818-CFEBB6352D8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47700" y="5438001"/>
            <a:ext cx="3690384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8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Sub-description text goes here</a:t>
            </a: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2FADFE-CDC9-BCE0-575D-8C2B21EF5ECA}"/>
              </a:ext>
            </a:extLst>
          </p:cNvPr>
          <p:cNvSpPr txBox="1"/>
          <p:nvPr userDrawn="1"/>
        </p:nvSpPr>
        <p:spPr>
          <a:xfrm>
            <a:off x="2271713" y="-85725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>
              <a:lnSpc>
                <a:spcPct val="110000"/>
              </a:lnSpc>
              <a:spcBef>
                <a:spcPts val="600"/>
              </a:spcBef>
            </a:pPr>
            <a:endParaRPr lang="en-US" sz="1200" dirty="0">
              <a:ea typeface="Human Sans" charset="0"/>
              <a:cs typeface="Human Sans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7FE3F6A-717B-D671-C21C-B99B4FB2316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7701" y="237004"/>
            <a:ext cx="495300" cy="18209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5AA398A-2E47-0C00-F4A0-87498FC7BBC1}"/>
              </a:ext>
            </a:extLst>
          </p:cNvPr>
          <p:cNvSpPr txBox="1"/>
          <p:nvPr userDrawn="1"/>
        </p:nvSpPr>
        <p:spPr>
          <a:xfrm>
            <a:off x="9526625" y="6406591"/>
            <a:ext cx="1723301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tx1"/>
                </a:solidFill>
              </a:rPr>
              <a:t>EPAM Proprietary &amp; Confidential.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E8E7F306-CD25-215E-BBB0-42720869F90C}"/>
              </a:ext>
            </a:extLst>
          </p:cNvPr>
          <p:cNvSpPr txBox="1">
            <a:spLocks/>
          </p:cNvSpPr>
          <p:nvPr userDrawn="1"/>
        </p:nvSpPr>
        <p:spPr>
          <a:xfrm>
            <a:off x="11340916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800" smtClean="0">
                <a:solidFill>
                  <a:schemeClr val="tx1"/>
                </a:solidFill>
              </a:rPr>
              <a:pPr lvl="0"/>
              <a:t>‹#›</a:t>
            </a:fld>
            <a:endParaRPr lang="en-US" sz="1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941897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slideLayout" Target="../slideLayouts/slideLayout58.xml"/><Relationship Id="rId59" Type="http://schemas.openxmlformats.org/officeDocument/2006/relationships/slideLayout" Target="../slideLayouts/slideLayout59.xml"/><Relationship Id="rId60" Type="http://schemas.openxmlformats.org/officeDocument/2006/relationships/slideLayout" Target="../slideLayouts/slideLayout60.xml"/><Relationship Id="rId61" Type="http://schemas.openxmlformats.org/officeDocument/2006/relationships/slideLayout" Target="../slideLayouts/slideLayout61.xml"/><Relationship Id="rId62" Type="http://schemas.openxmlformats.org/officeDocument/2006/relationships/slideLayout" Target="../slideLayouts/slideLayout62.xml"/><Relationship Id="rId63" Type="http://schemas.openxmlformats.org/officeDocument/2006/relationships/slideLayout" Target="../slideLayouts/slideLayout63.xml"/><Relationship Id="rId64" Type="http://schemas.openxmlformats.org/officeDocument/2006/relationships/slideLayout" Target="../slideLayouts/slideLayout64.xml"/><Relationship Id="rId65" Type="http://schemas.openxmlformats.org/officeDocument/2006/relationships/theme" Target="../theme/theme1.xml"/><Relationship Id="rId66" Type="http://schemas.openxmlformats.org/officeDocument/2006/relationships/image" Target="../media/image1.png"/><Relationship Id="rId67" Type="http://schemas.openxmlformats.org/officeDocument/2006/relationships/image" Target="../media/image2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723899"/>
            <a:ext cx="11277599" cy="4572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BB532318-7ECA-4FB6-ADB1-48895B543C86}"/>
              </a:ext>
            </a:extLst>
          </p:cNvPr>
          <p:cNvPicPr>
            <a:picLocks noChangeAspect="1"/>
          </p:cNvPicPr>
          <p:nvPr userDrawn="1"/>
        </p:nvPicPr>
        <p:blipFill>
          <a:blip r:embed="rId66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7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F641FF6-5DCC-D34B-9DD7-29931472CBC7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tx1"/>
                </a:solidFill>
              </a:rPr>
              <a:t>EPAM Proprietary &amp; Confidential.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41DA6592-6579-C548-911C-85A5195E10BA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/>
              <a:pPr lvl="0"/>
              <a:t>‹#›</a:t>
            </a:fld>
            <a:endParaRPr lang="en-US" sz="10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3A0289-E5C4-74D3-46E5-CB49BE9022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7139" y="1680713"/>
            <a:ext cx="11267660" cy="4491487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358855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51" r:id="rId1"/>
    <p:sldLayoutId id="2147484352" r:id="rId2"/>
    <p:sldLayoutId id="2147484353" r:id="rId3"/>
    <p:sldLayoutId id="2147484354" r:id="rId4"/>
    <p:sldLayoutId id="2147484355" r:id="rId5"/>
    <p:sldLayoutId id="2147484356" r:id="rId6"/>
    <p:sldLayoutId id="2147484357" r:id="rId7"/>
    <p:sldLayoutId id="2147484358" r:id="rId8"/>
    <p:sldLayoutId id="2147484359" r:id="rId9"/>
    <p:sldLayoutId id="2147484360" r:id="rId10"/>
    <p:sldLayoutId id="2147484361" r:id="rId11"/>
    <p:sldLayoutId id="2147484362" r:id="rId12"/>
    <p:sldLayoutId id="2147484363" r:id="rId13"/>
    <p:sldLayoutId id="2147484364" r:id="rId14"/>
    <p:sldLayoutId id="2147484365" r:id="rId15"/>
    <p:sldLayoutId id="2147484366" r:id="rId16"/>
    <p:sldLayoutId id="2147484367" r:id="rId17"/>
    <p:sldLayoutId id="2147484368" r:id="rId18"/>
    <p:sldLayoutId id="2147484369" r:id="rId19"/>
    <p:sldLayoutId id="2147484370" r:id="rId20"/>
    <p:sldLayoutId id="2147484371" r:id="rId21"/>
    <p:sldLayoutId id="2147484372" r:id="rId22"/>
    <p:sldLayoutId id="2147484373" r:id="rId23"/>
    <p:sldLayoutId id="2147484374" r:id="rId24"/>
    <p:sldLayoutId id="2147484375" r:id="rId25"/>
    <p:sldLayoutId id="2147484376" r:id="rId26"/>
    <p:sldLayoutId id="2147484377" r:id="rId27"/>
    <p:sldLayoutId id="2147484378" r:id="rId28"/>
    <p:sldLayoutId id="2147484379" r:id="rId29"/>
    <p:sldLayoutId id="2147484380" r:id="rId30"/>
    <p:sldLayoutId id="2147484381" r:id="rId31"/>
    <p:sldLayoutId id="2147484382" r:id="rId32"/>
    <p:sldLayoutId id="2147484383" r:id="rId33"/>
    <p:sldLayoutId id="2147484384" r:id="rId34"/>
    <p:sldLayoutId id="2147484385" r:id="rId35"/>
    <p:sldLayoutId id="2147484386" r:id="rId36"/>
    <p:sldLayoutId id="2147484387" r:id="rId37"/>
    <p:sldLayoutId id="2147484388" r:id="rId38"/>
    <p:sldLayoutId id="2147484389" r:id="rId39"/>
    <p:sldLayoutId id="2147484390" r:id="rId40"/>
    <p:sldLayoutId id="2147484391" r:id="rId41"/>
    <p:sldLayoutId id="2147484392" r:id="rId42"/>
    <p:sldLayoutId id="2147484393" r:id="rId43"/>
    <p:sldLayoutId id="2147484394" r:id="rId44"/>
    <p:sldLayoutId id="2147484395" r:id="rId45"/>
    <p:sldLayoutId id="2147484396" r:id="rId46"/>
    <p:sldLayoutId id="2147484397" r:id="rId47"/>
    <p:sldLayoutId id="2147484398" r:id="rId48"/>
    <p:sldLayoutId id="2147484399" r:id="rId49"/>
    <p:sldLayoutId id="2147484400" r:id="rId50"/>
    <p:sldLayoutId id="2147484401" r:id="rId51"/>
    <p:sldLayoutId id="2147484402" r:id="rId52"/>
    <p:sldLayoutId id="2147484403" r:id="rId53"/>
    <p:sldLayoutId id="2147484404" r:id="rId54"/>
    <p:sldLayoutId id="2147484405" r:id="rId55"/>
    <p:sldLayoutId id="2147484406" r:id="rId56"/>
    <p:sldLayoutId id="2147484407" r:id="rId57"/>
    <p:sldLayoutId id="2147484408" r:id="rId58"/>
    <p:sldLayoutId id="2147484409" r:id="rId59"/>
    <p:sldLayoutId id="2147484410" r:id="rId60"/>
    <p:sldLayoutId id="2147484411" r:id="rId61"/>
    <p:sldLayoutId id="2147484412" r:id="rId62"/>
    <p:sldLayoutId id="2147484413" r:id="rId63"/>
    <p:sldLayoutId id="2147484414" r:id="rId64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lang="en-US" sz="2200" b="1" i="0" kern="1200" dirty="0">
          <a:solidFill>
            <a:schemeClr val="tx1"/>
          </a:solidFill>
          <a:latin typeface="+mn-lt"/>
          <a:ea typeface="Calibri" panose="020F0502020204030204" pitchFamily="34" charset="0"/>
          <a:cs typeface="Calibri" panose="020F0502020204030204" pitchFamily="34" charset="0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600"/>
        </a:spcBef>
        <a:spcAft>
          <a:spcPts val="0"/>
        </a:spcAft>
        <a:buFont typeface="Arial" panose="020B0604020202020204" pitchFamily="34" charset="0"/>
        <a:buNone/>
        <a:defRPr sz="1600" b="0" i="0" kern="1200">
          <a:solidFill>
            <a:schemeClr val="tx1"/>
          </a:solidFill>
          <a:latin typeface="+mn-lt"/>
          <a:ea typeface="Calibri" panose="020F0502020204030204" pitchFamily="34" charset="0"/>
          <a:cs typeface="Calibri" panose="020F0502020204030204" pitchFamily="34" charset="0"/>
        </a:defRPr>
      </a:lvl1pPr>
      <a:lvl2pPr marL="253800" indent="-252000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chemeClr val="tx1"/>
        </a:buClr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+mn-lt"/>
          <a:ea typeface="Calibri" panose="020F0502020204030204" pitchFamily="34" charset="0"/>
          <a:cs typeface="Calibri" panose="020F0502020204030204" pitchFamily="34" charset="0"/>
        </a:defRPr>
      </a:lvl2pPr>
      <a:lvl3pPr marL="504000" indent="-252000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Courier New" panose="02070309020205020404" pitchFamily="49" charset="0"/>
        <a:buChar char="o"/>
        <a:defRPr sz="1400" b="0" i="0" kern="1200">
          <a:solidFill>
            <a:schemeClr val="tx1"/>
          </a:solidFill>
          <a:latin typeface="+mn-lt"/>
          <a:ea typeface="Calibri" panose="020F0502020204030204" pitchFamily="34" charset="0"/>
          <a:cs typeface="Calibri" panose="020F0502020204030204" pitchFamily="34" charset="0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0"/>
        </a:spcAft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+mn-lt"/>
          <a:ea typeface="Calibri" panose="020F0502020204030204" pitchFamily="34" charset="0"/>
          <a:cs typeface="Calibri" panose="020F0502020204030204" pitchFamily="34" charset="0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0"/>
        </a:spcAft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+mn-lt"/>
          <a:ea typeface="Calibri" panose="020F0502020204030204" pitchFamily="34" charset="0"/>
          <a:cs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056">
          <p15:clr>
            <a:srgbClr val="F26B43"/>
          </p15:clr>
        </p15:guide>
        <p15:guide id="16" orient="horz" pos="239">
          <p15:clr>
            <a:srgbClr val="F26B43"/>
          </p15:clr>
        </p15:guide>
        <p15:guide id="17" orient="horz" pos="454">
          <p15:clr>
            <a:srgbClr val="F26B43"/>
          </p15:clr>
        </p15:guide>
        <p15:guide id="20" orient="horz" pos="744">
          <p15:clr>
            <a:srgbClr val="F26B43"/>
          </p15:clr>
        </p15:guide>
        <p15:guide id="41" orient="horz" pos="3888">
          <p15:clr>
            <a:srgbClr val="F26B43"/>
          </p15:clr>
        </p15:guide>
        <p15:guide id="43" orient="horz" pos="4176">
          <p15:clr>
            <a:srgbClr val="F26B43"/>
          </p15:clr>
        </p15:guide>
        <p15:guide id="56" orient="horz">
          <p15:clr>
            <a:srgbClr val="F26B43"/>
          </p15:clr>
        </p15:guide>
        <p15:guide id="58" orient="horz" pos="4032">
          <p15:clr>
            <a:srgbClr val="F26B43"/>
          </p15:clr>
        </p15:guide>
        <p15:guide id="59" pos="288">
          <p15:clr>
            <a:srgbClr val="F26B43"/>
          </p15:clr>
        </p15:guide>
        <p15:guide id="61" pos="7392">
          <p15:clr>
            <a:srgbClr val="F26B43"/>
          </p15:clr>
        </p15:guide>
        <p15:guide id="64" pos="1354">
          <p15:clr>
            <a:srgbClr val="F26B43"/>
          </p15:clr>
        </p15:guide>
        <p15:guide id="65" pos="1498">
          <p15:clr>
            <a:srgbClr val="F26B43"/>
          </p15:clr>
        </p15:guide>
        <p15:guide id="68" pos="2710">
          <p15:clr>
            <a:srgbClr val="F26B43"/>
          </p15:clr>
        </p15:guide>
        <p15:guide id="69" pos="2568">
          <p15:clr>
            <a:srgbClr val="F26B43"/>
          </p15:clr>
        </p15:guide>
        <p15:guide id="72" pos="3772">
          <p15:clr>
            <a:srgbClr val="F26B43"/>
          </p15:clr>
        </p15:guide>
        <p15:guide id="73" pos="3919">
          <p15:clr>
            <a:srgbClr val="F26B43"/>
          </p15:clr>
        </p15:guide>
        <p15:guide id="76" pos="5128">
          <p15:clr>
            <a:srgbClr val="F26B43"/>
          </p15:clr>
        </p15:guide>
        <p15:guide id="77" pos="4981">
          <p15:clr>
            <a:srgbClr val="F26B43"/>
          </p15:clr>
        </p15:guide>
        <p15:guide id="80" pos="6186">
          <p15:clr>
            <a:srgbClr val="F26B43"/>
          </p15:clr>
        </p15:guide>
        <p15:guide id="81" pos="6330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Four-phase pipeline · RAP app with AI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M A Y  2 0 2 6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AI-Assisted RAP BO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Contents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01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02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03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04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05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06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The pipeline · phases · loop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Skill catalog + one example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Artifacts across phases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What got built · 72 objects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What goes wrong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t>Outcome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c_1_DiagramCanvas"/>
          <p:cNvSpPr/>
          <p:nvPr/>
        </p:nvSpPr>
        <p:spPr>
          <a:xfrm>
            <a:off x="457200" y="1463040"/>
            <a:ext cx="11064240" cy="35661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pipeline · idea to running app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FOUR PHASES · ONE PIPE</a:t>
            </a:r>
          </a:p>
        </p:txBody>
      </p:sp>
      <p:sp>
        <p:nvSpPr>
          <p:cNvPr id="4" name="ContentArea"/>
          <p:cNvSpPr/>
          <p:nvPr/>
        </p:nvSpPr>
        <p:spPr>
          <a:xfrm>
            <a:off x="457200" y="1463040"/>
            <a:ext cx="11064240" cy="46634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_1_DiagramCanvas:node0"/>
          <p:cNvSpPr/>
          <p:nvPr/>
        </p:nvSpPr>
        <p:spPr>
          <a:xfrm>
            <a:off x="1051560" y="1828800"/>
            <a:ext cx="1508760" cy="1051560"/>
          </a:xfrm>
          <a:prstGeom prst="roundRect">
            <a:avLst/>
          </a:prstGeom>
          <a:solidFill>
            <a:srgbClr val="898989"/>
          </a:solidFill>
          <a:ln w="9144">
            <a:solidFill>
              <a:srgbClr val="000000"/>
            </a:solidFill>
          </a:ln>
          <a:effectLst>
            <a:outerShdw blurRad="76200" dist="38100" dir="2700000" algn="ctr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00000"/>
                </a:solidFill>
                <a:latin typeface="Calibri"/>
              </a:rPr>
              <a:t>plain words · no ABAP</a:t>
            </a:r>
          </a:p>
        </p:txBody>
      </p:sp>
      <p:sp>
        <p:nvSpPr>
          <p:cNvPr id="7" name="c_1_DiagramCanvas:node1"/>
          <p:cNvSpPr/>
          <p:nvPr/>
        </p:nvSpPr>
        <p:spPr>
          <a:xfrm>
            <a:off x="2724912" y="1828800"/>
            <a:ext cx="1508760" cy="1051560"/>
          </a:xfrm>
          <a:prstGeom prst="roundRect">
            <a:avLst/>
          </a:prstGeom>
          <a:solidFill>
            <a:srgbClr val="0047FF"/>
          </a:solidFill>
          <a:ln w="9144">
            <a:solidFill>
              <a:srgbClr val="000000"/>
            </a:solidFill>
          </a:ln>
          <a:effectLst>
            <a:outerShdw blurRad="76200" dist="38100" dir="2700000" algn="ctr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business-requirements</a:t>
            </a:r>
          </a:p>
        </p:txBody>
      </p:sp>
      <p:sp>
        <p:nvSpPr>
          <p:cNvPr id="8" name="c_1_DiagramCanvas:node2"/>
          <p:cNvSpPr/>
          <p:nvPr/>
        </p:nvSpPr>
        <p:spPr>
          <a:xfrm>
            <a:off x="4398264" y="1828800"/>
            <a:ext cx="1508760" cy="1051560"/>
          </a:xfrm>
          <a:prstGeom prst="roundRect">
            <a:avLst/>
          </a:prstGeom>
          <a:solidFill>
            <a:srgbClr val="107E8D"/>
          </a:solidFill>
          <a:ln w="9144">
            <a:solidFill>
              <a:srgbClr val="000000"/>
            </a:solidFill>
          </a:ln>
          <a:effectLst>
            <a:outerShdw blurRad="76200" dist="38100" dir="2700000" algn="ctr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tech-spec</a:t>
            </a:r>
          </a:p>
        </p:txBody>
      </p:sp>
      <p:sp>
        <p:nvSpPr>
          <p:cNvPr id="9" name="c_1_DiagramCanvas:node3"/>
          <p:cNvSpPr/>
          <p:nvPr/>
        </p:nvSpPr>
        <p:spPr>
          <a:xfrm>
            <a:off x="6071616" y="1828800"/>
            <a:ext cx="1508760" cy="1051560"/>
          </a:xfrm>
          <a:prstGeom prst="roundRect">
            <a:avLst/>
          </a:prstGeom>
          <a:solidFill>
            <a:srgbClr val="E614EB"/>
          </a:solidFill>
          <a:ln w="9144">
            <a:solidFill>
              <a:srgbClr val="000000"/>
            </a:solidFill>
          </a:ln>
          <a:effectLst>
            <a:outerShdw blurRad="76200" dist="38100" dir="2700000" algn="ctr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impl-plan</a:t>
            </a:r>
          </a:p>
        </p:txBody>
      </p:sp>
      <p:sp>
        <p:nvSpPr>
          <p:cNvPr id="10" name="c_1_DiagramCanvas:node4"/>
          <p:cNvSpPr/>
          <p:nvPr/>
        </p:nvSpPr>
        <p:spPr>
          <a:xfrm>
            <a:off x="7744968" y="1828800"/>
            <a:ext cx="1508760" cy="1051560"/>
          </a:xfrm>
          <a:prstGeom prst="roundRect">
            <a:avLst/>
          </a:prstGeom>
          <a:solidFill>
            <a:srgbClr val="E06C00"/>
          </a:solidFill>
          <a:ln w="9144">
            <a:solidFill>
              <a:srgbClr val="000000"/>
            </a:solidFill>
          </a:ln>
          <a:effectLst>
            <a:outerShdw blurRad="76200" dist="38100" dir="2700000" algn="ctr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00000"/>
                </a:solidFill>
                <a:latin typeface="Calibri"/>
              </a:rPr>
              <a:t>active SAP objects</a:t>
            </a:r>
          </a:p>
        </p:txBody>
      </p:sp>
      <p:sp>
        <p:nvSpPr>
          <p:cNvPr id="11" name="c_1_DiagramCanvas:node5"/>
          <p:cNvSpPr/>
          <p:nvPr/>
        </p:nvSpPr>
        <p:spPr>
          <a:xfrm>
            <a:off x="9418320" y="1828800"/>
            <a:ext cx="1508760" cy="1051560"/>
          </a:xfrm>
          <a:prstGeom prst="roundRect">
            <a:avLst/>
          </a:prstGeom>
          <a:solidFill>
            <a:srgbClr val="E80202"/>
          </a:solidFill>
          <a:ln w="9144">
            <a:solidFill>
              <a:srgbClr val="000000"/>
            </a:solidFill>
          </a:ln>
          <a:effectLst>
            <a:outerShdw blurRad="76200" dist="38100" dir="2700000" algn="ctr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Fiori preview</a:t>
            </a:r>
          </a:p>
        </p:txBody>
      </p:sp>
      <p:cxnSp>
        <p:nvCxnSpPr>
          <p:cNvPr id="12" name="c_1_DiagramCanvas:conn0"/>
          <p:cNvCxnSpPr>
            <a:stCxn id="6" idx="3"/>
            <a:endCxn id="7" idx="1"/>
          </p:cNvCxnSpPr>
          <p:nvPr/>
        </p:nvCxnSpPr>
        <p:spPr>
          <a:xfrm>
            <a:off x="2560320" y="2354580"/>
            <a:ext cx="164592" cy="0"/>
          </a:xfrm>
          <a:prstGeom prst="line">
            <a:avLst/>
          </a:prstGeom>
          <a:ln w="9144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_1_DiagramCanvas:conn1"/>
          <p:cNvCxnSpPr>
            <a:stCxn id="7" idx="3"/>
            <a:endCxn id="8" idx="1"/>
          </p:cNvCxnSpPr>
          <p:nvPr/>
        </p:nvCxnSpPr>
        <p:spPr>
          <a:xfrm>
            <a:off x="4233672" y="2354580"/>
            <a:ext cx="164592" cy="0"/>
          </a:xfrm>
          <a:prstGeom prst="line">
            <a:avLst/>
          </a:prstGeom>
          <a:ln w="9144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_1_DiagramCanvas:conn2"/>
          <p:cNvCxnSpPr>
            <a:stCxn id="8" idx="3"/>
            <a:endCxn id="9" idx="1"/>
          </p:cNvCxnSpPr>
          <p:nvPr/>
        </p:nvCxnSpPr>
        <p:spPr>
          <a:xfrm>
            <a:off x="5907024" y="2354580"/>
            <a:ext cx="164592" cy="0"/>
          </a:xfrm>
          <a:prstGeom prst="line">
            <a:avLst/>
          </a:prstGeom>
          <a:ln w="9144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_1_DiagramCanvas:conn3"/>
          <p:cNvCxnSpPr>
            <a:stCxn id="9" idx="3"/>
            <a:endCxn id="10" idx="1"/>
          </p:cNvCxnSpPr>
          <p:nvPr/>
        </p:nvCxnSpPr>
        <p:spPr>
          <a:xfrm>
            <a:off x="7580376" y="2354580"/>
            <a:ext cx="164592" cy="0"/>
          </a:xfrm>
          <a:prstGeom prst="line">
            <a:avLst/>
          </a:prstGeom>
          <a:ln w="9144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_1_DiagramCanvas:conn4"/>
          <p:cNvCxnSpPr>
            <a:stCxn id="10" idx="3"/>
            <a:endCxn id="11" idx="1"/>
          </p:cNvCxnSpPr>
          <p:nvPr/>
        </p:nvCxnSpPr>
        <p:spPr>
          <a:xfrm>
            <a:off x="9253728" y="2354580"/>
            <a:ext cx="164592" cy="0"/>
          </a:xfrm>
          <a:prstGeom prst="line">
            <a:avLst/>
          </a:prstGeom>
          <a:ln w="9144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7" name="c_1_Block"/>
          <p:cNvGraphicFramePr>
            <a:graphicFrameLocks noGrp="1"/>
          </p:cNvGraphicFramePr>
          <p:nvPr/>
        </p:nvGraphicFramePr>
        <p:xfrm>
          <a:off x="457200" y="5212080"/>
          <a:ext cx="11064240" cy="914400"/>
        </p:xfrm>
        <a:graphic>
          <a:graphicData uri="http://schemas.openxmlformats.org/drawingml/2006/table">
            <a:tbl>
              <a:tblPr firstRow="0" bandRow="0" lastRow="0" firstCol="0" lastCol="0" bandCol="0"/>
              <a:tblGrid>
                <a:gridCol w="11064240"/>
              </a:tblGrid>
              <a:tr h="914400"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000000"/>
                          </a:solidFill>
                        </a:rPr>
                        <a:t>Phases 1-3 save their artifact into a RAG collection. Phase 4 pulls plan + spec from RAG · you do not retype DDL.</a:t>
                      </a:r>
                    </a:p>
                  </a:txBody>
                  <a:tcPr marL="179720" marR="182880" marT="73152" marB="137160" anchor="t">
                    <a:lnL w="73152" cap="flat" cmpd="sng">
                      <a:solidFill>
                        <a:srgbClr val="0047FF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Phases 1-3 · documents only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WHO DOES WHAT</a:t>
            </a:r>
          </a:p>
        </p:txBody>
      </p:sp>
      <p:sp>
        <p:nvSpPr>
          <p:cNvPr id="4" name="ContentArea"/>
          <p:cNvSpPr/>
          <p:nvPr/>
        </p:nvSpPr>
        <p:spPr>
          <a:xfrm>
            <a:off x="457200" y="1463040"/>
            <a:ext cx="11064240" cy="46634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_1_BlockGrid:0:c_1_Block"/>
          <p:cNvSpPr/>
          <p:nvPr/>
        </p:nvSpPr>
        <p:spPr>
          <a:xfrm>
            <a:off x="457200" y="1463040"/>
            <a:ext cx="3566160" cy="4663440"/>
          </a:xfrm>
          <a:prstGeom prst="rect">
            <a:avLst/>
          </a:prstGeom>
          <a:gradFill rotWithShape="1">
            <a:gsLst>
              <a:gs pos="0">
                <a:srgbClr val="003FE5"/>
              </a:gs>
              <a:gs pos="100000">
                <a:srgbClr val="1959FF"/>
              </a:gs>
            </a:gsLst>
            <a:lin ang="16200000" scaled="0"/>
          </a:gradFill>
          <a:ln w="3175">
            <a:solidFill>
              <a:srgbClr val="4B5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91440" bIns="91440"/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FFFFFF"/>
                </a:solidFill>
              </a:rPr>
              <a:t>Phase 1 · Requirements</a:t>
            </a:r>
          </a:p>
          <a:p>
            <a:pPr algn="l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</a:rPr>
              <a:t>You: </a:t>
            </a:r>
            <a:r>
              <a:rPr sz="1400">
                <a:solidFill>
                  <a:srgbClr val="FFFFFF"/>
                </a:solidFill>
              </a:rPr>
              <a:t>domain expert · approve entities/rules</a:t>
            </a:r>
          </a:p>
          <a:p>
            <a:pPr algn="l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</a:rPr>
              <a:t>AI: </a:t>
            </a:r>
            <a:r>
              <a:rPr sz="1400">
                <a:solidFill>
                  <a:srgbClr val="FFFFFF"/>
                </a:solidFill>
              </a:rPr>
              <a:t>business analyst · formalize</a:t>
            </a:r>
          </a:p>
          <a:p>
            <a:pPr algn="l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</a:rPr>
              <a:t>In: </a:t>
            </a:r>
            <a:r>
              <a:rPr sz="1400">
                <a:solidFill>
                  <a:srgbClr val="FFFFFF"/>
                </a:solidFill>
              </a:rPr>
              <a:t>your idea in plain words</a:t>
            </a:r>
          </a:p>
          <a:p>
            <a:pPr algn="l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</a:rPr>
              <a:t>Out: </a:t>
            </a:r>
            <a:r>
              <a:rPr sz="1400" b="1" i="1">
                <a:solidFill>
                  <a:srgbClr val="FFFFFF"/>
                </a:solidFill>
              </a:rPr>
              <a:t>business-requirements (RAG)</a:t>
            </a:r>
          </a:p>
        </p:txBody>
      </p:sp>
      <p:sp>
        <p:nvSpPr>
          <p:cNvPr id="6" name="c_1_BlockGrid:1:c_2_Block"/>
          <p:cNvSpPr/>
          <p:nvPr/>
        </p:nvSpPr>
        <p:spPr>
          <a:xfrm>
            <a:off x="4206240" y="1463040"/>
            <a:ext cx="3566160" cy="4663440"/>
          </a:xfrm>
          <a:prstGeom prst="rect">
            <a:avLst/>
          </a:prstGeom>
          <a:gradFill rotWithShape="1">
            <a:gsLst>
              <a:gs pos="0">
                <a:srgbClr val="0D6976"/>
              </a:gs>
              <a:gs pos="100000">
                <a:srgbClr val="1292A3"/>
              </a:gs>
            </a:gsLst>
            <a:lin ang="16200000" scaled="0"/>
          </a:gradFill>
          <a:ln w="3175">
            <a:solidFill>
              <a:srgbClr val="303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91440" bIns="91440"/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FFFFFF"/>
                </a:solidFill>
              </a:rPr>
              <a:t>Phase 2 · Tech spec</a:t>
            </a:r>
          </a:p>
          <a:p>
            <a:pPr algn="l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</a:rPr>
              <a:t>You: </a:t>
            </a:r>
            <a:r>
              <a:rPr sz="1400">
                <a:solidFill>
                  <a:srgbClr val="FFFFFF"/>
                </a:solidFill>
              </a:rPr>
              <a:t>architect · review draft</a:t>
            </a:r>
          </a:p>
          <a:p>
            <a:pPr algn="l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</a:rPr>
              <a:t>AI: </a:t>
            </a:r>
            <a:r>
              <a:rPr sz="1400">
                <a:solidFill>
                  <a:srgbClr val="FFFFFF"/>
                </a:solidFill>
              </a:rPr>
              <a:t>technical writer · propose DDL</a:t>
            </a:r>
          </a:p>
          <a:p>
            <a:pPr algn="l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</a:rPr>
              <a:t>In: </a:t>
            </a:r>
            <a:r>
              <a:rPr sz="1400">
                <a:solidFill>
                  <a:srgbClr val="FFFFFF"/>
                </a:solidFill>
              </a:rPr>
              <a:t>business-requirements (RAG)</a:t>
            </a:r>
          </a:p>
          <a:p>
            <a:pPr algn="l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</a:rPr>
              <a:t>Out: </a:t>
            </a:r>
            <a:r>
              <a:rPr sz="1400" b="1" i="1">
                <a:solidFill>
                  <a:srgbClr val="FFFFFF"/>
                </a:solidFill>
              </a:rPr>
              <a:t>tech-spec (RAG · draft, evolves)</a:t>
            </a:r>
          </a:p>
        </p:txBody>
      </p:sp>
      <p:sp>
        <p:nvSpPr>
          <p:cNvPr id="7" name="c_1_BlockGrid:2:c_3_Block"/>
          <p:cNvSpPr/>
          <p:nvPr/>
        </p:nvSpPr>
        <p:spPr>
          <a:xfrm>
            <a:off x="7955280" y="1463040"/>
            <a:ext cx="3566160" cy="4663440"/>
          </a:xfrm>
          <a:prstGeom prst="rect">
            <a:avLst/>
          </a:prstGeom>
          <a:gradFill rotWithShape="1">
            <a:gsLst>
              <a:gs pos="0">
                <a:srgbClr val="CF12D3"/>
              </a:gs>
              <a:gs pos="100000">
                <a:srgbClr val="E82BED"/>
              </a:gs>
            </a:gsLst>
            <a:lin ang="16200000" scaled="0"/>
          </a:gradFill>
          <a:ln w="3175">
            <a:solidFill>
              <a:srgbClr val="644D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91440" bIns="91440"/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FFFFFF"/>
                </a:solidFill>
              </a:rPr>
              <a:t>Phase 3 · Plan</a:t>
            </a:r>
          </a:p>
          <a:p>
            <a:pPr algn="l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</a:rPr>
              <a:t>You: </a:t>
            </a:r>
            <a:r>
              <a:rPr sz="1400">
                <a:solidFill>
                  <a:srgbClr val="FFFFFF"/>
                </a:solidFill>
              </a:rPr>
              <a:t>project manager · check order</a:t>
            </a:r>
          </a:p>
          <a:p>
            <a:pPr algn="l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</a:rPr>
              <a:t>AI: </a:t>
            </a:r>
            <a:r>
              <a:rPr sz="1400">
                <a:solidFill>
                  <a:srgbClr val="FFFFFF"/>
                </a:solidFill>
              </a:rPr>
              <a:t>lead developer · order steps</a:t>
            </a:r>
          </a:p>
          <a:p>
            <a:pPr algn="l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</a:rPr>
              <a:t>In: </a:t>
            </a:r>
            <a:r>
              <a:rPr sz="1400">
                <a:solidFill>
                  <a:srgbClr val="FFFFFF"/>
                </a:solidFill>
              </a:rPr>
              <a:t>tech-spec (RAG)</a:t>
            </a:r>
          </a:p>
          <a:p>
            <a:pPr algn="l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</a:rPr>
              <a:t>Out: </a:t>
            </a:r>
            <a:r>
              <a:rPr sz="1400" b="1" i="1">
                <a:solidFill>
                  <a:srgbClr val="FFFFFF"/>
                </a:solidFill>
              </a:rPr>
              <a:t>impl-plan (RAG · ordered steps)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4 · build layer by layer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DEPENDENCY ORDER · LAYERED</a:t>
            </a:r>
          </a:p>
        </p:txBody>
      </p:sp>
      <p:sp>
        <p:nvSpPr>
          <p:cNvPr id="4" name="ContentArea"/>
          <p:cNvSpPr/>
          <p:nvPr/>
        </p:nvSpPr>
        <p:spPr>
          <a:xfrm>
            <a:off x="457200" y="1463040"/>
            <a:ext cx="11064240" cy="46634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_1_ChevronProcess:chevron0"/>
          <p:cNvSpPr/>
          <p:nvPr/>
        </p:nvSpPr>
        <p:spPr>
          <a:xfrm>
            <a:off x="457200" y="1920240"/>
            <a:ext cx="1343025" cy="548640"/>
          </a:xfrm>
          <a:prstGeom prst="chevron">
            <a:avLst>
              <a:gd name="adj" fmla="val 45000"/>
            </a:avLst>
          </a:prstGeom>
          <a:solidFill>
            <a:srgbClr val="004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Package</a:t>
            </a:r>
          </a:p>
        </p:txBody>
      </p:sp>
      <p:sp>
        <p:nvSpPr>
          <p:cNvPr id="6" name="c_1_ChevronProcess:chevron1"/>
          <p:cNvSpPr/>
          <p:nvPr/>
        </p:nvSpPr>
        <p:spPr>
          <a:xfrm>
            <a:off x="1845945" y="1920240"/>
            <a:ext cx="1343025" cy="548640"/>
          </a:xfrm>
          <a:prstGeom prst="chevron">
            <a:avLst>
              <a:gd name="adj" fmla="val 45000"/>
            </a:avLst>
          </a:prstGeom>
          <a:solidFill>
            <a:srgbClr val="A08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>
                <a:solidFill>
                  <a:srgbClr val="000000"/>
                </a:solidFill>
              </a:rPr>
              <a:t>Domains</a:t>
            </a:r>
          </a:p>
        </p:txBody>
      </p:sp>
      <p:sp>
        <p:nvSpPr>
          <p:cNvPr id="7" name="c_1_ChevronProcess:chevron2"/>
          <p:cNvSpPr/>
          <p:nvPr/>
        </p:nvSpPr>
        <p:spPr>
          <a:xfrm>
            <a:off x="3234690" y="1920240"/>
            <a:ext cx="1343025" cy="548640"/>
          </a:xfrm>
          <a:prstGeom prst="chevron">
            <a:avLst>
              <a:gd name="adj" fmla="val 45000"/>
            </a:avLst>
          </a:prstGeom>
          <a:solidFill>
            <a:srgbClr val="0078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Data el</a:t>
            </a:r>
          </a:p>
        </p:txBody>
      </p:sp>
      <p:sp>
        <p:nvSpPr>
          <p:cNvPr id="8" name="c_1_ChevronProcess:chevron3"/>
          <p:cNvSpPr/>
          <p:nvPr/>
        </p:nvSpPr>
        <p:spPr>
          <a:xfrm>
            <a:off x="4623435" y="1920240"/>
            <a:ext cx="1343025" cy="548640"/>
          </a:xfrm>
          <a:prstGeom prst="chevron">
            <a:avLst>
              <a:gd name="adj" fmla="val 45000"/>
            </a:avLst>
          </a:prstGeom>
          <a:solidFill>
            <a:srgbClr val="107E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Tables</a:t>
            </a:r>
          </a:p>
        </p:txBody>
      </p:sp>
      <p:sp>
        <p:nvSpPr>
          <p:cNvPr id="9" name="c_1_ChevronProcess:chevron4"/>
          <p:cNvSpPr/>
          <p:nvPr/>
        </p:nvSpPr>
        <p:spPr>
          <a:xfrm>
            <a:off x="6012180" y="1920240"/>
            <a:ext cx="1343025" cy="548640"/>
          </a:xfrm>
          <a:prstGeom prst="chevron">
            <a:avLst>
              <a:gd name="adj" fmla="val 45000"/>
            </a:avLst>
          </a:prstGeom>
          <a:solidFill>
            <a:srgbClr val="E0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>
                <a:solidFill>
                  <a:srgbClr val="000000"/>
                </a:solidFill>
              </a:rPr>
              <a:t>CDS R</a:t>
            </a:r>
          </a:p>
        </p:txBody>
      </p:sp>
      <p:sp>
        <p:nvSpPr>
          <p:cNvPr id="10" name="c_1_ChevronProcess:chevron5"/>
          <p:cNvSpPr/>
          <p:nvPr/>
        </p:nvSpPr>
        <p:spPr>
          <a:xfrm>
            <a:off x="7400925" y="1920240"/>
            <a:ext cx="1343025" cy="548640"/>
          </a:xfrm>
          <a:prstGeom prst="chevron">
            <a:avLst>
              <a:gd name="adj" fmla="val 45000"/>
            </a:avLst>
          </a:prstGeom>
          <a:solidFill>
            <a:srgbClr val="00A7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CDS C</a:t>
            </a:r>
          </a:p>
        </p:txBody>
      </p:sp>
      <p:sp>
        <p:nvSpPr>
          <p:cNvPr id="11" name="c_1_ChevronProcess:chevron6"/>
          <p:cNvSpPr/>
          <p:nvPr/>
        </p:nvSpPr>
        <p:spPr>
          <a:xfrm>
            <a:off x="8789670" y="1920240"/>
            <a:ext cx="1343025" cy="548640"/>
          </a:xfrm>
          <a:prstGeom prst="chevron">
            <a:avLst>
              <a:gd name="adj" fmla="val 45000"/>
            </a:avLst>
          </a:prstGeom>
          <a:solidFill>
            <a:srgbClr val="A843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BDEF</a:t>
            </a:r>
          </a:p>
        </p:txBody>
      </p:sp>
      <p:sp>
        <p:nvSpPr>
          <p:cNvPr id="12" name="c_1_ChevronProcess:chevron7"/>
          <p:cNvSpPr/>
          <p:nvPr/>
        </p:nvSpPr>
        <p:spPr>
          <a:xfrm>
            <a:off x="10178415" y="1920240"/>
            <a:ext cx="1343025" cy="548640"/>
          </a:xfrm>
          <a:prstGeom prst="chevron">
            <a:avLst>
              <a:gd name="adj" fmla="val 45000"/>
            </a:avLst>
          </a:prstGeom>
          <a:solidFill>
            <a:srgbClr val="0135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Service</a:t>
            </a:r>
          </a:p>
        </p:txBody>
      </p:sp>
      <p:sp>
        <p:nvSpPr>
          <p:cNvPr id="13" name="c_1_ChevronProcess:content0"/>
          <p:cNvSpPr/>
          <p:nvPr/>
        </p:nvSpPr>
        <p:spPr>
          <a:xfrm>
            <a:off x="457200" y="2560320"/>
            <a:ext cx="1343025" cy="9144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0" bIns="0"/>
          <a:lstStyle/>
          <a:p>
            <a:pPr algn="ctr"/>
            <a:r>
              <a:rPr sz="1100">
                <a:solidFill>
                  <a:srgbClr val="000000"/>
                </a:solidFill>
              </a:rPr>
              <a:t>prefix Z##_</a:t>
            </a:r>
          </a:p>
        </p:txBody>
      </p:sp>
      <p:sp>
        <p:nvSpPr>
          <p:cNvPr id="14" name="c_1_ChevronProcess:content1"/>
          <p:cNvSpPr/>
          <p:nvPr/>
        </p:nvSpPr>
        <p:spPr>
          <a:xfrm>
            <a:off x="1845945" y="2560320"/>
            <a:ext cx="1343025" cy="9144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0" bIns="0"/>
          <a:lstStyle/>
          <a:p>
            <a:pPr algn="ctr"/>
            <a:r>
              <a:rPr sz="1100">
                <a:solidFill>
                  <a:srgbClr val="000000"/>
                </a:solidFill>
              </a:rPr>
              <a:t>value ranges</a:t>
            </a:r>
          </a:p>
        </p:txBody>
      </p:sp>
      <p:sp>
        <p:nvSpPr>
          <p:cNvPr id="15" name="c_1_ChevronProcess:content2"/>
          <p:cNvSpPr/>
          <p:nvPr/>
        </p:nvSpPr>
        <p:spPr>
          <a:xfrm>
            <a:off x="3234690" y="2560320"/>
            <a:ext cx="1343025" cy="9144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0" bIns="0"/>
          <a:lstStyle/>
          <a:p>
            <a:pPr algn="ctr"/>
            <a:r>
              <a:rPr sz="1100">
                <a:solidFill>
                  <a:srgbClr val="000000"/>
                </a:solidFill>
              </a:rPr>
              <a:t>typed fields</a:t>
            </a:r>
          </a:p>
        </p:txBody>
      </p:sp>
      <p:sp>
        <p:nvSpPr>
          <p:cNvPr id="16" name="c_1_ChevronProcess:content3"/>
          <p:cNvSpPr/>
          <p:nvPr/>
        </p:nvSpPr>
        <p:spPr>
          <a:xfrm>
            <a:off x="4623435" y="2560320"/>
            <a:ext cx="1343025" cy="9144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0" bIns="0"/>
          <a:lstStyle/>
          <a:p>
            <a:pPr algn="ctr"/>
            <a:r>
              <a:rPr sz="1100">
                <a:solidFill>
                  <a:srgbClr val="000000"/>
                </a:solidFill>
              </a:rPr>
              <a:t>persistent + draft</a:t>
            </a:r>
          </a:p>
        </p:txBody>
      </p:sp>
      <p:sp>
        <p:nvSpPr>
          <p:cNvPr id="17" name="c_1_ChevronProcess:content4"/>
          <p:cNvSpPr/>
          <p:nvPr/>
        </p:nvSpPr>
        <p:spPr>
          <a:xfrm>
            <a:off x="6012180" y="2560320"/>
            <a:ext cx="1343025" cy="9144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0" bIns="0"/>
          <a:lstStyle/>
          <a:p>
            <a:pPr algn="ctr"/>
            <a:r>
              <a:rPr sz="1100">
                <a:solidFill>
                  <a:srgbClr val="000000"/>
                </a:solidFill>
              </a:rPr>
              <a:t>interface views</a:t>
            </a:r>
          </a:p>
        </p:txBody>
      </p:sp>
      <p:sp>
        <p:nvSpPr>
          <p:cNvPr id="18" name="c_1_ChevronProcess:content5"/>
          <p:cNvSpPr/>
          <p:nvPr/>
        </p:nvSpPr>
        <p:spPr>
          <a:xfrm>
            <a:off x="7400925" y="2560320"/>
            <a:ext cx="1343025" cy="9144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0" bIns="0"/>
          <a:lstStyle/>
          <a:p>
            <a:pPr algn="ctr"/>
            <a:r>
              <a:rPr sz="1100">
                <a:solidFill>
                  <a:srgbClr val="000000"/>
                </a:solidFill>
              </a:rPr>
              <a:t>projection</a:t>
            </a:r>
          </a:p>
        </p:txBody>
      </p:sp>
      <p:sp>
        <p:nvSpPr>
          <p:cNvPr id="19" name="c_1_ChevronProcess:content6"/>
          <p:cNvSpPr/>
          <p:nvPr/>
        </p:nvSpPr>
        <p:spPr>
          <a:xfrm>
            <a:off x="8789670" y="2560320"/>
            <a:ext cx="1343025" cy="9144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0" bIns="0"/>
          <a:lstStyle/>
          <a:p>
            <a:pPr algn="ctr"/>
            <a:r>
              <a:rPr sz="1100">
                <a:solidFill>
                  <a:srgbClr val="000000"/>
                </a:solidFill>
              </a:rPr>
              <a:t>behaviour</a:t>
            </a:r>
          </a:p>
        </p:txBody>
      </p:sp>
      <p:sp>
        <p:nvSpPr>
          <p:cNvPr id="20" name="c_1_ChevronProcess:content7"/>
          <p:cNvSpPr/>
          <p:nvPr/>
        </p:nvSpPr>
        <p:spPr>
          <a:xfrm>
            <a:off x="10178415" y="2560320"/>
            <a:ext cx="1343025" cy="9144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0" bIns="0"/>
          <a:lstStyle/>
          <a:p>
            <a:pPr algn="ctr"/>
            <a:r>
              <a:rPr sz="1100">
                <a:solidFill>
                  <a:srgbClr val="000000"/>
                </a:solidFill>
              </a:rPr>
              <a:t>definition + bind</a:t>
            </a:r>
          </a:p>
        </p:txBody>
      </p:sp>
      <p:graphicFrame>
        <p:nvGraphicFramePr>
          <p:cNvPr id="21" name="c_1_Block"/>
          <p:cNvGraphicFramePr>
            <a:graphicFrameLocks noGrp="1"/>
          </p:cNvGraphicFramePr>
          <p:nvPr/>
        </p:nvGraphicFramePr>
        <p:xfrm>
          <a:off x="457200" y="4846320"/>
          <a:ext cx="11064240" cy="1280160"/>
        </p:xfrm>
        <a:graphic>
          <a:graphicData uri="http://schemas.openxmlformats.org/drawingml/2006/table">
            <a:tbl>
              <a:tblPr firstRow="0" bandRow="0" lastRow="0" firstCol="0" lastCol="0" bandCol="0"/>
              <a:tblGrid>
                <a:gridCol w="11064240"/>
              </a:tblGrid>
              <a:tr h="128016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000000"/>
                          </a:solidFill>
                        </a:rPr>
                        <a:t>Rule: </a:t>
                      </a:r>
                      <a:r>
                        <a:rPr sz="1400">
                          <a:solidFill>
                            <a:srgbClr val="000000"/>
                          </a:solidFill>
                        </a:rPr>
                        <a:t>3-4 objects per prompt · activate before next layer.</a:t>
                      </a: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000000"/>
                          </a:solidFill>
                        </a:rPr>
                        <a:t>Trust check: </a:t>
                      </a:r>
                      <a:r>
                        <a:rPr sz="1400">
                          <a:solidFill>
                            <a:srgbClr val="000000"/>
                          </a:solidFill>
                        </a:rPr>
                        <a:t>"Active" is a claim until ReadDomain / ReadTable returns active: true.</a:t>
                      </a:r>
                    </a:p>
                  </a:txBody>
                  <a:tcPr marL="179720" marR="182880" marT="73152" marB="137160" anchor="t">
                    <a:lnL w="73152" cap="flat" cmpd="sng">
                      <a:solidFill>
                        <a:srgbClr val="E06C00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c_1_DiagramCanvas"/>
          <p:cNvSpPr/>
          <p:nvPr/>
        </p:nvSpPr>
        <p:spPr>
          <a:xfrm>
            <a:off x="457200" y="1463040"/>
            <a:ext cx="11064240" cy="46634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Complex objects · never assume first attempt works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CREATE · CHECK · FIX</a:t>
            </a:r>
          </a:p>
        </p:txBody>
      </p:sp>
      <p:sp>
        <p:nvSpPr>
          <p:cNvPr id="4" name="ContentArea"/>
          <p:cNvSpPr/>
          <p:nvPr/>
        </p:nvSpPr>
        <p:spPr>
          <a:xfrm>
            <a:off x="457200" y="1463040"/>
            <a:ext cx="11064240" cy="46634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_1_DiagramCanvas:node0"/>
          <p:cNvSpPr/>
          <p:nvPr/>
        </p:nvSpPr>
        <p:spPr>
          <a:xfrm>
            <a:off x="5120640" y="2171700"/>
            <a:ext cx="1737360" cy="868680"/>
          </a:xfrm>
          <a:prstGeom prst="roundRect">
            <a:avLst/>
          </a:prstGeom>
          <a:solidFill>
            <a:srgbClr val="0047FF"/>
          </a:solidFill>
          <a:ln w="9144">
            <a:solidFill>
              <a:srgbClr val="000000"/>
            </a:solidFill>
          </a:ln>
          <a:effectLst>
            <a:outerShdw blurRad="76200" dist="38100" dir="2700000" algn="ctr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no activate yet</a:t>
            </a:r>
          </a:p>
        </p:txBody>
      </p:sp>
      <p:sp>
        <p:nvSpPr>
          <p:cNvPr id="7" name="c_1_DiagramCanvas:node1"/>
          <p:cNvSpPr/>
          <p:nvPr/>
        </p:nvSpPr>
        <p:spPr>
          <a:xfrm>
            <a:off x="7315200" y="3360420"/>
            <a:ext cx="1737360" cy="868680"/>
          </a:xfrm>
          <a:prstGeom prst="flowChartDecision">
            <a:avLst/>
          </a:prstGeom>
          <a:solidFill>
            <a:srgbClr val="2590EE"/>
          </a:solidFill>
          <a:ln w="9144">
            <a:solidFill>
              <a:srgbClr val="000000"/>
            </a:solidFill>
          </a:ln>
          <a:effectLst>
            <a:outerShdw blurRad="76200" dist="38100" dir="2700000" algn="ctr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syntax · refs</a:t>
            </a:r>
          </a:p>
        </p:txBody>
      </p:sp>
      <p:sp>
        <p:nvSpPr>
          <p:cNvPr id="8" name="c_1_DiagramCanvas:node2"/>
          <p:cNvSpPr/>
          <p:nvPr/>
        </p:nvSpPr>
        <p:spPr>
          <a:xfrm>
            <a:off x="5120640" y="4549140"/>
            <a:ext cx="1737360" cy="868680"/>
          </a:xfrm>
          <a:prstGeom prst="roundRect">
            <a:avLst/>
          </a:prstGeom>
          <a:solidFill>
            <a:srgbClr val="E06C00"/>
          </a:solidFill>
          <a:ln w="9144">
            <a:solidFill>
              <a:srgbClr val="000000"/>
            </a:solidFill>
          </a:ln>
          <a:effectLst>
            <a:outerShdw blurRad="76200" dist="38100" dir="2700000" algn="ctr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00000"/>
                </a:solidFill>
                <a:latin typeface="Calibri"/>
              </a:rPr>
              <a:t>agent edits spec · retry</a:t>
            </a:r>
          </a:p>
        </p:txBody>
      </p:sp>
      <p:sp>
        <p:nvSpPr>
          <p:cNvPr id="9" name="c_1_DiagramCanvas:node3"/>
          <p:cNvSpPr/>
          <p:nvPr/>
        </p:nvSpPr>
        <p:spPr>
          <a:xfrm>
            <a:off x="2926080" y="3360420"/>
            <a:ext cx="1737360" cy="868680"/>
          </a:xfrm>
          <a:prstGeom prst="roundRect">
            <a:avLst/>
          </a:prstGeom>
          <a:solidFill>
            <a:srgbClr val="107E8D"/>
          </a:solidFill>
          <a:ln w="9144">
            <a:solidFill>
              <a:srgbClr val="000000"/>
            </a:solidFill>
          </a:ln>
          <a:effectLst>
            <a:outerShdw blurRad="76200" dist="38100" dir="2700000" algn="ctr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whole layer together</a:t>
            </a:r>
          </a:p>
        </p:txBody>
      </p:sp>
      <p:cxnSp>
        <p:nvCxnSpPr>
          <p:cNvPr id="10" name="c_1_DiagramCanvas:conn0"/>
          <p:cNvCxnSpPr>
            <a:stCxn id="6" idx="3"/>
            <a:endCxn id="7" idx="1"/>
          </p:cNvCxnSpPr>
          <p:nvPr/>
        </p:nvCxnSpPr>
        <p:spPr>
          <a:xfrm>
            <a:off x="6858000" y="2606040"/>
            <a:ext cx="457200" cy="1188720"/>
          </a:xfrm>
          <a:prstGeom prst="curvedConnector3">
            <a:avLst/>
          </a:prstGeom>
          <a:ln w="9144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_1_DiagramCanvas:conn1"/>
          <p:cNvCxnSpPr>
            <a:stCxn id="7" idx="1"/>
            <a:endCxn id="8" idx="3"/>
          </p:cNvCxnSpPr>
          <p:nvPr/>
        </p:nvCxnSpPr>
        <p:spPr>
          <a:xfrm flipH="1">
            <a:off x="6858000" y="3794760"/>
            <a:ext cx="457200" cy="1188720"/>
          </a:xfrm>
          <a:prstGeom prst="curvedConnector3">
            <a:avLst/>
          </a:prstGeom>
          <a:ln w="9144">
            <a:solidFill>
              <a:srgbClr val="00000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_1_DiagramCanvas:conn1:text"/>
          <p:cNvSpPr txBox="1"/>
          <p:nvPr/>
        </p:nvSpPr>
        <p:spPr>
          <a:xfrm>
            <a:off x="6629400" y="4069080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wrap="none" anchor="ctr">
            <a:spAutoFit/>
          </a:bodyPr>
          <a:lstStyle/>
          <a:p>
            <a:pPr algn="l"/>
            <a:r>
              <a:rPr sz="1000">
                <a:solidFill>
                  <a:srgbClr val="000000"/>
                </a:solidFill>
              </a:rPr>
              <a:t>errors</a:t>
            </a:r>
          </a:p>
        </p:txBody>
      </p:sp>
      <p:cxnSp>
        <p:nvCxnSpPr>
          <p:cNvPr id="13" name="c_1_DiagramCanvas:conn2"/>
          <p:cNvCxnSpPr>
            <a:stCxn id="8" idx="0"/>
            <a:endCxn id="6" idx="2"/>
          </p:cNvCxnSpPr>
          <p:nvPr/>
        </p:nvCxnSpPr>
        <p:spPr>
          <a:xfrm flipV="1">
            <a:off x="5989320" y="3040380"/>
            <a:ext cx="0" cy="1508760"/>
          </a:xfrm>
          <a:prstGeom prst="curvedConnector3">
            <a:avLst/>
          </a:prstGeom>
          <a:ln w="9144">
            <a:solidFill>
              <a:srgbClr val="00000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_1_DiagramCanvas:conn2:text"/>
          <p:cNvSpPr txBox="1"/>
          <p:nvPr/>
        </p:nvSpPr>
        <p:spPr>
          <a:xfrm>
            <a:off x="5532120" y="3474720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wrap="none" anchor="ctr">
            <a:spAutoFit/>
          </a:bodyPr>
          <a:lstStyle/>
          <a:p>
            <a:pPr algn="l"/>
            <a:r>
              <a:rPr sz="1000">
                <a:solidFill>
                  <a:srgbClr val="000000"/>
                </a:solidFill>
              </a:rPr>
              <a:t>retry</a:t>
            </a:r>
          </a:p>
        </p:txBody>
      </p:sp>
      <p:cxnSp>
        <p:nvCxnSpPr>
          <p:cNvPr id="15" name="c_1_DiagramCanvas:conn3"/>
          <p:cNvCxnSpPr>
            <a:stCxn id="7" idx="1"/>
            <a:endCxn id="9" idx="3"/>
          </p:cNvCxnSpPr>
          <p:nvPr/>
        </p:nvCxnSpPr>
        <p:spPr>
          <a:xfrm flipH="1">
            <a:off x="4663440" y="3794760"/>
            <a:ext cx="2651760" cy="0"/>
          </a:xfrm>
          <a:prstGeom prst="curvedConnector3">
            <a:avLst/>
          </a:prstGeom>
          <a:ln w="9144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_1_DiagramCanvas:conn3:text"/>
          <p:cNvSpPr txBox="1"/>
          <p:nvPr/>
        </p:nvSpPr>
        <p:spPr>
          <a:xfrm>
            <a:off x="5532120" y="3474720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wrap="none" anchor="ctr">
            <a:spAutoFit/>
          </a:bodyPr>
          <a:lstStyle/>
          <a:p>
            <a:pPr algn="l"/>
            <a:r>
              <a:rPr sz="1000">
                <a:solidFill>
                  <a:srgbClr val="000000"/>
                </a:solidFill>
              </a:rPr>
              <a:t>clean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Skill catalog · one task per file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16 SKILLS · 33-74 LINES EACH</a:t>
            </a:r>
          </a:p>
        </p:txBody>
      </p:sp>
      <p:sp>
        <p:nvSpPr>
          <p:cNvPr id="4" name="ContentArea"/>
          <p:cNvSpPr/>
          <p:nvPr/>
        </p:nvSpPr>
        <p:spPr>
          <a:xfrm>
            <a:off x="457200" y="1463040"/>
            <a:ext cx="11064240" cy="46634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_1_BlockGrid:0:c_1_Block"/>
          <p:cNvSpPr/>
          <p:nvPr/>
        </p:nvSpPr>
        <p:spPr>
          <a:xfrm>
            <a:off x="457200" y="1463040"/>
            <a:ext cx="3566160" cy="2560320"/>
          </a:xfrm>
          <a:prstGeom prst="rect">
            <a:avLst/>
          </a:prstGeom>
          <a:gradFill rotWithShape="1">
            <a:gsLst>
              <a:gs pos="0">
                <a:srgbClr val="003FE5"/>
              </a:gs>
              <a:gs pos="100000">
                <a:srgbClr val="1959FF"/>
              </a:gs>
            </a:gsLst>
            <a:lin ang="16200000" scaled="0"/>
          </a:gradFill>
          <a:ln w="3175">
            <a:solidFill>
              <a:srgbClr val="4B5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91440" bIns="91440"/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FFFFFF"/>
                </a:solidFill>
              </a:rPr>
              <a:t>DDIC layer</a:t>
            </a:r>
          </a:p>
          <a:p>
            <a:pPr algn="l" marL="228600" indent="-182880">
              <a:spcAft>
                <a:spcPts val="0"/>
              </a:spcAft>
              <a:buClr>
                <a:srgbClr val="FFFFFF"/>
              </a:buClr>
              <a:buChar char="•"/>
            </a:pPr>
            <a:r>
              <a:rPr sz="900">
                <a:solidFill>
                  <a:srgbClr val="FFFFFF"/>
                </a:solidFill>
              </a:rPr>
              <a:t>creating-domain</a:t>
            </a:r>
          </a:p>
          <a:p>
            <a:pPr algn="l" marL="228600" indent="-182880">
              <a:spcAft>
                <a:spcPts val="0"/>
              </a:spcAft>
              <a:buClr>
                <a:srgbClr val="FFFFFF"/>
              </a:buClr>
              <a:buChar char="•"/>
            </a:pPr>
            <a:r>
              <a:rPr sz="900">
                <a:solidFill>
                  <a:srgbClr val="FFFFFF"/>
                </a:solidFill>
              </a:rPr>
              <a:t>creating-data-element</a:t>
            </a:r>
          </a:p>
          <a:p>
            <a:pPr algn="l" marL="228600" indent="-182880">
              <a:spcAft>
                <a:spcPts val="0"/>
              </a:spcAft>
              <a:buClr>
                <a:srgbClr val="FFFFFF"/>
              </a:buClr>
              <a:buChar char="•"/>
            </a:pPr>
            <a:r>
              <a:rPr sz="900">
                <a:solidFill>
                  <a:srgbClr val="FFFFFF"/>
                </a:solidFill>
              </a:rPr>
              <a:t>creating-persistent-table</a:t>
            </a:r>
          </a:p>
          <a:p>
            <a:pPr algn="l" marL="228600" indent="-182880">
              <a:spcAft>
                <a:spcPts val="0"/>
              </a:spcAft>
              <a:buClr>
                <a:srgbClr val="FFFFFF"/>
              </a:buClr>
              <a:buChar char="•"/>
            </a:pPr>
            <a:r>
              <a:rPr sz="900">
                <a:solidFill>
                  <a:srgbClr val="FFFFFF"/>
                </a:solidFill>
              </a:rPr>
              <a:t>creating-draft-table</a:t>
            </a:r>
          </a:p>
        </p:txBody>
      </p:sp>
      <p:sp>
        <p:nvSpPr>
          <p:cNvPr id="6" name="c_1_BlockGrid:1:c_2_Block"/>
          <p:cNvSpPr/>
          <p:nvPr/>
        </p:nvSpPr>
        <p:spPr>
          <a:xfrm>
            <a:off x="4206240" y="1463040"/>
            <a:ext cx="3566160" cy="2560320"/>
          </a:xfrm>
          <a:prstGeom prst="rect">
            <a:avLst/>
          </a:prstGeom>
          <a:gradFill rotWithShape="1">
            <a:gsLst>
              <a:gs pos="0">
                <a:srgbClr val="0D6976"/>
              </a:gs>
              <a:gs pos="100000">
                <a:srgbClr val="1292A3"/>
              </a:gs>
            </a:gsLst>
            <a:lin ang="16200000" scaled="0"/>
          </a:gradFill>
          <a:ln w="3175">
            <a:solidFill>
              <a:srgbClr val="303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91440" bIns="91440"/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FFFFFF"/>
                </a:solidFill>
              </a:rPr>
              <a:t>RAP layer</a:t>
            </a:r>
          </a:p>
          <a:p>
            <a:pPr algn="l" marL="228600" indent="-182880">
              <a:spcAft>
                <a:spcPts val="0"/>
              </a:spcAft>
              <a:buClr>
                <a:srgbClr val="FFFFFF"/>
              </a:buClr>
              <a:buChar char="•"/>
            </a:pPr>
            <a:r>
              <a:rPr sz="900">
                <a:solidFill>
                  <a:srgbClr val="FFFFFF"/>
                </a:solidFill>
              </a:rPr>
              <a:t>creating-interface-cds-view</a:t>
            </a:r>
          </a:p>
          <a:p>
            <a:pPr algn="l" marL="228600" indent="-182880">
              <a:spcAft>
                <a:spcPts val="0"/>
              </a:spcAft>
              <a:buClr>
                <a:srgbClr val="FFFFFF"/>
              </a:buClr>
              <a:buChar char="•"/>
            </a:pPr>
            <a:r>
              <a:rPr sz="900">
                <a:solidFill>
                  <a:srgbClr val="FFFFFF"/>
                </a:solidFill>
              </a:rPr>
              <a:t>creating-projection-cds-view</a:t>
            </a:r>
          </a:p>
          <a:p>
            <a:pPr algn="l" marL="228600" indent="-182880">
              <a:spcAft>
                <a:spcPts val="0"/>
              </a:spcAft>
              <a:buClr>
                <a:srgbClr val="FFFFFF"/>
              </a:buClr>
              <a:buChar char="•"/>
            </a:pPr>
            <a:r>
              <a:rPr sz="900">
                <a:solidFill>
                  <a:srgbClr val="FFFFFF"/>
                </a:solidFill>
              </a:rPr>
              <a:t>creating-metadata-extension</a:t>
            </a:r>
          </a:p>
          <a:p>
            <a:pPr algn="l" marL="228600" indent="-182880">
              <a:spcAft>
                <a:spcPts val="0"/>
              </a:spcAft>
              <a:buClr>
                <a:srgbClr val="FFFFFF"/>
              </a:buClr>
              <a:buChar char="•"/>
            </a:pPr>
            <a:r>
              <a:rPr sz="900">
                <a:solidFill>
                  <a:srgbClr val="FFFFFF"/>
                </a:solidFill>
              </a:rPr>
              <a:t>creating-bdef</a:t>
            </a:r>
          </a:p>
          <a:p>
            <a:pPr algn="l" marL="228600" indent="-182880">
              <a:spcAft>
                <a:spcPts val="0"/>
              </a:spcAft>
              <a:buClr>
                <a:srgbClr val="FFFFFF"/>
              </a:buClr>
              <a:buChar char="•"/>
            </a:pPr>
            <a:r>
              <a:rPr sz="900">
                <a:solidFill>
                  <a:srgbClr val="FFFFFF"/>
                </a:solidFill>
              </a:rPr>
              <a:t>creating-bimp</a:t>
            </a:r>
          </a:p>
          <a:p>
            <a:pPr algn="l" marL="228600" indent="-182880">
              <a:spcAft>
                <a:spcPts val="0"/>
              </a:spcAft>
              <a:buClr>
                <a:srgbClr val="FFFFFF"/>
              </a:buClr>
              <a:buChar char="•"/>
            </a:pPr>
            <a:r>
              <a:rPr sz="900">
                <a:solidFill>
                  <a:srgbClr val="FFFFFF"/>
                </a:solidFill>
              </a:rPr>
              <a:t>creating-projection-bdef</a:t>
            </a:r>
          </a:p>
        </p:txBody>
      </p:sp>
      <p:sp>
        <p:nvSpPr>
          <p:cNvPr id="7" name="c_1_BlockGrid:2:c_3_Block"/>
          <p:cNvSpPr/>
          <p:nvPr/>
        </p:nvSpPr>
        <p:spPr>
          <a:xfrm>
            <a:off x="7955280" y="1463040"/>
            <a:ext cx="3566160" cy="2560320"/>
          </a:xfrm>
          <a:prstGeom prst="rect">
            <a:avLst/>
          </a:prstGeom>
          <a:gradFill rotWithShape="1">
            <a:gsLst>
              <a:gs pos="0">
                <a:srgbClr val="C65F00"/>
              </a:gs>
              <a:gs pos="100000">
                <a:srgbClr val="F97800"/>
              </a:gs>
            </a:gsLst>
            <a:lin ang="16200000" scaled="0"/>
          </a:gradFill>
          <a:ln w="3175">
            <a:solidFill>
              <a:srgbClr val="5A4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91440" bIns="91440"/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000000"/>
                </a:solidFill>
              </a:rPr>
              <a:t>Service · operational</a:t>
            </a:r>
          </a:p>
          <a:p>
            <a:pPr algn="l" marL="228600" indent="-182880">
              <a:spcAft>
                <a:spcPts val="0"/>
              </a:spcAft>
              <a:buClr>
                <a:srgbClr val="000000"/>
              </a:buClr>
              <a:buChar char="•"/>
            </a:pPr>
            <a:r>
              <a:rPr sz="900">
                <a:solidFill>
                  <a:srgbClr val="000000"/>
                </a:solidFill>
              </a:rPr>
              <a:t>creating-service-definition</a:t>
            </a:r>
          </a:p>
          <a:p>
            <a:pPr algn="l" marL="228600" indent="-182880">
              <a:spcAft>
                <a:spcPts val="0"/>
              </a:spcAft>
              <a:buClr>
                <a:srgbClr val="000000"/>
              </a:buClr>
              <a:buChar char="•"/>
            </a:pPr>
            <a:r>
              <a:rPr sz="900">
                <a:solidFill>
                  <a:srgbClr val="000000"/>
                </a:solidFill>
              </a:rPr>
              <a:t>creating-service-binding</a:t>
            </a:r>
          </a:p>
          <a:p>
            <a:pPr algn="l" marL="228600" indent="-182880">
              <a:spcAft>
                <a:spcPts val="0"/>
              </a:spcAft>
              <a:buClr>
                <a:srgbClr val="000000"/>
              </a:buClr>
              <a:buChar char="•"/>
            </a:pPr>
            <a:r>
              <a:rPr sz="900">
                <a:solidFill>
                  <a:srgbClr val="000000"/>
                </a:solidFill>
              </a:rPr>
              <a:t>enforcing-target-package</a:t>
            </a:r>
          </a:p>
          <a:p>
            <a:pPr algn="l" marL="228600" indent="-182880">
              <a:spcAft>
                <a:spcPts val="0"/>
              </a:spcAft>
              <a:buClr>
                <a:srgbClr val="000000"/>
              </a:buClr>
              <a:buChar char="•"/>
            </a:pPr>
            <a:r>
              <a:rPr sz="900">
                <a:solidFill>
                  <a:srgbClr val="000000"/>
                </a:solidFill>
              </a:rPr>
              <a:t>avoiding-hallucinations</a:t>
            </a:r>
          </a:p>
          <a:p>
            <a:pPr algn="l" marL="228600" indent="-182880">
              <a:spcAft>
                <a:spcPts val="0"/>
              </a:spcAft>
              <a:buClr>
                <a:srgbClr val="000000"/>
              </a:buClr>
              <a:buChar char="•"/>
            </a:pPr>
            <a:r>
              <a:rPr sz="900">
                <a:solidFill>
                  <a:srgbClr val="000000"/>
                </a:solidFill>
              </a:rPr>
              <a:t>managing-rag-artifacts</a:t>
            </a:r>
          </a:p>
          <a:p>
            <a:pPr algn="l" marL="228600" indent="-182880">
              <a:spcAft>
                <a:spcPts val="0"/>
              </a:spcAft>
              <a:buClr>
                <a:srgbClr val="000000"/>
              </a:buClr>
              <a:buChar char="•"/>
            </a:pPr>
            <a:r>
              <a:rPr sz="900">
                <a:solidFill>
                  <a:srgbClr val="000000"/>
                </a:solidFill>
              </a:rPr>
              <a:t>activating-objects</a:t>
            </a:r>
          </a:p>
        </p:txBody>
      </p:sp>
      <p:graphicFrame>
        <p:nvGraphicFramePr>
          <p:cNvPr id="8" name="c_4_Block"/>
          <p:cNvGraphicFramePr>
            <a:graphicFrameLocks noGrp="1"/>
          </p:cNvGraphicFramePr>
          <p:nvPr/>
        </p:nvGraphicFramePr>
        <p:xfrm>
          <a:off x="457200" y="5303520"/>
          <a:ext cx="11064240" cy="822960"/>
        </p:xfrm>
        <a:graphic>
          <a:graphicData uri="http://schemas.openxmlformats.org/drawingml/2006/table">
            <a:tbl>
              <a:tblPr firstRow="0" bandRow="0" lastRow="0" firstCol="0" lastCol="0" bandCol="0"/>
              <a:tblGrid>
                <a:gridCol w="11064240"/>
              </a:tblGrid>
              <a:tr h="82296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000000"/>
                          </a:solidFill>
                        </a:rPr>
                        <a:t>Why split: </a:t>
                      </a:r>
                      <a:r>
                        <a:rPr sz="1400">
                          <a:solidFill>
                            <a:srgbClr val="000000"/>
                          </a:solidFill>
                        </a:rPr>
                        <a:t>one skill = one task · no stage / phase references inside · load only what the current step needs · easier to evolve · fits on one screen.</a:t>
                      </a:r>
                    </a:p>
                  </a:txBody>
                  <a:tcPr marL="179720" marR="182880" marT="73152" marB="137160" anchor="t">
                    <a:lnL w="73152" cap="flat" cmpd="sng">
                      <a:solidFill>
                        <a:srgbClr val="0047FF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Skill example · activating-objects.md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WHOLE FILE · AS-IS</a:t>
            </a:r>
          </a:p>
        </p:txBody>
      </p:sp>
      <p:sp>
        <p:nvSpPr>
          <p:cNvPr id="4" name="ContentArea"/>
          <p:cNvSpPr/>
          <p:nvPr/>
        </p:nvSpPr>
        <p:spPr>
          <a:xfrm>
            <a:off x="457200" y="1463040"/>
            <a:ext cx="11064240" cy="46634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_1_Block"/>
          <p:cNvSpPr/>
          <p:nvPr/>
        </p:nvSpPr>
        <p:spPr>
          <a:xfrm>
            <a:off x="457200" y="1463040"/>
            <a:ext cx="11064240" cy="4663440"/>
          </a:xfrm>
          <a:prstGeom prst="rect">
            <a:avLst/>
          </a:prstGeom>
          <a:gradFill rotWithShape="1">
            <a:gsLst>
              <a:gs pos="0">
                <a:srgbClr val="7C7C7C"/>
              </a:gs>
              <a:gs pos="100000">
                <a:srgbClr val="959595"/>
              </a:gs>
            </a:gsLst>
            <a:lin ang="16200000" scaled="0"/>
          </a:gradFill>
          <a:ln w="3175">
            <a:solidFill>
              <a:srgbClr val="5F5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91440" bIns="91440"/>
          <a:lstStyle/>
          <a:p>
            <a:pPr algn="l">
              <a:spcAft>
                <a:spcPts val="0"/>
              </a:spcAft>
            </a:pPr>
            <a:r>
              <a:rPr sz="700">
                <a:solidFill>
                  <a:srgbClr val="000000"/>
                </a:solidFill>
              </a:rPr>
              <a:t>name: Activating Objects</a:t>
            </a:r>
          </a:p>
          <a:p>
            <a:pPr algn="l">
              <a:spcAft>
                <a:spcPts val="0"/>
              </a:spcAft>
            </a:pPr>
            <a:r>
              <a:rPr sz="700">
                <a:solidFill>
                  <a:srgbClr val="000000"/>
                </a:solidFill>
              </a:rPr>
              <a:t>description: Rules for activating ABAP objects safely — never bare "activate all",</a:t>
            </a:r>
          </a:p>
          <a:p>
            <a:pPr algn="l">
              <a:spcAft>
                <a:spcPts val="0"/>
              </a:spcAft>
            </a:pPr>
            <a:r>
              <a:rPr sz="700">
                <a:solidFill>
                  <a:srgbClr val="000000"/>
                </a:solidFill>
              </a:rPr>
              <a:t>             group activation for circular references, special tool for BDEF.</a:t>
            </a:r>
          </a:p>
          <a:p>
            <a:pPr algn="l">
              <a:spcAft>
                <a:spcPts val="0"/>
              </a:spcAft>
            </a:pPr>
            <a:r>
              <a:rPr sz="700">
                <a:solidFill>
                  <a:srgbClr val="000000"/>
                </a:solidFill>
              </a:rPr>
              <a:t>tags: [sap, activation, governance]</a:t>
            </a:r>
          </a:p>
          <a:p>
            <a:pPr algn="l">
              <a:spcAft>
                <a:spcPts val="0"/>
              </a:spcAft>
            </a:pPr>
            <a:r>
              <a:rPr sz="700">
                <a:solidFill>
                  <a:srgbClr val="000000"/>
                </a:solidFill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sz="700">
                <a:solidFill>
                  <a:srgbClr val="000000"/>
                </a:solidFill>
              </a:rPr>
              <a:t># Activating Objects</a:t>
            </a:r>
          </a:p>
          <a:p>
            <a:pPr algn="l">
              <a:spcAft>
                <a:spcPts val="0"/>
              </a:spcAft>
            </a:pPr>
            <a:r>
              <a:rPr sz="700">
                <a:solidFill>
                  <a:srgbClr val="000000"/>
                </a:solidFill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sz="700">
                <a:solidFill>
                  <a:srgbClr val="000000"/>
                </a:solidFill>
              </a:rPr>
              <a:t>Activation locks objects and may fail partway through, leaving the system in an</a:t>
            </a:r>
          </a:p>
          <a:p>
            <a:pPr algn="l">
              <a:spcAft>
                <a:spcPts val="0"/>
              </a:spcAft>
            </a:pPr>
            <a:r>
              <a:rPr sz="700">
                <a:solidFill>
                  <a:srgbClr val="000000"/>
                </a:solidFill>
              </a:rPr>
              <a:t>inconsistent state. The rules below are about safety and correctness, not speed.</a:t>
            </a:r>
          </a:p>
          <a:p>
            <a:pPr algn="l">
              <a:spcAft>
                <a:spcPts val="0"/>
              </a:spcAft>
            </a:pPr>
            <a:r>
              <a:rPr sz="700">
                <a:solidFill>
                  <a:srgbClr val="000000"/>
                </a:solidFill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sz="700">
                <a:solidFill>
                  <a:srgbClr val="000000"/>
                </a:solidFill>
              </a:rPr>
              <a:t>## Hard rules</a:t>
            </a:r>
          </a:p>
          <a:p>
            <a:pPr algn="l">
              <a:spcAft>
                <a:spcPts val="0"/>
              </a:spcAft>
            </a:pPr>
            <a:r>
              <a:rPr sz="700">
                <a:solidFill>
                  <a:srgbClr val="000000"/>
                </a:solidFill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sz="700">
                <a:solidFill>
                  <a:srgbClr val="000000"/>
                </a:solidFill>
              </a:rPr>
              <a:t>- Never run bare "Activate all inactive objects" on a shared system — filter by prefix Z##_.</a:t>
            </a:r>
          </a:p>
          <a:p>
            <a:pPr algn="l">
              <a:spcAft>
                <a:spcPts val="0"/>
              </a:spcAft>
            </a:pPr>
            <a:r>
              <a:rPr sz="700">
                <a:solidFill>
                  <a:srgbClr val="000000"/>
                </a:solidFill>
              </a:rPr>
              <a:t>- Check before activating. Partial failures cascade; activation is expensive.</a:t>
            </a:r>
          </a:p>
          <a:p>
            <a:pPr algn="l">
              <a:spcAft>
                <a:spcPts val="0"/>
              </a:spcAft>
            </a:pPr>
            <a:r>
              <a:rPr sz="700">
                <a:solidFill>
                  <a:srgbClr val="000000"/>
                </a:solidFill>
              </a:rPr>
              <a:t>- Group activation for circular references (CDS R-views, C-views). Create all,</a:t>
            </a:r>
          </a:p>
          <a:p>
            <a:pPr algn="l">
              <a:spcAft>
                <a:spcPts val="0"/>
              </a:spcAft>
            </a:pPr>
            <a:r>
              <a:rPr sz="700">
                <a:solidFill>
                  <a:srgbClr val="000000"/>
                </a:solidFill>
              </a:rPr>
              <a:t>  activate together. Pre-activation "data source not active" errors disappear after.</a:t>
            </a:r>
          </a:p>
          <a:p>
            <a:pPr algn="l">
              <a:spcAft>
                <a:spcPts val="0"/>
              </a:spcAft>
            </a:pPr>
            <a:r>
              <a:rPr sz="700">
                <a:solidFill>
                  <a:srgbClr val="000000"/>
                </a:solidFill>
              </a:rPr>
              <a:t>- BDEF + BIMP must be activated together — circular dependency.</a:t>
            </a:r>
          </a:p>
          <a:p>
            <a:pPr algn="l">
              <a:spcAft>
                <a:spcPts val="0"/>
              </a:spcAft>
            </a:pPr>
            <a:r>
              <a:rPr sz="700">
                <a:solidFill>
                  <a:srgbClr val="000000"/>
                </a:solidFill>
              </a:rPr>
              <a:t>- BDEFs: call ActivateBehaviorDefinition. ActivateObjects is for DDIC and CDS.</a:t>
            </a:r>
          </a:p>
          <a:p>
            <a:pPr algn="l">
              <a:spcAft>
                <a:spcPts val="0"/>
              </a:spcAft>
            </a:pPr>
            <a:r>
              <a:rPr sz="700">
                <a:solidFill>
                  <a:srgbClr val="000000"/>
                </a:solidFill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sz="700">
                <a:solidFill>
                  <a:srgbClr val="000000"/>
                </a:solidFill>
              </a:rPr>
              <a:t>## After activation</a:t>
            </a:r>
          </a:p>
          <a:p>
            <a:pPr algn="l">
              <a:spcAft>
                <a:spcPts val="0"/>
              </a:spcAft>
            </a:pPr>
            <a:r>
              <a:rPr sz="700">
                <a:solidFill>
                  <a:srgbClr val="000000"/>
                </a:solidFill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sz="700">
                <a:solidFill>
                  <a:srgbClr val="000000"/>
                </a:solidFill>
              </a:rPr>
              <a:t>- Re-run syntax check on each object to surface warnings hidden by earlier errors.</a:t>
            </a:r>
          </a:p>
          <a:p>
            <a:pPr algn="l">
              <a:spcAft>
                <a:spcPts val="0"/>
              </a:spcAft>
            </a:pPr>
            <a:r>
              <a:rPr sz="700">
                <a:solidFill>
                  <a:srgbClr val="000000"/>
                </a:solidFill>
              </a:rPr>
              <a:t>- Verify with Read… calls per object — response must include active: true.</a:t>
            </a:r>
          </a:p>
          <a:p>
            <a:pPr algn="l">
              <a:spcAft>
                <a:spcPts val="0"/>
              </a:spcAft>
            </a:pPr>
            <a:r>
              <a:rPr sz="700">
                <a:solidFill>
                  <a:srgbClr val="000000"/>
                </a:solidFill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sz="700">
                <a:solidFill>
                  <a:srgbClr val="000000"/>
                </a:solidFill>
              </a:rPr>
              <a:t>## Common error fix</a:t>
            </a:r>
          </a:p>
          <a:p>
            <a:pPr algn="l">
              <a:spcAft>
                <a:spcPts val="0"/>
              </a:spcAft>
            </a:pPr>
            <a:r>
              <a:rPr sz="700">
                <a:solidFill>
                  <a:srgbClr val="000000"/>
                </a:solidFill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sz="700">
                <a:solidFill>
                  <a:srgbClr val="000000"/>
                </a:solidFill>
              </a:rPr>
              <a:t>  Activated unrelated objects   → bare "activate all inactive"          → pass prefix filter</a:t>
            </a:r>
          </a:p>
          <a:p>
            <a:pPr algn="l">
              <a:spcAft>
                <a:spcPts val="0"/>
              </a:spcAft>
            </a:pPr>
            <a:r>
              <a:rPr sz="700">
                <a:solidFill>
                  <a:srgbClr val="000000"/>
                </a:solidFill>
              </a:rPr>
              <a:t>  Still inactive after activate → BDEF via ActivateObjects               → use ActivateBehaviorDefinition</a:t>
            </a:r>
          </a:p>
          <a:p>
            <a:pPr algn="l">
              <a:spcAft>
                <a:spcPts val="0"/>
              </a:spcAft>
            </a:pPr>
            <a:r>
              <a:rPr sz="700">
                <a:solidFill>
                  <a:srgbClr val="000000"/>
                </a:solidFill>
              </a:rPr>
              <a:t>  Half-active layer             → activated one-by-one (circular refs)   → group-activate whole layer</a:t>
            </a:r>
          </a:p>
          <a:p>
            <a:pPr algn="l">
              <a:spcAft>
                <a:spcPts val="0"/>
              </a:spcAft>
            </a:pPr>
            <a:r>
              <a:rPr sz="700">
                <a:solidFill>
                  <a:srgbClr val="000000"/>
                </a:solidFill>
              </a:rPr>
              <a:t>  Syntax clean, activate fails  → prerequisite layer not active          → activate prerequisite first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same entity moves through the pipeline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AUTHOR · FROM IDEA TO OBJECT</a:t>
            </a:r>
          </a:p>
        </p:txBody>
      </p:sp>
      <p:sp>
        <p:nvSpPr>
          <p:cNvPr id="4" name="ContentArea"/>
          <p:cNvSpPr/>
          <p:nvPr/>
        </p:nvSpPr>
        <p:spPr>
          <a:xfrm>
            <a:off x="457200" y="1463040"/>
            <a:ext cx="11064240" cy="46634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_1_BlockGrid:0:c_1_Block"/>
          <p:cNvSpPr/>
          <p:nvPr/>
        </p:nvSpPr>
        <p:spPr>
          <a:xfrm>
            <a:off x="457200" y="1463040"/>
            <a:ext cx="2697480" cy="4663440"/>
          </a:xfrm>
          <a:prstGeom prst="rect">
            <a:avLst/>
          </a:prstGeom>
          <a:gradFill rotWithShape="1">
            <a:gsLst>
              <a:gs pos="0">
                <a:srgbClr val="003FE5"/>
              </a:gs>
              <a:gs pos="100000">
                <a:srgbClr val="1959FF"/>
              </a:gs>
            </a:gsLst>
            <a:lin ang="16200000" scaled="0"/>
          </a:gradFill>
          <a:ln w="3175">
            <a:solidFill>
              <a:srgbClr val="4B5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91440" bIns="91440"/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FFFFFF"/>
                </a:solidFill>
              </a:rPr>
              <a:t>Phase 1 · business</a:t>
            </a:r>
          </a:p>
          <a:p>
            <a:pPr algn="l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</a:rPr>
              <a:t>Entity: Author</a:t>
            </a:r>
          </a:p>
          <a:p>
            <a:pPr algn="l" marL="228600" indent="-182880">
              <a:spcAft>
                <a:spcPts val="0"/>
              </a:spcAft>
              <a:buClr>
                <a:srgbClr val="FFFFFF"/>
              </a:buClr>
              <a:buChar char="•"/>
            </a:pPr>
            <a:r>
              <a:rPr sz="900">
                <a:solidFill>
                  <a:srgbClr val="FFFFFF"/>
                </a:solidFill>
              </a:rPr>
              <a:t>Name (string 100, required)</a:t>
            </a:r>
          </a:p>
          <a:p>
            <a:pPr algn="l" marL="228600" indent="-182880">
              <a:spcAft>
                <a:spcPts val="0"/>
              </a:spcAft>
              <a:buClr>
                <a:srgbClr val="FFFFFF"/>
              </a:buClr>
              <a:buChar char="•"/>
            </a:pPr>
            <a:r>
              <a:rPr sz="900">
                <a:solidFill>
                  <a:srgbClr val="FFFFFF"/>
                </a:solidFill>
              </a:rPr>
              <a:t>Country (string 50)</a:t>
            </a:r>
          </a:p>
          <a:p>
            <a:pPr algn="l" marL="228600" indent="-182880">
              <a:spcAft>
                <a:spcPts val="0"/>
              </a:spcAft>
              <a:buClr>
                <a:srgbClr val="FFFFFF"/>
              </a:buClr>
              <a:buChar char="•"/>
            </a:pPr>
            <a:r>
              <a:rPr sz="900">
                <a:solidFill>
                  <a:srgbClr val="FFFFFF"/>
                </a:solidFill>
              </a:rPr>
              <a:t>Birth Year (int 4)</a:t>
            </a:r>
          </a:p>
          <a:p>
            <a:pPr algn="l" marL="228600" indent="-182880">
              <a:spcAft>
                <a:spcPts val="0"/>
              </a:spcAft>
              <a:buClr>
                <a:srgbClr val="FFFFFF"/>
              </a:buClr>
              <a:buChar char="•"/>
            </a:pPr>
            <a:r>
              <a:rPr sz="900">
                <a:solidFill>
                  <a:srgbClr val="FFFFFF"/>
                </a:solidFill>
              </a:rPr>
              <a:t>Biography (text)</a:t>
            </a:r>
          </a:p>
          <a:p>
            <a:pPr algn="l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</a:rPr>
              <a:t>Rule: </a:t>
            </a:r>
            <a:r>
              <a:rPr sz="1400">
                <a:solidFill>
                  <a:srgbClr val="FFFFFF"/>
                </a:solidFill>
              </a:rPr>
              <a:t>name unique; birth-year 1000..now.</a:t>
            </a:r>
          </a:p>
        </p:txBody>
      </p:sp>
      <p:sp>
        <p:nvSpPr>
          <p:cNvPr id="6" name="c_1_BlockGrid:1:c_2_Block"/>
          <p:cNvSpPr/>
          <p:nvPr/>
        </p:nvSpPr>
        <p:spPr>
          <a:xfrm>
            <a:off x="3246120" y="1463040"/>
            <a:ext cx="2697480" cy="4663440"/>
          </a:xfrm>
          <a:prstGeom prst="rect">
            <a:avLst/>
          </a:prstGeom>
          <a:gradFill rotWithShape="1">
            <a:gsLst>
              <a:gs pos="0">
                <a:srgbClr val="0D6976"/>
              </a:gs>
              <a:gs pos="100000">
                <a:srgbClr val="1292A3"/>
              </a:gs>
            </a:gsLst>
            <a:lin ang="16200000" scaled="0"/>
          </a:gradFill>
          <a:ln w="3175">
            <a:solidFill>
              <a:srgbClr val="303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91440" bIns="91440"/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FFFFFF"/>
                </a:solidFill>
              </a:rPr>
              <a:t>Phase 2 · spec</a:t>
            </a:r>
          </a:p>
          <a:p>
            <a:pPr algn="l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</a:rPr>
              <a:t>Table Z##_AUTHOR</a:t>
            </a:r>
          </a:p>
          <a:p>
            <a:pPr algn="l" marL="228600" indent="-182880">
              <a:spcAft>
                <a:spcPts val="0"/>
              </a:spcAft>
              <a:buClr>
                <a:srgbClr val="FFFFFF"/>
              </a:buClr>
              <a:buChar char="•"/>
            </a:pPr>
            <a:r>
              <a:rPr sz="900">
                <a:solidFill>
                  <a:srgbClr val="FFFFFF"/>
                </a:solidFill>
              </a:rPr>
              <a:t>author_id uuid · key</a:t>
            </a:r>
          </a:p>
          <a:p>
            <a:pPr algn="l" marL="228600" indent="-182880">
              <a:spcAft>
                <a:spcPts val="0"/>
              </a:spcAft>
              <a:buClr>
                <a:srgbClr val="FFFFFF"/>
              </a:buClr>
              <a:buChar char="•"/>
            </a:pPr>
            <a:r>
              <a:rPr sz="900">
                <a:solidFill>
                  <a:srgbClr val="FFFFFF"/>
                </a:solidFill>
              </a:rPr>
              <a:t>name z##_e_name (z##_d_name CHAR 100)</a:t>
            </a:r>
          </a:p>
          <a:p>
            <a:pPr algn="l" marL="228600" indent="-182880">
              <a:spcAft>
                <a:spcPts val="0"/>
              </a:spcAft>
              <a:buClr>
                <a:srgbClr val="FFFFFF"/>
              </a:buClr>
              <a:buChar char="•"/>
            </a:pPr>
            <a:r>
              <a:rPr sz="900">
                <a:solidFill>
                  <a:srgbClr val="FFFFFF"/>
                </a:solidFill>
              </a:rPr>
              <a:t>country z##_e_country</a:t>
            </a:r>
          </a:p>
          <a:p>
            <a:pPr algn="l" marL="228600" indent="-182880">
              <a:spcAft>
                <a:spcPts val="0"/>
              </a:spcAft>
              <a:buClr>
                <a:srgbClr val="FFFFFF"/>
              </a:buClr>
              <a:buChar char="•"/>
            </a:pPr>
            <a:r>
              <a:rPr sz="900">
                <a:solidFill>
                  <a:srgbClr val="FFFFFF"/>
                </a:solidFill>
              </a:rPr>
              <a:t>birth_year z##_e_year (NUMC 4)</a:t>
            </a:r>
          </a:p>
          <a:p>
            <a:pPr algn="l" marL="228600" indent="-182880">
              <a:spcAft>
                <a:spcPts val="0"/>
              </a:spcAft>
              <a:buClr>
                <a:srgbClr val="FFFFFF"/>
              </a:buClr>
              <a:buChar char="•"/>
            </a:pPr>
            <a:r>
              <a:rPr sz="900">
                <a:solidFill>
                  <a:srgbClr val="FFFFFF"/>
                </a:solidFill>
              </a:rPr>
              <a:t>biography STRING</a:t>
            </a:r>
          </a:p>
        </p:txBody>
      </p:sp>
      <p:sp>
        <p:nvSpPr>
          <p:cNvPr id="7" name="c_1_BlockGrid:2:c_3_Block"/>
          <p:cNvSpPr/>
          <p:nvPr/>
        </p:nvSpPr>
        <p:spPr>
          <a:xfrm>
            <a:off x="6035040" y="1463040"/>
            <a:ext cx="2697480" cy="4663440"/>
          </a:xfrm>
          <a:prstGeom prst="rect">
            <a:avLst/>
          </a:prstGeom>
          <a:gradFill rotWithShape="1">
            <a:gsLst>
              <a:gs pos="0">
                <a:srgbClr val="CF12D3"/>
              </a:gs>
              <a:gs pos="100000">
                <a:srgbClr val="E82BED"/>
              </a:gs>
            </a:gsLst>
            <a:lin ang="16200000" scaled="0"/>
          </a:gradFill>
          <a:ln w="3175">
            <a:solidFill>
              <a:srgbClr val="644D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91440" bIns="91440"/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FFFFFF"/>
                </a:solidFill>
              </a:rPr>
              <a:t>Phase 3 · plan</a:t>
            </a:r>
          </a:p>
          <a:p>
            <a:pPr algn="l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</a:rPr>
              <a:t>Step group · Author</a:t>
            </a:r>
          </a:p>
          <a:p>
            <a:pPr algn="l" marL="228600" indent="-182880">
              <a:spcAft>
                <a:spcPts val="0"/>
              </a:spcAft>
              <a:buClr>
                <a:srgbClr val="FFFFFF"/>
              </a:buClr>
              <a:buChar char="•"/>
            </a:pPr>
            <a:r>
              <a:rPr sz="900">
                <a:solidFill>
                  <a:srgbClr val="FFFFFF"/>
                </a:solidFill>
              </a:rPr>
              <a:t>1.1 create 5 domains</a:t>
            </a:r>
          </a:p>
          <a:p>
            <a:pPr algn="l" marL="228600" indent="-182880">
              <a:spcAft>
                <a:spcPts val="0"/>
              </a:spcAft>
              <a:buClr>
                <a:srgbClr val="FFFFFF"/>
              </a:buClr>
              <a:buChar char="•"/>
            </a:pPr>
            <a:r>
              <a:rPr sz="900">
                <a:solidFill>
                  <a:srgbClr val="FFFFFF"/>
                </a:solidFill>
              </a:rPr>
              <a:t>1.2 create 5 data elements</a:t>
            </a:r>
          </a:p>
          <a:p>
            <a:pPr algn="l" marL="228600" indent="-182880">
              <a:spcAft>
                <a:spcPts val="0"/>
              </a:spcAft>
              <a:buClr>
                <a:srgbClr val="FFFFFF"/>
              </a:buClr>
              <a:buChar char="•"/>
            </a:pPr>
            <a:r>
              <a:rPr sz="900">
                <a:solidFill>
                  <a:srgbClr val="FFFFFF"/>
                </a:solidFill>
              </a:rPr>
              <a:t>2.1 create Z##_AUTHOR + draft</a:t>
            </a:r>
          </a:p>
          <a:p>
            <a:pPr algn="l" marL="228600" indent="-182880">
              <a:spcAft>
                <a:spcPts val="0"/>
              </a:spcAft>
              <a:buClr>
                <a:srgbClr val="FFFFFF"/>
              </a:buClr>
              <a:buChar char="•"/>
            </a:pPr>
            <a:r>
              <a:rPr sz="900">
                <a:solidFill>
                  <a:srgbClr val="FFFFFF"/>
                </a:solidFill>
              </a:rPr>
              <a:t>3.1 CDS Z##_R_AUTHOR + C view</a:t>
            </a:r>
          </a:p>
          <a:p>
            <a:pPr algn="l" marL="228600" indent="-182880">
              <a:spcAft>
                <a:spcPts val="0"/>
              </a:spcAft>
              <a:buClr>
                <a:srgbClr val="FFFFFF"/>
              </a:buClr>
              <a:buChar char="•"/>
            </a:pPr>
            <a:r>
              <a:rPr sz="900">
                <a:solidFill>
                  <a:srgbClr val="FFFFFF"/>
                </a:solidFill>
              </a:rPr>
              <a:t>4.1 BDEF + BIMP + activate</a:t>
            </a:r>
          </a:p>
        </p:txBody>
      </p:sp>
      <p:sp>
        <p:nvSpPr>
          <p:cNvPr id="8" name="c_1_BlockGrid:3:c_4_Block"/>
          <p:cNvSpPr/>
          <p:nvPr/>
        </p:nvSpPr>
        <p:spPr>
          <a:xfrm>
            <a:off x="8823960" y="1463040"/>
            <a:ext cx="2697480" cy="4663440"/>
          </a:xfrm>
          <a:prstGeom prst="rect">
            <a:avLst/>
          </a:prstGeom>
          <a:gradFill rotWithShape="1">
            <a:gsLst>
              <a:gs pos="0">
                <a:srgbClr val="C65F00"/>
              </a:gs>
              <a:gs pos="100000">
                <a:srgbClr val="F97800"/>
              </a:gs>
            </a:gsLst>
            <a:lin ang="16200000" scaled="0"/>
          </a:gradFill>
          <a:ln w="3175">
            <a:solidFill>
              <a:srgbClr val="5A4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91440" bIns="91440"/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000000"/>
                </a:solidFill>
              </a:rPr>
              <a:t>Phase 4 · objects</a:t>
            </a:r>
          </a:p>
          <a:p>
            <a:pPr algn="l">
              <a:spcAft>
                <a:spcPts val="0"/>
              </a:spcAft>
            </a:pPr>
            <a:r>
              <a:rPr sz="1400" b="1">
                <a:solidFill>
                  <a:srgbClr val="000000"/>
                </a:solidFill>
              </a:rPr>
              <a:t>Active on SAP</a:t>
            </a:r>
          </a:p>
          <a:p>
            <a:pPr algn="l" marL="228600" indent="-182880">
              <a:spcAft>
                <a:spcPts val="0"/>
              </a:spcAft>
              <a:buClr>
                <a:srgbClr val="000000"/>
              </a:buClr>
              <a:buChar char="•"/>
            </a:pPr>
            <a:r>
              <a:rPr sz="900">
                <a:solidFill>
                  <a:srgbClr val="000000"/>
                </a:solidFill>
              </a:rPr>
              <a:t>DOMA · DTEL · 5+5</a:t>
            </a:r>
          </a:p>
          <a:p>
            <a:pPr algn="l" marL="228600" indent="-182880">
              <a:spcAft>
                <a:spcPts val="0"/>
              </a:spcAft>
              <a:buClr>
                <a:srgbClr val="000000"/>
              </a:buClr>
              <a:buChar char="•"/>
            </a:pPr>
            <a:r>
              <a:rPr sz="900">
                <a:solidFill>
                  <a:srgbClr val="000000"/>
                </a:solidFill>
              </a:rPr>
              <a:t>TABL Z##_AUTHOR + _D draft</a:t>
            </a:r>
          </a:p>
          <a:p>
            <a:pPr algn="l" marL="228600" indent="-182880">
              <a:spcAft>
                <a:spcPts val="0"/>
              </a:spcAft>
              <a:buClr>
                <a:srgbClr val="000000"/>
              </a:buClr>
              <a:buChar char="•"/>
            </a:pPr>
            <a:r>
              <a:rPr sz="900">
                <a:solidFill>
                  <a:srgbClr val="000000"/>
                </a:solidFill>
              </a:rPr>
              <a:t>DDLS Z##_R_AUTHOR + C</a:t>
            </a:r>
          </a:p>
          <a:p>
            <a:pPr algn="l" marL="228600" indent="-182880">
              <a:spcAft>
                <a:spcPts val="0"/>
              </a:spcAft>
              <a:buClr>
                <a:srgbClr val="000000"/>
              </a:buClr>
              <a:buChar char="•"/>
            </a:pPr>
            <a:r>
              <a:rPr sz="900">
                <a:solidFill>
                  <a:srgbClr val="000000"/>
                </a:solidFill>
              </a:rPr>
              <a:t>BDEF + BIMP class</a:t>
            </a:r>
          </a:p>
          <a:p>
            <a:pPr algn="l" marL="228600" indent="-182880">
              <a:spcAft>
                <a:spcPts val="0"/>
              </a:spcAft>
              <a:buClr>
                <a:srgbClr val="000000"/>
              </a:buClr>
              <a:buChar char="•"/>
            </a:pPr>
            <a:r>
              <a:rPr sz="900">
                <a:solidFill>
                  <a:srgbClr val="000000"/>
                </a:solidFill>
              </a:rPr>
              <a:t>Service + binding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got built · 72 objects, all active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4 ENTITIES · 1 RAP APP</a:t>
            </a:r>
          </a:p>
        </p:txBody>
      </p:sp>
      <p:sp>
        <p:nvSpPr>
          <p:cNvPr id="4" name="ContentArea"/>
          <p:cNvSpPr/>
          <p:nvPr/>
        </p:nvSpPr>
        <p:spPr>
          <a:xfrm>
            <a:off x="457200" y="1463040"/>
            <a:ext cx="11064240" cy="46634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_1_BlockGrid:0:c_1_Block:container"/>
          <p:cNvSpPr/>
          <p:nvPr/>
        </p:nvSpPr>
        <p:spPr>
          <a:xfrm>
            <a:off x="457200" y="1463040"/>
            <a:ext cx="2697480" cy="15544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_1_BlockGrid:0:c_1_Block:metric"/>
          <p:cNvSpPr txBox="1"/>
          <p:nvPr/>
        </p:nvSpPr>
        <p:spPr>
          <a:xfrm>
            <a:off x="640080" y="1600200"/>
            <a:ext cx="2331720" cy="4089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107E8D"/>
                </a:solidFill>
              </a:rPr>
              <a:t>72</a:t>
            </a:r>
          </a:p>
        </p:txBody>
      </p:sp>
      <p:sp>
        <p:nvSpPr>
          <p:cNvPr id="7" name="c_1_BlockGrid:0:c_1_Block:content"/>
          <p:cNvSpPr txBox="1"/>
          <p:nvPr/>
        </p:nvSpPr>
        <p:spPr>
          <a:xfrm>
            <a:off x="640080" y="2077719"/>
            <a:ext cx="2331720" cy="21907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400">
                <a:solidFill>
                  <a:srgbClr val="000000"/>
                </a:solidFill>
              </a:rPr>
              <a:t>objects active</a:t>
            </a:r>
          </a:p>
        </p:txBody>
      </p:sp>
      <p:sp>
        <p:nvSpPr>
          <p:cNvPr id="8" name="c_1_BlockGrid:1:c_2_Block:container"/>
          <p:cNvSpPr/>
          <p:nvPr/>
        </p:nvSpPr>
        <p:spPr>
          <a:xfrm>
            <a:off x="3246120" y="1463040"/>
            <a:ext cx="2697480" cy="15544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_1_BlockGrid:1:c_2_Block:metric"/>
          <p:cNvSpPr txBox="1"/>
          <p:nvPr/>
        </p:nvSpPr>
        <p:spPr>
          <a:xfrm>
            <a:off x="3429000" y="1600200"/>
            <a:ext cx="2331720" cy="4089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0047FF"/>
                </a:solidFill>
              </a:rPr>
              <a:t>77</a:t>
            </a:r>
          </a:p>
        </p:txBody>
      </p:sp>
      <p:sp>
        <p:nvSpPr>
          <p:cNvPr id="10" name="c_1_BlockGrid:1:c_2_Block:content"/>
          <p:cNvSpPr txBox="1"/>
          <p:nvPr/>
        </p:nvSpPr>
        <p:spPr>
          <a:xfrm>
            <a:off x="3429000" y="2077719"/>
            <a:ext cx="2331720" cy="21907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400">
                <a:solidFill>
                  <a:srgbClr val="000000"/>
                </a:solidFill>
              </a:rPr>
              <a:t>API prompts in P4</a:t>
            </a:r>
          </a:p>
        </p:txBody>
      </p:sp>
      <p:sp>
        <p:nvSpPr>
          <p:cNvPr id="11" name="c_1_BlockGrid:2:c_3_Block:container"/>
          <p:cNvSpPr/>
          <p:nvPr/>
        </p:nvSpPr>
        <p:spPr>
          <a:xfrm>
            <a:off x="6035040" y="1463040"/>
            <a:ext cx="2697480" cy="15544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_1_BlockGrid:2:c_3_Block:metric"/>
          <p:cNvSpPr txBox="1"/>
          <p:nvPr/>
        </p:nvSpPr>
        <p:spPr>
          <a:xfrm>
            <a:off x="6217920" y="1600200"/>
            <a:ext cx="2331720" cy="4089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E06C00"/>
                </a:solidFill>
              </a:rPr>
              <a:t>~$19</a:t>
            </a:r>
          </a:p>
        </p:txBody>
      </p:sp>
      <p:sp>
        <p:nvSpPr>
          <p:cNvPr id="13" name="c_1_BlockGrid:2:c_3_Block:content"/>
          <p:cNvSpPr txBox="1"/>
          <p:nvPr/>
        </p:nvSpPr>
        <p:spPr>
          <a:xfrm>
            <a:off x="6217920" y="2077719"/>
            <a:ext cx="2331720" cy="21907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400">
                <a:solidFill>
                  <a:srgbClr val="000000"/>
                </a:solidFill>
              </a:rPr>
              <a:t>API cost · vs ~$2k manual</a:t>
            </a:r>
          </a:p>
        </p:txBody>
      </p:sp>
      <p:sp>
        <p:nvSpPr>
          <p:cNvPr id="14" name="c_1_BlockGrid:3:c_4_Block:container"/>
          <p:cNvSpPr/>
          <p:nvPr/>
        </p:nvSpPr>
        <p:spPr>
          <a:xfrm>
            <a:off x="8823960" y="1463040"/>
            <a:ext cx="2697480" cy="15544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_1_BlockGrid:3:c_4_Block:metric"/>
          <p:cNvSpPr txBox="1"/>
          <p:nvPr/>
        </p:nvSpPr>
        <p:spPr>
          <a:xfrm>
            <a:off x="9006840" y="1600200"/>
            <a:ext cx="2331720" cy="4089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E614EB"/>
                </a:solidFill>
              </a:rPr>
              <a:t>~3h</a:t>
            </a:r>
          </a:p>
        </p:txBody>
      </p:sp>
      <p:sp>
        <p:nvSpPr>
          <p:cNvPr id="16" name="c_1_BlockGrid:3:c_4_Block:content"/>
          <p:cNvSpPr txBox="1"/>
          <p:nvPr/>
        </p:nvSpPr>
        <p:spPr>
          <a:xfrm>
            <a:off x="9006840" y="2077719"/>
            <a:ext cx="2331720" cy="21907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400">
                <a:solidFill>
                  <a:srgbClr val="000000"/>
                </a:solidFill>
              </a:rPr>
              <a:t>wall-clock · vs ~2 weeks</a:t>
            </a:r>
          </a:p>
        </p:txBody>
      </p:sp>
      <p:sp>
        <p:nvSpPr>
          <p:cNvPr id="17" name="c_2_BlockGrid:0:c_5_Block"/>
          <p:cNvSpPr/>
          <p:nvPr/>
        </p:nvSpPr>
        <p:spPr>
          <a:xfrm>
            <a:off x="457200" y="3200400"/>
            <a:ext cx="3566160" cy="2926080"/>
          </a:xfrm>
          <a:prstGeom prst="rect">
            <a:avLst/>
          </a:prstGeom>
          <a:gradFill rotWithShape="1">
            <a:gsLst>
              <a:gs pos="0">
                <a:srgbClr val="003FE5"/>
              </a:gs>
              <a:gs pos="100000">
                <a:srgbClr val="1959FF"/>
              </a:gs>
            </a:gsLst>
            <a:lin ang="16200000" scaled="0"/>
          </a:gradFill>
          <a:ln w="3175">
            <a:solidFill>
              <a:srgbClr val="4B5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91440" bIns="91440"/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FFFFFF"/>
                </a:solidFill>
              </a:rPr>
              <a:t>DDIC layer</a:t>
            </a:r>
          </a:p>
          <a:p>
            <a:pPr algn="l" marL="228600" indent="-182880">
              <a:spcAft>
                <a:spcPts val="0"/>
              </a:spcAft>
              <a:buClr>
                <a:srgbClr val="FFFFFF"/>
              </a:buClr>
              <a:buChar char="•"/>
            </a:pPr>
            <a:r>
              <a:rPr sz="1100">
                <a:solidFill>
                  <a:srgbClr val="FFFFFF"/>
                </a:solidFill>
              </a:rPr>
              <a:t>20 domains (DOMA)</a:t>
            </a:r>
          </a:p>
          <a:p>
            <a:pPr algn="l" marL="228600" indent="-182880">
              <a:spcAft>
                <a:spcPts val="0"/>
              </a:spcAft>
              <a:buClr>
                <a:srgbClr val="FFFFFF"/>
              </a:buClr>
              <a:buChar char="•"/>
            </a:pPr>
            <a:r>
              <a:rPr sz="1100">
                <a:solidFill>
                  <a:srgbClr val="FFFFFF"/>
                </a:solidFill>
              </a:rPr>
              <a:t>20 data elements (DTEL)</a:t>
            </a:r>
          </a:p>
          <a:p>
            <a:pPr algn="l" marL="228600" indent="-182880">
              <a:spcAft>
                <a:spcPts val="0"/>
              </a:spcAft>
              <a:buClr>
                <a:srgbClr val="FFFFFF"/>
              </a:buClr>
              <a:buChar char="•"/>
            </a:pPr>
            <a:r>
              <a:rPr sz="1100">
                <a:solidFill>
                  <a:srgbClr val="FFFFFF"/>
                </a:solidFill>
              </a:rPr>
              <a:t>4 persistent tables (TABL)</a:t>
            </a:r>
          </a:p>
          <a:p>
            <a:pPr algn="l" marL="228600" indent="-182880">
              <a:spcAft>
                <a:spcPts val="0"/>
              </a:spcAft>
              <a:buClr>
                <a:srgbClr val="FFFFFF"/>
              </a:buClr>
              <a:buChar char="•"/>
            </a:pPr>
            <a:r>
              <a:rPr sz="1100">
                <a:solidFill>
                  <a:srgbClr val="FFFFFF"/>
                </a:solidFill>
              </a:rPr>
              <a:t>4 draft tables (TABL _D)</a:t>
            </a:r>
          </a:p>
        </p:txBody>
      </p:sp>
      <p:sp>
        <p:nvSpPr>
          <p:cNvPr id="18" name="c_2_BlockGrid:1:c_6_Block"/>
          <p:cNvSpPr/>
          <p:nvPr/>
        </p:nvSpPr>
        <p:spPr>
          <a:xfrm>
            <a:off x="4206240" y="3200400"/>
            <a:ext cx="3566160" cy="2926080"/>
          </a:xfrm>
          <a:prstGeom prst="rect">
            <a:avLst/>
          </a:prstGeom>
          <a:gradFill rotWithShape="1">
            <a:gsLst>
              <a:gs pos="0">
                <a:srgbClr val="0D6976"/>
              </a:gs>
              <a:gs pos="100000">
                <a:srgbClr val="1292A3"/>
              </a:gs>
            </a:gsLst>
            <a:lin ang="16200000" scaled="0"/>
          </a:gradFill>
          <a:ln w="3175">
            <a:solidFill>
              <a:srgbClr val="303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91440" bIns="91440"/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FFFFFF"/>
                </a:solidFill>
              </a:rPr>
              <a:t>RAP layer</a:t>
            </a:r>
          </a:p>
          <a:p>
            <a:pPr algn="l" marL="228600" indent="-182880">
              <a:spcAft>
                <a:spcPts val="0"/>
              </a:spcAft>
              <a:buClr>
                <a:srgbClr val="FFFFFF"/>
              </a:buClr>
              <a:buChar char="•"/>
            </a:pPr>
            <a:r>
              <a:rPr sz="1100">
                <a:solidFill>
                  <a:srgbClr val="FFFFFF"/>
                </a:solidFill>
              </a:rPr>
              <a:t>4 interface CDS (Z##_R_*)</a:t>
            </a:r>
          </a:p>
          <a:p>
            <a:pPr algn="l" marL="228600" indent="-182880">
              <a:spcAft>
                <a:spcPts val="0"/>
              </a:spcAft>
              <a:buClr>
                <a:srgbClr val="FFFFFF"/>
              </a:buClr>
              <a:buChar char="•"/>
            </a:pPr>
            <a:r>
              <a:rPr sz="1100">
                <a:solidFill>
                  <a:srgbClr val="FFFFFF"/>
                </a:solidFill>
              </a:rPr>
              <a:t>4 projection CDS (Z##_C_*)</a:t>
            </a:r>
          </a:p>
          <a:p>
            <a:pPr algn="l" marL="228600" indent="-182880">
              <a:spcAft>
                <a:spcPts val="0"/>
              </a:spcAft>
              <a:buClr>
                <a:srgbClr val="FFFFFF"/>
              </a:buClr>
              <a:buChar char="•"/>
            </a:pPr>
            <a:r>
              <a:rPr sz="1100">
                <a:solidFill>
                  <a:srgbClr val="FFFFFF"/>
                </a:solidFill>
              </a:rPr>
              <a:t>4 metadata extensions</a:t>
            </a:r>
          </a:p>
          <a:p>
            <a:pPr algn="l" marL="228600" indent="-182880">
              <a:spcAft>
                <a:spcPts val="0"/>
              </a:spcAft>
              <a:buClr>
                <a:srgbClr val="FFFFFF"/>
              </a:buClr>
              <a:buChar char="•"/>
            </a:pPr>
            <a:r>
              <a:rPr sz="1100">
                <a:solidFill>
                  <a:srgbClr val="FFFFFF"/>
                </a:solidFill>
              </a:rPr>
              <a:t>4 BDEF + 4 BIMP classes</a:t>
            </a:r>
          </a:p>
        </p:txBody>
      </p:sp>
      <p:sp>
        <p:nvSpPr>
          <p:cNvPr id="19" name="c_2_BlockGrid:2:c_7_Block"/>
          <p:cNvSpPr/>
          <p:nvPr/>
        </p:nvSpPr>
        <p:spPr>
          <a:xfrm>
            <a:off x="7955280" y="3200400"/>
            <a:ext cx="3566160" cy="2926080"/>
          </a:xfrm>
          <a:prstGeom prst="rect">
            <a:avLst/>
          </a:prstGeom>
          <a:gradFill rotWithShape="1">
            <a:gsLst>
              <a:gs pos="0">
                <a:srgbClr val="C65F00"/>
              </a:gs>
              <a:gs pos="100000">
                <a:srgbClr val="F97800"/>
              </a:gs>
            </a:gsLst>
            <a:lin ang="16200000" scaled="0"/>
          </a:gradFill>
          <a:ln w="3175">
            <a:solidFill>
              <a:srgbClr val="5A4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91440" bIns="91440"/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000000"/>
                </a:solidFill>
              </a:rPr>
              <a:t>Service · UI</a:t>
            </a:r>
          </a:p>
          <a:p>
            <a:pPr algn="l" marL="228600" indent="-182880">
              <a:spcAft>
                <a:spcPts val="0"/>
              </a:spcAft>
              <a:buClr>
                <a:srgbClr val="000000"/>
              </a:buClr>
              <a:buChar char="•"/>
            </a:pPr>
            <a:r>
              <a:rPr sz="1100">
                <a:solidFill>
                  <a:srgbClr val="000000"/>
                </a:solidFill>
              </a:rPr>
              <a:t>1 service definition</a:t>
            </a:r>
          </a:p>
          <a:p>
            <a:pPr algn="l" marL="228600" indent="-182880">
              <a:spcAft>
                <a:spcPts val="0"/>
              </a:spcAft>
              <a:buClr>
                <a:srgbClr val="000000"/>
              </a:buClr>
              <a:buChar char="•"/>
            </a:pPr>
            <a:r>
              <a:rPr sz="1100">
                <a:solidFill>
                  <a:srgbClr val="000000"/>
                </a:solidFill>
              </a:rPr>
              <a:t>1 OData V4 binding (published)</a:t>
            </a:r>
          </a:p>
          <a:p>
            <a:pPr algn="l" marL="228600" indent="-182880">
              <a:spcAft>
                <a:spcPts val="0"/>
              </a:spcAft>
              <a:buClr>
                <a:srgbClr val="000000"/>
              </a:buClr>
              <a:buChar char="•"/>
            </a:pPr>
            <a:r>
              <a:rPr sz="1100">
                <a:solidFill>
                  <a:srgbClr val="000000"/>
                </a:solidFill>
              </a:rPr>
              <a:t>Fiori Elements preview · CRUD + draft</a:t>
            </a:r>
          </a:p>
          <a:p>
            <a:pPr algn="l" marL="228600" indent="-182880">
              <a:spcAft>
                <a:spcPts val="0"/>
              </a:spcAft>
              <a:buClr>
                <a:srgbClr val="000000"/>
              </a:buClr>
              <a:buChar char="•"/>
            </a:pPr>
            <a:r>
              <a:rPr sz="1100">
                <a:solidFill>
                  <a:srgbClr val="000000"/>
                </a:solidFill>
              </a:rPr>
              <a:t>Author shows by name, not UUID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Two failure modes · how to catch them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DRIFT · HALLUCINATION</a:t>
            </a:r>
          </a:p>
        </p:txBody>
      </p:sp>
      <p:sp>
        <p:nvSpPr>
          <p:cNvPr id="4" name="ContentArea"/>
          <p:cNvSpPr/>
          <p:nvPr/>
        </p:nvSpPr>
        <p:spPr>
          <a:xfrm>
            <a:off x="457200" y="1463040"/>
            <a:ext cx="11064240" cy="46634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_1_BlockGrid:0:c_1_Block"/>
          <p:cNvSpPr/>
          <p:nvPr/>
        </p:nvSpPr>
        <p:spPr>
          <a:xfrm>
            <a:off x="457200" y="1463040"/>
            <a:ext cx="3566160" cy="4663440"/>
          </a:xfrm>
          <a:prstGeom prst="rect">
            <a:avLst/>
          </a:prstGeom>
          <a:gradFill rotWithShape="1">
            <a:gsLst>
              <a:gs pos="0">
                <a:srgbClr val="C65F00"/>
              </a:gs>
              <a:gs pos="100000">
                <a:srgbClr val="F97800"/>
              </a:gs>
            </a:gsLst>
            <a:lin ang="16200000" scaled="0"/>
          </a:gradFill>
          <a:ln w="3175">
            <a:solidFill>
              <a:srgbClr val="5A4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91440" bIns="91440"/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000000"/>
                </a:solidFill>
              </a:rPr>
              <a:t>Spec / plan drift</a:t>
            </a:r>
          </a:p>
          <a:p>
            <a:pPr algn="l">
              <a:spcAft>
                <a:spcPts val="0"/>
              </a:spcAft>
            </a:pPr>
            <a:r>
              <a:rPr sz="1400" b="1">
                <a:solidFill>
                  <a:srgbClr val="000000"/>
                </a:solidFill>
              </a:rPr>
              <a:t>Symptom: </a:t>
            </a:r>
            <a:r>
              <a:rPr sz="1400">
                <a:solidFill>
                  <a:srgbClr val="000000"/>
                </a:solidFill>
              </a:rPr>
              <a:t>extra objects, missing ones, silent renames.</a:t>
            </a:r>
          </a:p>
          <a:p>
            <a:pPr algn="l">
              <a:spcAft>
                <a:spcPts val="0"/>
              </a:spcAft>
            </a:pPr>
            <a:r>
              <a:rPr sz="1400" b="1">
                <a:solidFill>
                  <a:srgbClr val="000000"/>
                </a:solidFill>
              </a:rPr>
              <a:t>Catch: </a:t>
            </a:r>
            <a:r>
              <a:rPr sz="1400">
                <a:solidFill>
                  <a:srgbClr val="000000"/>
                </a:solidFill>
              </a:rPr>
              <a:t>quote the plan back; force exact list.</a:t>
            </a:r>
          </a:p>
        </p:txBody>
      </p:sp>
      <p:sp>
        <p:nvSpPr>
          <p:cNvPr id="6" name="c_1_BlockGrid:1:c_2_Block"/>
          <p:cNvSpPr/>
          <p:nvPr/>
        </p:nvSpPr>
        <p:spPr>
          <a:xfrm>
            <a:off x="4206240" y="1463040"/>
            <a:ext cx="3566160" cy="4663440"/>
          </a:xfrm>
          <a:prstGeom prst="rect">
            <a:avLst/>
          </a:prstGeom>
          <a:gradFill rotWithShape="1">
            <a:gsLst>
              <a:gs pos="0">
                <a:srgbClr val="CE0101"/>
              </a:gs>
              <a:gs pos="100000">
                <a:srgbClr val="FC0606"/>
              </a:gs>
            </a:gsLst>
            <a:lin ang="16200000" scaled="0"/>
          </a:gradFill>
          <a:ln w="3175">
            <a:solidFill>
              <a:srgbClr val="5D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91440" bIns="91440"/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FFFFFF"/>
                </a:solidFill>
              </a:rPr>
              <a:t>Hallucination</a:t>
            </a:r>
          </a:p>
          <a:p>
            <a:pPr algn="l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</a:rPr>
              <a:t>Symptom: </a:t>
            </a:r>
            <a:r>
              <a:rPr sz="1400">
                <a:solidFill>
                  <a:srgbClr val="FFFFFF"/>
                </a:solidFill>
              </a:rPr>
              <a:t>"All N active" with no Executing trace.</a:t>
            </a:r>
          </a:p>
          <a:p>
            <a:pPr algn="l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</a:rPr>
              <a:t>Catch: </a:t>
            </a:r>
            <a:r>
              <a:rPr sz="1400">
                <a:solidFill>
                  <a:srgbClr val="FFFFFF"/>
                </a:solidFill>
              </a:rPr>
              <a:t>low token count · ask agent to read each object back.</a:t>
            </a:r>
          </a:p>
        </p:txBody>
      </p:sp>
      <p:sp>
        <p:nvSpPr>
          <p:cNvPr id="7" name="c_1_BlockGrid:2:c_3_Block"/>
          <p:cNvSpPr/>
          <p:nvPr/>
        </p:nvSpPr>
        <p:spPr>
          <a:xfrm>
            <a:off x="7955280" y="1463040"/>
            <a:ext cx="3566160" cy="4663440"/>
          </a:xfrm>
          <a:prstGeom prst="rect">
            <a:avLst/>
          </a:prstGeom>
          <a:gradFill rotWithShape="1">
            <a:gsLst>
              <a:gs pos="0">
                <a:srgbClr val="CF12D3"/>
              </a:gs>
              <a:gs pos="100000">
                <a:srgbClr val="E82BED"/>
              </a:gs>
            </a:gsLst>
            <a:lin ang="16200000" scaled="0"/>
          </a:gradFill>
          <a:ln w="3175">
            <a:solidFill>
              <a:srgbClr val="644D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91440" bIns="91440"/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FFFFFF"/>
                </a:solidFill>
              </a:rPr>
              <a:t>Phase confusion</a:t>
            </a:r>
          </a:p>
          <a:p>
            <a:pPr algn="l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</a:rPr>
              <a:t>Symptom: </a:t>
            </a:r>
            <a:r>
              <a:rPr sz="1400">
                <a:solidFill>
                  <a:srgbClr val="FFFFFF"/>
                </a:solidFill>
              </a:rPr>
              <a:t>Create/Update runs during Phase 1-3.</a:t>
            </a:r>
          </a:p>
          <a:p>
            <a:pPr algn="l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</a:rPr>
              <a:t>Catch: </a:t>
            </a:r>
            <a:r>
              <a:rPr sz="1400">
                <a:solidFill>
                  <a:srgbClr val="FFFFFF"/>
                </a:solidFill>
              </a:rPr>
              <a:t>say "document only, not system" · revert.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you walk away with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OUTCOMES · 1-2 HOURS</a:t>
            </a:r>
          </a:p>
        </p:txBody>
      </p:sp>
      <p:sp>
        <p:nvSpPr>
          <p:cNvPr id="4" name="ContentArea"/>
          <p:cNvSpPr/>
          <p:nvPr/>
        </p:nvSpPr>
        <p:spPr>
          <a:xfrm>
            <a:off x="457200" y="1463040"/>
            <a:ext cx="11064240" cy="46634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_1_BlockGrid:0:c_1_Block:container"/>
          <p:cNvSpPr/>
          <p:nvPr/>
        </p:nvSpPr>
        <p:spPr>
          <a:xfrm>
            <a:off x="457200" y="1463040"/>
            <a:ext cx="3566160" cy="18288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_1_BlockGrid:0:c_1_Block:metric"/>
          <p:cNvSpPr txBox="1"/>
          <p:nvPr/>
        </p:nvSpPr>
        <p:spPr>
          <a:xfrm>
            <a:off x="640080" y="1600200"/>
            <a:ext cx="3200400" cy="4089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107E8D"/>
                </a:solidFill>
              </a:rPr>
              <a:t>1 app</a:t>
            </a:r>
          </a:p>
        </p:txBody>
      </p:sp>
      <p:sp>
        <p:nvSpPr>
          <p:cNvPr id="7" name="c_1_BlockGrid:0:c_1_Block:content"/>
          <p:cNvSpPr txBox="1"/>
          <p:nvPr/>
        </p:nvSpPr>
        <p:spPr>
          <a:xfrm>
            <a:off x="640080" y="2077719"/>
            <a:ext cx="3200400" cy="21907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400">
                <a:solidFill>
                  <a:srgbClr val="000000"/>
                </a:solidFill>
              </a:rPr>
              <a:t>active RAP BO · Fiori preview</a:t>
            </a:r>
          </a:p>
        </p:txBody>
      </p:sp>
      <p:sp>
        <p:nvSpPr>
          <p:cNvPr id="8" name="c_1_BlockGrid:1:c_2_Block:container"/>
          <p:cNvSpPr/>
          <p:nvPr/>
        </p:nvSpPr>
        <p:spPr>
          <a:xfrm>
            <a:off x="4206240" y="1463040"/>
            <a:ext cx="3566160" cy="18288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_1_BlockGrid:1:c_2_Block:metric"/>
          <p:cNvSpPr txBox="1"/>
          <p:nvPr/>
        </p:nvSpPr>
        <p:spPr>
          <a:xfrm>
            <a:off x="4389120" y="1600200"/>
            <a:ext cx="3200400" cy="4089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0047FF"/>
                </a:solidFill>
              </a:rPr>
              <a:t>3 docs</a:t>
            </a:r>
          </a:p>
        </p:txBody>
      </p:sp>
      <p:sp>
        <p:nvSpPr>
          <p:cNvPr id="10" name="c_1_BlockGrid:1:c_2_Block:content"/>
          <p:cNvSpPr txBox="1"/>
          <p:nvPr/>
        </p:nvSpPr>
        <p:spPr>
          <a:xfrm>
            <a:off x="4389120" y="2077719"/>
            <a:ext cx="3200400" cy="4381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400">
                <a:solidFill>
                  <a:srgbClr val="000000"/>
                </a:solidFill>
              </a:rPr>
              <a:t>business-req · tech-spec · impl-plan in RAG</a:t>
            </a:r>
          </a:p>
        </p:txBody>
      </p:sp>
      <p:sp>
        <p:nvSpPr>
          <p:cNvPr id="11" name="c_1_BlockGrid:2:c_3_Block:container"/>
          <p:cNvSpPr/>
          <p:nvPr/>
        </p:nvSpPr>
        <p:spPr>
          <a:xfrm>
            <a:off x="7955280" y="1463040"/>
            <a:ext cx="3566160" cy="18288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_1_BlockGrid:2:c_3_Block:metric"/>
          <p:cNvSpPr txBox="1"/>
          <p:nvPr/>
        </p:nvSpPr>
        <p:spPr>
          <a:xfrm>
            <a:off x="8138160" y="1600200"/>
            <a:ext cx="3200400" cy="4089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E06C00"/>
                </a:solidFill>
              </a:rPr>
              <a:t>1-2 h</a:t>
            </a:r>
          </a:p>
        </p:txBody>
      </p:sp>
      <p:sp>
        <p:nvSpPr>
          <p:cNvPr id="13" name="c_1_BlockGrid:2:c_3_Block:content"/>
          <p:cNvSpPr txBox="1"/>
          <p:nvPr/>
        </p:nvSpPr>
        <p:spPr>
          <a:xfrm>
            <a:off x="8138160" y="2077719"/>
            <a:ext cx="3200400" cy="21907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400">
                <a:solidFill>
                  <a:srgbClr val="000000"/>
                </a:solidFill>
              </a:rPr>
              <a:t>end to end wall-clock</a:t>
            </a:r>
          </a:p>
        </p:txBody>
      </p:sp>
      <p:sp>
        <p:nvSpPr>
          <p:cNvPr id="14" name="c_4_Block"/>
          <p:cNvSpPr/>
          <p:nvPr/>
        </p:nvSpPr>
        <p:spPr>
          <a:xfrm>
            <a:off x="457200" y="4297680"/>
            <a:ext cx="11064240" cy="1828800"/>
          </a:xfrm>
          <a:prstGeom prst="rect">
            <a:avLst/>
          </a:prstGeom>
          <a:gradFill rotWithShape="1">
            <a:gsLst>
              <a:gs pos="0">
                <a:srgbClr val="7C7C7C"/>
              </a:gs>
              <a:gs pos="100000">
                <a:srgbClr val="959595"/>
              </a:gs>
            </a:gsLst>
            <a:lin ang="16200000" scaled="0"/>
          </a:gradFill>
          <a:ln w="3175">
            <a:solidFill>
              <a:srgbClr val="5F5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91440" bIns="91440"/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00000"/>
                </a:solidFill>
              </a:rPr>
              <a:t>What you learn: </a:t>
            </a:r>
            <a:r>
              <a:rPr sz="1400">
                <a:solidFill>
                  <a:srgbClr val="000000"/>
                </a:solidFill>
              </a:rPr>
              <a:t>turn ideas into requirements, review AI specs, plan in dependency order, build layer by layer.</a:t>
            </a:r>
          </a:p>
          <a:p>
            <a:pPr algn="l">
              <a:spcAft>
                <a:spcPts val="0"/>
              </a:spcAft>
            </a:pPr>
            <a:r>
              <a:rPr sz="1400" b="1">
                <a:solidFill>
                  <a:srgbClr val="000000"/>
                </a:solidFill>
              </a:rPr>
              <a:t>What stays yours: </a:t>
            </a:r>
            <a:r>
              <a:rPr sz="1400">
                <a:solidFill>
                  <a:srgbClr val="000000"/>
                </a:solidFill>
              </a:rPr>
              <a:t>every business decision and every field mapping.</a:t>
            </a:r>
          </a:p>
          <a:p>
            <a:pPr algn="l">
              <a:spcAft>
                <a:spcPts val="0"/>
              </a:spcAft>
            </a:pPr>
            <a:r>
              <a:rPr sz="1400" b="1">
                <a:solidFill>
                  <a:srgbClr val="000000"/>
                </a:solidFill>
              </a:rPr>
              <a:t>What AI gives you: </a:t>
            </a:r>
            <a:r>
              <a:rPr sz="1400">
                <a:solidFill>
                  <a:srgbClr val="000000"/>
                </a:solidFill>
              </a:rPr>
              <a:t>the fastest pair programmer you can get · only if you lead.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HANGETRACKING" val="true"/>
  <p:tag name="MIO_UPDATE" val="True"/>
  <p:tag name="MIO_OBJECTNAME" val="EPAM Overview"/>
  <p:tag name="MIO_LASTEDITORNAME" val="Peter Rutsch"/>
  <p:tag name="MIO_DBID" val="D7ED4A1B-644D-42C8-B85A-3AF7EB19A1AD"/>
  <p:tag name="MIO_LASTDOWNLOADED" val="25.09.2019 20:19:12"/>
  <p:tag name="MIO_VERSION" val="25.09.2019 19:19:12"/>
  <p:tag name="MIO_EKGUID" val="d7e3e5f7-9b32-4300-a908-3232d6ed981a"/>
  <p:tag name="MIO_NATIVESECTIONS" val="﻿&lt;?xml version=&quot;1.0&quot; encoding=&quot;utf-8&quot;?&gt;&lt;ArrayOfNativeSection xmlns:xsd=&quot;http://www.w3.org/2001/XMLSchema&quot; xmlns:xsi=&quot;http://www.w3.org/2001/XMLSchema-instance&quot;&gt;&lt;NativeSection&gt;&lt;Name&gt;About EPAM&lt;/Name&gt;&lt;FirstSlideIndex&gt;3&lt;/FirstSlideIndex&gt;&lt;SlidesCount&gt;15&lt;/SlidesCount&gt;&lt;SlideIDs /&gt;&lt;SlideGuids&gt;&lt;guid&gt;41917f75-77c0-48c8-a973-0468f4fe6223&lt;/guid&gt;&lt;guid&gt;4c4084ce-9dc3-4a2a-bd15-284b0659bb1d&lt;/guid&gt;&lt;guid&gt;c25f9840-0bea-411d-962d-9f3050c735d6&lt;/guid&gt;&lt;guid&gt;7d12a499-7701-4a6e-8610-d9d576cb0dec&lt;/guid&gt;&lt;guid&gt;61ee236e-49d2-4ed5-a476-38e350e3bfd2&lt;/guid&gt;&lt;guid&gt;ef65a5ca-8d54-4147-8afa-2ebb941538e3&lt;/guid&gt;&lt;guid&gt;c94ecc82-7873-4e32-885c-f35e7d8f652f&lt;/guid&gt;&lt;guid&gt;c3fea710-23c7-43d8-8d5d-f36b24c7383e&lt;/guid&gt;&lt;guid&gt;2bba986c-ee29-49a3-8223-b3a7867a5f4b&lt;/guid&gt;&lt;guid&gt;00e49fa1-ccf7-49ac-b1ea-429440dc91c2&lt;/guid&gt;&lt;guid&gt;cd433048-84df-4410-81de-4a8b6f9b00db&lt;/guid&gt;&lt;guid&gt;3c65c556-57fe-432d-8e6c-e872ce9c17e6&lt;/guid&gt;&lt;guid&gt;cfbce635-1caa-40a0-8168-f7cd9a71855f&lt;/guid&gt;&lt;guid&gt;0dd5438a-71f4-45bd-aeb7-e9afb36545e3&lt;/guid&gt;&lt;guid&gt;025c768f-d8c8-481b-827c-fb70a3dea855&lt;/guid&gt;&lt;/SlideGuids&gt;&lt;/NativeSection&gt;&lt;NativeSection&gt;&lt;Name&gt;EPAM Advantage&lt;/Name&gt;&lt;FirstSlideIndex&gt;18&lt;/FirstSlideIndex&gt;&lt;SlidesCount&gt;7&lt;/SlidesCount&gt;&lt;SlideIDs /&gt;&lt;SlideGuids&gt;&lt;guid&gt;1d3f40df-0be8-4722-86b4-ba408afacf35&lt;/guid&gt;&lt;guid&gt;1e4e570a-a814-43ca-b0e7-827ba1e99159&lt;/guid&gt;&lt;guid&gt;10e9fa43-a251-4d26-a911-d8ed059b1b96&lt;/guid&gt;&lt;guid&gt;c7beb776-8ff1-4acc-8007-da30e0319d43&lt;/guid&gt;&lt;guid&gt;34f142e0-cb5b-44f7-b22f-231c1a8fc0f9&lt;/guid&gt;&lt;guid&gt;26526e34-7c79-495c-b434-1b8afad190de&lt;/guid&gt;&lt;guid&gt;877dc4cd-9bef-4f8a-8bbc-52177ac46c56&lt;/guid&gt;&lt;/SlideGuids&gt;&lt;/NativeSection&gt;&lt;/ArrayOfNativeSection&gt;"/>
</p:tagLst>
</file>

<file path=ppt/theme/theme1.xml><?xml version="1.0" encoding="utf-8"?>
<a:theme xmlns:a="http://schemas.openxmlformats.org/drawingml/2006/main" name="EPAM Master 2024.1">
  <a:themeElements>
    <a:clrScheme name="EPAM 2023">
      <a:dk1>
        <a:srgbClr val="000000"/>
      </a:dk1>
      <a:lt1>
        <a:srgbClr val="FFFFFF"/>
      </a:lt1>
      <a:dk2>
        <a:srgbClr val="A0A0A0"/>
      </a:dk2>
      <a:lt2>
        <a:srgbClr val="FBFAFA"/>
      </a:lt2>
      <a:accent1>
        <a:srgbClr val="060606"/>
      </a:accent1>
      <a:accent2>
        <a:srgbClr val="418DFF"/>
      </a:accent2>
      <a:accent3>
        <a:srgbClr val="107E8D"/>
      </a:accent3>
      <a:accent4>
        <a:srgbClr val="8353D2"/>
      </a:accent4>
      <a:accent5>
        <a:srgbClr val="3055DA"/>
      </a:accent5>
      <a:accent6>
        <a:srgbClr val="009CBE"/>
      </a:accent6>
      <a:hlink>
        <a:srgbClr val="61E2BB"/>
      </a:hlink>
      <a:folHlink>
        <a:srgbClr val="03815B"/>
      </a:folHlink>
    </a:clrScheme>
    <a:fontScheme name="EPAM">
      <a:majorFont>
        <a:latin typeface="Calibri Bold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</a:ln>
        <a:effectLst/>
      </a:spPr>
      <a:bodyPr wrap="square" lIns="0" tIns="0" rIns="0" bIns="0" rtlCol="0" anchor="ctr"/>
      <a:lstStyle>
        <a:defPPr algn="ctr">
          <a:defRPr sz="2400" dirty="0" smtClean="0">
            <a:solidFill>
              <a:schemeClr val="bg1"/>
            </a:solidFill>
            <a:latin typeface="Calibri Light" panose="020F0302020204030204" pitchFamily="34" charset="0"/>
            <a:ea typeface="Human Sans ExtraLight" charset="0"/>
            <a:cs typeface="Human Sans ExtraLight" charset="0"/>
          </a:defRPr>
        </a:defPPr>
      </a:lstStyle>
    </a:spDef>
    <a:lnDef>
      <a:spPr>
        <a:ln w="6350"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wrap="square" lIns="0" tIns="0" rIns="0" bIns="0">
        <a:spAutoFit/>
      </a:bodyPr>
      <a:lstStyle>
        <a:defPPr algn="l">
          <a:defRPr dirty="0" smtClean="0"/>
        </a:defPPr>
      </a:lstStyle>
    </a:txDef>
  </a:objectDefaults>
  <a:extraClrSchemeLst/>
  <a:custClrLst>
    <a:custClr name="PALINA BLUE">
      <a:srgbClr val="A9C9D7"/>
    </a:custClr>
    <a:custClr name="DARK PURPLE ">
      <a:srgbClr val="8A7CBB"/>
    </a:custClr>
    <a:custClr name="LIGHT PURPLE">
      <a:srgbClr val="AE9BD8"/>
    </a:custClr>
    <a:custClr name="BRIGHT CORAL">
      <a:srgbClr val="FF4E33"/>
    </a:custClr>
    <a:custClr name="EPAM CORAL">
      <a:srgbClr val="FF8468"/>
    </a:custClr>
    <a:custClr name="BRIGHT ORANGE">
      <a:srgbClr val="FF8500"/>
    </a:custClr>
    <a:custClr name="ORANGE ">
      <a:srgbClr val="FFA436"/>
    </a:custClr>
    <a:custClr name="DARK GREEN">
      <a:srgbClr val="62A230"/>
    </a:custClr>
    <a:custClr name="BRIGHT GREEN">
      <a:srgbClr val="9BC838"/>
    </a:custClr>
    <a:custClr name="LIME GREEN">
      <a:srgbClr val="C8DE49"/>
    </a:custClr>
    <a:custClr name="Coral Orange">
      <a:srgbClr val="F57F41"/>
    </a:custClr>
    <a:custClr name="Tangerine">
      <a:srgbClr val="F15C44"/>
    </a:custClr>
    <a:custClr name="Gold">
      <a:srgbClr val="DBB661"/>
    </a:custClr>
    <a:custClr name="Turqoise">
      <a:srgbClr val="2A9D8E"/>
    </a:custClr>
    <a:custClr name="Ocean">
      <a:srgbClr val="209EBD"/>
    </a:custClr>
    <a:custClr name="Charcoal">
      <a:srgbClr val="264553"/>
    </a:custClr>
    <a:custClr name="Eggplant">
      <a:srgbClr val="58335E"/>
    </a:custClr>
    <a:custClr name="Grape Soda">
      <a:srgbClr val="745C97"/>
    </a:custClr>
    <a:custClr name="Wild Berry">
      <a:srgbClr val="89608E"/>
    </a:custClr>
    <a:custClr name="Taffy">
      <a:srgbClr val="8ACDEA"/>
    </a:custClr>
    <a:custClr name="Honey">
      <a:srgbClr val="EFEA5A"/>
    </a:custClr>
    <a:custClr name="Mint">
      <a:srgbClr val="2CD094"/>
    </a:custClr>
    <a:custClr name="Malibu">
      <a:srgbClr val="BAD49C"/>
    </a:custClr>
    <a:custClr name="Cotton Candy">
      <a:srgbClr val="EEB4B3"/>
    </a:custClr>
    <a:custClr name="Guava">
      <a:srgbClr val="E26D5C"/>
    </a:custClr>
  </a:custClrLst>
  <a:extLst>
    <a:ext uri="{05A4C25C-085E-4340-85A3-A5531E510DB2}">
      <thm15:themeFamily xmlns:thm15="http://schemas.microsoft.com/office/thememl/2012/main" name="EPAM_PresalesTemplate" id="{BA2CABEF-164A-0B40-9E1D-A9B96AE60B87}" vid="{65C357FB-1C5F-AA46-A42C-758D0D80597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AB325E2B-52F7-4394-BC3E-1C5545ED6C41}">
  <we:reference id="0712333e-3078-4353-bc6c-307328446e34" version="1.0.1.0" store="EXCatalog" storeType="EXCatalog"/>
  <we:alternateReferences/>
  <we:properties/>
  <we:bindings/>
  <we:snapshot xmlns:r="http://schemas.openxmlformats.org/officeDocument/2006/relationships"/>
</we:webextension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f45da436-b9c0-45a6-9ecc-c0655a249673">
      <Value>1635</Value>
      <Value>116</Value>
      <Value>72</Value>
      <Value>1</Value>
      <Value>3444</Value>
    </TaxCatchAll>
    <LikesCount xmlns="http://schemas.microsoft.com/sharepoint/v3">37</LikesCount>
    <ica38aae1f42489fb9720caef7617fcd xmlns="f45da436-b9c0-45a6-9ecc-c0655a249673">
      <Terms xmlns="http://schemas.microsoft.com/office/infopath/2007/PartnerControls">
        <TermInfo xmlns="http://schemas.microsoft.com/office/infopath/2007/PartnerControls">
          <TermName xmlns="http://schemas.microsoft.com/office/infopath/2007/PartnerControls">General Decks:About EPAM</TermName>
          <TermId xmlns="http://schemas.microsoft.com/office/infopath/2007/PartnerControls">1bb3a607-45a4-4116-99d9-b95075743ae1</TermId>
        </TermInfo>
      </Terms>
    </ica38aae1f42489fb9720caef7617fcd>
    <StoryOwner xmlns="f45da436-b9c0-45a6-9ecc-c0655a249673">
      <UserInfo>
        <DisplayName>c:0t.c|tenant|5250c590-249d-4ccd-91b6-76bf54384662</DisplayName>
        <AccountId>15</AccountId>
        <AccountType/>
      </UserInfo>
      <UserInfo>
        <DisplayName>i:0#.f|membership|viktar_dvorkin@epam.com,#i:0#.f|membership|viktar_dvorkin@epam.com,#Viktar_Dvorkin@epam.com,#Viktar_Dvorkin@epam.com,#Viktar Dvorkin,#,#GDO Office,#SVP, Global Head of Advanced Engineering, Cloud and Enterprise Platforms</DisplayName>
        <AccountId>1450</AccountId>
        <AccountType/>
      </UserInfo>
    </StoryOwner>
    <StoryVideoLink xmlns="f45da436-b9c0-45a6-9ecc-c0655a249673">
      <Url>https://videoportal.epam.com/video/2JwbXbYM</Url>
      <Description>https://videoportal.epam.com/video/2JwbXbYM</Description>
    </StoryVideoLink>
    <a6a6423fd38e469e9a7567459672989e xmlns="f45da436-b9c0-45a6-9ecc-c0655a249673">
      <Terms xmlns="http://schemas.microsoft.com/office/infopath/2007/PartnerControls">
        <TermInfo xmlns="http://schemas.microsoft.com/office/infopath/2007/PartnerControls">
          <TermName xmlns="http://schemas.microsoft.com/office/infopath/2007/PartnerControls">Continuum</TermName>
          <TermId xmlns="http://schemas.microsoft.com/office/infopath/2007/PartnerControls">036b37b0-418a-48a3-ad40-f27762061154</TermId>
        </TermInfo>
        <TermInfo xmlns="http://schemas.microsoft.com/office/infopath/2007/PartnerControls">
          <TermName xmlns="http://schemas.microsoft.com/office/infopath/2007/PartnerControls">About EPAM</TermName>
          <TermId xmlns="http://schemas.microsoft.com/office/infopath/2007/PartnerControls">e35b7162-8377-4ac0-bb47-f30ed6f0902e</TermId>
        </TermInfo>
      </Terms>
    </a6a6423fd38e469e9a7567459672989e>
    <ExpirationDate xmlns="f45da436-b9c0-45a6-9ecc-c0655a249673">2025-11-20T00:00:00+00:00</ExpirationDate>
    <_dlc_DocId xmlns="f45da436-b9c0-45a6-9ecc-c0655a249673">EPAMSTORY-1389392072-5</_dlc_DocId>
    <_dlc_DocIdUrl xmlns="f45da436-b9c0-45a6-9ecc-c0655a249673">
      <Url>https://epam.sharepoint.com/sites/EPAMPresalesStories/_layouts/15/DocIdRedir.aspx?ID=EPAMSTORY-1389392072-5</Url>
      <Description>EPAMSTORY-1389392072-5</Description>
    </_dlc_DocIdUrl>
    <ExpirationStatus xmlns="cce964ea-0c98-4d20-81b3-11b96e0098eb">ok</ExpirationStatus>
    <ConfigNotes xmlns="http://schemas.microsoft.com/sharepoint/v3" xsi:nil="true"/>
    <o10324d9d8f24f3d87174cfdfd74b2e5 xmlns="f45da436-b9c0-45a6-9ecc-c0655a249673">
      <Terms xmlns="http://schemas.microsoft.com/office/infopath/2007/PartnerControls">
        <TermInfo xmlns="http://schemas.microsoft.com/office/infopath/2007/PartnerControls">
          <TermName xmlns="http://schemas.microsoft.com/office/infopath/2007/PartnerControls">About EPAM</TermName>
          <TermId xmlns="http://schemas.microsoft.com/office/infopath/2007/PartnerControls">5e1ed0a0-89ac-446a-837d-6ea8b9460059</TermId>
        </TermInfo>
      </Terms>
    </o10324d9d8f24f3d87174cfdfd74b2e5>
    <Contributors xmlns="cce964ea-0c98-4d20-81b3-11b96e0098eb">
      <UserInfo>
        <DisplayName/>
        <AccountId xsi:nil="true"/>
        <AccountType/>
      </UserInfo>
    </Contributors>
    <Part_x0020_of_x0020_Story xmlns="f45da436-b9c0-45a6-9ecc-c0655a249673" xsi:nil="true"/>
    <SharedWithUsers xmlns="f45da436-b9c0-45a6-9ecc-c0655a249673">
      <UserInfo>
        <DisplayName/>
        <AccountId xsi:nil="true"/>
        <AccountType/>
      </UserInfo>
    </SharedWithUsers>
    <TaxCatchAllLabel xmlns="f45da436-b9c0-45a6-9ecc-c0655a249673" xsi:nil="true"/>
    <_dlc_DocIdPersistId xmlns="f45da436-b9c0-45a6-9ecc-c0655a249673" xsi:nil="true"/>
    <h557d92785684d7cbabbc42229493ceb xmlns="f45da436-b9c0-45a6-9ecc-c0655a249673">
      <Terms xmlns="http://schemas.microsoft.com/office/infopath/2007/PartnerControls">
        <TermInfo xmlns="http://schemas.microsoft.com/office/infopath/2007/PartnerControls">
          <TermName xmlns="http://schemas.microsoft.com/office/infopath/2007/PartnerControls">Confidential: NDA Required</TermName>
          <TermId xmlns="http://schemas.microsoft.com/office/infopath/2007/PartnerControls">1078c1ca-8558-4f4e-bb3a-506201fcb43c</TermId>
        </TermInfo>
      </Terms>
    </h557d92785684d7cbabbc42229493ceb>
    <d0b4fb09d84842999ca30d5dd3a1ca39 xmlns="f45da436-b9c0-45a6-9ecc-c0655a249673">
      <Terms xmlns="http://schemas.microsoft.com/office/infopath/2007/PartnerControls"/>
    </d0b4fb09d84842999ca30d5dd3a1ca39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EPAM Story" ma:contentTypeID="0x0101009D00C2DDB7BE0A4F95197A46FA9E762A002B352ACE8C7DF74FABD5BBBE23F6FD6F" ma:contentTypeVersion="24" ma:contentTypeDescription="Create a new EPAM Story" ma:contentTypeScope="" ma:versionID="6c7ad0fab38022b33ef4691436c7fb7a">
  <xsd:schema xmlns:xsd="http://www.w3.org/2001/XMLSchema" xmlns:xs="http://www.w3.org/2001/XMLSchema" xmlns:p="http://schemas.microsoft.com/office/2006/metadata/properties" xmlns:ns1="http://schemas.microsoft.com/sharepoint/v3" xmlns:ns2="f45da436-b9c0-45a6-9ecc-c0655a249673" xmlns:ns3="cce964ea-0c98-4d20-81b3-11b96e0098eb" targetNamespace="http://schemas.microsoft.com/office/2006/metadata/properties" ma:root="true" ma:fieldsID="aef5d73f16a20ab942390f9d63fc4095" ns1:_="" ns2:_="" ns3:_="">
    <xsd:import namespace="http://schemas.microsoft.com/sharepoint/v3"/>
    <xsd:import namespace="f45da436-b9c0-45a6-9ecc-c0655a249673"/>
    <xsd:import namespace="cce964ea-0c98-4d20-81b3-11b96e0098eb"/>
    <xsd:element name="properties">
      <xsd:complexType>
        <xsd:sequence>
          <xsd:element name="documentManagement">
            <xsd:complexType>
              <xsd:all>
                <xsd:element ref="ns2:ExpirationDate"/>
                <xsd:element ref="ns2:StoryOwner"/>
                <xsd:element ref="ns3:Contributors" minOccurs="0"/>
                <xsd:element ref="ns3:ExpirationStatus" minOccurs="0"/>
                <xsd:element ref="ns2:Part_x0020_of_x0020_Story" minOccurs="0"/>
                <xsd:element ref="ns2:StoryVideoLink" minOccurs="0"/>
                <xsd:element ref="ns1:ConfigNotes" minOccurs="0"/>
                <xsd:element ref="ns2:_dlc_DocIdUrl" minOccurs="0"/>
                <xsd:element ref="ns2:a6a6423fd38e469e9a7567459672989e" minOccurs="0"/>
                <xsd:element ref="ns1:LikesCount" minOccurs="0"/>
                <xsd:element ref="ns2:SharedWithUsers" minOccurs="0"/>
                <xsd:element ref="ns2:SharedWithDetails" minOccurs="0"/>
                <xsd:element ref="ns2:ica38aae1f42489fb9720caef7617fcd" minOccurs="0"/>
                <xsd:element ref="ns2:_dlc_DocId" minOccurs="0"/>
                <xsd:element ref="ns2:o10324d9d8f24f3d87174cfdfd74b2e5" minOccurs="0"/>
                <xsd:element ref="ns2:_dlc_DocIdPersistId" minOccurs="0"/>
                <xsd:element ref="ns2:TaxCatchAll" minOccurs="0"/>
                <xsd:element ref="ns3:MediaServiceObjectDetectorVersions" minOccurs="0"/>
                <xsd:element ref="ns3:MediaServiceSearchProperties" minOccurs="0"/>
                <xsd:element ref="ns2:h557d92785684d7cbabbc42229493ceb" minOccurs="0"/>
                <xsd:element ref="ns3:MediaServiceBillingMetadata" minOccurs="0"/>
                <xsd:element ref="ns2:d0b4fb09d84842999ca30d5dd3a1ca39" minOccurs="0"/>
                <xsd:element ref="ns2:TaxCatchAllLabel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ConfigNotes" ma:index="11" nillable="true" ma:displayName="Notes" ma:internalName="ConfigNotes" ma:readOnly="false">
      <xsd:simpleType>
        <xsd:restriction base="dms:Note">
          <xsd:maxLength value="255"/>
        </xsd:restriction>
      </xsd:simpleType>
    </xsd:element>
    <xsd:element name="LikesCount" ma:index="19" nillable="true" ma:displayName="Number of Likes" ma:hidden="true" ma:internalName="LikesCount" ma:readOnly="fals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45da436-b9c0-45a6-9ecc-c0655a249673" elementFormDefault="qualified">
    <xsd:import namespace="http://schemas.microsoft.com/office/2006/documentManagement/types"/>
    <xsd:import namespace="http://schemas.microsoft.com/office/infopath/2007/PartnerControls"/>
    <xsd:element name="ExpirationDate" ma:index="4" ma:displayName="Review Date" ma:default="[today]" ma:format="DateOnly" ma:internalName="ExpirationDate" ma:readOnly="false">
      <xsd:simpleType>
        <xsd:restriction base="dms:DateTime"/>
      </xsd:simpleType>
    </xsd:element>
    <xsd:element name="StoryOwner" ma:index="5" ma:displayName="StoryOwner" ma:list="UserInfo" ma:SearchPeopleOnly="false" ma:SharePointGroup="0" ma:internalName="StoryOwner" ma:readOnly="false" ma:showField="ImnNam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Part_x0020_of_x0020_Story" ma:index="9" nillable="true" ma:displayName="Part of Collection" ma:list="{caf6492b-c3a1-41e6-9ddd-75f5bc3198ae}" ma:internalName="Part_x0020_of_x0020_Story" ma:readOnly="false" ma:showField="Title" ma:web="f45da436-b9c0-45a6-9ecc-c0655a24967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toryVideoLink" ma:index="10" nillable="true" ma:displayName="StoryVideoLink" ma:description="Link to video on EPAM VideoPortal about this story" ma:format="Hyperlink" ma:internalName="StoryVideoLink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Url" ma:index="14" nillable="true" ma:displayName="Document ID" ma:description="Permanent link to this document." ma:hidden="true" ma:internalName="_dlc_DocIdUrl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a6a6423fd38e469e9a7567459672989e" ma:index="17" nillable="true" ma:taxonomy="true" ma:internalName="a6a6423fd38e469e9a7567459672989e" ma:taxonomyFieldName="StoryTags" ma:displayName="StoryTags" ma:readOnly="false" ma:default="" ma:fieldId="{a6a6423f-d38e-469e-9a75-67459672989e}" ma:taxonomyMulti="true" ma:sspId="debda6a7-6b37-4000-ac6c-4fd0a963898e" ma:termSetId="f1da140d-ef9e-4ced-9281-d8ea40222c81" ma:anchorId="00000000-0000-0000-0000-000000000000" ma:open="true" ma:isKeyword="false">
      <xsd:complexType>
        <xsd:sequence>
          <xsd:element ref="pc:Terms" minOccurs="0" maxOccurs="1"/>
        </xsd:sequence>
      </xsd:complexType>
    </xsd:element>
    <xsd:element name="SharedWithUsers" ma:index="21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2" nillable="true" ma:displayName="Shared With Details" ma:hidden="true" ma:internalName="SharedWithDetails" ma:readOnly="true">
      <xsd:simpleType>
        <xsd:restriction base="dms:Note"/>
      </xsd:simpleType>
    </xsd:element>
    <xsd:element name="ica38aae1f42489fb9720caef7617fcd" ma:index="23" ma:taxonomy="true" ma:internalName="ica38aae1f42489fb9720caef7617fcd" ma:taxonomyFieldName="Story" ma:displayName="Taxonomy" ma:readOnly="false" ma:default="" ma:fieldId="{2ca38aae-1f42-489f-b972-0caef7617fcd}" ma:taxonomyMulti="true" ma:sspId="debda6a7-6b37-4000-ac6c-4fd0a963898e" ma:termSetId="d72849a2-9b0d-48bf-bf08-492c9dccb842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_dlc_DocId" ma:index="24" nillable="true" ma:displayName="Document ID Value" ma:description="The value of the document ID assigned to this item." ma:hidden="true" ma:indexed="true" ma:internalName="_dlc_DocId" ma:readOnly="true">
      <xsd:simpleType>
        <xsd:restriction base="dms:Text"/>
      </xsd:simpleType>
    </xsd:element>
    <xsd:element name="o10324d9d8f24f3d87174cfdfd74b2e5" ma:index="25" ma:taxonomy="true" ma:internalName="o10324d9d8f24f3d87174cfdfd74b2e5" ma:taxonomyFieldName="StoryCategories" ma:displayName="StoryCategories" ma:readOnly="false" ma:default="1628;#Capability|437677bb-e3a5-4872-945b-ba4270c6cbb4" ma:fieldId="{810324d9-d8f2-4f3d-8717-4cfdfd74b2e5}" ma:taxonomyMulti="true" ma:sspId="debda6a7-6b37-4000-ac6c-4fd0a963898e" ma:termSetId="ddcebb0a-3fca-4e23-b6a5-f1f8550db231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_dlc_DocIdPersistId" ma:index="27" nillable="true" ma:displayName="Persist ID" ma:description="Keep ID on add." ma:hidden="true" ma:internalName="_dlc_DocIdPersistId" ma:readOnly="false">
      <xsd:simpleType>
        <xsd:restriction base="dms:Boolean"/>
      </xsd:simpleType>
    </xsd:element>
    <xsd:element name="TaxCatchAll" ma:index="28" nillable="true" ma:displayName="Taxonomy Catch All Column" ma:hidden="true" ma:list="{f4ef9fac-c5ce-424a-9df9-4a92c932d921}" ma:internalName="TaxCatchAll" ma:readOnly="false" ma:showField="CatchAllData" ma:web="f45da436-b9c0-45a6-9ecc-c0655a24967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h557d92785684d7cbabbc42229493ceb" ma:index="31" ma:taxonomy="true" ma:internalName="h557d92785684d7cbabbc42229493ceb" ma:taxonomyFieldName="UsagePermission" ma:displayName="UsagePermission" ma:readOnly="false" ma:default="3444;#Confidential: NDA Required|1078c1ca-8558-4f4e-bb3a-506201fcb43c" ma:fieldId="{1557d927-8568-4d7c-babb-c42229493ceb}" ma:sspId="debda6a7-6b37-4000-ac6c-4fd0a963898e" ma:termSetId="8fdd4e80-0ab9-4356-9b99-f53e66d4630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d0b4fb09d84842999ca30d5dd3a1ca39" ma:index="34" nillable="true" ma:taxonomy="true" ma:internalName="d0b4fb09d84842999ca30d5dd3a1ca39" ma:taxonomyFieldName="VCN" ma:displayName="VCN" ma:readOnly="false" ma:default="" ma:fieldId="{d0b4fb09-d848-4299-9ca3-0d5dd3a1ca39}" ma:taxonomyMulti="true" ma:sspId="debda6a7-6b37-4000-ac6c-4fd0a963898e" ma:termSetId="983cafd6-05e4-4154-90f9-0772cf21af68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axCatchAllLabel" ma:index="35" nillable="true" ma:displayName="Taxonomy Catch All Column1" ma:hidden="true" ma:list="{f4ef9fac-c5ce-424a-9df9-4a92c932d921}" ma:internalName="TaxCatchAllLabel" ma:readOnly="false" ma:showField="CatchAllDataLabel" ma:web="f45da436-b9c0-45a6-9ecc-c0655a24967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ce964ea-0c98-4d20-81b3-11b96e0098eb" elementFormDefault="qualified">
    <xsd:import namespace="http://schemas.microsoft.com/office/2006/documentManagement/types"/>
    <xsd:import namespace="http://schemas.microsoft.com/office/infopath/2007/PartnerControls"/>
    <xsd:element name="Contributors" ma:index="6" nillable="true" ma:displayName="Contributors" ma:format="Dropdown" ma:list="UserInfo" ma:SharePointGroup="0" ma:internalName="Contributors" ma:readOnly="fals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xpirationStatus" ma:index="7" nillable="true" ma:displayName="ExpirationStatus" ma:internalName="ExpirationStatus" ma:readOnly="false">
      <xsd:simpleType>
        <xsd:restriction base="dms:Text">
          <xsd:maxLength value="255"/>
        </xsd:restriction>
      </xsd:simpleType>
    </xsd:element>
    <xsd:element name="MediaServiceObjectDetectorVersions" ma:index="2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3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GenerationTime" ma:index="3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3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0CB216C-B8AE-4FE7-A9EB-F5691280A8C7}">
  <ds:schemaRefs>
    <ds:schemaRef ds:uri="http://schemas.microsoft.com/sharepoint/events"/>
  </ds:schemaRefs>
</ds:datastoreItem>
</file>

<file path=customXml/itemProps2.xml><?xml version="1.0" encoding="utf-8"?>
<ds:datastoreItem xmlns:ds="http://schemas.openxmlformats.org/officeDocument/2006/customXml" ds:itemID="{D5483322-9D94-4891-9E64-C985B1D86A41}">
  <ds:schemaRefs>
    <ds:schemaRef ds:uri="f45da436-b9c0-45a6-9ecc-c0655a249673"/>
    <ds:schemaRef ds:uri="http://purl.org/dc/dcmitype/"/>
    <ds:schemaRef ds:uri="http://purl.org/dc/terms/"/>
    <ds:schemaRef ds:uri="http://purl.org/dc/elements/1.1/"/>
    <ds:schemaRef ds:uri="http://schemas.microsoft.com/sharepoint/v3"/>
    <ds:schemaRef ds:uri="http://schemas.microsoft.com/office/2006/documentManagement/types"/>
    <ds:schemaRef ds:uri="http://www.w3.org/XML/1998/namespace"/>
    <ds:schemaRef ds:uri="cce964ea-0c98-4d20-81b3-11b96e0098eb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9BE67F4B-6A2F-473F-80F8-05CE7721E7A5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223FEB0C-CC02-4177-8430-04E42C5C0C3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f45da436-b9c0-45a6-9ecc-c0655a249673"/>
    <ds:schemaRef ds:uri="cce964ea-0c98-4d20-81b3-11b96e0098e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Covers</Template>
  <TotalTime>1266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6" baseType="lpstr">
      <vt:lpstr>Arial</vt:lpstr>
      <vt:lpstr>Calibri</vt:lpstr>
      <vt:lpstr>Calibri Light</vt:lpstr>
      <vt:lpstr>Courier New</vt:lpstr>
      <vt:lpstr>Human Sans</vt:lpstr>
      <vt:lpstr>EPAM Master 2024.1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EPAM Overview</dc:title>
  <dc:creator>Jennifer Markowitz</dc:creator>
  <cp:lastModifiedBy>Dmitry Zdanovich</cp:lastModifiedBy>
  <cp:revision>4</cp:revision>
  <dcterms:created xsi:type="dcterms:W3CDTF">2018-01-26T19:23:30Z</dcterms:created>
  <dcterms:modified xsi:type="dcterms:W3CDTF">2026-04-24T13:17:55Z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0x0101009D00C2DDB7BE0A4F95197A46FA9E762A002B352ACE8C7DF74FABD5BBBE23F6FD6F</vt:lpwstr>
  </property>
  <property fmtid="{D5CDD505-2E9C-101B-9397-08002B2CF9AE}" pid="3" name="ImportRevision">
    <vt:lpwstr>636751944040000000</vt:lpwstr>
  </property>
  <property fmtid="{D5CDD505-2E9C-101B-9397-08002B2CF9AE}" pid="4" name="StoryTags">
    <vt:lpwstr>72;#Continuum|036b37b0-418a-48a3-ad40-f27762061154;#116;#About EPAM|e35b7162-8377-4ac0-bb47-f30ed6f0902e</vt:lpwstr>
  </property>
  <property fmtid="{D5CDD505-2E9C-101B-9397-08002B2CF9AE}" pid="5" name="_dlc_DocIdItemGuid">
    <vt:lpwstr>041f0451-e7b6-47dd-8915-ddc72a6e399d</vt:lpwstr>
  </property>
  <property fmtid="{D5CDD505-2E9C-101B-9397-08002B2CF9AE}" pid="6" name="StoryTaxonomy">
    <vt:lpwstr>204;#EPAM Overview|107422c5-c5be-4599-981e-e0bc82e53d69</vt:lpwstr>
  </property>
  <property fmtid="{D5CDD505-2E9C-101B-9397-08002B2CF9AE}" pid="7" name="h098c32ae4474a2397bbdf9bd347fc14">
    <vt:lpwstr>EPAM Overview|107422c5-c5be-4599-981e-e0bc82e53d69</vt:lpwstr>
  </property>
  <property fmtid="{D5CDD505-2E9C-101B-9397-08002B2CF9AE}" pid="8" name="LikedBy">
    <vt:lpwstr>17;#Palina Vilava;#78;#Martin Asencio;#39;#Sergey Levchenko;#970;#Jesal Panchal;#5014;#Yury Slobodski;#243;#Esmy Jensen;#2461;#David Aldrich;#36;#Yuliya Ziaziulina;#899;#Markus Eriksson;#1694;#David Guerri;#7200;#Anand Topu;#219;#Sofia Odintseva;#22949;#Andrew Macey;#9941;#Ilya Kuntsevich;#22597;#Claudia Gorham1;#23522;#Volodymyr Stepanets (Contractor);#24069;#Deborah Regal;#24283;#Vladimir Grevtsev;#27435;#Ryan Ahmed;#20380;#Karan Bhardwaj;#27681;#Caroline Prenn;#24469;#Maneesh Khare;#30037;#CLAUDIA GIANFELICE;#418;#Gary Thomson;#863;#Ghislain Siewe;#7315;#Vivek Agarwal;#31715;#Mahesh Aluvala;#32105;#Alexa Robinson;#32214;#Ted Slater;#22485;#Giuseppe Riefoli;#33929;#Trinh Nguyen;#3914;#Bogdan Jurjevich;#2215;#Taryn Hess;#35911;#Kiryl Domnitch;#16039;#Quentin Odier;#15333;#Jack Maher;#29060;#i:0#.f|membership|marius_constantinescu@epam.com</vt:lpwstr>
  </property>
  <property fmtid="{D5CDD505-2E9C-101B-9397-08002B2CF9AE}" pid="9" name="StoryCategories">
    <vt:lpwstr>1635;#About EPAM|5e1ed0a0-89ac-446a-837d-6ea8b9460059</vt:lpwstr>
  </property>
  <property fmtid="{D5CDD505-2E9C-101B-9397-08002B2CF9AE}" pid="10" name="UsagePermission">
    <vt:lpwstr>3444;#Confidential: NDA Required|1078c1ca-8558-4f4e-bb3a-506201fcb43c</vt:lpwstr>
  </property>
  <property fmtid="{D5CDD505-2E9C-101B-9397-08002B2CF9AE}" pid="11" name="VCN">
    <vt:lpwstr/>
  </property>
  <property fmtid="{D5CDD505-2E9C-101B-9397-08002B2CF9AE}" pid="12" name="Story">
    <vt:lpwstr>1;#General Decks:About EPAM|1bb3a607-45a4-4116-99d9-b95075743ae1</vt:lpwstr>
  </property>
  <property fmtid="{D5CDD505-2E9C-101B-9397-08002B2CF9AE}" pid="13" name="MSIP_Label_2a535040-0af2-483f-adc3-a132c21e3e2b_Enabled">
    <vt:lpwstr>true</vt:lpwstr>
  </property>
  <property fmtid="{D5CDD505-2E9C-101B-9397-08002B2CF9AE}" pid="14" name="MSIP_Label_2a535040-0af2-483f-adc3-a132c21e3e2b_SetDate">
    <vt:lpwstr>2026-01-27T08:34:32Z</vt:lpwstr>
  </property>
  <property fmtid="{D5CDD505-2E9C-101B-9397-08002B2CF9AE}" pid="15" name="MSIP_Label_2a535040-0af2-483f-adc3-a132c21e3e2b_Method">
    <vt:lpwstr>Standard</vt:lpwstr>
  </property>
  <property fmtid="{D5CDD505-2E9C-101B-9397-08002B2CF9AE}" pid="16" name="MSIP_Label_2a535040-0af2-483f-adc3-a132c21e3e2b_Name">
    <vt:lpwstr>EPAM_Confidential</vt:lpwstr>
  </property>
  <property fmtid="{D5CDD505-2E9C-101B-9397-08002B2CF9AE}" pid="17" name="MSIP_Label_2a535040-0af2-483f-adc3-a132c21e3e2b_SiteId">
    <vt:lpwstr>b41b72d0-4e9f-4c26-8a69-f949f367c91d</vt:lpwstr>
  </property>
  <property fmtid="{D5CDD505-2E9C-101B-9397-08002B2CF9AE}" pid="18" name="MSIP_Label_2a535040-0af2-483f-adc3-a132c21e3e2b_ActionId">
    <vt:lpwstr>6de4626a-a598-4337-88df-2d099c6d2fce</vt:lpwstr>
  </property>
  <property fmtid="{D5CDD505-2E9C-101B-9397-08002B2CF9AE}" pid="19" name="MSIP_Label_2a535040-0af2-483f-adc3-a132c21e3e2b_ContentBits">
    <vt:lpwstr>0</vt:lpwstr>
  </property>
  <property fmtid="{D5CDD505-2E9C-101B-9397-08002B2CF9AE}" pid="20" name="MSIP_Label_2a535040-0af2-483f-adc3-a132c21e3e2b_Tag">
    <vt:lpwstr>10, 3, 0, 1</vt:lpwstr>
  </property>
</Properties>
</file>