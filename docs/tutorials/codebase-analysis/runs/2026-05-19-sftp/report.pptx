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1F3A68"/>
                </a:solidFill>
              </a:defRPr>
            </a:pPr>
            <a:r>
              <a:t>SFTP Migration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Customer Z001 namespace · 13-seed stakeholder list · 2026-05-19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C83636"/>
                </a:solidFill>
              </a:defRPr>
            </a:pPr>
            <a:r>
              <a:t>What we found · The code · The migration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A68"/>
                </a:solidFill>
              </a:defRPr>
            </a:pPr>
            <a:r>
              <a:t>Bottom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657600" cy="219456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19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ABAP objects use SFTP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71600"/>
            <a:ext cx="3657600" cy="2194560"/>
          </a:xfrm>
          <a:prstGeom prst="roundRect">
            <a:avLst/>
          </a:prstGeom>
          <a:solidFill>
            <a:srgbClr val="C8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underlying mechanism</a:t>
            </a:r>
            <a:br/>
            <a:r>
              <a:t>SXPG_COMMAND_EXECUTE → SM69 → OS sftp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657600" cy="2194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+46%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scope expansion vs the</a:t>
            </a:r>
            <a:br/>
            <a:r>
              <a:t>13-seed stakeholder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• 16 ABAP reports call SFTP — 14 directly via SXPG_COMMAND_EXECUTE, 2 via Z wrapper FMs.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• 3 wrapper function groups (ZMEDICARE, ZERX, ZDMS_SEND_FILE) wrap the same SXPG call.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• 11 distinct SM69 commands (3 shared by ≥2 callers) — coordinated cutover needed.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• 2 auth modes the new layer must support: key-based (PRIVATE_KEY_PATH) and password-based (FTP_PSWD).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• 8 counter-party endpoints: BNP Paribas, Citi, JPMorgan, Caparío, Patientco, Ceridian, internal DMS, internal eRx/Medicare.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• Completeness ≈ 97% within Z001 + PROG/FUGR/CLAS (seven independent SearchSource scans, no truncation).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16 ABAP reports use SFTP — by business domain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9875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383280"/>
                <a:gridCol w="914400"/>
                <a:gridCol w="914400"/>
              </a:tblGrid>
              <a:tr h="3119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Report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SM69 / wrapper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ZSFTP_BNP_PARIBAS_PULL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ZFTP_BNPP_PULL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ZSFTP_BNP_PARIBAS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ZFTP_BNPP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push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ZSFTP_BNP_PARIBAS_WITH_PGP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ZFTP_BNPP (PGP)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ZSFTP_CITI_PULL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ZSFTP_CITI_PULL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ZSFTP_CITI_SEND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ZSFTP_CITI_SEND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ZSFTP_JPM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ZFTP_JPM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push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ZSFTP_JPM_PULL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ZFTP_JPM_PULL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Healthcare claims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ZSFTP_CAPARIO_PULL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ZFTP_EOB_PULL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Healthcare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ZSFTP_CAPARIO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ZFTP_837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Healthcare claims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ZSFTP_PATIENTCO_PULL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ZSFTP_PATCO_PULL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Payroll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ZFFIU_ACC_POST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ZSFTP_CERIDIAN_GET (shared)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Payroll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ZSFTP_CERIDIAN_PULL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ZSFTP_CERIDIAN_GET (shared)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ZDMS_UPLOAD_FILES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ZSFTP_DMS_GET + _PUT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DMS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ZDMS_REPLACE_FILES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ZSFTP_DMS_GET + _PUT (shared)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Medicare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ZSD_MEDICARE_PDF_PROCESS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ZMEDI_GET / PUT_FROM_SFTP (FM)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eRx / DMS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ZSD_ERX_DMS_FILE_PROCESS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ZERX_GET / PUT_FROM_SFTP (FM)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 wrapper function groups — single point of credential binding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Three FUGRs wrap SXPG_COMMAND_EXECUTE so callers stay clean of SFTP plumbing.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Replace the wrapper internals once → every caller migrates as a side effect.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657600"/>
                <a:gridCol w="3200400"/>
              </a:tblGrid>
              <a:tr h="8001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FUGR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Wrapper function modules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Used by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ZMEDICARE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Medicare Project FG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ZMEDI_GET_FROM_SFTP, ZMEDI_PUT_FROM_SFTP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ZSD_MEDICARE_PDF_PROCESS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ZERX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Medicare Project FG (eRx)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ZERX_GET_FROM_SFTP, ZERX_PUT_FROM_SFTP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ZSD_ERX_DMS_FILE_PROCESS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ZDMS_SEND_FILE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DMS document extract FG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ZDMS_EXTRACT_DOCS_TO_SFTP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 callers in Z001 (dynamic / cross-package / dead?)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Each wrapper FM reads zfi_constants, assembles the same FTP_USER/HOST_KEY/PRIVATE_KEY_PATH parameter bundle,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and calls CALL FUNCTION 'SXPG_COMMAND_EXECUTE' — exactly like the 14 direct callers.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ZDMS_SEND_FILE was discovered late, via the ZSFTP_ SM69-prefix sanity scan — not the initial wrapper-substring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11 objects discovered beyond the stakeholder seed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3636"/>
                </a:solidFill>
              </a:defRPr>
            </a:pPr>
            <a:r>
              <a:t>The 13-seed list found 8 confirmed SFTP reports. Stage-3 sweep found 11 more (+46%).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713232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Why missed in seed list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ZSFTP_BNP_PARIBAS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Password-only auth — no PRIVATE_KEY_PATH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ZSFTP_BNP_PARIBAS_WITH_PGP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Newer PGP variant of existing BNP report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ZSFTP_CERIDIAN_PULL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Operator-facing duplicate of ZFFIU_ACC_POST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ZSFTP_CITI_SEND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Outbound counterpart of ZSFTP_CITI_PULL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ZSFTP_JPM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Entire JPMorgan integration not in seeds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ZSFTP_JPM_PULL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Entire JPMorgan integration not in seeds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ZDMS_REPLACE_FILES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Adjacent DMS report sharing SM69 commands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ZSD_ERX_DMS_FILE_PROCESS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Indirect SFTP via ZERX wrapper FUGR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ZMEDICARE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Wrapper FUGR — never in a 'report list'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ZERX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FUGR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Same — wrapper FUGR for eRx/DMS path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ZDMS_SEND_FILE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Wrapper FUGR with _TO_SFTP naming — initial substring scan looked for _FROM_SFTP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Code example #1 — direct SXPG call (ZSFTP_CITI_PULL)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Pattern shared by 14 of 16 reports: read credentials from zfi_constants, assemble shell parameters, call SXPG.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solidFill>
            <a:srgbClr val="F0F2F7"/>
          </a:solidFill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PARAMETERS: p_comm TYPE sxpgcolist-name OBLIGATORY DEFAULT 'ZSFTP_CITI_PULL'.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SELECT * FROM zfi_constants INTO TABLE i_constants WHERE pname = 'ZSFTP_CITI'.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PERFORM f_set_parameter USING 'SOURCE_FOLDER'    'M' ''.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PERFORM f_set_parameter USING 'PASSPHRASE'       'M' ' 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PERFORM f_set_parameter USING 'FTP_USER'         'M' ' 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PERFORM f_set_parameter USING 'FTP_DOMAIN'       'M' '@'.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PERFORM f_set_parameter USING 'HOST_KEY'         'M' ' 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PERFORM f_set_parameter USING 'PRIVATE_KEY_PATH' 'M' ' 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CALL FUNCTION 'SXPG_COMMAND_EXECUTE'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EXPORTING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commandname           = p_comm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additional_parameters = g_path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IMPORTING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exitcode              = g_ret_code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TABLES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exec_protocol         = i_return[].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Code example #2 — wrapper FM (ZMEDI_GET_FROM_SFTP)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Same SXPG-shell pattern inside a function module — 2 reports invoke this instead of duplicating the plumbing.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solidFill>
            <a:srgbClr val="F0F2F7"/>
          </a:solidFill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FUNCTION zmedi_get_from_sftp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IMPORTING command   TYPE sxpgcolist-name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        constants TYPE bdc_prog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TABLES    return    LIKE bapiret2 OPTIONAL.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SELECT * FROM zfi_constants INTO TABLE gt_constants WHERE pname = constants.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PERFORM f_set_parameter USING 'FTP_USER'         'M' ''.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PERFORM f_set_parameter USING 'PASSPHRASE'       'M' ':'.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PERFORM f_set_parameter USING 'HOST_KEY'         'M' ';'.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PERFORM f_set_parameter USING 'FTP_DOMAIN'       'M' ';'.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PERFORM f_set_parameter USING 'PRIVATE_KEY_PATH' 'M' ';'.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PERFORM f_set_parameter USING 'SOURCE_PATH'      'M' ';'.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CALL FUNCTION 'SXPG_COMMAND_EXECUTE'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EXPORTING commandname           = command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          additional_parameters = gv_param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IMPORTING exitcode              = lv_ret_code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TABLES    exec_protocol         = lt_return[].</a:t>
            </a:r>
          </a:p>
          <a:p>
            <a:pPr>
              <a:defRPr sz="1200" b="0">
                <a:solidFill>
                  <a:srgbClr val="333333"/>
                </a:solidFill>
                <a:latin typeface="Consolas"/>
              </a:defRPr>
            </a:pPr>
            <a:r>
              <a:t>ENDFUNCTION.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Migration proposal — one ABAP-level change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3636"/>
                </a:solidFill>
              </a:defRPr>
            </a:pPr>
            <a:r>
              <a:t>Replace CALL FUNCTION 'SXPG_COMMAND_EXECUTE' (with SM69 entries that shell out to OS sftp/scp) with a native ABAP SFTP layer.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657600"/>
                <a:gridCol w="3931920"/>
                <a:gridCol w="3200400"/>
              </a:tblGrid>
              <a:tr h="10287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 replacement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Native ABAP SSH/SFTP client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Removes OS-script dependency; runs in-ABAP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All 16 reports + 3 wrappers in one swap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BTP Integration Suite SFTP adapter (via destination)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Cleanest separation; aligns with SAP BTP roadmap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Same; needs BTP connectivity from on-prem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Keep SXPG but rewrite the OS-side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Minimal ABAP change; controls credentials in one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All callers; doesn't remove technical debt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A68"/>
                </a:solidFill>
              </a:defRPr>
            </a:pPr>
            <a:r>
              <a:t>Recommended: A or B. Both replace the SXPG_COMMAND_EXECUTE call site uniformly — same FORM scaffolding, same zfi_constants reads.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Acceptance criteria — what 'migrated' means per 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For each of the 16 reports + 3 wrapper FUGRs, the replacement must: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1. Read the same zfi_constants rows (same pname, same fnam keys) — or provide a 1:1 shim.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2. Reach the same remote host with the same credentials.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3. Support both auth modes — key-based (PRIVATE_KEY_PATH + HOST_KEY + PASSPHRASE) AND password-based (FTP_PSWD).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4. Preserve PGP encryption wrap for ZSFTP_BNP_PARIBAS_WITH_PGP.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5. Return success/failure semantics compatible with caller code (exitcode, exec_protocol log).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6. Coordinate cutover for the 3 SHARED SM69 entries — both callers migrate atomically: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       • ZFTP_BNPP            ← ZSFTP_BNP_PARIBAS + ZSFTP_BNP_PARIBAS_WITH_PGP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       • ZSFTP_CERIDIAN_GET   ← ZFFIU_ACC_POST + ZSFTP_CERIDIAN_PULL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       • ZSFTP_DMS_GET / PUT  ← ZDMS_UPLOAD_FILES + ZDMS_REPLACE_FILES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7. Per-report end-to-end test: trigger the report; assert file landed (pull) or was delivered (push).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8. ZDMS_SEND_FILE / ZDMS_EXTRACT_DOCS_TO_SFTP — investigate dynamic/cross-package callers before declaring it dead.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Completeness — seven independent scans, all without truncation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Seven SearchSource scans across Z001 + sub-packages, none truncated.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The 7th scan (`ZSFTP_` SM69-prefix) caught a missed wrapper FUGR — names don't always tell the truth.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031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21792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Scan keyword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Catches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Hits / objects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PRIVATE_KEY_PATH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Every key-auth SFTP call site (modern pattern)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FTP_PSWD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Every password-auth SFTP call site (legacy)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 / 5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_FROM_SFTP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Wrapper FMs / forms with FROM naming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_TO_SFTP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Wrapper FMs / forms with TO naming (catches ZDMS_SEND_FILE)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 / 5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ZSFTP_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Every SM69-command-literal in code (gold sanity)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36 /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ZFTP_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Alternate SM69 prefix (catches BNP / EOB / 837 / JPM literals)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 / 7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FUNCTION zerx_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ZERX FUGR FM enumeration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Confidence: ≈ 97% within Z001 + PROG/FUGR/CLAS. Residual 3%: dynamic CALL FUNCTION lv_fm, hardcoded SFTP without zfi_constants lookup, or code outside Z001.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Rises to ≈ 99% if customer confirms: 'all SFTP code lives in Z001 and reads zfi_constants'.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