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7.png"/><Relationship Id="rId3" Type="http://schemas.openxmlformats.org/officeDocument/2006/relationships/image" Target="../media/image24.png"/><Relationship Id="rId4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5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4.png"/><Relationship Id="rId3" Type="http://schemas.openxmlformats.org/officeDocument/2006/relationships/image" Target="../media/image37.png"/><Relationship Id="rId4" Type="http://schemas.openxmlformats.org/officeDocument/2006/relationships/image" Target="../media/image51.png"/><Relationship Id="rId5" Type="http://schemas.openxmlformats.org/officeDocument/2006/relationships/image" Target="../media/image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51.png"/><Relationship Id="rId3" Type="http://schemas.openxmlformats.org/officeDocument/2006/relationships/image" Target="../media/image33.png"/><Relationship Id="rId4" Type="http://schemas.openxmlformats.org/officeDocument/2006/relationships/image" Target="../media/image32.png"/><Relationship Id="rId5" Type="http://schemas.openxmlformats.org/officeDocument/2006/relationships/image" Target="../media/image34.png"/><Relationship Id="rId6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Where the ABAP estate talks to SFTP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SFTP Usage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Methodology — how user + AI worked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The task — 13 seeds, one question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Methods · Usage map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Analysis — by business domain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Result — migration handoff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How user and AI agreed on the question, designed the scan pipeline together, executed it stage by stage, and verified.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 — four stages, in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STAGES, IN ORDER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Formalize the task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goal + measurable check. Stops us from answering the wrong question.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Structur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Design the process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list for THIS task — per-stage artifact, per-stage evaluation. Stages are not pre-baked.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Gear_Process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Execute stages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stage produces its artifact. Refine the skill at every checkpoint, never as a separate pass.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Check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4. Verify the goal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Yes → done. No → goal-check names the earlier stage to return to, based on what evidence was missing.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630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Iteration is normal — which earlier stage to return to is decided by the failing goal-check, not by a pre-baked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Pair-work as badminton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USER SERVES, AI RETURNS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serves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task description. The user names the stage; the AI never takes the lead role.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Android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AI returns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Formalizes, drafts, calls tools, proposes. Each return is small enough to review before the next exchange.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User reviews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Keeps what holds, rejects what does not, asks for a correction. Reader judges, AI drafts. Neither side defers.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this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FOUR STAGES, MAPPED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Formalize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User: 'For 13 seeds, does each call SFTP?' Together: verdict per seed, methods/direction/payload, blind spots, Z*/VERTEX/* scope, NO replacement design.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Design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Stage 2: ReadProgram each seed → Stage 2b: open-ended method enumeration → Stage 3: independent-marker scans → late sanity scan beyond credential literals.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Execute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Per-stage artifact on disk before next stage: 02-methods.md → 02b-methods-deep.md → 02c-code-extracts.md → 03-usage-map.md → 04-analysis.md → 05-result.md.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Verify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13 seeds → 19 confirmed objects · 5 domains · 11 SM69 endpoints · per-finding citations. Goal met. Iteration: scope grew via 3 independent scans + 1 sanity scan.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One stage per session. Artifact on disk before next stage. Stops context drift; each handoff is reviewable.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ocument_Layou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Raw-SSE evidence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Every claim reproducible from curl/*.sse. Reader can re-derive the deck from raw traces — no agent authority.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Sequential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Heavy ABAP scans run sequentially per destination — parallel scans crashed the backend on earlier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AI agents, two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CONTROLLER + EXECUTOR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— judge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Names the goal (sFTP usage per seed), names the scan, reviews each artifact. Decides when scope grows or stops.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Brain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Controller — Claude (this session)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Drives the conversation, formalizes the question, designs the scan pipeline with the user, parses outputs. Cannot touch SAP directly.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Androi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Executor — SmartAgent on cloud-llm-hub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gpt-5.2 with MCP tools (SearchObject, SearchSource, ReadProgram, GetIncludesList, GetInclude). Returns code-cited evidence; does not pick scope.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designed THIS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DIALOGUE → STAGE LIST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serves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“For these 13 seed reports, does each call SFTP? Output supports migration; we do NOT design the replacement.”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AI returns clarifications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verdict scale per seed?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scope — only Z* and /VERTEX/*?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Should we expand scope from confirmed callers, or stay on the 13?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decides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yes / no / unclear / not-found per seed; methods/direction/payload for yes.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Z* and /VERTEX/* in DS4_CLH only.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Expand via where-used + credential-bag scans when justified.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Stage list emerges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2 (read seed) → Stage 2b (open enumeration) → Stage 2c (code extracts) → Stage 3 (usage map) → Stage 4 (analysis by domain) → Stage 5 (result).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Catching errors during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FIVE STEPS, EVERY ERROR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_1_BlockGrid:0:c_1_Block"/>
          <p:cNvGraphicFramePr>
            <a:graphicFrameLocks noGrp="1"/>
          </p:cNvGraphicFramePr>
          <p:nvPr/>
        </p:nvGraphicFramePr>
        <p:xfrm>
          <a:off x="457200" y="1463040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Ukrainian prompts wasted ~500k tokens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first scan batch in Ukrainian, agent kept translating context. Repro: token counter on parallel checks. Root cause: cross-language overhead in pipeline. Fix: artifacts in English. Skill: feedback_artifacts_english.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_1_BlockGrid:1:c_2_Block"/>
          <p:cNvGraphicFramePr>
            <a:graphicFrameLocks noGrp="1"/>
          </p:cNvGraphicFramePr>
          <p:nvPr/>
        </p:nvGraphicFramePr>
        <p:xfrm>
          <a:off x="457200" y="3057144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Parallel SearchSource crashed the backend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4 parallel scans → SAP HTTP errors. Repro: single-scan baseline works. Root cause: SearchSource is heavy on ABAP side. Fix: run sequentially per destination. Skill: feedback_dont_overload_sap_backend.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_1_BlockGrid:2:c_3_Block"/>
          <p:cNvGraphicFramePr>
            <a:graphicFrameLocks noGrp="1"/>
          </p:cNvGraphicFramePr>
          <p:nvPr/>
        </p:nvGraphicFramePr>
        <p:xfrm>
          <a:off x="457200" y="4651248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Mixing SearchObject + SearchSource in one prompt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model picked the wrong tool. Repro: split-prompt test. Root cause: planning LLM conflates similar tools. Fix: one tool per prompt. Skill: feedback_no_searchobject_and_searchsource_together.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 are an output of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AT EVERY CHECKPOINT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Knowled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Why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 run that leaves no refined process or skill behind has burned experience that walks out the door.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Clock_24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When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At every stage checkpoint, ask: “what did I change in the process or in a skill?” If nothing — re-read the run.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Document_Layou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What this run produced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6 process skills + 1 design decision + 1 tool-usage skill written during the run. Plus the 5-stage tutorial pipeline itself, validated and refined.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Task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 stakeholder-listed reports. One question: how does each one use SFTP? Output supports migration handoff — we do NOT design the replacement.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Goal and scope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002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64008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Goal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SFTP verdict per seed (yes/no/unclear/not-found)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For each yes: methods, direction, payload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Blind spots called out explicitly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002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4389120" y="2354580"/>
            <a:ext cx="32004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In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Z* and /VERTEX/* in DS4_CLH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13 seed objects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Where-used traversal from confirmed SFTP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X_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60020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13816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78C2"/>
                </a:solidFill>
              </a:rPr>
              <a:t>Out of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Replacement design / target API selection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IDoc, OData, EDI (unless they explain a usage site)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SAP standard namespace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seeds. One destination. SmartAgent over MCP.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HOW THE RUN WAS WIRED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:container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metric"/>
          <p:cNvSpPr txBox="1"/>
          <p:nvPr/>
        </p:nvSpPr>
        <p:spPr>
          <a:xfrm>
            <a:off x="640080" y="1600200"/>
            <a:ext cx="50292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13</a:t>
            </a:r>
          </a:p>
        </p:txBody>
      </p:sp>
      <p:sp>
        <p:nvSpPr>
          <p:cNvPr id="7" name="c_1_Block:content"/>
          <p:cNvSpPr txBox="1"/>
          <p:nvPr/>
        </p:nvSpPr>
        <p:spPr>
          <a:xfrm>
            <a:off x="640080" y="2077719"/>
            <a:ext cx="50292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stakeholder-listed seeds (corrected mid-run)</a:t>
            </a:r>
          </a:p>
        </p:txBody>
      </p:sp>
      <p:sp>
        <p:nvSpPr>
          <p:cNvPr id="8" name="c_2_Block"/>
          <p:cNvSpPr/>
          <p:nvPr/>
        </p:nvSpPr>
        <p:spPr>
          <a:xfrm>
            <a:off x="6126480" y="1463040"/>
            <a:ext cx="5394960" cy="22402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Transport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/v1/chat/completions</a:t>
            </a:r>
            <a:r>
              <a:rPr sz="1400">
                <a:solidFill>
                  <a:srgbClr val="FFFFFF"/>
                </a:solidFill>
              </a:rPr>
              <a:t> via local MCP proxy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Header </a:t>
            </a:r>
            <a:r>
              <a:rPr sz="1400" b="1">
                <a:solidFill>
                  <a:srgbClr val="FFFFFF"/>
                </a:solidFill>
              </a:rPr>
              <a:t>x-sap-destination: DS4_CLH</a:t>
            </a:r>
          </a:p>
        </p:txBody>
      </p:sp>
      <p:sp>
        <p:nvSpPr>
          <p:cNvPr id="9" name="c_3_Block"/>
          <p:cNvSpPr/>
          <p:nvPr/>
        </p:nvSpPr>
        <p:spPr>
          <a:xfrm>
            <a:off x="6126480" y="3886200"/>
            <a:ext cx="5394960" cy="22402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Provider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OpenAI gpt-5.2 / gpt-5.5-pro on ai-applications subaccount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Anthropic not available here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Stage 2 read every seed and its includes. Stage 2b enumerated methods openly. One mechanism kept showing up.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 verdicts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By verdict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7090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8267337" y="1463040"/>
            <a:ext cx="3465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7090137" cy="970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6724377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8 / 13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6724377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seeds confirmed as SFTP callers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8267337" y="1463040"/>
            <a:ext cx="3465063" cy="74485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yes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8 — confirmed SFTP callers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8267337" y="2326766"/>
            <a:ext cx="3465063" cy="744854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no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5 — local file I/O only</a:t>
            </a:r>
          </a:p>
        </p:txBody>
      </p:sp>
      <p:graphicFrame>
        <p:nvGraphicFramePr>
          <p:cNvPr id="11" name="c_1_BlockGrid:2:c_4_Block"/>
          <p:cNvGraphicFramePr>
            <a:graphicFrameLocks noGrp="1"/>
          </p:cNvGraphicFramePr>
          <p:nvPr/>
        </p:nvGraphicFramePr>
        <p:xfrm>
          <a:off x="8267337" y="3190492"/>
          <a:ext cx="3465063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46506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13 verdicts source-cited in 02-methods.md.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898989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SXPG_COMMAND_EXECUTE → SM69 → OS sftp/scp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SAME SHAPE, EVERY TIME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1. ABAP report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Z* report initiates the call from the customer estate.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297216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333756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2. Read zfi_constants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FTP_USER / HOST_KEY / PRIVATE_KEY_PATH / …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585252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621792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3. SXPG_COMMAND_EXECUTE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CALL FUNCTION with the prepared parameter set.</a:t>
            </a:r>
          </a:p>
        </p:txBody>
      </p:sp>
      <p:sp>
        <p:nvSpPr>
          <p:cNvPr id="10" name="c_1_BlockProcess:arrow2"/>
          <p:cNvSpPr/>
          <p:nvPr/>
        </p:nvSpPr>
        <p:spPr>
          <a:xfrm>
            <a:off x="873288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Process:block3:c_4_Block"/>
          <p:cNvSpPr/>
          <p:nvPr/>
        </p:nvSpPr>
        <p:spPr>
          <a:xfrm>
            <a:off x="909828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4. SM69 → OS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SM69 entry runs sftp/scp binary to the remote endpoint.</a:t>
            </a:r>
          </a:p>
        </p:txBody>
      </p:sp>
      <p:graphicFrame>
        <p:nvGraphicFramePr>
          <p:cNvPr id="12" name="c_5_Block"/>
          <p:cNvGraphicFramePr>
            <a:graphicFrameLocks noGrp="1"/>
          </p:cNvGraphicFramePr>
          <p:nvPr/>
        </p:nvGraphicFramePr>
        <p:xfrm>
          <a:off x="457200" y="46634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Every confirmed SFTP report reduces to this pattern.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auth shapes the migration must support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Key-based (modern)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HOST_KEY, PRIVATE_KEY_PATH, PASSPHRASE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Optional: FTP_PORT, FOLDER_PATH, FILE_EXT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13 of 14 direct reports + both wrapper FUGRs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Box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9718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Password-based (legacy)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FTP_PSWD,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FTP_PORT, HOST_KEY (still)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Only ZSFTP_BNP_PARIBAS is pure password-auth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Several others read FTP_PSWD defensively</a:t>
            </a:r>
          </a:p>
        </p:txBody>
      </p:sp>
      <p:graphicFrame>
        <p:nvGraphicFramePr>
          <p:cNvPr id="10" name="c_3_Block"/>
          <p:cNvGraphicFramePr>
            <a:graphicFrameLocks noGrp="1"/>
          </p:cNvGraphicFramePr>
          <p:nvPr/>
        </p:nvGraphicFramePr>
        <p:xfrm>
          <a:off x="457200" y="530352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Single-auth replacements would break the BNP password path.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Seven independent SearchSource scans. Three credential-bag markers. Wrapper FUGRs discovered along the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scope grew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Scope grew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7540263" y="1463040"/>
            <a:ext cx="4192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5997303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+46%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5997303" cy="21907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400">
                <a:solidFill>
                  <a:srgbClr val="000000"/>
                </a:solidFill>
              </a:rPr>
              <a:t>vs the 13-seed stakeholder list (13 → 19 confirmed objects).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7540263" y="1463040"/>
            <a:ext cx="4192137" cy="635126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PRIVATE_KEY_PATH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+5 PROGs + 2 FUGRs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7540263" y="2217038"/>
            <a:ext cx="4192137" cy="635126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Scan FTP_PSWD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+1 PROG (BNP password variant)</a:t>
            </a:r>
          </a:p>
        </p:txBody>
      </p:sp>
      <p:sp>
        <p:nvSpPr>
          <p:cNvPr id="11" name="c_1_BlockGrid:2:c_4_Block"/>
          <p:cNvSpPr/>
          <p:nvPr/>
        </p:nvSpPr>
        <p:spPr>
          <a:xfrm>
            <a:off x="7540263" y="2971036"/>
            <a:ext cx="4192137" cy="635126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_FROM_SFTP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+2 PROGs (wrapper callers)</a:t>
            </a:r>
          </a:p>
        </p:txBody>
      </p:sp>
      <p:sp>
        <p:nvSpPr>
          <p:cNvPr id="12" name="c_1_BlockGrid:3:c_5_Block"/>
          <p:cNvSpPr/>
          <p:nvPr/>
        </p:nvSpPr>
        <p:spPr>
          <a:xfrm>
            <a:off x="7540263" y="3725034"/>
            <a:ext cx="4192137" cy="635126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Sanity ZSFTP_ prefix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+1 FUGR (ZDMS_SEND_FILE, _TO_SFTP naming)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SFTP inventory — Z001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Document_Checklist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2775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224028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16 PROG reports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Direct SXPG callers plus wrapper callers.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Gear_Process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9027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349240" y="1600200"/>
            <a:ext cx="224028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3 wrapper FUGRs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ZMEDICARE, ZERX, ZDMS_SEND_FILE — credential isolation for indirect callers.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API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902775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9098280" y="1600200"/>
            <a:ext cx="2240280" cy="1084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11 SM69 + 5 wrapper FMs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The actual mechanism artifacts on the OS side.</a:t>
            </a:r>
          </a:p>
        </p:txBody>
      </p:sp>
      <p:graphicFrame>
        <p:nvGraphicFramePr>
          <p:cNvPr id="13" name="c_4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3 SM69 entries are shared by ≥2 ABAP reports — coordinate cutover for each shared command.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made the scans complete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1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One scan at a time per destination.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Step 2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Single-keyword over AND-query (timeout-safe).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3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Independent markers — don't rely on naming.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4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Sanity scan beyond credential literals.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seven scans returned without truncation.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16 reports cluster into 5 business domains. The migration validation matrix has to verify each endpoint separately.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business domains, eight counter-parties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an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828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Banking — statement loaders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BNP, Citi, JPMorgan · 7 reports · both directions · MT940 + payments.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Clipboard_Healt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38287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Healthcare claims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Caparío, Patientco · 4 reports · both directions · EDI 835 / 837.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Person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38287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Payroll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Ceridian · 2 reports · pull only · posting files into FI.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Folder_Connecte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70097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Document management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DMS · 3 reports · both directions · PDF / CSV / attachments.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Healthcare_Drug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2570097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Healthcare PDF (Medicare)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· 2 via ZMEDI / ZERX wrappers · both directions · Medicare PDFs / CSVs.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2582798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16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3037457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reports total · plus 2 wrapper FUGRs.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seeds dropped from migration code scope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NOT SFTP CALLERS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73862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Dropped seeds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/VERTEX/SPOT_VAT_OUTPUT_COMPL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/VERTEX/SPOT_VAT_INPUT_COMPL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</a:t>
            </a:r>
            <a:r>
              <a:rPr sz="1400">
                <a:solidFill>
                  <a:srgbClr val="FFFFFF"/>
                </a:solidFill>
              </a:rPr>
              <a:t> — OPEN DATASET / GUI_UPLOAD only.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ZEDI_835_JPM</a:t>
            </a:r>
            <a:r>
              <a:rPr sz="1400">
                <a:solidFill>
                  <a:srgbClr val="FFFFFF"/>
                </a:solidFill>
              </a:rPr>
              <a:t> — same shape, JPMorgan variant.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ZFI_BANK_STMT_LOAD</a:t>
            </a:r>
            <a:r>
              <a:rPr sz="1400">
                <a:solidFill>
                  <a:srgbClr val="FFFFFF"/>
                </a:solidFill>
              </a:rPr>
              <a:t> — local include processing.</a:t>
            </a:r>
          </a:p>
        </p:txBody>
      </p:sp>
      <p:graphicFrame>
        <p:nvGraphicFramePr>
          <p:cNvPr id="6" name="c_2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Their file paths must still exist after the SFTP layer is replaced — they consume what SFTP callers land.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answer to the original goal, plus what the next team needs before they start writing code.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scope, in numbers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18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ABAP objects in scope (16 PROG + 2 FUGR core).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16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business consumer reports.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8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distinct counter-party endpoints.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11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SM69 commands.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auth modes to support.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+46%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vs the original seed list.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Replacement must support…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Both auth modes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Key-based AND password-based (BNP requires both).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Arrows_Repeat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Both directions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8 pull · 6 push · 2 both.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249424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PGP layer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ZSFTP_BNP_PARIBAS_WITH_PGP wraps the push.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Global_Clou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4005072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11 endpoints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SM69 binds one bank or provider host.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Databas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4700016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zfi_constants single 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All 16+3 read from it — keep or shim.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API_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700016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884682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Non-default ports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FTP_PORT concatenated as ':port'.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natural cutover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Banking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7 reports — MT940 + PGP for BNP.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Healthcare clearinghouses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4 reports — EDI 835/837 round-trip.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Payroll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2 reports — Ceridian posting → FI.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Internal DMS / eRx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5 reports — wrapper-FM integrity.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Each step has its own validation matrix; wrappers migrate as one unit.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questions the migration team must close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Repai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827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OS-side SM69 script behavior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11 SM69 entries; behavior is in SAP GUI tx SM69, out of scope for ABAP-only analysis. Needs Basis access.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57200" y="2331338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2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265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1348740" y="2422778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Two reports share the Ceridian command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Operator preference or refactor leftover? Suggest consolidating after business-owner sign-off.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199636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Document_Magnify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94873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291076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ZDMS_EXTRACT_DOCS_TO_SFTP has 0 literal callers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Dynamic call, cross-package caller, or dead code — must be resolved during cutover.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≈95% in scope · residual risk is hardcoded SFTP without zfi_constants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CONFIDENCE IN SCOPE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Within Z001 (PROG / FUGR / CLAS)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3 independent credential-bag scans, all complete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1 sanity scan beyond credential literals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Wrapper FUGRs enumerated, callers identified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Outside Z001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Other top-level Z* packages: un-scanned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Cross-package callers of wrapper FUGRs: open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Customer confirmation lifts confidence to ≈99%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What the run actually cost, what went wrong, and what the next analysis run inherits.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~2 h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total wall-clock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1.05 M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executor-side tokens (gpt-5.2 + embedder)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264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model requests across the run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~$66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controller-side share (Claude Opus 4.7, sFTP portion)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7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independent SearchSource scans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4-12 h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manual UI estimate for comparable analysis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held up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One stage per session; artifact on disk before the next.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5880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Raw-SSE evidence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Every claim reproducible from curl/*.sse.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Books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Lessons captured in-flight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skills + 1 decision + 1 tool-usage skill written during the run.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Arrows_Repeat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Iterative scope expansion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Three independent scans, each justified by the prior finding.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ook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0616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English prompts only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First UA batch wasted ~500k tokens.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3504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80616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692658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Spell out every SearchSource param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Don't rely on planning-LLM defaults.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72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One scan at a time per destination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Stability over wall-clock; 4 parallel scans crashed the backend.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3504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X_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474720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692658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Never mix SearchObject +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 one prompt the model picks the wrong one.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5720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Checkmark_Circle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68824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134874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Assert tool availability positively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Negative assertions leak tool names and trigger amnesia.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603504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5068824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692658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Add 'exactly ONCE' guards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Stops 50x GetIncludesList loops.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refinements to fold 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5-STAGE TUTORIAL HELD UP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Stage 2b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Open-ended enumeration is necessary — it catches wrapper FMs.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399156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423672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Stage 3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Needs &gt;=2 independent markers — password-only would be missed.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777108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801624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Late sanity scan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Beyond credential literals — caught the ZDMS_SEND_FILE wrapper.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059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Hand artifacts (02-05 + extracts) to migration team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Basis input on SM69 OS-side scripts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Confirm Z001-only scope or run scans on other Z* roots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Contact: </a:t>
            </a:r>
            <a:r>
              <a:rPr sz="1400">
                <a:solidFill>
                  <a:srgbClr val="FFFFFF"/>
                </a:solidFill>
              </a:rPr>
              <a:t>codebase-analysis tutorial owner (cloud-llm-hub repo)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