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F3A68"/>
                </a:solidFill>
              </a:defRPr>
            </a:pPr>
            <a:r>
              <a:t>SFTP Migration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Customer Z001 namespace · 13-seed stakeholder list · 2026-05-19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C83636"/>
                </a:solidFill>
              </a:defRPr>
            </a:pPr>
            <a:r>
              <a:t>What we found · The code · The migration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3A68"/>
                </a:solidFill>
              </a:defRPr>
            </a:pPr>
            <a: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57600" cy="219456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19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ABAP objects use SFTP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underlying mechanism</a:t>
            </a:r>
            <a:br/>
            <a:r>
              <a:t>SXPG_COMMAND_EXECUTE → SM69 → OS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1945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+46%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scope expansion vs the</a:t>
            </a:r>
            <a:br/>
            <a:r>
              <a:t>13-seed stakeholder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11 distinct SM69 commands (3 shared by ≥2 callers) — coordinated cutover needed.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Completeness ≈ 97% within Z001 + PROG/FUGR/CLAS (seven independent SearchSource scans, no truncation).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875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383280"/>
                <a:gridCol w="914400"/>
                <a:gridCol w="914400"/>
              </a:tblGrid>
              <a:tr h="31197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Medicare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3 wrapper function groups — single point of credential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Three FUGRs wrap SXPG_COMMAND_EXECUTE so callers stay clean of SFTP plumbing.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Replace the wrapper internals once → every caller migrates as a side effect.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657600"/>
                <a:gridCol w="32004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Wrapper function modules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ZMEDI_GET_FROM_SFTP, ZMEDI_PUT_FROM_SFTP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 (eRx)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ZERX_GET_FROM_SFTP, ZERX_PUT_FROM_SFTP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DMS document extract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ZDMS_EXTRACT_DOCS_TO_SFTP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 callers in Z001 (dynamic / cross-package / dead?)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wrapper FM reads zfi_constants, assembles the same FTP_USER/HOST_KEY/PRIVATE_KEY_PATH parameter bundle,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and calls CALL FUNCTION 'SXPG_COMMAND_EXECUTE' — exactly like the 14 direct callers.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ZDMS_SEND_FILE was discovered late, via the ZSFTP_ SM69-prefix sanity scan — not the initial wrapper-substring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11 objects discovered beyond the stakeholder seed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The 13-seed list found 8 confirmed SFTP reports. Stage-3 sweep found 11 more (+46%).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13232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 missed in seed list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Password-only auth — no PRIVATE_KEY_PATH marker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Newer PGP variant of existing BNP report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Operator-facing duplicate of ZFFIU_ACC_POST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Outbound counterpart of 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Adjacent DMS report sharing SM69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Indirect SFTP via ZERX wrapper 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— never in a 'report list'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Same — wrapper FUGR for eRx/DMS 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with _TO_SFTP naming — initial substring scan looked for _FROM_SFTP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#1 — direct SXPG call (ZSFTP_CITI_PULL)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Pattern shared by 14 of 16 reports: read credentials from zfi_constants, assemble shell parameters, call SXPG.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exec_protocol         = i_return[].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#2 — wrapper FM (ZMEDI_GET_FROM_SFTP)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Same SXPG-shell pattern inside a function module — 2 reports invoke this instead of duplicating the plumbing.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'SOURCE_PATH'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Migration proposal — one ABAP-level change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Replace CALL FUNCTION 'SXPG_COMMAND_EXECUTE' (with SM69 entries that shell out to OS sftp/scp) with a native ABAP SFTP layer.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0116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657600"/>
                <a:gridCol w="3931920"/>
                <a:gridCol w="3200400"/>
              </a:tblGrid>
              <a:tr h="10287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16 reports + 3 wrappers in one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BTP Integration Suite SFTP adapter (via destination)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Minimal ABAP change; controls credentials in one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callers; 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3A68"/>
                </a:solidFill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Acceptance criteria — what 'migrated' means per consumer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3. Support both auth modes — key-based (PRIVATE_KEY_PATH + HOST_KEY + PASSPHRASE) AND password-based (FTP_PSWD).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5. Return success/failure semantics compatible with caller code (exitcode, exec_protocol log).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6. 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7. 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8. ZDMS_SEND_FILE / ZDMS_EXTRACT_DOCS_TO_SFTP — investigate dynamic/cross-package callers before declaring it dead.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Completeness — 7 independent scans, no 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Seven SearchSource scans across Z001 + sub-packages, none truncated.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The 7th scan (`ZSFTP_` SM69-prefix) caught a missed wrapper FUGR — names don't always tell the truth.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Alternate SM69 prefix (catches BNP / EOB / 837 / JPM literals)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Confidence: ≈ 97% within Z001 + PROG/FUGR/CLAS. 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Rises to ≈ 99% if customer confirms: 'all SFTP code lives in Z001 and reads zfi_constants'.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