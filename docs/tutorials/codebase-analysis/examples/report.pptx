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media/image14.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 id="2147483745" r:id="rId6"/>
    <p:sldMasterId id="2147483819" r:id="rId7"/>
    <p:sldMasterId id="2147483882" r:id="rId8"/>
    <p:sldMasterId id="2147483940" r:id="rId9"/>
  </p:sldMasterIdLst>
  <p:notesMasterIdLst>
    <p:notesMasterId r:id="rId26"/>
  </p:notesMasterIdLst>
  <p:sldIdLst>
    <p:sldId id="2142533363" r:id="rId10"/>
    <p:sldId id="2147480176" r:id="rId12"/>
    <p:sldId id="2147483625" r:id="rId13"/>
    <p:sldId id="2147483627" r:id="rId14"/>
    <p:sldId id="2147483628" r:id="rId15"/>
    <p:sldId id="413" r:id="rId16"/>
    <p:sldId id="2147483629" r:id="rId17"/>
    <p:sldId id="2147480220" r:id="rId18"/>
    <p:sldId id="2147480211" r:id="rId20"/>
    <p:sldId id="2147480214" r:id="rId21"/>
    <p:sldId id="2147480189" r:id="rId24"/>
    <p:sldId id="330" r:id="rId2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198EF8D-0A96-4507-9889-AFA455D17480}">
          <p14:sldIdLst>
            <p14:sldId id="2142533363"/>
            <p14:sldId id="279"/>
            <p14:sldId id="2147480176"/>
            <p14:sldId id="2147483625"/>
            <p14:sldId id="2147483627"/>
            <p14:sldId id="2147483628"/>
            <p14:sldId id="413"/>
            <p14:sldId id="2147483629"/>
            <p14:sldId id="2147480220"/>
            <p14:sldId id="2147480219"/>
            <p14:sldId id="2147480211"/>
            <p14:sldId id="2147480214"/>
            <p14:sldId id="2147480215"/>
            <p14:sldId id="2147483631"/>
            <p14:sldId id="2147480189"/>
            <p14:sldId id="33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0040437-F2D9-70AA-9DC8-B541CFBA6C3E}" name="Iryna Charnahuzava" initials="" userId="S::iryna_charnahuzava@epam.com::31e0280a-97fb-4b1b-a956-3e7f7c39fb17" providerId="AD"/>
  <p188:author id="{6CE5B950-67C1-E0D1-D2B7-F70D2E0E422B}" name="Pavel Belski" initials="" userId="S::Pavel_Belski@epam.com::98eb079c-333b-423f-92e3-8d737b163425" providerId="AD"/>
  <p188:author id="{90CB3178-4CD2-3907-0AE1-76838FB4617C}" name="Ivan Lanin" initials="" userId="S::Ivan_Lanin@epam.com::655ed899-9c88-499e-bda4-8541921c00c1" providerId="AD"/>
  <p188:author id="{6327988B-B2E6-AA63-E85C-42496384688A}" name="Yury Tarhonski" initials="" userId="S::Yury_Tarhonski@epam.com::57b11f2a-245c-4402-bff6-2327a8f18571" providerId="AD"/>
  <p188:author id="{4A868395-1E73-9607-B3EF-2FD0D7C50158}" name="Oleksii Kyslytsia" initials="" userId="S::oleksii_kyslytsia@epam.com::cb7414e4-ca59-42c0-b40d-342040a725c1" providerId="AD"/>
  <p188:author id="{87582A99-3506-136A-6D30-F3CD72787CE1}" name="Kristina Koronevich" initials="KK" userId="S::Kristina_Koronevich@epam.com::aaa07583-8254-49c5-a30e-a202d3584088" providerId="AD"/>
  <p188:author id="{B1B094A1-65B8-B9EB-1BCB-5973FC2512E4}" name="Pavel Belski" initials="PB" userId="S::ext_PBelski@novocure.com::cd10d28a-dd5e-4ae2-b8c4-af62e405ea39" providerId="AD"/>
  <p188:author id="{D10157A4-6D0C-52FB-0EBD-18B465CB339E}" name="Ivan Lanin" initials="IL" userId="S::ivan_lanin@epam.com::655ed899-9c88-499e-bda4-8541921c00c1" providerId="AD"/>
  <p188:author id="{3A3CE8A9-0F21-900F-92BF-5EEBBDE0192E}" name="Kristina Koronevich" initials="KK" userId="S::kristina_koronevich@epam.com::aaa07583-8254-49c5-a30e-a202d3584088" providerId="AD"/>
  <p188:author id="{9BB2B2B3-3140-64DA-6899-BB4A39A951B1}" name="Bilal Salim" initials="" userId="S::Bilal_Salim@epam.com::79d3fd9d-473b-47fc-9837-c2334708636f" providerId="AD"/>
  <p188:author id="{0E8C7AC2-CEE3-2A0C-7B46-BA8DA99DBD6F}" name="Jurijs Tolokoncevs" initials="" userId="S::Jurijs_Tolokoncevs@epam.com::54b62efa-3875-4017-ae27-7c4118d5267f" providerId="AD"/>
  <p188:author id="{CF8C25FE-AF7F-6B69-B140-ACD8D1AB938F}" name="Evgenii Shirokikh" initials="ES" userId="S::evgenii_shirokikh@epam.com::0094ac3f-7e61-4d78-9238-99fb9ab43bd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62A3D"/>
    <a:srgbClr val="A50021"/>
    <a:srgbClr val="FFCCCC"/>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9B060E-9E3B-6E46-9305-EA286CAC755F}" v="5" dt="2026-05-19T14:50:39.7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62"/>
    <p:restoredTop sz="77970"/>
  </p:normalViewPr>
  <p:slideViewPr>
    <p:cSldViewPr snapToGrid="0">
      <p:cViewPr varScale="1">
        <p:scale>
          <a:sx n="97" d="100"/>
          <a:sy n="97" d="100"/>
        </p:scale>
        <p:origin x="12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10.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6/11/relationships/changesInfo" Target="changesInfos/changesInfo1.xml"/><Relationship Id="rId32" Type="http://schemas.microsoft.com/office/2015/10/relationships/revisionInfo" Target="revisionInfo.xml"/><Relationship Id="rId33"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el Belski" userId="98eb079c-333b-423f-92e3-8d737b163425" providerId="ADAL" clId="{F4E9032E-2D71-5BB2-ABFF-84705B663BB2}"/>
    <pc:docChg chg="delSld modSld delMainMaster modSection">
      <pc:chgData name="Pavel Belski" userId="98eb079c-333b-423f-92e3-8d737b163425" providerId="ADAL" clId="{F4E9032E-2D71-5BB2-ABFF-84705B663BB2}" dt="2026-05-19T14:50:57.511" v="11" actId="2696"/>
      <pc:docMkLst>
        <pc:docMk/>
      </pc:docMkLst>
      <pc:sldChg chg="delSp">
        <pc:chgData name="Pavel Belski" userId="98eb079c-333b-423f-92e3-8d737b163425" providerId="ADAL" clId="{F4E9032E-2D71-5BB2-ABFF-84705B663BB2}" dt="2026-05-19T14:50:15.737" v="1" actId="478"/>
        <pc:sldMkLst>
          <pc:docMk/>
          <pc:sldMk cId="1201297787" sldId="279"/>
        </pc:sldMkLst>
        <pc:picChg chg="del">
          <ac:chgData name="Pavel Belski" userId="98eb079c-333b-423f-92e3-8d737b163425" providerId="ADAL" clId="{F4E9032E-2D71-5BB2-ABFF-84705B663BB2}" dt="2026-05-19T14:50:15.737" v="1" actId="478"/>
          <ac:picMkLst>
            <pc:docMk/>
            <pc:sldMk cId="1201297787" sldId="279"/>
            <ac:picMk id="18" creationId="{39EF988A-D023-8DB7-D563-75E3E55004FC}"/>
          </ac:picMkLst>
        </pc:picChg>
      </pc:sldChg>
      <pc:sldChg chg="delSp">
        <pc:chgData name="Pavel Belski" userId="98eb079c-333b-423f-92e3-8d737b163425" providerId="ADAL" clId="{F4E9032E-2D71-5BB2-ABFF-84705B663BB2}" dt="2026-05-19T14:50:08.279" v="0" actId="478"/>
        <pc:sldMkLst>
          <pc:docMk/>
          <pc:sldMk cId="3228384333" sldId="2142533363"/>
        </pc:sldMkLst>
        <pc:picChg chg="del">
          <ac:chgData name="Pavel Belski" userId="98eb079c-333b-423f-92e3-8d737b163425" providerId="ADAL" clId="{F4E9032E-2D71-5BB2-ABFF-84705B663BB2}" dt="2026-05-19T14:50:08.279" v="0" actId="478"/>
          <ac:picMkLst>
            <pc:docMk/>
            <pc:sldMk cId="3228384333" sldId="2142533363"/>
            <ac:picMk id="15" creationId="{E761A448-4616-832B-5732-F7E7C6CC1BF8}"/>
          </ac:picMkLst>
        </pc:picChg>
      </pc:sldChg>
      <pc:sldChg chg="delSp modSp">
        <pc:chgData name="Pavel Belski" userId="98eb079c-333b-423f-92e3-8d737b163425" providerId="ADAL" clId="{F4E9032E-2D71-5BB2-ABFF-84705B663BB2}" dt="2026-05-19T14:50:19.302" v="3" actId="478"/>
        <pc:sldMkLst>
          <pc:docMk/>
          <pc:sldMk cId="2392935019" sldId="2147480176"/>
        </pc:sldMkLst>
        <pc:picChg chg="del mod">
          <ac:chgData name="Pavel Belski" userId="98eb079c-333b-423f-92e3-8d737b163425" providerId="ADAL" clId="{F4E9032E-2D71-5BB2-ABFF-84705B663BB2}" dt="2026-05-19T14:50:19.302" v="3" actId="478"/>
          <ac:picMkLst>
            <pc:docMk/>
            <pc:sldMk cId="2392935019" sldId="2147480176"/>
            <ac:picMk id="6" creationId="{6D6B30B4-C8D8-2EFE-A80D-D7A328201A3C}"/>
          </ac:picMkLst>
        </pc:picChg>
      </pc:sldChg>
      <pc:sldChg chg="delSp del">
        <pc:chgData name="Pavel Belski" userId="98eb079c-333b-423f-92e3-8d737b163425" providerId="ADAL" clId="{F4E9032E-2D71-5BB2-ABFF-84705B663BB2}" dt="2026-05-19T14:50:57.466" v="5" actId="2696"/>
        <pc:sldMkLst>
          <pc:docMk/>
          <pc:sldMk cId="707308102" sldId="2147480218"/>
        </pc:sldMkLst>
        <pc:picChg chg="del">
          <ac:chgData name="Pavel Belski" userId="98eb079c-333b-423f-92e3-8d737b163425" providerId="ADAL" clId="{F4E9032E-2D71-5BB2-ABFF-84705B663BB2}" dt="2026-05-19T14:50:39.799" v="4" actId="478"/>
          <ac:picMkLst>
            <pc:docMk/>
            <pc:sldMk cId="707308102" sldId="2147480218"/>
            <ac:picMk id="6" creationId="{9123315E-16F8-261E-4725-B524C686CCBF}"/>
          </ac:picMkLst>
        </pc:picChg>
      </pc:sldChg>
      <pc:sldChg chg="del">
        <pc:chgData name="Pavel Belski" userId="98eb079c-333b-423f-92e3-8d737b163425" providerId="ADAL" clId="{F4E9032E-2D71-5BB2-ABFF-84705B663BB2}" dt="2026-05-19T14:50:57.479" v="10" actId="2696"/>
        <pc:sldMkLst>
          <pc:docMk/>
          <pc:sldMk cId="1902589537" sldId="2147480221"/>
        </pc:sldMkLst>
      </pc:sldChg>
      <pc:sldChg chg="del">
        <pc:chgData name="Pavel Belski" userId="98eb079c-333b-423f-92e3-8d737b163425" providerId="ADAL" clId="{F4E9032E-2D71-5BB2-ABFF-84705B663BB2}" dt="2026-05-19T14:50:57.467" v="6" actId="2696"/>
        <pc:sldMkLst>
          <pc:docMk/>
          <pc:sldMk cId="4050703808" sldId="2147480222"/>
        </pc:sldMkLst>
      </pc:sldChg>
      <pc:sldChg chg="del">
        <pc:chgData name="Pavel Belski" userId="98eb079c-333b-423f-92e3-8d737b163425" providerId="ADAL" clId="{F4E9032E-2D71-5BB2-ABFF-84705B663BB2}" dt="2026-05-19T14:50:57.473" v="8" actId="2696"/>
        <pc:sldMkLst>
          <pc:docMk/>
          <pc:sldMk cId="2620996960" sldId="2147483630"/>
        </pc:sldMkLst>
      </pc:sldChg>
      <pc:sldChg chg="del">
        <pc:chgData name="Pavel Belski" userId="98eb079c-333b-423f-92e3-8d737b163425" providerId="ADAL" clId="{F4E9032E-2D71-5BB2-ABFF-84705B663BB2}" dt="2026-05-19T14:50:57.474" v="9" actId="2696"/>
        <pc:sldMkLst>
          <pc:docMk/>
          <pc:sldMk cId="2937601582" sldId="2147483633"/>
        </pc:sldMkLst>
      </pc:sldChg>
      <pc:sldChg chg="del">
        <pc:chgData name="Pavel Belski" userId="98eb079c-333b-423f-92e3-8d737b163425" providerId="ADAL" clId="{F4E9032E-2D71-5BB2-ABFF-84705B663BB2}" dt="2026-05-19T14:50:57.467" v="7" actId="2696"/>
        <pc:sldMkLst>
          <pc:docMk/>
          <pc:sldMk cId="3803872303" sldId="2147483634"/>
        </pc:sldMkLst>
      </pc:sldChg>
      <pc:sldMasterChg chg="del">
        <pc:chgData name="Pavel Belski" userId="98eb079c-333b-423f-92e3-8d737b163425" providerId="ADAL" clId="{F4E9032E-2D71-5BB2-ABFF-84705B663BB2}" dt="2026-05-19T14:50:57.511" v="11" actId="2696"/>
        <pc:sldMasterMkLst>
          <pc:docMk/>
          <pc:sldMasterMk cId="3538708701" sldId="2147483821"/>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459CEC-EC65-4688-A059-37518853FEAC}"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251774-6F79-4766-AEBB-83069B25628F}" type="slidenum">
              <a:rPr lang="en-US" smtClean="0"/>
              <a:t>‹#›</a:t>
            </a:fld>
            <a:endParaRPr lang="en-US"/>
          </a:p>
        </p:txBody>
      </p:sp>
    </p:spTree>
    <p:extLst>
      <p:ext uri="{BB962C8B-B14F-4D97-AF65-F5344CB8AC3E}">
        <p14:creationId xmlns:p14="http://schemas.microsoft.com/office/powerpoint/2010/main" val="3091928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[PITCH NOTES]</a:t>
            </a:r>
          </a:p>
          <a:p>
            <a:r>
              <a:t>Welcome — thank you for making time today. I'm here from EPAM to share how we help SAP customers cut delivery time and lift code quality using our Cloud LLM Hub — a set of AI accelerators built specifically for the ABAP/SAP SDLC. Our goal in the next ~25 minutes is three things: first, show four concrete use cases where AI is already producing measurable results with SAP customers; second, walk you through three deployment options we can stand up inside Medartis' landscape; and third, open up for Q&amp;A and agree next steps. Before I start — please stop me any time with questions; this is meant to be a dialogue, not a monologue.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[PITCH NOTES]</a:t>
            </a:r>
          </a:p>
          <a:p>
            <a:r>
              <a:t>Let's start with the four use cases. Our Cloud LLM Hub is designed for one very specific audience — SAP customers who have been running the platform for years and carry accumulated technical debt. On the next few slides I'll walk through four use cases: understanding legacy code, generating technical specifications, reviewing code for performance, and accelerating mass ABAP development during migrations. Each one stands on its own, but together they form a full SDLC accelerator.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68A001-691D-41D9-91DC-B9507CB04C7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8882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F27F4-0837-71A2-8A8C-32099C668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FF2EC-75F9-3A64-14E3-5B0D81AFFB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FDB5C-9EFA-FC90-9024-ED399E9BF741}"/>
              </a:ext>
            </a:extLst>
          </p:cNvPr>
          <p:cNvSpPr>
            <a:spLocks noGrp="1"/>
          </p:cNvSpPr>
          <p:nvPr>
            <p:ph type="body" idx="1"/>
          </p:nvPr>
        </p:nvSpPr>
        <p:spPr/>
        <p:txBody>
          <a:bodyPr/>
          <a:lstStyle/>
          <a:p>
            <a:r>
              <a:t>[PITCH NOTES]</a:t>
            </a:r>
          </a:p>
          <a:p>
            <a:r>
              <a:t>This is the umbrella view. The business problem is familiar to anyone running a long-lived SAP landscape: custom ABAP developed over many years, sparse documentation, inconsistent coding standards, and large migration backlogs — all of which slow maintenance and raise risk. The Cloud LLM Hub brings AI automation into this picture. It powers AI-based analysis, multi-language documentation of custom and standard reports, enhancement analysis, dependency and architecture checks, performance bottleneck detection, and best-practice recommendations. The stakeholders are Business Solution Architects, Solution Architects and Functional Leads; the daily users are developers and functional consultants. Technology-wise, we use LLMs, MCP (Model Context Protocol), CLine, Python and TypeScript — all proven patterns we re-use from project to project. Bottom line: one AI backbone, four use cases, measurable acceleration.</a:t>
            </a:r>
          </a:p>
          <a:p>
            <a:endParaRPr/>
          </a:p>
          <a:p>
            <a:r>
              <a:t>[ORIGINAL NOTES]</a:t>
            </a:r>
          </a:p>
          <a:p>
            <a:r>
              <a:t>The Cloud LLM Hub AI-based automation into complex SAP development landscape analysis and architectural governance,</a:t>
            </a:r>
            <a:br/>
            <a:r>
              <a:t>The accelerator automates a variety of use cases, incl. nd multi-language documentation of custom code and standard reports, enhancements, analysis and resolution of architectural issues (such as dependencies), detection of performance and scalability bottlenecks, and best-practice recommendations for system optimization.</a:t>
            </a:r>
          </a:p>
        </p:txBody>
      </p:sp>
      <p:sp>
        <p:nvSpPr>
          <p:cNvPr id="4" name="Slide Number Placeholder 3">
            <a:extLst>
              <a:ext uri="{FF2B5EF4-FFF2-40B4-BE49-F238E27FC236}">
                <a16:creationId xmlns:a16="http://schemas.microsoft.com/office/drawing/2014/main" id="{2ED19CAE-F826-1A50-F1D0-0AD60B44B9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CD1BAD-B9AA-41AE-BBE0-6A90D51E48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8356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23BF6-F36E-4FA0-AA6F-ADBAFAEC6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7AB96-166F-9DAB-3547-B74E7CE93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73344-7525-0714-A5D1-7088D26A4D5C}"/>
              </a:ext>
            </a:extLst>
          </p:cNvPr>
          <p:cNvSpPr>
            <a:spLocks noGrp="1"/>
          </p:cNvSpPr>
          <p:nvPr>
            <p:ph type="body" idx="1"/>
          </p:nvPr>
        </p:nvSpPr>
        <p:spPr/>
        <p:txBody>
          <a:bodyPr/>
          <a:lstStyle/>
          <a:p>
            <a:r>
              <a:t>[PITCH NOTES]</a:t>
            </a:r>
          </a:p>
          <a:p>
            <a:r>
              <a:t>Use case one: Undocumented Legacy Code. The pain: consultants spend weeks on reverse engineering every time a change request touches a custom enhancement no one remembers writing. What we do: our Agentic SAP Code Documentation Assistant connects via the standard SAP ADT APIs, reads the ABAP, and generates business-level and technical descriptions using the LLM of your choice — EPAM DIAL, your own DIAL tenant, or any other provider. The impact so far on SAP clients: up to 70% reduction in code analysis time, around two-thirds interpretation accuracy on first pass (consultants still validate), and 20–30% shorter development cycles once it's integrated into the team's workflow. This is the use case that usually pays for the whole program within the first quarter.</a:t>
            </a:r>
          </a:p>
        </p:txBody>
      </p:sp>
      <p:sp>
        <p:nvSpPr>
          <p:cNvPr id="4" name="Slide Number Placeholder 3">
            <a:extLst>
              <a:ext uri="{FF2B5EF4-FFF2-40B4-BE49-F238E27FC236}">
                <a16:creationId xmlns:a16="http://schemas.microsoft.com/office/drawing/2014/main" id="{62DB796C-0F57-EAF9-3BAF-623CF356BA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CD1BAD-B9AA-41AE-BBE0-6A90D51E48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8484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9DE73-3FDB-410A-E98F-D3C08CD5E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6A500-624C-66E0-1588-E730FB9EE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56307A-B4C6-2B0F-D3AF-2CA9C19BAC23}"/>
              </a:ext>
            </a:extLst>
          </p:cNvPr>
          <p:cNvSpPr>
            <a:spLocks noGrp="1"/>
          </p:cNvSpPr>
          <p:nvPr>
            <p:ph type="body" idx="1"/>
          </p:nvPr>
        </p:nvSpPr>
        <p:spPr/>
        <p:txBody>
          <a:bodyPr/>
          <a:lstStyle/>
          <a:p>
            <a:r>
              <a:t>[PITCH NOTES]</a:t>
            </a:r>
          </a:p>
          <a:p>
            <a:r>
              <a:t>Use case two: Technical Specifications for standard reports and custom enhancements. This is the flip side of use case one — instead of documenting your legacy, it documents what SAP ships plus your modifications. The scenario: you're planning an S/4HANA upgrade or localizing for a new market and nobody on the team really knows what the original report does or what your enhancement did to it. We analyze the ABAP logic, map dependencies, and produce multilingual technical and business documentation. The net effect: faster onboarding of new consultants, safer modifications, and consistent quality across global delivery teams — with measurable drops in upgrade regression and manual analysis time.</a:t>
            </a:r>
          </a:p>
        </p:txBody>
      </p:sp>
      <p:sp>
        <p:nvSpPr>
          <p:cNvPr id="4" name="Slide Number Placeholder 3">
            <a:extLst>
              <a:ext uri="{FF2B5EF4-FFF2-40B4-BE49-F238E27FC236}">
                <a16:creationId xmlns:a16="http://schemas.microsoft.com/office/drawing/2014/main" id="{D144298D-3468-21AE-8177-4853C9A3C6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CD1BAD-B9AA-41AE-BBE0-6A90D51E48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9224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4AB25-C820-09FD-CCCD-82338F636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B2F57-5C89-7001-70DB-B6BD92FEE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D70CD-5FDB-2784-3680-AA9763CD2E72}"/>
              </a:ext>
            </a:extLst>
          </p:cNvPr>
          <p:cNvSpPr>
            <a:spLocks noGrp="1"/>
          </p:cNvSpPr>
          <p:nvPr>
            <p:ph type="body" idx="1"/>
          </p:nvPr>
        </p:nvSpPr>
        <p:spPr/>
        <p:txBody>
          <a:bodyPr/>
          <a:lstStyle/>
          <a:p>
            <a:r>
              <a:t>[PITCH NOTES]</a:t>
            </a:r>
          </a:p>
          <a:p>
            <a:r>
              <a:t>Use case three: Code Review — performance and maintainability. This is where the Cloud LLM Hub actively improves your codebase rather than just describing it. The problem: ABAP projects pick up inconsistent patterns, redundant logic, and inefficient data access over years. Traditional performance tuning is manual, expensive, and hard to scale. Our approach: AI-driven static and dynamic analysis that flags inefficiencies, proposes refactoring options, and recommends Clean Core-aligned practices for cloud-ready ABAP. Result: better maintainability scores, shorter execution times for ABAP services, and fewer performance bottlenecks shipping to production.</a:t>
            </a:r>
          </a:p>
          <a:p>
            <a:endParaRPr/>
          </a:p>
          <a:p>
            <a:r>
              <a:t>[ORIGINAL NOTES]</a:t>
            </a:r>
          </a:p>
          <a:p>
            <a:r>
              <a:t>https://kb.epam.com/display/ESAPCC/04.02.03.01+Use+cases#id-04.02.03.01Usecases-Case03:SAPBTPABAPPackageOptimization </a:t>
            </a:r>
          </a:p>
          <a:p>
            <a:endParaRPr/>
          </a:p>
          <a:p>
            <a:r>
              <a:t>Let’s imagine situation when we need to …</a:t>
            </a:r>
          </a:p>
          <a:p>
            <a:endParaRPr/>
          </a:p>
          <a:p>
            <a:r>
              <a:t>The Agentic SAP Code Documentation approach  might help you to …</a:t>
            </a:r>
          </a:p>
          <a:p>
            <a:endParaRPr/>
          </a:p>
          <a:p>
            <a:r>
              <a:t>As usual we aim to reduce time on code and solution analysis to save costs</a:t>
            </a:r>
          </a:p>
          <a:p>
            <a:endParaRPr/>
          </a:p>
          <a:p>
            <a:r>
              <a:t>!!! slide 35 - relevant not only for BTP</a:t>
            </a:r>
          </a:p>
        </p:txBody>
      </p:sp>
      <p:sp>
        <p:nvSpPr>
          <p:cNvPr id="4" name="Slide Number Placeholder 3">
            <a:extLst>
              <a:ext uri="{FF2B5EF4-FFF2-40B4-BE49-F238E27FC236}">
                <a16:creationId xmlns:a16="http://schemas.microsoft.com/office/drawing/2014/main" id="{6C2542C9-561F-0380-409E-975A686F6C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CD1BAD-B9AA-41AE-BBE0-6A90D51E48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331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A4D06-BBA3-E400-E75E-2C9ADA1645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697A3-A792-149A-4263-C81058F86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0C895-B782-B3F7-8FD3-C3C6F6C0FE59}"/>
              </a:ext>
            </a:extLst>
          </p:cNvPr>
          <p:cNvSpPr>
            <a:spLocks noGrp="1"/>
          </p:cNvSpPr>
          <p:nvPr>
            <p:ph type="body" idx="1"/>
          </p:nvPr>
        </p:nvSpPr>
        <p:spPr/>
        <p:txBody>
          <a:bodyPr/>
          <a:lstStyle/>
          <a:p>
            <a:r>
              <a:t>[PITCH NOTES]</a:t>
            </a:r>
          </a:p>
          <a:p>
            <a:r>
              <a:t>Use case four: Accelerating mass ABAP development — the classic BTP cloud migration scenario. When you move an on-premise function to BTP Cloud ABAP, you often need to regenerate hundreds of Domains, Data Elements, and RAP services from functional specs. That's repetitive, error-prone work. We automate it using MCP-driven calls over the ABAP Development Tools API. Functional specs go in, ABAP artifacts come out. Numbers: 23–55 times faster object creation, 70–90% less manual effort, repeatable across migration waves. This is the use case where the ROI is easiest to quantify — if you have a migration roadmap, we can put a number against it in a couple of days.</a:t>
            </a:r>
          </a:p>
        </p:txBody>
      </p:sp>
      <p:sp>
        <p:nvSpPr>
          <p:cNvPr id="4" name="Slide Number Placeholder 3">
            <a:extLst>
              <a:ext uri="{FF2B5EF4-FFF2-40B4-BE49-F238E27FC236}">
                <a16:creationId xmlns:a16="http://schemas.microsoft.com/office/drawing/2014/main" id="{C01C593B-FE05-FDEB-CFBF-9572680619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CD1BAD-B9AA-41AE-BBE0-6A90D51E48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454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423E5-F39D-5BBF-29AB-606607DDB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8397E-1C70-6B03-9837-112AD1AA4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535F94-5E25-586E-26B4-87B97F4367B5}"/>
              </a:ext>
            </a:extLst>
          </p:cNvPr>
          <p:cNvSpPr>
            <a:spLocks noGrp="1"/>
          </p:cNvSpPr>
          <p:nvPr>
            <p:ph type="body" idx="1"/>
          </p:nvPr>
        </p:nvSpPr>
        <p:spPr/>
        <p:txBody>
          <a:bodyPr/>
          <a:lstStyle/>
          <a:p>
            <a:r>
              <a:t>[PITCH NOTES]</a:t>
            </a:r>
          </a:p>
          <a:p>
            <a:r>
              <a:t>That's the value story. Now the practical question — where does this thing live? In the next section I'll walk through three deployment options, ranging from fully EPAM-hosted on one end to fully Medartis-hosted on the other, plus a hybrid option in between. The right answer depends on your data-classification appetite, your BTP capacity, and how much of the operations you want to take on internally.</a:t>
            </a:r>
          </a:p>
        </p:txBody>
      </p:sp>
      <p:sp>
        <p:nvSpPr>
          <p:cNvPr id="4" name="Slide Number Placeholder 3">
            <a:extLst>
              <a:ext uri="{FF2B5EF4-FFF2-40B4-BE49-F238E27FC236}">
                <a16:creationId xmlns:a16="http://schemas.microsoft.com/office/drawing/2014/main" id="{AFF70EBC-F444-CAF7-2CD2-EC589E1766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68A001-691D-41D9-91DC-B9507CB04C7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6519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[PITCH NOTES]</a:t>
            </a:r>
          </a:p>
          <a:p>
            <a:r>
              <a:t>Option 1 in detail. The Cloud LLM Hub is deployed in EPAM's BTP Cloud Foundry tenant. The vector database for RAG is also in EPAM. On-prem ABAP systems reach us through Medartis' Cloud Connector into an EPAM destination. The LLM provider is called from EPAM runtime. Pros: horizontal scaling is on us, your BTP tenant stays lightly loaded, and EPAM runs the environment. Cons: technical data — not business data, but metadata like code fingerprints — crosses into EPAM's perimeter. You'll want a data-processing agreement and clear governance. Typical fit: customers who want the fastest time to value and are comfortable with EPAM as a processor.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[PITCH NOTES]</a:t>
            </a:r>
          </a:p>
          <a:p>
            <a:r>
              <a:t>Option 2 — everything in Medartis BTP. The Cloud LLM Hub runs inside your tenant, the vector DB is yours, the Cloud Connector is local, and the LLM provider is accessed from your BTP. Pros: full control, everything stays inside your security perimeter, simple compliance story. Cons: you carry the scale — limited by your BTP capacity — and your team carries the ops load. Less flexibility for large workloads. Typical fit: regulated environments or cases where even metadata must not leave Medartis.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[PITCH NOTES]</a:t>
            </a:r>
          </a:p>
          <a:p>
            <a:r>
              <a:t>Option 3 — the hybrid. Sensitive indexing and metadata processing run in Medartis BTP. Heavy LLM and MCP processing run in EPAM BTP. Two vector databases — sensitive vectors in Medartis, non-sensitive in EPAM. The flow is multi-hop: on-prem → Medartis → EPAM → LLM provider. Pros: sensitive data never leaves your control, general workloads scale on EPAM side, and you get clear separation between sensitive and non-sensitive paths. Cons: it's architecturally the most complex. More components, more coordination, more routing overhead. Typical fit: you want both control and scale, and you have the architectural maturity to run a distributed AI stack. Our recommendation for most Medartis-like enterprises tends to be Option 1 for a pilot, then move to Option 3 once the use cases are proven.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17D2-2924-8D77-4F79-E93AD7CEA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E2088-EBA8-FEBE-A85F-122E8874B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9D570-4EB4-1257-8C5F-7900DB5724B9}"/>
              </a:ext>
            </a:extLst>
          </p:cNvPr>
          <p:cNvSpPr>
            <a:spLocks noGrp="1"/>
          </p:cNvSpPr>
          <p:nvPr>
            <p:ph type="body" idx="1"/>
          </p:nvPr>
        </p:nvSpPr>
        <p:spPr/>
        <p:txBody>
          <a:bodyPr/>
          <a:lstStyle/>
          <a:p>
            <a:r>
              <a:t>[PITCH NOTES]</a:t>
            </a:r>
          </a:p>
          <a:p>
            <a:r>
              <a:t>That's the tour. I'll pause here — I'd love to hear your questions. A few things we usually get asked: where does the data go, how long does a pilot take, and what does the cost look like. Happy to dig into any of those now, and to any part of the use cases or architecture.</a:t>
            </a:r>
          </a:p>
        </p:txBody>
      </p:sp>
      <p:sp>
        <p:nvSpPr>
          <p:cNvPr id="4" name="Slide Number Placeholder 3">
            <a:extLst>
              <a:ext uri="{FF2B5EF4-FFF2-40B4-BE49-F238E27FC236}">
                <a16:creationId xmlns:a16="http://schemas.microsoft.com/office/drawing/2014/main" id="{684DC42D-457D-E5A5-D988-5AE4C99047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68A001-691D-41D9-91DC-B9507CB04C7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964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[PITCH NOTES]</a:t>
            </a:r>
          </a:p>
          <a:p>
            <a:r>
              <a:t>Thank you. To summarize: the Cloud LLM Hub gives you four proven AI accelerators for the SAP SDLC, three deployment options so you control where data lives, and a compounding support assistant on top. We can stand up a proof of value in about four weeks, focused on the use case that matters most to you. If it helps, I can draft a short scoping document for Medartis this week. Thanks for your time — looking forward to the next step.</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68A001-691D-41D9-91DC-B9507CB04C7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061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 Id="rId3" Type="http://schemas.openxmlformats.org/officeDocument/2006/relationships/image" Target="../media/image2.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emf"/></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sv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15.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 Id="rId3" Type="http://schemas.openxmlformats.org/officeDocument/2006/relationships/image" Target="../media/image17.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emf"/></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15.emf"/></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15.emf"/></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15.emf"/></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15.emf"/></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15.emf"/></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5.emf"/></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png"/><Relationship Id="rId3" Type="http://schemas.openxmlformats.org/officeDocument/2006/relationships/image" Target="../media/image25.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emf"/></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emf"/></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sv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0.png"/><Relationship Id="rId3" Type="http://schemas.openxmlformats.org/officeDocument/2006/relationships/image" Target="../media/image2.emf"/></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emf"/></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emf"/></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2.png"/><Relationship Id="rId3" Type="http://schemas.openxmlformats.org/officeDocument/2006/relationships/image" Target="../media/image31.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3.png"/><Relationship Id="rId3" Type="http://schemas.openxmlformats.org/officeDocument/2006/relationships/image" Target="../media/image31.sv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4.png"/><Relationship Id="rId3" Type="http://schemas.openxmlformats.org/officeDocument/2006/relationships/image" Target="../media/image31.sv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5.png"/><Relationship Id="rId3" Type="http://schemas.openxmlformats.org/officeDocument/2006/relationships/image" Target="../media/image31.sv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5.png"/><Relationship Id="rId3" Type="http://schemas.openxmlformats.org/officeDocument/2006/relationships/hyperlink" Target="https://epa.ms/stories" TargetMode="External"/><Relationship Id="rId4" Type="http://schemas.openxmlformats.org/officeDocument/2006/relationships/image" Target="../media/image36.emf"/><Relationship Id="rId5" Type="http://schemas.openxmlformats.org/officeDocument/2006/relationships/image" Target="../media/image31.sv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7.png"/><Relationship Id="rId3" Type="http://schemas.openxmlformats.org/officeDocument/2006/relationships/image" Target="../media/image29.svg"/></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8.png"/><Relationship Id="rId3" Type="http://schemas.openxmlformats.org/officeDocument/2006/relationships/image" Target="../media/image29.svg"/></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8.png"/><Relationship Id="rId3" Type="http://schemas.openxmlformats.org/officeDocument/2006/relationships/image" Target="../media/image29.sv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9.png"/><Relationship Id="rId3" Type="http://schemas.openxmlformats.org/officeDocument/2006/relationships/image" Target="../media/image29.sv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0.png"/><Relationship Id="rId3" Type="http://schemas.openxmlformats.org/officeDocument/2006/relationships/image" Target="../media/image29.sv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sv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1.sv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1.sv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1.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2.sv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sv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sv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sv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sv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sv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9.sv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emf"/></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41.sv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0.png"/><Relationship Id="rId3" Type="http://schemas.openxmlformats.org/officeDocument/2006/relationships/image" Target="../media/image2.emf"/></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8.png"/><Relationship Id="rId3" Type="http://schemas.openxmlformats.org/officeDocument/2006/relationships/image" Target="../media/image29.svg"/><Relationship Id="rId4" Type="http://schemas.openxmlformats.org/officeDocument/2006/relationships/image" Target="../media/image43.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emf"/></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emf"/></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2.png"/><Relationship Id="rId3" Type="http://schemas.openxmlformats.org/officeDocument/2006/relationships/image" Target="../media/image44.sv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3.png"/><Relationship Id="rId3" Type="http://schemas.openxmlformats.org/officeDocument/2006/relationships/image" Target="../media/image44.sv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4.png"/><Relationship Id="rId3" Type="http://schemas.openxmlformats.org/officeDocument/2006/relationships/image" Target="../media/image44.sv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5.png"/><Relationship Id="rId3" Type="http://schemas.openxmlformats.org/officeDocument/2006/relationships/image" Target="../media/image44.sv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5.png"/><Relationship Id="rId3" Type="http://schemas.openxmlformats.org/officeDocument/2006/relationships/image" Target="../media/image36.emf"/><Relationship Id="rId4" Type="http://schemas.openxmlformats.org/officeDocument/2006/relationships/image" Target="../media/image44.sv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7.png"/><Relationship Id="rId3" Type="http://schemas.openxmlformats.org/officeDocument/2006/relationships/image" Target="../media/image29.svg"/><Relationship Id="rId4" Type="http://schemas.openxmlformats.org/officeDocument/2006/relationships/image" Target="../media/image43.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8.png"/><Relationship Id="rId3" Type="http://schemas.openxmlformats.org/officeDocument/2006/relationships/image" Target="../media/image29.svg"/><Relationship Id="rId4" Type="http://schemas.openxmlformats.org/officeDocument/2006/relationships/image" Target="../media/image43.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8.png"/><Relationship Id="rId3" Type="http://schemas.openxmlformats.org/officeDocument/2006/relationships/image" Target="../media/image29.sv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9.png"/><Relationship Id="rId3" Type="http://schemas.openxmlformats.org/officeDocument/2006/relationships/image" Target="../media/image29.sv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0.png"/><Relationship Id="rId3" Type="http://schemas.openxmlformats.org/officeDocument/2006/relationships/image" Target="../media/image29.svg"/><Relationship Id="rId4" Type="http://schemas.openxmlformats.org/officeDocument/2006/relationships/image" Target="../media/image43.pn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9.svg"/></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1.svg"/></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1.svg"/><Relationship Id="rId3" Type="http://schemas.openxmlformats.org/officeDocument/2006/relationships/image" Target="../media/image43.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1.sv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1.svg"/><Relationship Id="rId3" Type="http://schemas.openxmlformats.org/officeDocument/2006/relationships/image" Target="../media/image43.pn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1.sv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9.svg"/></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5.sv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6.png"/></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svg"/></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emf"/></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6.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1.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C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CH"/>
          </a:p>
        </p:txBody>
      </p:sp>
      <p:sp>
        <p:nvSpPr>
          <p:cNvPr id="4" name="Date Placeholder 3"/>
          <p:cNvSpPr>
            <a:spLocks noGrp="1"/>
          </p:cNvSpPr>
          <p:nvPr>
            <p:ph type="dt" sz="half" idx="10"/>
          </p:nvPr>
        </p:nvSpPr>
        <p:spPr/>
        <p:txBody>
          <a:bodyPr/>
          <a:lstStyle/>
          <a:p>
            <a:fld id="{C6FEC2A0-B5D4-4D3B-AF65-8A98434EA04A}" type="datetimeFigureOut">
              <a:rPr lang="de-CH" smtClean="0"/>
              <a:t>19.05.26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3890414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C6FEC2A0-B5D4-4D3B-AF65-8A98434EA04A}" type="datetimeFigureOut">
              <a:rPr lang="de-CH" smtClean="0"/>
              <a:t>19.05.26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1398383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C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FEC2A0-B5D4-4D3B-AF65-8A98434EA04A}" type="datetimeFigureOut">
              <a:rPr lang="de-CH" smtClean="0"/>
              <a:t>19.05.26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3445654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Date Placeholder 4"/>
          <p:cNvSpPr>
            <a:spLocks noGrp="1"/>
          </p:cNvSpPr>
          <p:nvPr>
            <p:ph type="dt" sz="half" idx="10"/>
          </p:nvPr>
        </p:nvSpPr>
        <p:spPr/>
        <p:txBody>
          <a:bodyPr/>
          <a:lstStyle/>
          <a:p>
            <a:fld id="{C6FEC2A0-B5D4-4D3B-AF65-8A98434EA04A}" type="datetimeFigureOut">
              <a:rPr lang="de-CH" smtClean="0"/>
              <a:t>19.05.26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3645131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de-C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7" name="Date Placeholder 6"/>
          <p:cNvSpPr>
            <a:spLocks noGrp="1"/>
          </p:cNvSpPr>
          <p:nvPr>
            <p:ph type="dt" sz="half" idx="10"/>
          </p:nvPr>
        </p:nvSpPr>
        <p:spPr/>
        <p:txBody>
          <a:bodyPr/>
          <a:lstStyle/>
          <a:p>
            <a:fld id="{C6FEC2A0-B5D4-4D3B-AF65-8A98434EA04A}" type="datetimeFigureOut">
              <a:rPr lang="de-CH" smtClean="0"/>
              <a:t>19.05.26</a:t>
            </a:fld>
            <a:endParaRPr lang="de-CH"/>
          </a:p>
        </p:txBody>
      </p:sp>
      <p:sp>
        <p:nvSpPr>
          <p:cNvPr id="8" name="Footer Placeholder 7"/>
          <p:cNvSpPr>
            <a:spLocks noGrp="1"/>
          </p:cNvSpPr>
          <p:nvPr>
            <p:ph type="ftr" sz="quarter" idx="11"/>
          </p:nvPr>
        </p:nvSpPr>
        <p:spPr/>
        <p:txBody>
          <a:bodyPr/>
          <a:lstStyle/>
          <a:p>
            <a:endParaRPr lang="de-CH"/>
          </a:p>
        </p:txBody>
      </p:sp>
      <p:sp>
        <p:nvSpPr>
          <p:cNvPr id="9" name="Slide Number Placeholder 8"/>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2915123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Date Placeholder 2"/>
          <p:cNvSpPr>
            <a:spLocks noGrp="1"/>
          </p:cNvSpPr>
          <p:nvPr>
            <p:ph type="dt" sz="half" idx="10"/>
          </p:nvPr>
        </p:nvSpPr>
        <p:spPr/>
        <p:txBody>
          <a:bodyPr/>
          <a:lstStyle/>
          <a:p>
            <a:fld id="{C6FEC2A0-B5D4-4D3B-AF65-8A98434EA04A}" type="datetimeFigureOut">
              <a:rPr lang="de-CH" smtClean="0"/>
              <a:t>19.05.26</a:t>
            </a:fld>
            <a:endParaRPr lang="de-CH"/>
          </a:p>
        </p:txBody>
      </p:sp>
      <p:sp>
        <p:nvSpPr>
          <p:cNvPr id="4" name="Footer Placeholder 3"/>
          <p:cNvSpPr>
            <a:spLocks noGrp="1"/>
          </p:cNvSpPr>
          <p:nvPr>
            <p:ph type="ftr" sz="quarter" idx="11"/>
          </p:nvPr>
        </p:nvSpPr>
        <p:spPr/>
        <p:txBody>
          <a:bodyPr/>
          <a:lstStyle/>
          <a:p>
            <a:endParaRPr lang="de-CH"/>
          </a:p>
        </p:txBody>
      </p:sp>
      <p:sp>
        <p:nvSpPr>
          <p:cNvPr id="5" name="Slide Number Placeholder 4"/>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122901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FEC2A0-B5D4-4D3B-AF65-8A98434EA04A}" type="datetimeFigureOut">
              <a:rPr lang="de-CH" smtClean="0"/>
              <a:t>19.05.26</a:t>
            </a:fld>
            <a:endParaRPr lang="de-CH"/>
          </a:p>
        </p:txBody>
      </p:sp>
      <p:sp>
        <p:nvSpPr>
          <p:cNvPr id="3" name="Footer Placeholder 2"/>
          <p:cNvSpPr>
            <a:spLocks noGrp="1"/>
          </p:cNvSpPr>
          <p:nvPr>
            <p:ph type="ftr" sz="quarter" idx="11"/>
          </p:nvPr>
        </p:nvSpPr>
        <p:spPr/>
        <p:txBody>
          <a:bodyPr/>
          <a:lstStyle/>
          <a:p>
            <a:endParaRPr lang="de-CH"/>
          </a:p>
        </p:txBody>
      </p:sp>
      <p:sp>
        <p:nvSpPr>
          <p:cNvPr id="4" name="Slide Number Placeholder 3"/>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2752014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FEC2A0-B5D4-4D3B-AF65-8A98434EA04A}" type="datetimeFigureOut">
              <a:rPr lang="de-CH" smtClean="0"/>
              <a:t>19.05.26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4179962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C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6FEC2A0-B5D4-4D3B-AF65-8A98434EA04A}" type="datetimeFigureOut">
              <a:rPr lang="de-CH" smtClean="0"/>
              <a:t>19.05.26</a:t>
            </a:fld>
            <a:endParaRPr lang="de-CH"/>
          </a:p>
        </p:txBody>
      </p:sp>
      <p:sp>
        <p:nvSpPr>
          <p:cNvPr id="6" name="Footer Placeholder 5"/>
          <p:cNvSpPr>
            <a:spLocks noGrp="1"/>
          </p:cNvSpPr>
          <p:nvPr>
            <p:ph type="ftr" sz="quarter" idx="11"/>
          </p:nvPr>
        </p:nvSpPr>
        <p:spPr/>
        <p:txBody>
          <a:bodyPr/>
          <a:lstStyle/>
          <a:p>
            <a:endParaRPr lang="de-CH"/>
          </a:p>
        </p:txBody>
      </p:sp>
      <p:sp>
        <p:nvSpPr>
          <p:cNvPr id="7" name="Slide Number Placeholder 6"/>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1904019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de-C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C6FEC2A0-B5D4-4D3B-AF65-8A98434EA04A}" type="datetimeFigureOut">
              <a:rPr lang="de-CH" smtClean="0"/>
              <a:t>19.05.26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1231063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de-C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10"/>
          </p:nvPr>
        </p:nvSpPr>
        <p:spPr/>
        <p:txBody>
          <a:bodyPr/>
          <a:lstStyle/>
          <a:p>
            <a:fld id="{C6FEC2A0-B5D4-4D3B-AF65-8A98434EA04A}" type="datetimeFigureOut">
              <a:rPr lang="de-CH" smtClean="0"/>
              <a:t>19.05.26</a:t>
            </a:fld>
            <a:endParaRPr lang="de-CH"/>
          </a:p>
        </p:txBody>
      </p:sp>
      <p:sp>
        <p:nvSpPr>
          <p:cNvPr id="5" name="Footer Placeholder 4"/>
          <p:cNvSpPr>
            <a:spLocks noGrp="1"/>
          </p:cNvSpPr>
          <p:nvPr>
            <p:ph type="ftr" sz="quarter" idx="11"/>
          </p:nvPr>
        </p:nvSpPr>
        <p:spPr/>
        <p:txBody>
          <a:bodyPr/>
          <a:lstStyle/>
          <a:p>
            <a:endParaRPr lang="de-CH"/>
          </a:p>
        </p:txBody>
      </p:sp>
      <p:sp>
        <p:nvSpPr>
          <p:cNvPr id="6" name="Slide Number Placeholder 5"/>
          <p:cNvSpPr>
            <a:spLocks noGrp="1"/>
          </p:cNvSpPr>
          <p:nvPr>
            <p:ph type="sldNum" sz="quarter" idx="12"/>
          </p:nvPr>
        </p:nvSpPr>
        <p:spPr/>
        <p:txBody>
          <a:bodyPr/>
          <a:lstStyle/>
          <a:p>
            <a:fld id="{943981CE-EA90-44DC-A09B-8F784406CB9D}" type="slidenum">
              <a:rPr lang="de-CH" smtClean="0"/>
              <a:t>‹#›</a:t>
            </a:fld>
            <a:endParaRPr lang="de-CH"/>
          </a:p>
        </p:txBody>
      </p:sp>
    </p:spTree>
    <p:extLst>
      <p:ext uri="{BB962C8B-B14F-4D97-AF65-F5344CB8AC3E}">
        <p14:creationId xmlns:p14="http://schemas.microsoft.com/office/powerpoint/2010/main" val="1655258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x_Photo_+_Caption_A">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r>
              <a:rPr lang="en-US"/>
              <a:t>Click icon to add picture</a:t>
            </a:r>
          </a:p>
        </p:txBody>
      </p:sp>
      <p:sp>
        <p:nvSpPr>
          <p:cNvPr id="2" name="Rectangle 1">
            <a:extLst>
              <a:ext uri="{FF2B5EF4-FFF2-40B4-BE49-F238E27FC236}">
                <a16:creationId xmlns:a16="http://schemas.microsoft.com/office/drawing/2014/main" id="{F7C1B8CB-9FFB-8D0A-F788-18710501B096}"/>
              </a:ext>
            </a:extLst>
          </p:cNvPr>
          <p:cNvSpPr/>
          <p:nvPr/>
        </p:nvSpPr>
        <p:spPr bwMode="auto">
          <a:xfrm>
            <a:off x="0" y="2679405"/>
            <a:ext cx="4924396" cy="4178595"/>
          </a:xfrm>
          <a:prstGeom prst="rect">
            <a:avLst/>
          </a:prstGeom>
          <a:solidFill>
            <a:srgbClr val="161616"/>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p:nvSpPr>
        <p:spPr bwMode="auto">
          <a:xfrm>
            <a:off x="-2151983" y="5103629"/>
            <a:ext cx="3848986" cy="3848986"/>
          </a:xfrm>
          <a:prstGeom prst="ellipse">
            <a:avLst/>
          </a:prstGeom>
          <a:solidFill>
            <a:srgbClr val="8B97FF">
              <a:alpha val="65000"/>
            </a:srgbClr>
          </a:solidFill>
          <a:ln>
            <a:noFill/>
          </a:ln>
          <a:effectLst>
            <a:softEdge rad="80594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Calibri" panose="020F0502020204030204" pitchFamily="34"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1169551"/>
          </a:xfrm>
          <a:prstGeom prst="rect">
            <a:avLst/>
          </a:prstGeom>
        </p:spPr>
        <p:txBody>
          <a:bodyPr wrap="square">
            <a:spAutoFit/>
          </a:bodyPr>
          <a:lstStyle>
            <a:lvl1pPr>
              <a:lnSpc>
                <a:spcPct val="100000"/>
              </a:lnSpc>
              <a:spcBef>
                <a:spcPts val="0"/>
              </a:spcBef>
              <a:defRPr sz="38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Caption with two or more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ts val="0"/>
              </a:spcBef>
              <a:defRPr sz="1200" b="1" spc="300">
                <a:solidFill>
                  <a:schemeClr val="bg1"/>
                </a:solidFill>
                <a:latin typeface="+mj-lt"/>
                <a:cs typeface="Calibri Light" panose="020F0302020204030204" pitchFamily="34" charset="0"/>
              </a:defRPr>
            </a:lvl1pPr>
            <a:lvl2pPr>
              <a:buNone/>
              <a:defRPr/>
            </a:lvl2pPr>
          </a:lstStyle>
          <a:p>
            <a:pPr lvl="0"/>
            <a:r>
              <a:rPr lang="en-US">
                <a:effectLst/>
              </a:rPr>
              <a:t>PREHEADER</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p:nvSpPr>
        <p:spPr>
          <a:xfrm>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E5AA398A-2E47-0C00-F4A0-87498FC7BBC1}"/>
              </a:ext>
            </a:extLst>
          </p:cNvPr>
          <p:cNvSpPr txBox="1"/>
          <p:nvPr/>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0" name="Text Placeholder 3">
            <a:extLst>
              <a:ext uri="{FF2B5EF4-FFF2-40B4-BE49-F238E27FC236}">
                <a16:creationId xmlns:a16="http://schemas.microsoft.com/office/drawing/2014/main" id="{E8E7F306-CD25-215E-BBB0-42720869F90C}"/>
              </a:ext>
            </a:extLst>
          </p:cNvPr>
          <p:cNvSpPr txBox="1">
            <a:spLocks/>
          </p:cNvSpPr>
          <p:nvPr/>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2403548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_Image">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35825" y="1655821"/>
            <a:ext cx="8060366" cy="2103140"/>
          </a:xfrm>
          <a:prstGeom prst="rect">
            <a:avLst/>
          </a:prstGeom>
        </p:spPr>
        <p:txBody>
          <a:bodyPr wrap="square">
            <a:spAutoFit/>
          </a:bodyPr>
          <a:lstStyle>
            <a:lvl1pPr>
              <a:lnSpc>
                <a:spcPts val="8200"/>
              </a:lnSpc>
              <a:spcBef>
                <a:spcPts val="0"/>
              </a:spcBef>
              <a:defRPr sz="80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5825" y="4670399"/>
            <a:ext cx="10515600" cy="455381"/>
          </a:xfrm>
          <a:prstGeom prst="rect">
            <a:avLst/>
          </a:prstGeom>
        </p:spPr>
        <p:txBody>
          <a:bodyPr wrap="square">
            <a:spAutoFit/>
          </a:bodyPr>
          <a:lstStyle>
            <a:lvl1pPr>
              <a:lnSpc>
                <a:spcPct val="150000"/>
              </a:lnSpc>
              <a:spcBef>
                <a:spcPts val="0"/>
              </a:spcBef>
              <a:defRPr sz="22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5825" y="5393921"/>
            <a:ext cx="6489700" cy="200055"/>
          </a:xfrm>
          <a:prstGeom prst="rect">
            <a:avLst/>
          </a:prstGeom>
        </p:spPr>
        <p:txBody>
          <a:bodyPr>
            <a:spAutoFit/>
          </a:bodyPr>
          <a:lstStyle>
            <a:lvl1pPr>
              <a:lnSpc>
                <a:spcPct val="100000"/>
              </a:lnSpc>
              <a:spcBef>
                <a:spcPts val="0"/>
              </a:spcBef>
              <a:defRPr sz="1300" b="1" i="0" spc="400" baseline="0">
                <a:solidFill>
                  <a:srgbClr val="00F6FF"/>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5825"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bg1"/>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pic>
        <p:nvPicPr>
          <p:cNvPr id="3" name="Picture 2">
            <a:extLst>
              <a:ext uri="{FF2B5EF4-FFF2-40B4-BE49-F238E27FC236}">
                <a16:creationId xmlns:a16="http://schemas.microsoft.com/office/drawing/2014/main" id="{8AA3D84A-3A3E-A95D-16B1-DEAB594B0B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716555"/>
            <a:ext cx="658001" cy="241912"/>
          </a:xfrm>
          <a:prstGeom prst="rect">
            <a:avLst/>
          </a:prstGeom>
        </p:spPr>
      </p:pic>
      <p:sp>
        <p:nvSpPr>
          <p:cNvPr id="6" name="Picture Placeholder 5">
            <a:extLst>
              <a:ext uri="{FF2B5EF4-FFF2-40B4-BE49-F238E27FC236}">
                <a16:creationId xmlns:a16="http://schemas.microsoft.com/office/drawing/2014/main" id="{0374159C-7297-E470-BBCD-D20C41E7AF68}"/>
              </a:ext>
            </a:extLst>
          </p:cNvPr>
          <p:cNvSpPr>
            <a:spLocks noGrp="1"/>
          </p:cNvSpPr>
          <p:nvPr>
            <p:ph type="pic" sz="quarter" idx="13"/>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4094816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_Dark">
    <p:bg>
      <p:bgPr>
        <a:solidFill>
          <a:srgbClr val="060606"/>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5825" y="4670399"/>
            <a:ext cx="7068944" cy="455381"/>
          </a:xfrm>
          <a:prstGeom prst="rect">
            <a:avLst/>
          </a:prstGeom>
        </p:spPr>
        <p:txBody>
          <a:bodyPr wrap="square">
            <a:spAutoFit/>
          </a:bodyPr>
          <a:lstStyle>
            <a:lvl1pPr>
              <a:lnSpc>
                <a:spcPct val="150000"/>
              </a:lnSpc>
              <a:spcBef>
                <a:spcPts val="0"/>
              </a:spcBef>
              <a:defRPr sz="22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5825" y="5393921"/>
            <a:ext cx="6489700" cy="200055"/>
          </a:xfrm>
          <a:prstGeom prst="rect">
            <a:avLst/>
          </a:prstGeom>
        </p:spPr>
        <p:txBody>
          <a:bodyPr>
            <a:spAutoFit/>
          </a:bodyPr>
          <a:lstStyle>
            <a:lvl1pPr>
              <a:lnSpc>
                <a:spcPct val="100000"/>
              </a:lnSpc>
              <a:spcBef>
                <a:spcPts val="0"/>
              </a:spcBef>
              <a:defRPr sz="1300" b="1" i="0" spc="400" baseline="0">
                <a:solidFill>
                  <a:srgbClr val="00F6FF"/>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5825"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bg1"/>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8" name="Text Placeholder 4">
            <a:extLst>
              <a:ext uri="{FF2B5EF4-FFF2-40B4-BE49-F238E27FC236}">
                <a16:creationId xmlns:a16="http://schemas.microsoft.com/office/drawing/2014/main" id="{DF86B7FC-77D7-4734-103B-B7BEE343FE4C}"/>
              </a:ext>
            </a:extLst>
          </p:cNvPr>
          <p:cNvSpPr>
            <a:spLocks noGrp="1"/>
          </p:cNvSpPr>
          <p:nvPr>
            <p:ph type="body" sz="quarter" idx="10" hasCustomPrompt="1"/>
          </p:nvPr>
        </p:nvSpPr>
        <p:spPr>
          <a:xfrm>
            <a:off x="635825" y="1653938"/>
            <a:ext cx="8060366" cy="2103140"/>
          </a:xfrm>
          <a:prstGeom prst="rect">
            <a:avLst/>
          </a:prstGeom>
        </p:spPr>
        <p:txBody>
          <a:bodyPr wrap="square">
            <a:spAutoFit/>
          </a:bodyPr>
          <a:lstStyle>
            <a:lvl1pPr>
              <a:lnSpc>
                <a:spcPts val="8200"/>
              </a:lnSpc>
              <a:spcBef>
                <a:spcPts val="0"/>
              </a:spcBef>
              <a:defRPr sz="80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pic>
        <p:nvPicPr>
          <p:cNvPr id="3" name="Picture 2">
            <a:extLst>
              <a:ext uri="{FF2B5EF4-FFF2-40B4-BE49-F238E27FC236}">
                <a16:creationId xmlns:a16="http://schemas.microsoft.com/office/drawing/2014/main" id="{8525FA4B-8346-1D65-A1A6-BE46B3388E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716555"/>
            <a:ext cx="658001" cy="241912"/>
          </a:xfrm>
          <a:prstGeom prst="rect">
            <a:avLst/>
          </a:prstGeom>
        </p:spPr>
      </p:pic>
    </p:spTree>
    <p:extLst>
      <p:ext uri="{BB962C8B-B14F-4D97-AF65-F5344CB8AC3E}">
        <p14:creationId xmlns:p14="http://schemas.microsoft.com/office/powerpoint/2010/main" val="2185184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_Shorter_Title_Half_Page">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040E1BA6-2B94-3FB9-8A61-22A11D25EDE1}"/>
              </a:ext>
            </a:extLst>
          </p:cNvPr>
          <p:cNvSpPr>
            <a:spLocks noGrp="1"/>
          </p:cNvSpPr>
          <p:nvPr>
            <p:ph type="pic" sz="quarter" idx="24"/>
          </p:nvPr>
        </p:nvSpPr>
        <p:spPr>
          <a:xfrm>
            <a:off x="6123008" y="0"/>
            <a:ext cx="6068992" cy="6858000"/>
          </a:xfrm>
          <a:prstGeom prst="rect">
            <a:avLst/>
          </a:prstGeom>
        </p:spPr>
        <p:txBody>
          <a:bodyPr/>
          <a:lstStyle/>
          <a:p>
            <a:endParaRPr lang="en-US"/>
          </a:p>
        </p:txBody>
      </p:sp>
      <p:sp>
        <p:nvSpPr>
          <p:cNvPr id="6" name="Text Placeholder 4">
            <a:extLst>
              <a:ext uri="{FF2B5EF4-FFF2-40B4-BE49-F238E27FC236}">
                <a16:creationId xmlns:a16="http://schemas.microsoft.com/office/drawing/2014/main" id="{5DF60C00-4DF7-EA8B-64E5-6D8707C3F163}"/>
              </a:ext>
            </a:extLst>
          </p:cNvPr>
          <p:cNvSpPr>
            <a:spLocks noGrp="1"/>
          </p:cNvSpPr>
          <p:nvPr>
            <p:ph type="body" sz="quarter" idx="25" hasCustomPrompt="1"/>
          </p:nvPr>
        </p:nvSpPr>
        <p:spPr>
          <a:xfrm>
            <a:off x="635825" y="4670399"/>
            <a:ext cx="5151216" cy="372538"/>
          </a:xfrm>
          <a:prstGeom prst="rect">
            <a:avLst/>
          </a:prstGeom>
        </p:spPr>
        <p:txBody>
          <a:bodyPr wrap="square">
            <a:spAutoFit/>
          </a:bodyPr>
          <a:lstStyle>
            <a:lvl1pPr>
              <a:lnSpc>
                <a:spcPct val="15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7" name="Text Placeholder 4">
            <a:extLst>
              <a:ext uri="{FF2B5EF4-FFF2-40B4-BE49-F238E27FC236}">
                <a16:creationId xmlns:a16="http://schemas.microsoft.com/office/drawing/2014/main" id="{1CED6F17-ABB3-3BF2-0943-BB3D363DB394}"/>
              </a:ext>
            </a:extLst>
          </p:cNvPr>
          <p:cNvSpPr>
            <a:spLocks noGrp="1"/>
          </p:cNvSpPr>
          <p:nvPr>
            <p:ph type="body" sz="quarter" idx="12" hasCustomPrompt="1"/>
          </p:nvPr>
        </p:nvSpPr>
        <p:spPr>
          <a:xfrm>
            <a:off x="635825" y="5393921"/>
            <a:ext cx="5185941" cy="200055"/>
          </a:xfrm>
          <a:prstGeom prst="rect">
            <a:avLst/>
          </a:prstGeom>
        </p:spPr>
        <p:txBody>
          <a:bodyPr wrap="square">
            <a:spAutoFit/>
          </a:bodyPr>
          <a:lstStyle>
            <a:lvl1pPr>
              <a:lnSpc>
                <a:spcPct val="100000"/>
              </a:lnSpc>
              <a:spcBef>
                <a:spcPts val="0"/>
              </a:spcBef>
              <a:defRPr sz="1300" b="1" i="0" spc="400" baseline="0">
                <a:solidFill>
                  <a:srgbClr val="00F6FF"/>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8" name="Text Placeholder 4">
            <a:extLst>
              <a:ext uri="{FF2B5EF4-FFF2-40B4-BE49-F238E27FC236}">
                <a16:creationId xmlns:a16="http://schemas.microsoft.com/office/drawing/2014/main" id="{03242F72-C056-2877-37FC-0C0E8E2FA1E4}"/>
              </a:ext>
            </a:extLst>
          </p:cNvPr>
          <p:cNvSpPr>
            <a:spLocks noGrp="1"/>
          </p:cNvSpPr>
          <p:nvPr>
            <p:ph type="body" sz="quarter" idx="26" hasCustomPrompt="1"/>
          </p:nvPr>
        </p:nvSpPr>
        <p:spPr>
          <a:xfrm>
            <a:off x="635825" y="1653938"/>
            <a:ext cx="5139642" cy="1846659"/>
          </a:xfrm>
          <a:prstGeom prst="rect">
            <a:avLst/>
          </a:prstGeom>
        </p:spPr>
        <p:txBody>
          <a:bodyPr wrap="square">
            <a:spAutoFit/>
          </a:bodyPr>
          <a:lstStyle>
            <a:lvl1pPr>
              <a:lnSpc>
                <a:spcPct val="100000"/>
              </a:lnSpc>
              <a:spcBef>
                <a:spcPts val="0"/>
              </a:spcBef>
              <a:defRPr sz="60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Shorter Title</a:t>
            </a:r>
          </a:p>
        </p:txBody>
      </p:sp>
      <p:pic>
        <p:nvPicPr>
          <p:cNvPr id="9" name="Picture 8">
            <a:extLst>
              <a:ext uri="{FF2B5EF4-FFF2-40B4-BE49-F238E27FC236}">
                <a16:creationId xmlns:a16="http://schemas.microsoft.com/office/drawing/2014/main" id="{522237D0-4B7C-4C74-1B34-6585F8B84CE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716555"/>
            <a:ext cx="658001" cy="241912"/>
          </a:xfrm>
          <a:prstGeom prst="rect">
            <a:avLst/>
          </a:prstGeom>
        </p:spPr>
      </p:pic>
    </p:spTree>
    <p:extLst>
      <p:ext uri="{BB962C8B-B14F-4D97-AF65-F5344CB8AC3E}">
        <p14:creationId xmlns:p14="http://schemas.microsoft.com/office/powerpoint/2010/main" val="3295276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5825" y="1350512"/>
            <a:ext cx="3594735" cy="923330"/>
          </a:xfrm>
          <a:prstGeom prst="rect">
            <a:avLst/>
          </a:prstGeom>
        </p:spPr>
        <p:txBody>
          <a:bodyPr wrap="square">
            <a:spAutoFit/>
          </a:bodyPr>
          <a:lstStyle>
            <a:lvl1pPr>
              <a:defRPr sz="6000" b="0" i="0">
                <a:gradFill>
                  <a:gsLst>
                    <a:gs pos="0">
                      <a:srgbClr val="00F6FF"/>
                    </a:gs>
                    <a:gs pos="70000">
                      <a:srgbClr val="00FFF0"/>
                    </a:gs>
                    <a:gs pos="100000">
                      <a:srgbClr val="B896FF"/>
                    </a:gs>
                  </a:gsLst>
                  <a:lin ang="0" scaled="0"/>
                </a:gradFill>
                <a:latin typeface="Calibri" panose="020F0502020204030204" pitchFamily="34" charset="0"/>
                <a:cs typeface="Calibri" panose="020F05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4566051" y="1542286"/>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4566051" y="2235353"/>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4566051" y="2918259"/>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4566051" y="3611326"/>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4566051" y="4294232"/>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4566051" y="4977139"/>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5298342" y="154228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5298342" y="2235353"/>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5298342" y="291825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5298342" y="361132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5298342" y="4294232"/>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5298342" y="497713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cxnSp>
        <p:nvCxnSpPr>
          <p:cNvPr id="6" name="Straight Connector 5">
            <a:extLst>
              <a:ext uri="{FF2B5EF4-FFF2-40B4-BE49-F238E27FC236}">
                <a16:creationId xmlns:a16="http://schemas.microsoft.com/office/drawing/2014/main" id="{68522FB4-D05A-7BBC-4925-8F44384D8BAF}"/>
              </a:ext>
            </a:extLst>
          </p:cNvPr>
          <p:cNvCxnSpPr>
            <a:cxnSpLocks/>
          </p:cNvCxnSpPr>
          <p:nvPr userDrawn="1"/>
        </p:nvCxnSpPr>
        <p:spPr>
          <a:xfrm>
            <a:off x="4828321" y="204358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3E4466-9172-11FF-B631-0772F610EC0A}"/>
              </a:ext>
            </a:extLst>
          </p:cNvPr>
          <p:cNvCxnSpPr>
            <a:cxnSpLocks/>
          </p:cNvCxnSpPr>
          <p:nvPr userDrawn="1"/>
        </p:nvCxnSpPr>
        <p:spPr>
          <a:xfrm>
            <a:off x="4828321" y="2736156"/>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39B406A-62F3-7DD2-AFDA-098BD84DC9B8}"/>
              </a:ext>
            </a:extLst>
          </p:cNvPr>
          <p:cNvCxnSpPr>
            <a:cxnSpLocks/>
          </p:cNvCxnSpPr>
          <p:nvPr userDrawn="1"/>
        </p:nvCxnSpPr>
        <p:spPr>
          <a:xfrm>
            <a:off x="4828321" y="342873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828321" y="4121306"/>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828321" y="481388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828321" y="551146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8085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5825" y="1353882"/>
            <a:ext cx="3594735" cy="923330"/>
          </a:xfrm>
          <a:prstGeom prst="rect">
            <a:avLst/>
          </a:prstGeom>
        </p:spPr>
        <p:txBody>
          <a:bodyPr wrap="square" lIns="0" tIns="0" rIns="0" bIns="0">
            <a:spAutoFit/>
          </a:bodyPr>
          <a:lstStyle>
            <a:lvl1pPr>
              <a:defRPr lang="en-US" sz="6000" b="0" dirty="0">
                <a:gradFill>
                  <a:gsLst>
                    <a:gs pos="0">
                      <a:srgbClr val="00F6FF"/>
                    </a:gs>
                    <a:gs pos="70000">
                      <a:srgbClr val="00FFF0"/>
                    </a:gs>
                    <a:gs pos="100000">
                      <a:srgbClr val="B896FF"/>
                    </a:gs>
                  </a:gsLst>
                  <a:lin ang="0" scaled="0"/>
                </a:gradFill>
              </a:defRPr>
            </a:lvl1pPr>
          </a:lstStyle>
          <a:p>
            <a:pPr lvl="0"/>
            <a:r>
              <a:rPr lang="en-US"/>
              <a:t>Agenda</a:t>
            </a:r>
          </a:p>
        </p:txBody>
      </p: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597093" y="4127679"/>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597093" y="4821255"/>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597093" y="5514831"/>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F38260B-0DC8-F1D9-0A04-B34FD9548DDE}"/>
              </a:ext>
            </a:extLst>
          </p:cNvPr>
          <p:cNvCxnSpPr>
            <a:cxnSpLocks/>
          </p:cNvCxnSpPr>
          <p:nvPr userDrawn="1"/>
        </p:nvCxnSpPr>
        <p:spPr>
          <a:xfrm>
            <a:off x="4597093" y="3434103"/>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34323139-2B65-F98E-4BA6-26EBD4E0ADE2}"/>
              </a:ext>
            </a:extLst>
          </p:cNvPr>
          <p:cNvSpPr>
            <a:spLocks noGrp="1"/>
          </p:cNvSpPr>
          <p:nvPr>
            <p:ph type="body" sz="quarter" idx="10" hasCustomPrompt="1"/>
          </p:nvPr>
        </p:nvSpPr>
        <p:spPr>
          <a:xfrm>
            <a:off x="4114801" y="1544424"/>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23" name="Text Placeholder 4">
            <a:extLst>
              <a:ext uri="{FF2B5EF4-FFF2-40B4-BE49-F238E27FC236}">
                <a16:creationId xmlns:a16="http://schemas.microsoft.com/office/drawing/2014/main" id="{4203F9BF-BF5F-6A91-5F78-9E13CFB34688}"/>
              </a:ext>
            </a:extLst>
          </p:cNvPr>
          <p:cNvSpPr>
            <a:spLocks noGrp="1"/>
          </p:cNvSpPr>
          <p:nvPr>
            <p:ph type="body" sz="quarter" idx="16" hasCustomPrompt="1"/>
          </p:nvPr>
        </p:nvSpPr>
        <p:spPr>
          <a:xfrm>
            <a:off x="6248400" y="1544424"/>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4" name="Text Placeholder 4">
            <a:extLst>
              <a:ext uri="{FF2B5EF4-FFF2-40B4-BE49-F238E27FC236}">
                <a16:creationId xmlns:a16="http://schemas.microsoft.com/office/drawing/2014/main" id="{876CC08A-4820-35BC-92E1-8230BD9D360A}"/>
              </a:ext>
            </a:extLst>
          </p:cNvPr>
          <p:cNvSpPr>
            <a:spLocks noGrp="1"/>
          </p:cNvSpPr>
          <p:nvPr>
            <p:ph type="body" sz="quarter" idx="24" hasCustomPrompt="1"/>
          </p:nvPr>
        </p:nvSpPr>
        <p:spPr>
          <a:xfrm>
            <a:off x="4114801" y="2237970"/>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25" name="Text Placeholder 4">
            <a:extLst>
              <a:ext uri="{FF2B5EF4-FFF2-40B4-BE49-F238E27FC236}">
                <a16:creationId xmlns:a16="http://schemas.microsoft.com/office/drawing/2014/main" id="{F7291D4C-4D95-8F05-0F5C-BA39164C8277}"/>
              </a:ext>
            </a:extLst>
          </p:cNvPr>
          <p:cNvSpPr>
            <a:spLocks noGrp="1"/>
          </p:cNvSpPr>
          <p:nvPr>
            <p:ph type="body" sz="quarter" idx="25" hasCustomPrompt="1"/>
          </p:nvPr>
        </p:nvSpPr>
        <p:spPr>
          <a:xfrm>
            <a:off x="6248400" y="2237970"/>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6" name="Text Placeholder 4">
            <a:extLst>
              <a:ext uri="{FF2B5EF4-FFF2-40B4-BE49-F238E27FC236}">
                <a16:creationId xmlns:a16="http://schemas.microsoft.com/office/drawing/2014/main" id="{B6CEF688-2334-22F4-39C4-5CC9525BC52D}"/>
              </a:ext>
            </a:extLst>
          </p:cNvPr>
          <p:cNvSpPr>
            <a:spLocks noGrp="1"/>
          </p:cNvSpPr>
          <p:nvPr>
            <p:ph type="body" sz="quarter" idx="26" hasCustomPrompt="1"/>
          </p:nvPr>
        </p:nvSpPr>
        <p:spPr>
          <a:xfrm>
            <a:off x="4114801" y="2931516"/>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1" name="Text Placeholder 4">
            <a:extLst>
              <a:ext uri="{FF2B5EF4-FFF2-40B4-BE49-F238E27FC236}">
                <a16:creationId xmlns:a16="http://schemas.microsoft.com/office/drawing/2014/main" id="{6C7F5B96-F4B8-B78A-06A1-1387CE2660EF}"/>
              </a:ext>
            </a:extLst>
          </p:cNvPr>
          <p:cNvSpPr>
            <a:spLocks noGrp="1"/>
          </p:cNvSpPr>
          <p:nvPr>
            <p:ph type="body" sz="quarter" idx="27" hasCustomPrompt="1"/>
          </p:nvPr>
        </p:nvSpPr>
        <p:spPr>
          <a:xfrm>
            <a:off x="6248400" y="2931516"/>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2" name="Text Placeholder 4">
            <a:extLst>
              <a:ext uri="{FF2B5EF4-FFF2-40B4-BE49-F238E27FC236}">
                <a16:creationId xmlns:a16="http://schemas.microsoft.com/office/drawing/2014/main" id="{F2D20F35-3DAA-AC00-0D89-CD5517054A4A}"/>
              </a:ext>
            </a:extLst>
          </p:cNvPr>
          <p:cNvSpPr>
            <a:spLocks noGrp="1"/>
          </p:cNvSpPr>
          <p:nvPr>
            <p:ph type="body" sz="quarter" idx="28" hasCustomPrompt="1"/>
          </p:nvPr>
        </p:nvSpPr>
        <p:spPr>
          <a:xfrm>
            <a:off x="4114801" y="3625062"/>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4" name="Text Placeholder 4">
            <a:extLst>
              <a:ext uri="{FF2B5EF4-FFF2-40B4-BE49-F238E27FC236}">
                <a16:creationId xmlns:a16="http://schemas.microsoft.com/office/drawing/2014/main" id="{7CEC68D4-F109-8967-2138-7755BCDA7F53}"/>
              </a:ext>
            </a:extLst>
          </p:cNvPr>
          <p:cNvSpPr>
            <a:spLocks noGrp="1"/>
          </p:cNvSpPr>
          <p:nvPr>
            <p:ph type="body" sz="quarter" idx="29" hasCustomPrompt="1"/>
          </p:nvPr>
        </p:nvSpPr>
        <p:spPr>
          <a:xfrm>
            <a:off x="6248400" y="3625062"/>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5" name="Text Placeholder 4">
            <a:extLst>
              <a:ext uri="{FF2B5EF4-FFF2-40B4-BE49-F238E27FC236}">
                <a16:creationId xmlns:a16="http://schemas.microsoft.com/office/drawing/2014/main" id="{9D31E2A1-E7D9-C6E2-1CAD-132E8FC15028}"/>
              </a:ext>
            </a:extLst>
          </p:cNvPr>
          <p:cNvSpPr>
            <a:spLocks noGrp="1"/>
          </p:cNvSpPr>
          <p:nvPr>
            <p:ph type="body" sz="quarter" idx="30" hasCustomPrompt="1"/>
          </p:nvPr>
        </p:nvSpPr>
        <p:spPr>
          <a:xfrm>
            <a:off x="4114801" y="4318608"/>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6" name="Text Placeholder 4">
            <a:extLst>
              <a:ext uri="{FF2B5EF4-FFF2-40B4-BE49-F238E27FC236}">
                <a16:creationId xmlns:a16="http://schemas.microsoft.com/office/drawing/2014/main" id="{9FFDA3CA-2B8B-D638-20E4-71AC7A34D736}"/>
              </a:ext>
            </a:extLst>
          </p:cNvPr>
          <p:cNvSpPr>
            <a:spLocks noGrp="1"/>
          </p:cNvSpPr>
          <p:nvPr>
            <p:ph type="body" sz="quarter" idx="31" hasCustomPrompt="1"/>
          </p:nvPr>
        </p:nvSpPr>
        <p:spPr>
          <a:xfrm>
            <a:off x="6248400" y="4318608"/>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7" name="Text Placeholder 4">
            <a:extLst>
              <a:ext uri="{FF2B5EF4-FFF2-40B4-BE49-F238E27FC236}">
                <a16:creationId xmlns:a16="http://schemas.microsoft.com/office/drawing/2014/main" id="{557F9336-F799-453A-9AE4-57BF009F4E49}"/>
              </a:ext>
            </a:extLst>
          </p:cNvPr>
          <p:cNvSpPr>
            <a:spLocks noGrp="1"/>
          </p:cNvSpPr>
          <p:nvPr>
            <p:ph type="body" sz="quarter" idx="32" hasCustomPrompt="1"/>
          </p:nvPr>
        </p:nvSpPr>
        <p:spPr>
          <a:xfrm>
            <a:off x="4114801" y="5012153"/>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8" name="Text Placeholder 4">
            <a:extLst>
              <a:ext uri="{FF2B5EF4-FFF2-40B4-BE49-F238E27FC236}">
                <a16:creationId xmlns:a16="http://schemas.microsoft.com/office/drawing/2014/main" id="{3ACF06D8-4539-871E-68C7-607E7092437D}"/>
              </a:ext>
            </a:extLst>
          </p:cNvPr>
          <p:cNvSpPr>
            <a:spLocks noGrp="1"/>
          </p:cNvSpPr>
          <p:nvPr>
            <p:ph type="body" sz="quarter" idx="33" hasCustomPrompt="1"/>
          </p:nvPr>
        </p:nvSpPr>
        <p:spPr>
          <a:xfrm>
            <a:off x="6248400" y="5012153"/>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cxnSp>
        <p:nvCxnSpPr>
          <p:cNvPr id="41" name="Straight Connector 40">
            <a:extLst>
              <a:ext uri="{FF2B5EF4-FFF2-40B4-BE49-F238E27FC236}">
                <a16:creationId xmlns:a16="http://schemas.microsoft.com/office/drawing/2014/main" id="{A040C191-15FC-CC2A-76C6-F51F8764B2F0}"/>
              </a:ext>
            </a:extLst>
          </p:cNvPr>
          <p:cNvCxnSpPr>
            <a:cxnSpLocks/>
          </p:cNvCxnSpPr>
          <p:nvPr userDrawn="1"/>
        </p:nvCxnSpPr>
        <p:spPr>
          <a:xfrm>
            <a:off x="4597093" y="2740527"/>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2D121A1-59B7-61ED-F9B5-D7F3CF3FA035}"/>
              </a:ext>
            </a:extLst>
          </p:cNvPr>
          <p:cNvCxnSpPr>
            <a:cxnSpLocks/>
          </p:cNvCxnSpPr>
          <p:nvPr userDrawn="1"/>
        </p:nvCxnSpPr>
        <p:spPr>
          <a:xfrm>
            <a:off x="4597094" y="2046951"/>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9008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_Header_Half_Page_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5825" y="1772483"/>
            <a:ext cx="3594735" cy="1846659"/>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5825" y="3939611"/>
            <a:ext cx="4554537" cy="276999"/>
          </a:xfrm>
          <a:prstGeom prst="rect">
            <a:avLst/>
          </a:prstGeom>
        </p:spPr>
        <p:txBody>
          <a:bodyPr wrap="square" anchor="t" anchorCtr="0">
            <a:spAutoFit/>
          </a:bodyPr>
          <a:lstStyle>
            <a:lvl1pPr>
              <a:defRPr sz="1800" b="0" i="0">
                <a:latin typeface="Calibri Light" panose="020F0302020204030204" pitchFamily="34" charset="0"/>
                <a:cs typeface="Calibri Light" panose="020F0302020204030204" pitchFamily="34" charset="0"/>
              </a:defRPr>
            </a:lvl1pPr>
          </a:lstStyle>
          <a:p>
            <a:pPr lvl="0"/>
            <a:r>
              <a:rPr lang="en-US"/>
              <a:t>Section description</a:t>
            </a:r>
          </a:p>
        </p:txBody>
      </p:sp>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14" name="Oval 13">
            <a:extLst>
              <a:ext uri="{FF2B5EF4-FFF2-40B4-BE49-F238E27FC236}">
                <a16:creationId xmlns:a16="http://schemas.microsoft.com/office/drawing/2014/main" id="{1BFE2FC0-3FA5-A96D-8741-0967434C45D8}"/>
              </a:ext>
            </a:extLst>
          </p:cNvPr>
          <p:cNvSpPr/>
          <p:nvPr userDrawn="1"/>
        </p:nvSpPr>
        <p:spPr bwMode="auto">
          <a:xfrm>
            <a:off x="7006459" y="0"/>
            <a:ext cx="1507755" cy="1507755"/>
          </a:xfrm>
          <a:prstGeom prst="ellipse">
            <a:avLst/>
          </a:prstGeom>
          <a:solidFill>
            <a:srgbClr val="B896FF"/>
          </a:solidFill>
          <a:ln>
            <a:noFill/>
          </a:ln>
          <a:effectLst>
            <a:softEdge rad="50192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Text Placeholder 4">
            <a:extLst>
              <a:ext uri="{FF2B5EF4-FFF2-40B4-BE49-F238E27FC236}">
                <a16:creationId xmlns:a16="http://schemas.microsoft.com/office/drawing/2014/main" id="{044D886A-7EE9-3D61-5350-BFDC9DEF7721}"/>
              </a:ext>
            </a:extLst>
          </p:cNvPr>
          <p:cNvSpPr>
            <a:spLocks noGrp="1"/>
          </p:cNvSpPr>
          <p:nvPr>
            <p:ph type="body" sz="quarter" idx="10" hasCustomPrompt="1"/>
          </p:nvPr>
        </p:nvSpPr>
        <p:spPr>
          <a:xfrm>
            <a:off x="635825" y="1335603"/>
            <a:ext cx="498928" cy="307777"/>
          </a:xfrm>
          <a:prstGeom prst="rect">
            <a:avLst/>
          </a:prstGeom>
        </p:spPr>
        <p:txBody>
          <a:bodyPr wrap="square" anchor="t" anchorCtr="0">
            <a:spAutoFit/>
          </a:bodyPr>
          <a:lstStyle>
            <a:lvl1pPr algn="l">
              <a:defRPr sz="2000" b="1">
                <a:solidFill>
                  <a:schemeClr val="accent2"/>
                </a:solidFill>
              </a:defRPr>
            </a:lvl1pPr>
          </a:lstStyle>
          <a:p>
            <a:pPr lvl="0"/>
            <a:r>
              <a:rPr lang="en-US"/>
              <a:t>01</a:t>
            </a:r>
          </a:p>
        </p:txBody>
      </p:sp>
    </p:spTree>
    <p:extLst>
      <p:ext uri="{BB962C8B-B14F-4D97-AF65-F5344CB8AC3E}">
        <p14:creationId xmlns:p14="http://schemas.microsoft.com/office/powerpoint/2010/main" val="21306219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_Header_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5825" y="1793240"/>
            <a:ext cx="5640805" cy="923330"/>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4">
            <a:extLst>
              <a:ext uri="{FF2B5EF4-FFF2-40B4-BE49-F238E27FC236}">
                <a16:creationId xmlns:a16="http://schemas.microsoft.com/office/drawing/2014/main" id="{00F545EE-05C3-C60B-A33C-54CA3165B80C}"/>
              </a:ext>
            </a:extLst>
          </p:cNvPr>
          <p:cNvSpPr>
            <a:spLocks noGrp="1"/>
          </p:cNvSpPr>
          <p:nvPr>
            <p:ph type="body" sz="quarter" idx="10" hasCustomPrompt="1"/>
          </p:nvPr>
        </p:nvSpPr>
        <p:spPr>
          <a:xfrm>
            <a:off x="635825" y="1336040"/>
            <a:ext cx="498928" cy="307777"/>
          </a:xfrm>
          <a:prstGeom prst="rect">
            <a:avLst/>
          </a:prstGeom>
        </p:spPr>
        <p:txBody>
          <a:bodyPr wrap="square" anchor="t" anchorCtr="0">
            <a:spAutoFit/>
          </a:bodyPr>
          <a:lstStyle>
            <a:lvl1pPr algn="l">
              <a:defRPr sz="2000" b="1">
                <a:solidFill>
                  <a:schemeClr val="accent2"/>
                </a:solidFill>
              </a:defRPr>
            </a:lvl1pPr>
          </a:lstStyle>
          <a:p>
            <a:pPr lvl="0"/>
            <a:r>
              <a:rPr lang="en-US"/>
              <a:t>01</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5825" y="3126991"/>
            <a:ext cx="4554537" cy="276999"/>
          </a:xfrm>
          <a:prstGeom prst="rect">
            <a:avLst/>
          </a:prstGeom>
        </p:spPr>
        <p:txBody>
          <a:bodyPr wrap="square" anchor="t" anchorCtr="0">
            <a:spAutoFit/>
          </a:bodyPr>
          <a:lstStyle>
            <a:lvl1pPr>
              <a:defRPr sz="1800" b="0" i="0">
                <a:latin typeface="Calibri Light" panose="020F0302020204030204" pitchFamily="34" charset="0"/>
                <a:cs typeface="Calibri Light" panose="020F0302020204030204" pitchFamily="34" charset="0"/>
              </a:defRPr>
            </a:lvl1pPr>
          </a:lstStyle>
          <a:p>
            <a:pPr lvl="0"/>
            <a:r>
              <a:rPr lang="en-US"/>
              <a:t>Section description</a:t>
            </a:r>
          </a:p>
        </p:txBody>
      </p:sp>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7202904" y="0"/>
            <a:ext cx="4989095" cy="6858000"/>
          </a:xfrm>
          <a:prstGeom prst="rect">
            <a:avLst/>
          </a:prstGeom>
        </p:spPr>
        <p:txBody>
          <a:bodyPr/>
          <a:lstStyle/>
          <a:p>
            <a:endParaRPr lang="en-US"/>
          </a:p>
        </p:txBody>
      </p:sp>
    </p:spTree>
    <p:extLst>
      <p:ext uri="{BB962C8B-B14F-4D97-AF65-F5344CB8AC3E}">
        <p14:creationId xmlns:p14="http://schemas.microsoft.com/office/powerpoint/2010/main" val="17805651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x_Section_Header_Cool">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3CF198-2C15-1B0B-2941-6BA5258C3280}"/>
              </a:ext>
            </a:extLst>
          </p:cNvPr>
          <p:cNvSpPr/>
          <p:nvPr userDrawn="1"/>
        </p:nvSpPr>
        <p:spPr bwMode="auto">
          <a:xfrm>
            <a:off x="620713" y="647700"/>
            <a:ext cx="10969625" cy="5562600"/>
          </a:xfrm>
          <a:prstGeom prst="rect">
            <a:avLst/>
          </a:prstGeom>
          <a:gradFill flip="none" rotWithShape="1">
            <a:gsLst>
              <a:gs pos="0">
                <a:schemeClr val="accent4"/>
              </a:gs>
              <a:gs pos="99000">
                <a:schemeClr val="accent2"/>
              </a:gs>
              <a:gs pos="17000">
                <a:schemeClr val="accent4">
                  <a:alpha val="79000"/>
                </a:schemeClr>
              </a:gs>
              <a:gs pos="37000">
                <a:schemeClr val="accent2"/>
              </a:gs>
            </a:gsLst>
            <a:path path="circle">
              <a:fillToRect l="100000" t="100000"/>
            </a:path>
            <a:tileRect r="-100000" b="-10000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 Placeholder 7">
            <a:extLst>
              <a:ext uri="{FF2B5EF4-FFF2-40B4-BE49-F238E27FC236}">
                <a16:creationId xmlns:a16="http://schemas.microsoft.com/office/drawing/2014/main" id="{F83EE370-5755-0FBB-7D84-A96FB6BC6317}"/>
              </a:ext>
            </a:extLst>
          </p:cNvPr>
          <p:cNvSpPr>
            <a:spLocks noGrp="1"/>
          </p:cNvSpPr>
          <p:nvPr>
            <p:ph type="body" sz="quarter" idx="10" hasCustomPrompt="1"/>
          </p:nvPr>
        </p:nvSpPr>
        <p:spPr>
          <a:xfrm>
            <a:off x="1295400" y="2977260"/>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4" name="Title 8">
            <a:extLst>
              <a:ext uri="{FF2B5EF4-FFF2-40B4-BE49-F238E27FC236}">
                <a16:creationId xmlns:a16="http://schemas.microsoft.com/office/drawing/2014/main" id="{90735A68-7AD1-6A4F-4FBB-D417739247BA}"/>
              </a:ext>
            </a:extLst>
          </p:cNvPr>
          <p:cNvSpPr>
            <a:spLocks noGrp="1"/>
          </p:cNvSpPr>
          <p:nvPr>
            <p:ph type="title" hasCustomPrompt="1"/>
          </p:nvPr>
        </p:nvSpPr>
        <p:spPr>
          <a:xfrm>
            <a:off x="1285240" y="1723225"/>
            <a:ext cx="9601200" cy="1212018"/>
          </a:xfrm>
          <a:prstGeom prst="rect">
            <a:avLst/>
          </a:prstGeom>
        </p:spPr>
        <p:txBody>
          <a:bodyPr/>
          <a:lstStyle>
            <a:lvl1pPr>
              <a:defRPr sz="6000">
                <a:solidFill>
                  <a:srgbClr val="000000"/>
                </a:solidFill>
              </a:defRPr>
            </a:lvl1pPr>
          </a:lstStyle>
          <a:p>
            <a:r>
              <a:rPr lang="en-US"/>
              <a:t>Section Header</a:t>
            </a:r>
          </a:p>
        </p:txBody>
      </p:sp>
      <p:sp>
        <p:nvSpPr>
          <p:cNvPr id="5" name="Text Placeholder 4">
            <a:extLst>
              <a:ext uri="{FF2B5EF4-FFF2-40B4-BE49-F238E27FC236}">
                <a16:creationId xmlns:a16="http://schemas.microsoft.com/office/drawing/2014/main" id="{B6749C80-4012-9B9E-C0D6-07426A51EF8D}"/>
              </a:ext>
            </a:extLst>
          </p:cNvPr>
          <p:cNvSpPr>
            <a:spLocks noGrp="1"/>
          </p:cNvSpPr>
          <p:nvPr>
            <p:ph type="body" sz="quarter" idx="11" hasCustomPrompt="1"/>
          </p:nvPr>
        </p:nvSpPr>
        <p:spPr>
          <a:xfrm>
            <a:off x="1295400" y="1328420"/>
            <a:ext cx="498928" cy="307777"/>
          </a:xfrm>
          <a:prstGeom prst="rect">
            <a:avLst/>
          </a:prstGeom>
        </p:spPr>
        <p:txBody>
          <a:bodyPr wrap="square" anchor="t" anchorCtr="0">
            <a:spAutoFit/>
          </a:bodyPr>
          <a:lstStyle>
            <a:lvl1pPr algn="l">
              <a:defRPr sz="2000" b="1">
                <a:solidFill>
                  <a:srgbClr val="000000"/>
                </a:solidFill>
              </a:defRPr>
            </a:lvl1pPr>
          </a:lstStyle>
          <a:p>
            <a:pPr lvl="0"/>
            <a:r>
              <a:rPr lang="en-US"/>
              <a:t>01</a:t>
            </a:r>
          </a:p>
        </p:txBody>
      </p:sp>
      <p:pic>
        <p:nvPicPr>
          <p:cNvPr id="6" name="Picture 5">
            <a:extLst>
              <a:ext uri="{FF2B5EF4-FFF2-40B4-BE49-F238E27FC236}">
                <a16:creationId xmlns:a16="http://schemas.microsoft.com/office/drawing/2014/main" id="{CC04B4EE-632B-DECA-21A7-CE4B30649ED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6413859"/>
            <a:ext cx="495300" cy="182096"/>
          </a:xfrm>
          <a:prstGeom prst="rect">
            <a:avLst/>
          </a:prstGeom>
        </p:spPr>
      </p:pic>
      <p:sp>
        <p:nvSpPr>
          <p:cNvPr id="7" name="TextBox 6">
            <a:extLst>
              <a:ext uri="{FF2B5EF4-FFF2-40B4-BE49-F238E27FC236}">
                <a16:creationId xmlns:a16="http://schemas.microsoft.com/office/drawing/2014/main" id="{6D4AEAE2-ED8B-F9AA-7FD1-83D75695B020}"/>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58A49E1C-D7C7-5097-0968-F987FEF5622B}"/>
              </a:ext>
            </a:extLst>
          </p:cNvPr>
          <p:cNvSpPr txBox="1">
            <a:spLocks/>
          </p:cNvSpPr>
          <p:nvPr userDrawn="1"/>
        </p:nvSpPr>
        <p:spPr>
          <a:xfrm>
            <a:off x="1135279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1572878223"/>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x_Section_Header_Cool">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B8FFF1-7BEF-FB67-FD62-E5D324B98FDF}"/>
              </a:ext>
            </a:extLst>
          </p:cNvPr>
          <p:cNvSpPr/>
          <p:nvPr userDrawn="1"/>
        </p:nvSpPr>
        <p:spPr bwMode="auto">
          <a:xfrm>
            <a:off x="620713" y="647700"/>
            <a:ext cx="10969625" cy="5562600"/>
          </a:xfrm>
          <a:prstGeom prst="rect">
            <a:avLst/>
          </a:prstGeom>
          <a:gradFill flip="none" rotWithShape="1">
            <a:gsLst>
              <a:gs pos="0">
                <a:schemeClr val="accent4"/>
              </a:gs>
              <a:gs pos="99000">
                <a:schemeClr val="accent6"/>
              </a:gs>
              <a:gs pos="17000">
                <a:schemeClr val="accent4">
                  <a:alpha val="79000"/>
                </a:schemeClr>
              </a:gs>
              <a:gs pos="38000">
                <a:schemeClr val="accent2"/>
              </a:gs>
            </a:gsLst>
            <a:path path="circle">
              <a:fillToRect l="100000" t="100000"/>
            </a:path>
            <a:tileRect r="-100000" b="-10000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 name="Text Placeholder 7">
            <a:extLst>
              <a:ext uri="{FF2B5EF4-FFF2-40B4-BE49-F238E27FC236}">
                <a16:creationId xmlns:a16="http://schemas.microsoft.com/office/drawing/2014/main" id="{11C718F0-D4A4-9872-BDD6-D7C7A94D7EE1}"/>
              </a:ext>
            </a:extLst>
          </p:cNvPr>
          <p:cNvSpPr>
            <a:spLocks noGrp="1"/>
          </p:cNvSpPr>
          <p:nvPr>
            <p:ph type="body" sz="quarter" idx="10" hasCustomPrompt="1"/>
          </p:nvPr>
        </p:nvSpPr>
        <p:spPr>
          <a:xfrm>
            <a:off x="1295400" y="2977260"/>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5" name="Title 8">
            <a:extLst>
              <a:ext uri="{FF2B5EF4-FFF2-40B4-BE49-F238E27FC236}">
                <a16:creationId xmlns:a16="http://schemas.microsoft.com/office/drawing/2014/main" id="{7C5E3EB5-098F-0D6A-8385-E69FD287B54F}"/>
              </a:ext>
            </a:extLst>
          </p:cNvPr>
          <p:cNvSpPr>
            <a:spLocks noGrp="1"/>
          </p:cNvSpPr>
          <p:nvPr>
            <p:ph type="title" hasCustomPrompt="1"/>
          </p:nvPr>
        </p:nvSpPr>
        <p:spPr>
          <a:xfrm>
            <a:off x="1285240" y="1723225"/>
            <a:ext cx="9601200" cy="1212018"/>
          </a:xfrm>
          <a:prstGeom prst="rect">
            <a:avLst/>
          </a:prstGeom>
        </p:spPr>
        <p:txBody>
          <a:bodyPr/>
          <a:lstStyle>
            <a:lvl1pPr>
              <a:defRPr sz="6000">
                <a:solidFill>
                  <a:srgbClr val="000000"/>
                </a:solidFill>
              </a:defRPr>
            </a:lvl1pPr>
          </a:lstStyle>
          <a:p>
            <a:r>
              <a:rPr lang="en-US"/>
              <a:t>Section Header</a:t>
            </a:r>
          </a:p>
        </p:txBody>
      </p:sp>
      <p:sp>
        <p:nvSpPr>
          <p:cNvPr id="6" name="Text Placeholder 4">
            <a:extLst>
              <a:ext uri="{FF2B5EF4-FFF2-40B4-BE49-F238E27FC236}">
                <a16:creationId xmlns:a16="http://schemas.microsoft.com/office/drawing/2014/main" id="{9F3FBB37-F96B-0FEB-0FAA-3A60AA02654D}"/>
              </a:ext>
            </a:extLst>
          </p:cNvPr>
          <p:cNvSpPr>
            <a:spLocks noGrp="1"/>
          </p:cNvSpPr>
          <p:nvPr>
            <p:ph type="body" sz="quarter" idx="11" hasCustomPrompt="1"/>
          </p:nvPr>
        </p:nvSpPr>
        <p:spPr>
          <a:xfrm>
            <a:off x="1295400" y="1328420"/>
            <a:ext cx="498928" cy="307777"/>
          </a:xfrm>
          <a:prstGeom prst="rect">
            <a:avLst/>
          </a:prstGeom>
        </p:spPr>
        <p:txBody>
          <a:bodyPr wrap="square" anchor="t" anchorCtr="0">
            <a:spAutoFit/>
          </a:bodyPr>
          <a:lstStyle>
            <a:lvl1pPr algn="l">
              <a:defRPr sz="2000" b="1">
                <a:solidFill>
                  <a:srgbClr val="000000"/>
                </a:solidFill>
              </a:defRPr>
            </a:lvl1pPr>
          </a:lstStyle>
          <a:p>
            <a:pPr lvl="0"/>
            <a:r>
              <a:rPr lang="en-US"/>
              <a:t>01</a:t>
            </a:r>
          </a:p>
        </p:txBody>
      </p:sp>
      <p:pic>
        <p:nvPicPr>
          <p:cNvPr id="3" name="Picture 2">
            <a:extLst>
              <a:ext uri="{FF2B5EF4-FFF2-40B4-BE49-F238E27FC236}">
                <a16:creationId xmlns:a16="http://schemas.microsoft.com/office/drawing/2014/main" id="{DB847CF6-2723-8A78-E571-E5E1D96EE7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6413859"/>
            <a:ext cx="495300" cy="182096"/>
          </a:xfrm>
          <a:prstGeom prst="rect">
            <a:avLst/>
          </a:prstGeom>
        </p:spPr>
      </p:pic>
      <p:sp>
        <p:nvSpPr>
          <p:cNvPr id="7" name="TextBox 6">
            <a:extLst>
              <a:ext uri="{FF2B5EF4-FFF2-40B4-BE49-F238E27FC236}">
                <a16:creationId xmlns:a16="http://schemas.microsoft.com/office/drawing/2014/main" id="{04B1EED2-CFE5-9449-1191-B818AA5450B2}"/>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6005ECF6-ECEB-D7EC-6E6C-D560F76EDB1A}"/>
              </a:ext>
            </a:extLst>
          </p:cNvPr>
          <p:cNvSpPr txBox="1">
            <a:spLocks/>
          </p:cNvSpPr>
          <p:nvPr userDrawn="1"/>
        </p:nvSpPr>
        <p:spPr>
          <a:xfrm>
            <a:off x="1135279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3202429195"/>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8C30E-9F31-D8F5-1E4D-396AE47857CE}"/>
              </a:ext>
            </a:extLst>
          </p:cNvPr>
          <p:cNvSpPr>
            <a:spLocks noGrp="1"/>
          </p:cNvSpPr>
          <p:nvPr>
            <p:ph type="title" hasCustomPrompt="1"/>
          </p:nvPr>
        </p:nvSpPr>
        <p:spPr>
          <a:xfrm>
            <a:off x="633632" y="722843"/>
            <a:ext cx="10896600"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38C437B2-D94C-1848-2A24-39D1B91C9CA8}"/>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6680122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C0FA9B4-7015-F669-A684-04DBF3A8020F}"/>
              </a:ext>
            </a:extLst>
          </p:cNvPr>
          <p:cNvSpPr>
            <a:spLocks noGrp="1"/>
          </p:cNvSpPr>
          <p:nvPr>
            <p:ph type="title" hasCustomPrompt="1"/>
          </p:nvPr>
        </p:nvSpPr>
        <p:spPr>
          <a:xfrm>
            <a:off x="633632" y="722843"/>
            <a:ext cx="10896600" cy="338554"/>
          </a:xfrm>
          <a:prstGeom prst="rect">
            <a:avLst/>
          </a:prstGeom>
        </p:spPr>
        <p:txBody>
          <a:bodyPr lIns="0" tIns="0" rIns="0" bIns="0">
            <a:noAutofit/>
          </a:bodyPr>
          <a:lstStyle>
            <a:lvl1pPr>
              <a:defRPr lang="en-US" dirty="0">
                <a:latin typeface="+mj-lt"/>
              </a:defRPr>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5" name="Text Placeholder 10">
            <a:extLst>
              <a:ext uri="{FF2B5EF4-FFF2-40B4-BE49-F238E27FC236}">
                <a16:creationId xmlns:a16="http://schemas.microsoft.com/office/drawing/2014/main" id="{377A3A7C-9EA1-F184-A7F0-65CDB16D77DE}"/>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6" name="Text Placeholder 8">
            <a:extLst>
              <a:ext uri="{FF2B5EF4-FFF2-40B4-BE49-F238E27FC236}">
                <a16:creationId xmlns:a16="http://schemas.microsoft.com/office/drawing/2014/main" id="{FC5FFC92-2965-BCAA-1CC8-1CF099E8A937}"/>
              </a:ext>
            </a:extLst>
          </p:cNvPr>
          <p:cNvSpPr>
            <a:spLocks noGrp="1"/>
          </p:cNvSpPr>
          <p:nvPr>
            <p:ph type="body" sz="quarter" idx="11" hasCustomPrompt="1"/>
          </p:nvPr>
        </p:nvSpPr>
        <p:spPr>
          <a:xfrm>
            <a:off x="633632" y="1211252"/>
            <a:ext cx="10896600" cy="480060"/>
          </a:xfrm>
          <a:prstGeom prst="rect">
            <a:avLst/>
          </a:prstGeom>
        </p:spPr>
        <p:txBody>
          <a:bodyPr wrap="square" lIns="0" tIns="0" rIns="0" bIns="0" anchor="t" anchorCtr="0">
            <a:norm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400" b="1" i="0" kern="120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Tree>
    <p:extLst>
      <p:ext uri="{BB962C8B-B14F-4D97-AF65-F5344CB8AC3E}">
        <p14:creationId xmlns:p14="http://schemas.microsoft.com/office/powerpoint/2010/main" val="1426996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33157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ubsection_Divider">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3300" y="1968918"/>
            <a:ext cx="10869110" cy="2031325"/>
          </a:xfrm>
          <a:prstGeom prst="rect">
            <a:avLst/>
          </a:prstGeom>
        </p:spPr>
        <p:txBody>
          <a:bodyPr wrap="square">
            <a:spAutoFit/>
          </a:bodyPr>
          <a:lstStyle>
            <a:lvl1pPr>
              <a:defRPr sz="6600" b="0" i="0">
                <a:solidFill>
                  <a:schemeClr val="bg1"/>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43460" y="4784228"/>
            <a:ext cx="4757677" cy="492443"/>
          </a:xfrm>
          <a:prstGeom prst="rect">
            <a:avLst/>
          </a:prstGeom>
        </p:spPr>
        <p:txBody>
          <a:bodyPr wrap="square" anchor="t" anchorCtr="0">
            <a:spAutoFit/>
          </a:bodyPr>
          <a:lstStyle>
            <a:lvl1pPr>
              <a:defRPr sz="1600" b="0" i="0">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10" name="Text Placeholder 4">
            <a:extLst>
              <a:ext uri="{FF2B5EF4-FFF2-40B4-BE49-F238E27FC236}">
                <a16:creationId xmlns:a16="http://schemas.microsoft.com/office/drawing/2014/main" id="{00F545EE-05C3-C60B-A33C-54CA3165B80C}"/>
              </a:ext>
            </a:extLst>
          </p:cNvPr>
          <p:cNvSpPr>
            <a:spLocks noGrp="1"/>
          </p:cNvSpPr>
          <p:nvPr>
            <p:ph type="body" sz="quarter" idx="10" hasCustomPrompt="1"/>
          </p:nvPr>
        </p:nvSpPr>
        <p:spPr>
          <a:xfrm>
            <a:off x="643460" y="1071880"/>
            <a:ext cx="498928" cy="307777"/>
          </a:xfrm>
          <a:prstGeom prst="rect">
            <a:avLst/>
          </a:prstGeom>
        </p:spPr>
        <p:txBody>
          <a:bodyPr wrap="square" anchor="t" anchorCtr="0">
            <a:spAutoFit/>
          </a:bodyPr>
          <a:lstStyle>
            <a:lvl1pPr algn="l">
              <a:defRPr sz="2000" b="1">
                <a:gradFill>
                  <a:gsLst>
                    <a:gs pos="0">
                      <a:srgbClr val="00FFF0"/>
                    </a:gs>
                    <a:gs pos="44000">
                      <a:srgbClr val="00F6FF"/>
                    </a:gs>
                    <a:gs pos="75000">
                      <a:srgbClr val="B896FF"/>
                    </a:gs>
                  </a:gsLst>
                  <a:lin ang="1800000" scaled="0"/>
                </a:gradFill>
              </a:defRPr>
            </a:lvl1pPr>
          </a:lstStyle>
          <a:p>
            <a:pPr lvl="0"/>
            <a:r>
              <a:rPr lang="en-US"/>
              <a:t>01</a:t>
            </a:r>
          </a:p>
        </p:txBody>
      </p:sp>
      <p:sp>
        <p:nvSpPr>
          <p:cNvPr id="2" name="Text Placeholder 4">
            <a:extLst>
              <a:ext uri="{FF2B5EF4-FFF2-40B4-BE49-F238E27FC236}">
                <a16:creationId xmlns:a16="http://schemas.microsoft.com/office/drawing/2014/main" id="{38048DD2-9EC2-D0E6-390B-D6FEF7F7E08B}"/>
              </a:ext>
            </a:extLst>
          </p:cNvPr>
          <p:cNvSpPr>
            <a:spLocks noGrp="1"/>
          </p:cNvSpPr>
          <p:nvPr>
            <p:ph type="body" sz="quarter" idx="11" hasCustomPrompt="1"/>
          </p:nvPr>
        </p:nvSpPr>
        <p:spPr>
          <a:xfrm>
            <a:off x="643460" y="1563803"/>
            <a:ext cx="3732914"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3" name="TextBox 2">
            <a:extLst>
              <a:ext uri="{FF2B5EF4-FFF2-40B4-BE49-F238E27FC236}">
                <a16:creationId xmlns:a16="http://schemas.microsoft.com/office/drawing/2014/main" id="{D36A3F60-C785-55F7-FFFA-6777E5B0CF19}"/>
              </a:ext>
            </a:extLst>
          </p:cNvPr>
          <p:cNvSpPr txBox="1"/>
          <p:nvPr userDrawn="1"/>
        </p:nvSpPr>
        <p:spPr>
          <a:xfrm>
            <a:off x="905069" y="647544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Tree>
    <p:extLst>
      <p:ext uri="{BB962C8B-B14F-4D97-AF65-F5344CB8AC3E}">
        <p14:creationId xmlns:p14="http://schemas.microsoft.com/office/powerpoint/2010/main" val="9686310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llout_Text_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B310E8-6618-FE08-E6DC-00BA11F812CC}"/>
              </a:ext>
            </a:extLst>
          </p:cNvPr>
          <p:cNvSpPr/>
          <p:nvPr userDrawn="1"/>
        </p:nvSpPr>
        <p:spPr bwMode="auto">
          <a:xfrm>
            <a:off x="6096000" y="0"/>
            <a:ext cx="6096000"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7540" y="1739153"/>
            <a:ext cx="5333999" cy="2769989"/>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34201" y="1981200"/>
            <a:ext cx="4610100" cy="2439386"/>
          </a:xfrm>
          <a:prstGeom prst="rect">
            <a:avLst/>
          </a:prstGeom>
        </p:spPr>
        <p:txBody>
          <a:bodyPr wrap="square" anchor="t" anchorCtr="0">
            <a:spAutoFit/>
          </a:bodyPr>
          <a:lstStyle>
            <a:lvl1pPr>
              <a:lnSpc>
                <a:spcPts val="2400"/>
              </a:lnSpc>
              <a:defRPr sz="1600" b="0" i="0">
                <a:solidFill>
                  <a:srgbClr val="000000"/>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sp>
        <p:nvSpPr>
          <p:cNvPr id="2" name="TextBox 1">
            <a:extLst>
              <a:ext uri="{FF2B5EF4-FFF2-40B4-BE49-F238E27FC236}">
                <a16:creationId xmlns:a16="http://schemas.microsoft.com/office/drawing/2014/main" id="{FC6DF0B1-39A8-66D2-5901-784B6426A5BC}"/>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63F04122-42C2-36BC-47CE-0B679AD5BEF4}"/>
              </a:ext>
            </a:extLst>
          </p:cNvPr>
          <p:cNvSpPr txBox="1">
            <a:spLocks/>
          </p:cNvSpPr>
          <p:nvPr userDrawn="1"/>
        </p:nvSpPr>
        <p:spPr>
          <a:xfrm>
            <a:off x="1135279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
        <p:nvSpPr>
          <p:cNvPr id="7" name="Title 1">
            <a:extLst>
              <a:ext uri="{FF2B5EF4-FFF2-40B4-BE49-F238E27FC236}">
                <a16:creationId xmlns:a16="http://schemas.microsoft.com/office/drawing/2014/main" id="{78B58A26-A489-E0C7-76A6-353A0E98D08D}"/>
              </a:ext>
            </a:extLst>
          </p:cNvPr>
          <p:cNvSpPr txBox="1">
            <a:spLocks/>
          </p:cNvSpPr>
          <p:nvPr userDrawn="1"/>
        </p:nvSpPr>
        <p:spPr>
          <a:xfrm>
            <a:off x="633632" y="722842"/>
            <a:ext cx="5341718" cy="343957"/>
          </a:xfrm>
          <a:prstGeom prst="rect">
            <a:avLst/>
          </a:prstGeom>
        </p:spPr>
        <p:txBody>
          <a:bodyPr lIns="0" tIns="0" rIns="0" bIns="0">
            <a:noAutofit/>
          </a:bodyPr>
          <a:lstStyle>
            <a:lvl1pPr algn="l" defTabSz="914400" rtl="0" eaLnBrk="1" latinLnBrk="0" hangingPunct="1">
              <a:lnSpc>
                <a:spcPct val="100000"/>
              </a:lnSpc>
              <a:spcBef>
                <a:spcPct val="0"/>
              </a:spcBef>
              <a:buNone/>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a:spcBef>
                <a:spcPts val="0"/>
              </a:spcBef>
              <a:buFont typeface="Arial" panose="020B0604020202020204" pitchFamily="34" charset="0"/>
              <a:buNone/>
            </a:pPr>
            <a:r>
              <a:rPr lang="en-US"/>
              <a:t>Title Goes Here</a:t>
            </a:r>
          </a:p>
        </p:txBody>
      </p:sp>
      <p:sp>
        <p:nvSpPr>
          <p:cNvPr id="9" name="Text Placeholder 10">
            <a:extLst>
              <a:ext uri="{FF2B5EF4-FFF2-40B4-BE49-F238E27FC236}">
                <a16:creationId xmlns:a16="http://schemas.microsoft.com/office/drawing/2014/main" id="{24550C39-4E9B-6498-10DD-2EE07D469277}"/>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5298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llout_Text_B">
    <p:spTree>
      <p:nvGrpSpPr>
        <p:cNvPr id="1" name=""/>
        <p:cNvGrpSpPr/>
        <p:nvPr/>
      </p:nvGrpSpPr>
      <p:grpSpPr>
        <a:xfrm>
          <a:off x="0" y="0"/>
          <a:ext cx="0" cy="0"/>
          <a:chOff x="0" y="0"/>
          <a:chExt cx="0" cy="0"/>
        </a:xfrm>
      </p:grpSpPr>
      <p:pic>
        <p:nvPicPr>
          <p:cNvPr id="6" name="Picture 5" descr="Background pattern  Description automatically generated">
            <a:extLst>
              <a:ext uri="{FF2B5EF4-FFF2-40B4-BE49-F238E27FC236}">
                <a16:creationId xmlns:a16="http://schemas.microsoft.com/office/drawing/2014/main" id="{3295A6AC-FD32-C87C-6A0D-33F65D81BF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20713" y="1739153"/>
            <a:ext cx="5333999" cy="2769989"/>
          </a:xfrm>
          <a:prstGeom prst="rect">
            <a:avLst/>
          </a:prstGeom>
        </p:spPr>
        <p:txBody>
          <a:bodyPr wrap="square">
            <a:spAutoFit/>
          </a:bodyPr>
          <a:lstStyle>
            <a:lvl1pPr>
              <a:defRPr sz="6000" b="0" i="0">
                <a:solidFill>
                  <a:srgbClr val="000000"/>
                </a:solidFill>
                <a:latin typeface="Calibri" panose="020F0502020204030204" pitchFamily="34" charset="0"/>
                <a:cs typeface="Calibri" panose="020F05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34201" y="1981200"/>
            <a:ext cx="4610100" cy="2439386"/>
          </a:xfrm>
          <a:prstGeom prst="rect">
            <a:avLst/>
          </a:prstGeom>
        </p:spPr>
        <p:txBody>
          <a:bodyPr wrap="square" anchor="t" anchorCtr="0">
            <a:spAutoFit/>
          </a:bodyPr>
          <a:lstStyle>
            <a:lvl1pPr>
              <a:lnSpc>
                <a:spcPts val="2400"/>
              </a:lnSpc>
              <a:defRPr sz="1600" b="0" i="0">
                <a:solidFill>
                  <a:schemeClr val="bg1"/>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pic>
        <p:nvPicPr>
          <p:cNvPr id="5" name="Picture 4">
            <a:extLst>
              <a:ext uri="{FF2B5EF4-FFF2-40B4-BE49-F238E27FC236}">
                <a16:creationId xmlns:a16="http://schemas.microsoft.com/office/drawing/2014/main" id="{A2B35227-E4B8-E7D7-CFC8-BEC6F4696E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59128"/>
            <a:ext cx="495300" cy="182096"/>
          </a:xfrm>
          <a:prstGeom prst="rect">
            <a:avLst/>
          </a:prstGeom>
        </p:spPr>
      </p:pic>
      <p:sp>
        <p:nvSpPr>
          <p:cNvPr id="9" name="Text Placeholder 4">
            <a:extLst>
              <a:ext uri="{FF2B5EF4-FFF2-40B4-BE49-F238E27FC236}">
                <a16:creationId xmlns:a16="http://schemas.microsoft.com/office/drawing/2014/main" id="{F98434BA-C643-9226-9074-622A044FDF97}"/>
              </a:ext>
            </a:extLst>
          </p:cNvPr>
          <p:cNvSpPr>
            <a:spLocks noGrp="1"/>
          </p:cNvSpPr>
          <p:nvPr>
            <p:ph type="body" sz="quarter" idx="11" hasCustomPrompt="1"/>
          </p:nvPr>
        </p:nvSpPr>
        <p:spPr>
          <a:xfrm>
            <a:off x="620713" y="419100"/>
            <a:ext cx="3732914" cy="153888"/>
          </a:xfrm>
          <a:prstGeom prst="rect">
            <a:avLst/>
          </a:prstGeom>
        </p:spPr>
        <p:txBody>
          <a:bodyPr wrap="square">
            <a:spAutoFit/>
          </a:bodyPr>
          <a:lstStyle>
            <a:lvl1pPr>
              <a:lnSpc>
                <a:spcPct val="100000"/>
              </a:lnSpc>
              <a:spcBef>
                <a:spcPts val="0"/>
              </a:spcBef>
              <a:defRPr sz="1000" b="0" i="0" spc="300">
                <a:solidFill>
                  <a:srgbClr val="000000"/>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10" name="Text Placeholder 4">
            <a:extLst>
              <a:ext uri="{FF2B5EF4-FFF2-40B4-BE49-F238E27FC236}">
                <a16:creationId xmlns:a16="http://schemas.microsoft.com/office/drawing/2014/main" id="{B89EA330-0A46-587B-303A-AB92923709B7}"/>
              </a:ext>
            </a:extLst>
          </p:cNvPr>
          <p:cNvSpPr>
            <a:spLocks noGrp="1"/>
          </p:cNvSpPr>
          <p:nvPr>
            <p:ph type="body" sz="quarter" idx="25" hasCustomPrompt="1"/>
          </p:nvPr>
        </p:nvSpPr>
        <p:spPr>
          <a:xfrm>
            <a:off x="620713" y="722843"/>
            <a:ext cx="3759901" cy="338554"/>
          </a:xfrm>
          <a:prstGeom prst="rect">
            <a:avLst/>
          </a:prstGeom>
        </p:spPr>
        <p:txBody>
          <a:bodyPr wrap="square">
            <a:spAutoFit/>
          </a:bodyPr>
          <a:lstStyle>
            <a:lvl1pPr>
              <a:lnSpc>
                <a:spcPct val="100000"/>
              </a:lnSpc>
              <a:spcBef>
                <a:spcPts val="0"/>
              </a:spcBef>
              <a:defRPr sz="2200" b="1" i="0" spc="0">
                <a:solidFill>
                  <a:srgbClr val="000000"/>
                </a:solidFill>
                <a:latin typeface="Calibri" panose="020F0502020204030204" pitchFamily="34" charset="0"/>
                <a:cs typeface="Calibri" panose="020F0502020204030204" pitchFamily="34" charset="0"/>
              </a:defRPr>
            </a:lvl1pPr>
            <a:lvl2pPr>
              <a:buNone/>
              <a:defRPr/>
            </a:lvl2pPr>
          </a:lstStyle>
          <a:p>
            <a:pPr lvl="0"/>
            <a:r>
              <a:rPr lang="en-US">
                <a:effectLst/>
              </a:rPr>
              <a:t>Title with Big and Little Type</a:t>
            </a:r>
            <a:endParaRPr lang="en-US"/>
          </a:p>
        </p:txBody>
      </p:sp>
    </p:spTree>
    <p:extLst>
      <p:ext uri="{BB962C8B-B14F-4D97-AF65-F5344CB8AC3E}">
        <p14:creationId xmlns:p14="http://schemas.microsoft.com/office/powerpoint/2010/main" val="194368698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ype+2_photo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B310E8-6618-FE08-E6DC-00BA11F812CC}"/>
              </a:ext>
            </a:extLst>
          </p:cNvPr>
          <p:cNvSpPr/>
          <p:nvPr userDrawn="1"/>
        </p:nvSpPr>
        <p:spPr bwMode="auto">
          <a:xfrm>
            <a:off x="4383741" y="0"/>
            <a:ext cx="7808259"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33632" y="1981200"/>
            <a:ext cx="3346076" cy="496226"/>
          </a:xfrm>
          <a:prstGeom prst="rect">
            <a:avLst/>
          </a:prstGeom>
        </p:spPr>
        <p:txBody>
          <a:bodyPr wrap="square" anchor="t" anchorCtr="0">
            <a:spAutoFit/>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pic>
        <p:nvPicPr>
          <p:cNvPr id="5" name="Picture Placeholder 7">
            <a:extLst>
              <a:ext uri="{FF2B5EF4-FFF2-40B4-BE49-F238E27FC236}">
                <a16:creationId xmlns:a16="http://schemas.microsoft.com/office/drawing/2014/main" id="{47D220DB-753D-9009-E3B2-968BCB12601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48600" y="948209"/>
            <a:ext cx="3695700" cy="4678080"/>
          </a:xfrm>
          <a:prstGeom prst="rect">
            <a:avLst/>
          </a:prstGeom>
        </p:spPr>
      </p:pic>
      <p:pic>
        <p:nvPicPr>
          <p:cNvPr id="6" name="Picture Placeholder 8">
            <a:extLst>
              <a:ext uri="{FF2B5EF4-FFF2-40B4-BE49-F238E27FC236}">
                <a16:creationId xmlns:a16="http://schemas.microsoft.com/office/drawing/2014/main" id="{93BAF3BA-506C-CEDE-31A8-0E2F7E862A0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860594" y="948210"/>
            <a:ext cx="2705674" cy="2175164"/>
          </a:xfrm>
          <a:prstGeom prst="rect">
            <a:avLst/>
          </a:prstGeom>
        </p:spPr>
      </p:pic>
      <p:sp>
        <p:nvSpPr>
          <p:cNvPr id="2" name="TextBox 1">
            <a:extLst>
              <a:ext uri="{FF2B5EF4-FFF2-40B4-BE49-F238E27FC236}">
                <a16:creationId xmlns:a16="http://schemas.microsoft.com/office/drawing/2014/main" id="{A7A3697B-75D8-F270-FA16-FF1CAED387BA}"/>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7DA88C32-A814-A30F-E410-D8FFB09D466B}"/>
              </a:ext>
            </a:extLst>
          </p:cNvPr>
          <p:cNvSpPr txBox="1">
            <a:spLocks/>
          </p:cNvSpPr>
          <p:nvPr userDrawn="1"/>
        </p:nvSpPr>
        <p:spPr>
          <a:xfrm>
            <a:off x="1135279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
        <p:nvSpPr>
          <p:cNvPr id="7" name="Title 1">
            <a:extLst>
              <a:ext uri="{FF2B5EF4-FFF2-40B4-BE49-F238E27FC236}">
                <a16:creationId xmlns:a16="http://schemas.microsoft.com/office/drawing/2014/main" id="{CB55100E-75B5-2C7B-2A86-042FF5C3AFFD}"/>
              </a:ext>
            </a:extLst>
          </p:cNvPr>
          <p:cNvSpPr>
            <a:spLocks noGrp="1"/>
          </p:cNvSpPr>
          <p:nvPr>
            <p:ph type="title" hasCustomPrompt="1"/>
          </p:nvPr>
        </p:nvSpPr>
        <p:spPr>
          <a:xfrm>
            <a:off x="633632" y="722842"/>
            <a:ext cx="3611880" cy="343957"/>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9" name="Text Placeholder 10">
            <a:extLst>
              <a:ext uri="{FF2B5EF4-FFF2-40B4-BE49-F238E27FC236}">
                <a16:creationId xmlns:a16="http://schemas.microsoft.com/office/drawing/2014/main" id="{1FFDB60C-4B68-3EAD-E6FA-B4039FD58AFD}"/>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364711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ype+2_photos_Black">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33632" y="1981200"/>
            <a:ext cx="3346076" cy="496226"/>
          </a:xfrm>
          <a:prstGeom prst="rect">
            <a:avLst/>
          </a:prstGeom>
        </p:spPr>
        <p:txBody>
          <a:bodyPr wrap="square" anchor="t" anchorCtr="0">
            <a:spAutoFit/>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pic>
        <p:nvPicPr>
          <p:cNvPr id="5" name="Picture Placeholder 7">
            <a:extLst>
              <a:ext uri="{FF2B5EF4-FFF2-40B4-BE49-F238E27FC236}">
                <a16:creationId xmlns:a16="http://schemas.microsoft.com/office/drawing/2014/main" id="{47D220DB-753D-9009-E3B2-968BCB12601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48600" y="948209"/>
            <a:ext cx="3695700" cy="4678080"/>
          </a:xfrm>
          <a:prstGeom prst="rect">
            <a:avLst/>
          </a:prstGeom>
        </p:spPr>
      </p:pic>
      <p:pic>
        <p:nvPicPr>
          <p:cNvPr id="6" name="Picture Placeholder 8">
            <a:extLst>
              <a:ext uri="{FF2B5EF4-FFF2-40B4-BE49-F238E27FC236}">
                <a16:creationId xmlns:a16="http://schemas.microsoft.com/office/drawing/2014/main" id="{93BAF3BA-506C-CEDE-31A8-0E2F7E862A0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860594" y="948210"/>
            <a:ext cx="2705674" cy="2175164"/>
          </a:xfrm>
          <a:prstGeom prst="rect">
            <a:avLst/>
          </a:prstGeom>
        </p:spPr>
      </p:pic>
      <p:sp>
        <p:nvSpPr>
          <p:cNvPr id="7" name="Title 1">
            <a:extLst>
              <a:ext uri="{FF2B5EF4-FFF2-40B4-BE49-F238E27FC236}">
                <a16:creationId xmlns:a16="http://schemas.microsoft.com/office/drawing/2014/main" id="{D627D40C-5450-0B96-10EC-7A6EB80673C8}"/>
              </a:ext>
            </a:extLst>
          </p:cNvPr>
          <p:cNvSpPr>
            <a:spLocks noGrp="1"/>
          </p:cNvSpPr>
          <p:nvPr>
            <p:ph type="title" hasCustomPrompt="1"/>
          </p:nvPr>
        </p:nvSpPr>
        <p:spPr>
          <a:xfrm>
            <a:off x="633632" y="722842"/>
            <a:ext cx="3611880" cy="343957"/>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E4D7BC14-B8F4-8C70-3780-52E71B389EE4}"/>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6832760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ype+1_photo">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953C0E95-F19E-0ED7-FE2B-237DA02AA1B9}"/>
              </a:ext>
            </a:extLst>
          </p:cNvPr>
          <p:cNvSpPr>
            <a:spLocks noGrp="1"/>
          </p:cNvSpPr>
          <p:nvPr>
            <p:ph type="body" sz="quarter" idx="16" hasCustomPrompt="1"/>
          </p:nvPr>
        </p:nvSpPr>
        <p:spPr>
          <a:xfrm>
            <a:off x="633632" y="1981200"/>
            <a:ext cx="3346076" cy="496226"/>
          </a:xfrm>
          <a:prstGeom prst="rect">
            <a:avLst/>
          </a:prstGeom>
        </p:spPr>
        <p:txBody>
          <a:bodyPr wrap="square" anchor="t" anchorCtr="0">
            <a:spAutoFit/>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sp>
        <p:nvSpPr>
          <p:cNvPr id="3" name="Picture Placeholder 8">
            <a:extLst>
              <a:ext uri="{FF2B5EF4-FFF2-40B4-BE49-F238E27FC236}">
                <a16:creationId xmlns:a16="http://schemas.microsoft.com/office/drawing/2014/main" id="{96A70B9E-D366-36CB-4835-845ACD985BF4}"/>
              </a:ext>
            </a:extLst>
          </p:cNvPr>
          <p:cNvSpPr>
            <a:spLocks noGrp="1"/>
          </p:cNvSpPr>
          <p:nvPr>
            <p:ph type="pic" sz="quarter" idx="26"/>
          </p:nvPr>
        </p:nvSpPr>
        <p:spPr>
          <a:xfrm>
            <a:off x="5067300" y="922229"/>
            <a:ext cx="6477000" cy="4710475"/>
          </a:xfrm>
          <a:prstGeom prst="rect">
            <a:avLst/>
          </a:prstGeom>
        </p:spPr>
        <p:txBody>
          <a:bodyPr/>
          <a:lstStyle/>
          <a:p>
            <a:endParaRPr lang="en-US"/>
          </a:p>
        </p:txBody>
      </p:sp>
      <p:sp>
        <p:nvSpPr>
          <p:cNvPr id="4" name="Title 1">
            <a:extLst>
              <a:ext uri="{FF2B5EF4-FFF2-40B4-BE49-F238E27FC236}">
                <a16:creationId xmlns:a16="http://schemas.microsoft.com/office/drawing/2014/main" id="{9DE52C79-B543-C221-B6BE-B72B78C481C5}"/>
              </a:ext>
            </a:extLst>
          </p:cNvPr>
          <p:cNvSpPr>
            <a:spLocks noGrp="1"/>
          </p:cNvSpPr>
          <p:nvPr>
            <p:ph type="title" hasCustomPrompt="1"/>
          </p:nvPr>
        </p:nvSpPr>
        <p:spPr>
          <a:xfrm>
            <a:off x="633632" y="722842"/>
            <a:ext cx="3611880" cy="343957"/>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0A19AA13-C08A-D0E6-EC94-5A71061E5972}"/>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5571369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ype+1_Photo_Blur">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953C0E95-F19E-0ED7-FE2B-237DA02AA1B9}"/>
              </a:ext>
            </a:extLst>
          </p:cNvPr>
          <p:cNvSpPr>
            <a:spLocks noGrp="1"/>
          </p:cNvSpPr>
          <p:nvPr>
            <p:ph type="body" sz="quarter" idx="16" hasCustomPrompt="1"/>
          </p:nvPr>
        </p:nvSpPr>
        <p:spPr>
          <a:xfrm>
            <a:off x="633632" y="1981200"/>
            <a:ext cx="3346076" cy="496226"/>
          </a:xfrm>
          <a:prstGeom prst="rect">
            <a:avLst/>
          </a:prstGeom>
        </p:spPr>
        <p:txBody>
          <a:bodyPr wrap="square" anchor="t" anchorCtr="0">
            <a:spAutoFit/>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a:t>
            </a:r>
          </a:p>
        </p:txBody>
      </p:sp>
      <p:sp>
        <p:nvSpPr>
          <p:cNvPr id="3" name="Picture Placeholder 8">
            <a:extLst>
              <a:ext uri="{FF2B5EF4-FFF2-40B4-BE49-F238E27FC236}">
                <a16:creationId xmlns:a16="http://schemas.microsoft.com/office/drawing/2014/main" id="{96A70B9E-D366-36CB-4835-845ACD985BF4}"/>
              </a:ext>
            </a:extLst>
          </p:cNvPr>
          <p:cNvSpPr>
            <a:spLocks noGrp="1"/>
          </p:cNvSpPr>
          <p:nvPr>
            <p:ph type="pic" sz="quarter" idx="26"/>
          </p:nvPr>
        </p:nvSpPr>
        <p:spPr>
          <a:xfrm>
            <a:off x="5067300" y="922229"/>
            <a:ext cx="6477000" cy="4710475"/>
          </a:xfrm>
          <a:prstGeom prst="rect">
            <a:avLst/>
          </a:prstGeom>
        </p:spPr>
        <p:txBody>
          <a:bodyPr/>
          <a:lstStyle/>
          <a:p>
            <a:endParaRPr lang="en-US"/>
          </a:p>
        </p:txBody>
      </p:sp>
      <p:sp>
        <p:nvSpPr>
          <p:cNvPr id="4" name="Title 1">
            <a:extLst>
              <a:ext uri="{FF2B5EF4-FFF2-40B4-BE49-F238E27FC236}">
                <a16:creationId xmlns:a16="http://schemas.microsoft.com/office/drawing/2014/main" id="{C03930C0-6C91-A5B6-792F-04CF2D36D2D6}"/>
              </a:ext>
            </a:extLst>
          </p:cNvPr>
          <p:cNvSpPr>
            <a:spLocks noGrp="1"/>
          </p:cNvSpPr>
          <p:nvPr>
            <p:ph type="title" hasCustomPrompt="1"/>
          </p:nvPr>
        </p:nvSpPr>
        <p:spPr>
          <a:xfrm>
            <a:off x="633632" y="722842"/>
            <a:ext cx="3611880" cy="343957"/>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15DEBE63-B16C-3AD7-6270-ECA63D2CC6DA}"/>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0110431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Quote_Lar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30197" y="419100"/>
            <a:ext cx="3732914" cy="153888"/>
          </a:xfrm>
          <a:prstGeom prst="rect">
            <a:avLst/>
          </a:prstGeom>
        </p:spPr>
        <p:txBody>
          <a:bodyPr wrap="square">
            <a:spAutoFit/>
          </a:bodyPr>
          <a:lstStyle>
            <a:lvl1pPr>
              <a:lnSpc>
                <a:spcPct val="100000"/>
              </a:lnSpc>
              <a:spcBef>
                <a:spcPts val="0"/>
              </a:spcBef>
              <a:defRPr sz="1000" b="0" spc="300">
                <a:solidFill>
                  <a:srgbClr val="000000"/>
                </a:solidFill>
                <a:latin typeface="+mj-lt"/>
                <a:cs typeface="Calibri Light" panose="020F0302020204030204" pitchFamily="34" charset="0"/>
              </a:defRPr>
            </a:lvl1pPr>
            <a:lvl2pPr>
              <a:buNone/>
              <a:defRPr/>
            </a:lvl2pPr>
          </a:lstStyle>
          <a:p>
            <a:pPr lvl="0"/>
            <a:r>
              <a:rPr lang="en-US">
                <a:effectLst/>
              </a:rPr>
              <a:t>SECTION TITLE</a:t>
            </a:r>
            <a:endParaRPr lang="en-US"/>
          </a:p>
        </p:txBody>
      </p:sp>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1" i="0">
                <a:solidFill>
                  <a:schemeClr val="tx1"/>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sp>
        <p:nvSpPr>
          <p:cNvPr id="3" name="TextBox 2">
            <a:extLst>
              <a:ext uri="{FF2B5EF4-FFF2-40B4-BE49-F238E27FC236}">
                <a16:creationId xmlns:a16="http://schemas.microsoft.com/office/drawing/2014/main" id="{F84199F3-8BE2-BBEA-427A-5AD0BBF888B3}"/>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7" name="Text Placeholder 3">
            <a:extLst>
              <a:ext uri="{FF2B5EF4-FFF2-40B4-BE49-F238E27FC236}">
                <a16:creationId xmlns:a16="http://schemas.microsoft.com/office/drawing/2014/main" id="{6BDB76AC-B244-C159-B205-D8B830CCA43A}"/>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18512642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Our_People_1_Pers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3" name="Text Placeholder 4">
            <a:extLst>
              <a:ext uri="{FF2B5EF4-FFF2-40B4-BE49-F238E27FC236}">
                <a16:creationId xmlns:a16="http://schemas.microsoft.com/office/drawing/2014/main" id="{BD3CE1C1-8D34-F5FB-A65B-3074985EA78D}"/>
              </a:ext>
            </a:extLst>
          </p:cNvPr>
          <p:cNvSpPr>
            <a:spLocks noGrp="1"/>
          </p:cNvSpPr>
          <p:nvPr>
            <p:ph type="body" sz="quarter" idx="11" hasCustomPrompt="1"/>
          </p:nvPr>
        </p:nvSpPr>
        <p:spPr>
          <a:xfrm>
            <a:off x="633632" y="419100"/>
            <a:ext cx="3467100"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33632" y="948837"/>
            <a:ext cx="3467100" cy="1181285"/>
          </a:xfrm>
          <a:prstGeom prst="rect">
            <a:avLst/>
          </a:prstGeom>
        </p:spPr>
        <p:txBody>
          <a:bodyPr wrap="square">
            <a:spAutoFit/>
          </a:bodyPr>
          <a:lstStyle>
            <a:lvl1pPr>
              <a:lnSpc>
                <a:spcPts val="4600"/>
              </a:lnSpc>
              <a:spcBef>
                <a:spcPts val="0"/>
              </a:spcBef>
              <a:defRPr sz="44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33632"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33632"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endParaRPr lang="en-US"/>
          </a:p>
        </p:txBody>
      </p:sp>
      <p:sp>
        <p:nvSpPr>
          <p:cNvPr id="2" name="TextBox 1">
            <a:extLst>
              <a:ext uri="{FF2B5EF4-FFF2-40B4-BE49-F238E27FC236}">
                <a16:creationId xmlns:a16="http://schemas.microsoft.com/office/drawing/2014/main" id="{ECF093B7-84AC-4D63-2502-6D71BFDF8DB8}"/>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FC4F95B6-7091-82B3-BCAB-D9319A03C7CC}"/>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10423644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Our_People_1_Person_White">
    <p:bg>
      <p:bgPr>
        <a:solidFill>
          <a:schemeClr val="tx1"/>
        </a:solidFill>
        <a:effectLst/>
      </p:bgPr>
    </p:bg>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BD3CE1C1-8D34-F5FB-A65B-3074985EA78D}"/>
              </a:ext>
            </a:extLst>
          </p:cNvPr>
          <p:cNvSpPr>
            <a:spLocks noGrp="1"/>
          </p:cNvSpPr>
          <p:nvPr>
            <p:ph type="body" sz="quarter" idx="11" hasCustomPrompt="1"/>
          </p:nvPr>
        </p:nvSpPr>
        <p:spPr>
          <a:xfrm>
            <a:off x="633632" y="419100"/>
            <a:ext cx="3467100"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33632"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endParaRPr lang="en-US"/>
          </a:p>
        </p:txBody>
      </p:sp>
      <p:sp>
        <p:nvSpPr>
          <p:cNvPr id="2" name="Text Placeholder 4">
            <a:extLst>
              <a:ext uri="{FF2B5EF4-FFF2-40B4-BE49-F238E27FC236}">
                <a16:creationId xmlns:a16="http://schemas.microsoft.com/office/drawing/2014/main" id="{4F33CF80-FFEB-A0A3-96C3-70C36A76E510}"/>
              </a:ext>
            </a:extLst>
          </p:cNvPr>
          <p:cNvSpPr>
            <a:spLocks noGrp="1"/>
          </p:cNvSpPr>
          <p:nvPr>
            <p:ph type="body" sz="quarter" idx="25" hasCustomPrompt="1"/>
          </p:nvPr>
        </p:nvSpPr>
        <p:spPr>
          <a:xfrm>
            <a:off x="633632" y="948837"/>
            <a:ext cx="3467100" cy="1181285"/>
          </a:xfrm>
          <a:prstGeom prst="rect">
            <a:avLst/>
          </a:prstGeom>
        </p:spPr>
        <p:txBody>
          <a:bodyPr wrap="square">
            <a:spAutoFit/>
          </a:bodyPr>
          <a:lstStyle>
            <a:lvl1pPr>
              <a:lnSpc>
                <a:spcPts val="4600"/>
              </a:lnSpc>
              <a:spcBef>
                <a:spcPts val="0"/>
              </a:spcBef>
              <a:defRPr sz="4400" b="0" i="0" spc="0">
                <a:gradFill>
                  <a:gsLst>
                    <a:gs pos="0">
                      <a:srgbClr val="00F6FF"/>
                    </a:gs>
                    <a:gs pos="57000">
                      <a:srgbClr val="00FFF0"/>
                    </a:gs>
                    <a:gs pos="100000">
                      <a:srgbClr val="B896FF"/>
                    </a:gs>
                  </a:gsLst>
                  <a:lin ang="3600000" scaled="0"/>
                </a:gra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4" name="Text Placeholder 4">
            <a:extLst>
              <a:ext uri="{FF2B5EF4-FFF2-40B4-BE49-F238E27FC236}">
                <a16:creationId xmlns:a16="http://schemas.microsoft.com/office/drawing/2014/main" id="{3A8993B1-0A80-3A00-9ABA-D943C84F9489}"/>
              </a:ext>
            </a:extLst>
          </p:cNvPr>
          <p:cNvSpPr>
            <a:spLocks noGrp="1"/>
          </p:cNvSpPr>
          <p:nvPr>
            <p:ph type="body" sz="quarter" idx="26" hasCustomPrompt="1"/>
          </p:nvPr>
        </p:nvSpPr>
        <p:spPr>
          <a:xfrm>
            <a:off x="633632"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pic>
        <p:nvPicPr>
          <p:cNvPr id="6" name="Picture 5">
            <a:extLst>
              <a:ext uri="{FF2B5EF4-FFF2-40B4-BE49-F238E27FC236}">
                <a16:creationId xmlns:a16="http://schemas.microsoft.com/office/drawing/2014/main" id="{B4EB0807-0658-010A-4800-47A758C6FB1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5" name="TextBox 4">
            <a:extLst>
              <a:ext uri="{FF2B5EF4-FFF2-40B4-BE49-F238E27FC236}">
                <a16:creationId xmlns:a16="http://schemas.microsoft.com/office/drawing/2014/main" id="{88BD8A55-0F08-8A7E-D808-C2A3A3FF7E9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82F63EE3-B677-73F5-4D60-6EEFC0FE2006}"/>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0769202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Our_People_2_Peopl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3881872"/>
            <a:ext cx="3467100" cy="564322"/>
          </a:xfrm>
          <a:prstGeom prst="rect">
            <a:avLst/>
          </a:prstGeom>
        </p:spPr>
        <p:txBody>
          <a:bodyPr wrap="square">
            <a:spAutoFit/>
          </a:bodyPr>
          <a:lstStyle>
            <a:lvl1pPr>
              <a:lnSpc>
                <a:spcPts val="4600"/>
              </a:lnSpc>
              <a:spcBef>
                <a:spcPts val="0"/>
              </a:spcBef>
              <a:defRPr sz="36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47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45337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0" y="0"/>
            <a:ext cx="6099048" cy="3657600"/>
          </a:xfrm>
          <a:prstGeom prst="rect">
            <a:avLst/>
          </a:prstGeom>
        </p:spPr>
        <p:txBody>
          <a:bodyPr/>
          <a:lstStyle/>
          <a:p>
            <a:endParaRPr lang="en-US"/>
          </a:p>
        </p:txBody>
      </p:sp>
      <p:sp>
        <p:nvSpPr>
          <p:cNvPr id="4" name="Text Placeholder 4">
            <a:extLst>
              <a:ext uri="{FF2B5EF4-FFF2-40B4-BE49-F238E27FC236}">
                <a16:creationId xmlns:a16="http://schemas.microsoft.com/office/drawing/2014/main" id="{0C498510-4A43-03CD-36C1-2A8353B4C50E}"/>
              </a:ext>
            </a:extLst>
          </p:cNvPr>
          <p:cNvSpPr>
            <a:spLocks noGrp="1"/>
          </p:cNvSpPr>
          <p:nvPr>
            <p:ph type="body" sz="quarter" idx="29" hasCustomPrompt="1"/>
          </p:nvPr>
        </p:nvSpPr>
        <p:spPr>
          <a:xfrm>
            <a:off x="6743700" y="3881872"/>
            <a:ext cx="3467100" cy="564322"/>
          </a:xfrm>
          <a:prstGeom prst="rect">
            <a:avLst/>
          </a:prstGeom>
        </p:spPr>
        <p:txBody>
          <a:bodyPr wrap="square">
            <a:spAutoFit/>
          </a:bodyPr>
          <a:lstStyle>
            <a:lvl1pPr>
              <a:lnSpc>
                <a:spcPts val="4600"/>
              </a:lnSpc>
              <a:spcBef>
                <a:spcPts val="0"/>
              </a:spcBef>
              <a:defRPr sz="36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6" name="Text Placeholder 4">
            <a:extLst>
              <a:ext uri="{FF2B5EF4-FFF2-40B4-BE49-F238E27FC236}">
                <a16:creationId xmlns:a16="http://schemas.microsoft.com/office/drawing/2014/main" id="{BA836C28-DF9E-9EF6-F137-8474B6C0845A}"/>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9" name="Text Placeholder 4">
            <a:extLst>
              <a:ext uri="{FF2B5EF4-FFF2-40B4-BE49-F238E27FC236}">
                <a16:creationId xmlns:a16="http://schemas.microsoft.com/office/drawing/2014/main" id="{FA7FE39D-9B2F-3A82-4481-DEBB420622E7}"/>
              </a:ext>
            </a:extLst>
          </p:cNvPr>
          <p:cNvSpPr>
            <a:spLocks noGrp="1"/>
          </p:cNvSpPr>
          <p:nvPr>
            <p:ph type="body" sz="quarter" idx="31" hasCustomPrompt="1"/>
          </p:nvPr>
        </p:nvSpPr>
        <p:spPr>
          <a:xfrm>
            <a:off x="6743700" y="45337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1" name="Picture Placeholder 11">
            <a:extLst>
              <a:ext uri="{FF2B5EF4-FFF2-40B4-BE49-F238E27FC236}">
                <a16:creationId xmlns:a16="http://schemas.microsoft.com/office/drawing/2014/main" id="{8A42E0B9-1EB1-1EAF-142C-C1A8686CF7F0}"/>
              </a:ext>
            </a:extLst>
          </p:cNvPr>
          <p:cNvSpPr>
            <a:spLocks noGrp="1"/>
          </p:cNvSpPr>
          <p:nvPr>
            <p:ph type="pic" sz="quarter" idx="32"/>
          </p:nvPr>
        </p:nvSpPr>
        <p:spPr>
          <a:xfrm>
            <a:off x="6096000" y="0"/>
            <a:ext cx="6099048" cy="3657600"/>
          </a:xfrm>
          <a:prstGeom prst="rect">
            <a:avLst/>
          </a:prstGeom>
        </p:spPr>
        <p:txBody>
          <a:bodyPr/>
          <a:lstStyle/>
          <a:p>
            <a:endParaRPr lang="en-US"/>
          </a:p>
        </p:txBody>
      </p:sp>
      <p:sp>
        <p:nvSpPr>
          <p:cNvPr id="3" name="TextBox 2">
            <a:extLst>
              <a:ext uri="{FF2B5EF4-FFF2-40B4-BE49-F238E27FC236}">
                <a16:creationId xmlns:a16="http://schemas.microsoft.com/office/drawing/2014/main" id="{6999B77B-934C-404B-9904-C2D7E70C8905}"/>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81BBAC43-9697-89D1-1C2F-02929E0454D3}"/>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17026880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Our_People_2_People_White">
    <p:bg>
      <p:bgPr>
        <a:solidFill>
          <a:schemeClr val="tx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47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0" y="0"/>
            <a:ext cx="6099048" cy="3657600"/>
          </a:xfrm>
          <a:prstGeom prst="rect">
            <a:avLst/>
          </a:prstGeom>
        </p:spPr>
        <p:txBody>
          <a:bodyPr/>
          <a:lstStyle/>
          <a:p>
            <a:endParaRPr lang="en-US"/>
          </a:p>
        </p:txBody>
      </p:sp>
      <p:sp>
        <p:nvSpPr>
          <p:cNvPr id="6" name="Text Placeholder 4">
            <a:extLst>
              <a:ext uri="{FF2B5EF4-FFF2-40B4-BE49-F238E27FC236}">
                <a16:creationId xmlns:a16="http://schemas.microsoft.com/office/drawing/2014/main" id="{BA836C28-DF9E-9EF6-F137-8474B6C0845A}"/>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1" name="Picture Placeholder 11">
            <a:extLst>
              <a:ext uri="{FF2B5EF4-FFF2-40B4-BE49-F238E27FC236}">
                <a16:creationId xmlns:a16="http://schemas.microsoft.com/office/drawing/2014/main" id="{8A42E0B9-1EB1-1EAF-142C-C1A8686CF7F0}"/>
              </a:ext>
            </a:extLst>
          </p:cNvPr>
          <p:cNvSpPr>
            <a:spLocks noGrp="1"/>
          </p:cNvSpPr>
          <p:nvPr>
            <p:ph type="pic" sz="quarter" idx="32"/>
          </p:nvPr>
        </p:nvSpPr>
        <p:spPr>
          <a:xfrm>
            <a:off x="6096000" y="0"/>
            <a:ext cx="6099048" cy="36576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65AE9A1E-2209-0966-CD00-6DBDADBB1957}"/>
              </a:ext>
            </a:extLst>
          </p:cNvPr>
          <p:cNvSpPr>
            <a:spLocks noGrp="1"/>
          </p:cNvSpPr>
          <p:nvPr>
            <p:ph type="body" sz="quarter" idx="25" hasCustomPrompt="1"/>
          </p:nvPr>
        </p:nvSpPr>
        <p:spPr>
          <a:xfrm>
            <a:off x="647700" y="3869172"/>
            <a:ext cx="3467100" cy="564322"/>
          </a:xfrm>
          <a:prstGeom prst="rect">
            <a:avLst/>
          </a:prstGeom>
        </p:spPr>
        <p:txBody>
          <a:bodyPr wrap="square">
            <a:spAutoFit/>
          </a:bodyPr>
          <a:lstStyle>
            <a:lvl1pPr>
              <a:lnSpc>
                <a:spcPts val="4600"/>
              </a:lnSpc>
              <a:spcBef>
                <a:spcPts val="0"/>
              </a:spcBef>
              <a:defRPr sz="3600" b="0" i="0" spc="0">
                <a:gradFill>
                  <a:gsLst>
                    <a:gs pos="0">
                      <a:srgbClr val="00F6FF"/>
                    </a:gs>
                    <a:gs pos="64000">
                      <a:srgbClr val="00FFF0"/>
                    </a:gs>
                    <a:gs pos="98000">
                      <a:srgbClr val="B896FF"/>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2" name="Text Placeholder 4">
            <a:extLst>
              <a:ext uri="{FF2B5EF4-FFF2-40B4-BE49-F238E27FC236}">
                <a16:creationId xmlns:a16="http://schemas.microsoft.com/office/drawing/2014/main" id="{970C6AC1-AA2F-89B9-2D44-315F60323832}"/>
              </a:ext>
            </a:extLst>
          </p:cNvPr>
          <p:cNvSpPr>
            <a:spLocks noGrp="1"/>
          </p:cNvSpPr>
          <p:nvPr>
            <p:ph type="body" sz="quarter" idx="26" hasCustomPrompt="1"/>
          </p:nvPr>
        </p:nvSpPr>
        <p:spPr>
          <a:xfrm>
            <a:off x="647700" y="45210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13" name="Text Placeholder 4">
            <a:extLst>
              <a:ext uri="{FF2B5EF4-FFF2-40B4-BE49-F238E27FC236}">
                <a16:creationId xmlns:a16="http://schemas.microsoft.com/office/drawing/2014/main" id="{129FB170-8BDC-CF05-AC75-D03AEB22285B}"/>
              </a:ext>
            </a:extLst>
          </p:cNvPr>
          <p:cNvSpPr>
            <a:spLocks noGrp="1"/>
          </p:cNvSpPr>
          <p:nvPr>
            <p:ph type="body" sz="quarter" idx="29" hasCustomPrompt="1"/>
          </p:nvPr>
        </p:nvSpPr>
        <p:spPr>
          <a:xfrm>
            <a:off x="6743700" y="3869172"/>
            <a:ext cx="3467100" cy="564322"/>
          </a:xfrm>
          <a:prstGeom prst="rect">
            <a:avLst/>
          </a:prstGeom>
        </p:spPr>
        <p:txBody>
          <a:bodyPr wrap="square">
            <a:spAutoFit/>
          </a:bodyPr>
          <a:lstStyle>
            <a:lvl1pPr>
              <a:lnSpc>
                <a:spcPts val="4600"/>
              </a:lnSpc>
              <a:spcBef>
                <a:spcPts val="0"/>
              </a:spcBef>
              <a:defRPr sz="3600" b="0" i="0" spc="0">
                <a:gradFill>
                  <a:gsLst>
                    <a:gs pos="0">
                      <a:srgbClr val="00F6FF"/>
                    </a:gs>
                    <a:gs pos="64000">
                      <a:srgbClr val="00FFF0"/>
                    </a:gs>
                    <a:gs pos="98000">
                      <a:srgbClr val="B896FF"/>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4" name="Text Placeholder 4">
            <a:extLst>
              <a:ext uri="{FF2B5EF4-FFF2-40B4-BE49-F238E27FC236}">
                <a16:creationId xmlns:a16="http://schemas.microsoft.com/office/drawing/2014/main" id="{BA3F46C9-B563-1ABE-3DDB-DDB91319FFB6}"/>
              </a:ext>
            </a:extLst>
          </p:cNvPr>
          <p:cNvSpPr>
            <a:spLocks noGrp="1"/>
          </p:cNvSpPr>
          <p:nvPr>
            <p:ph type="body" sz="quarter" idx="31" hasCustomPrompt="1"/>
          </p:nvPr>
        </p:nvSpPr>
        <p:spPr>
          <a:xfrm>
            <a:off x="6743700" y="45210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pic>
        <p:nvPicPr>
          <p:cNvPr id="4" name="Picture 3">
            <a:extLst>
              <a:ext uri="{FF2B5EF4-FFF2-40B4-BE49-F238E27FC236}">
                <a16:creationId xmlns:a16="http://schemas.microsoft.com/office/drawing/2014/main" id="{AC903792-0661-4AB0-55E4-3A640B87ED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5" name="TextBox 4">
            <a:extLst>
              <a:ext uri="{FF2B5EF4-FFF2-40B4-BE49-F238E27FC236}">
                <a16:creationId xmlns:a16="http://schemas.microsoft.com/office/drawing/2014/main" id="{4F8702D3-DFB2-CABB-A601-21371216F8D5}"/>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5878B45B-DA79-15A1-EC93-AADC579ADA4C}"/>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046562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Our_People_3_Peopl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22" name="Text Placeholder 4">
            <a:extLst>
              <a:ext uri="{FF2B5EF4-FFF2-40B4-BE49-F238E27FC236}">
                <a16:creationId xmlns:a16="http://schemas.microsoft.com/office/drawing/2014/main" id="{31ABE214-CBB4-3A34-095A-0370A5C4AFE6}"/>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4" name="TextBox 3">
            <a:extLst>
              <a:ext uri="{FF2B5EF4-FFF2-40B4-BE49-F238E27FC236}">
                <a16:creationId xmlns:a16="http://schemas.microsoft.com/office/drawing/2014/main" id="{41FF2075-AD33-0E1E-1658-146B3E4E2FCC}"/>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B040519E-0144-D61F-8E0C-52A5A9F6F1D7}"/>
              </a:ext>
            </a:extLst>
          </p:cNvPr>
          <p:cNvSpPr txBox="1">
            <a:spLocks/>
          </p:cNvSpPr>
          <p:nvPr userDrawn="1"/>
        </p:nvSpPr>
        <p:spPr>
          <a:xfrm>
            <a:off x="1132904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24995943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Our_People_3_People_Whit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800" b="0" i="0" spc="0">
                <a:gradFill flip="none" rotWithShape="1">
                  <a:gsLst>
                    <a:gs pos="0">
                      <a:srgbClr val="00F6FF"/>
                    </a:gs>
                    <a:gs pos="70000">
                      <a:srgbClr val="00FFF0"/>
                    </a:gs>
                    <a:gs pos="99000">
                      <a:srgbClr val="B896FF"/>
                    </a:gs>
                  </a:gsLst>
                  <a:lin ang="0" scaled="1"/>
                  <a:tileRect/>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800" b="0" i="0" spc="0">
                <a:gradFill>
                  <a:gsLst>
                    <a:gs pos="0">
                      <a:srgbClr val="00F6FF"/>
                    </a:gs>
                    <a:gs pos="70000">
                      <a:srgbClr val="00FFF0"/>
                    </a:gs>
                    <a:gs pos="99000">
                      <a:srgbClr val="B896FF"/>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800" b="0" i="0" spc="0">
                <a:gradFill>
                  <a:gsLst>
                    <a:gs pos="0">
                      <a:srgbClr val="00F6FF"/>
                    </a:gs>
                    <a:gs pos="70000">
                      <a:srgbClr val="00FFF0"/>
                    </a:gs>
                    <a:gs pos="99000">
                      <a:srgbClr val="B896FF"/>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4" name="Text Placeholder 4">
            <a:extLst>
              <a:ext uri="{FF2B5EF4-FFF2-40B4-BE49-F238E27FC236}">
                <a16:creationId xmlns:a16="http://schemas.microsoft.com/office/drawing/2014/main" id="{4B18FCDA-6157-DD00-EDF9-0F787E8060D0}"/>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pic>
        <p:nvPicPr>
          <p:cNvPr id="6" name="Picture 5">
            <a:extLst>
              <a:ext uri="{FF2B5EF4-FFF2-40B4-BE49-F238E27FC236}">
                <a16:creationId xmlns:a16="http://schemas.microsoft.com/office/drawing/2014/main" id="{D8FD6A39-8EF9-9CA0-AA7E-45DB798A90B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8" name="TextBox 7">
            <a:extLst>
              <a:ext uri="{FF2B5EF4-FFF2-40B4-BE49-F238E27FC236}">
                <a16:creationId xmlns:a16="http://schemas.microsoft.com/office/drawing/2014/main" id="{002309E2-3B1E-50D2-B2BC-867833D702DA}"/>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9" name="Text Placeholder 3">
            <a:extLst>
              <a:ext uri="{FF2B5EF4-FFF2-40B4-BE49-F238E27FC236}">
                <a16:creationId xmlns:a16="http://schemas.microsoft.com/office/drawing/2014/main" id="{F8E22721-BCDB-A1E7-59E5-A4DE62992615}"/>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198134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_Large_Black">
    <p:bg>
      <p:bgPr>
        <a:solidFill>
          <a:schemeClr val="accent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58333" y="419100"/>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1" i="0">
                <a:solidFill>
                  <a:schemeClr val="bg1"/>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spTree>
    <p:extLst>
      <p:ext uri="{BB962C8B-B14F-4D97-AF65-F5344CB8AC3E}">
        <p14:creationId xmlns:p14="http://schemas.microsoft.com/office/powerpoint/2010/main" val="14523857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_Large_Black_Blur">
    <p:bg>
      <p:bgPr>
        <a:solidFill>
          <a:schemeClr val="accent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30197" y="419100"/>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1" i="0">
                <a:solidFill>
                  <a:schemeClr val="accent2"/>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accent2"/>
                </a:solidFill>
              </a:rPr>
              <a:t>“</a:t>
            </a:r>
          </a:p>
        </p:txBody>
      </p:sp>
    </p:spTree>
    <p:extLst>
      <p:ext uri="{BB962C8B-B14F-4D97-AF65-F5344CB8AC3E}">
        <p14:creationId xmlns:p14="http://schemas.microsoft.com/office/powerpoint/2010/main" val="29176488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Quote+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DEA029-C2BF-93AE-56B7-39E611F58B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rgbClr val="000000"/>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rgbClr val="000000"/>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34347" y="1562100"/>
            <a:ext cx="3726051" cy="4100476"/>
          </a:xfrm>
          <a:prstGeom prst="rect">
            <a:avLst/>
          </a:prstGeom>
        </p:spPr>
        <p:txBody>
          <a:bodyPr/>
          <a:lstStyle>
            <a:lvl1pPr>
              <a:defRPr>
                <a:solidFill>
                  <a:srgbClr val="000000"/>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sp>
        <p:nvSpPr>
          <p:cNvPr id="3" name="TextBox 2">
            <a:extLst>
              <a:ext uri="{FF2B5EF4-FFF2-40B4-BE49-F238E27FC236}">
                <a16:creationId xmlns:a16="http://schemas.microsoft.com/office/drawing/2014/main" id="{F46F9EF5-29E8-93D3-E218-354474130A6A}"/>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01E1A170-BC35-F789-C222-B52ABECE94F7}"/>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
        <p:nvSpPr>
          <p:cNvPr id="5" name="Text Placeholder 4">
            <a:extLst>
              <a:ext uri="{FF2B5EF4-FFF2-40B4-BE49-F238E27FC236}">
                <a16:creationId xmlns:a16="http://schemas.microsoft.com/office/drawing/2014/main" id="{33FEC108-AFBF-BADD-5D48-8FC6C3718F2C}"/>
              </a:ext>
            </a:extLst>
          </p:cNvPr>
          <p:cNvSpPr>
            <a:spLocks noGrp="1"/>
          </p:cNvSpPr>
          <p:nvPr>
            <p:ph type="body" sz="quarter" idx="11" hasCustomPrompt="1"/>
          </p:nvPr>
        </p:nvSpPr>
        <p:spPr>
          <a:xfrm>
            <a:off x="630197" y="419100"/>
            <a:ext cx="3732914" cy="153888"/>
          </a:xfrm>
          <a:prstGeom prst="rect">
            <a:avLst/>
          </a:prstGeom>
        </p:spPr>
        <p:txBody>
          <a:bodyPr wrap="square">
            <a:spAutoFit/>
          </a:bodyPr>
          <a:lstStyle>
            <a:lvl1pPr>
              <a:lnSpc>
                <a:spcPct val="100000"/>
              </a:lnSpc>
              <a:spcBef>
                <a:spcPts val="0"/>
              </a:spcBef>
              <a:defRPr sz="1000" b="0" spc="300">
                <a:solidFill>
                  <a:schemeClr val="tx1"/>
                </a:solidFill>
                <a:latin typeface="+mj-lt"/>
                <a:cs typeface="Calibri Light" panose="020F0302020204030204" pitchFamily="34" charset="0"/>
              </a:defRPr>
            </a:lvl1pPr>
            <a:lvl2pPr>
              <a:buNone/>
              <a:defRPr/>
            </a:lvl2pPr>
          </a:lstStyle>
          <a:p>
            <a:pPr lvl="0"/>
            <a:r>
              <a:rPr lang="en-US">
                <a:effectLst/>
              </a:rPr>
              <a:t>SECTION TITLE</a:t>
            </a:r>
            <a:endParaRPr lang="en-US"/>
          </a:p>
        </p:txBody>
      </p:sp>
    </p:spTree>
    <p:extLst>
      <p:ext uri="{BB962C8B-B14F-4D97-AF65-F5344CB8AC3E}">
        <p14:creationId xmlns:p14="http://schemas.microsoft.com/office/powerpoint/2010/main" val="14671715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Image_Black">
    <p:bg>
      <p:bgPr>
        <a:solidFill>
          <a:schemeClr val="accent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28122" y="420624"/>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bg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34347" y="1562100"/>
            <a:ext cx="3726051" cy="4100476"/>
          </a:xfrm>
          <a:prstGeom prst="rect">
            <a:avLst/>
          </a:prstGeom>
        </p:spPr>
        <p:txBody>
          <a:bodyPr/>
          <a:lstStyle>
            <a:lvl1pPr>
              <a:defRPr>
                <a:solidFill>
                  <a:schemeClr val="bg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spTree>
    <p:extLst>
      <p:ext uri="{BB962C8B-B14F-4D97-AF65-F5344CB8AC3E}">
        <p14:creationId xmlns:p14="http://schemas.microsoft.com/office/powerpoint/2010/main" val="26241595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Image_Black_Blur">
    <p:bg>
      <p:bgPr>
        <a:solidFill>
          <a:schemeClr val="accent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28122" y="420624"/>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bg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34347" y="1562100"/>
            <a:ext cx="3726051" cy="4100476"/>
          </a:xfrm>
          <a:prstGeom prst="rect">
            <a:avLst/>
          </a:prstGeom>
        </p:spPr>
        <p:txBody>
          <a:bodyPr/>
          <a:lstStyle>
            <a:lvl1pPr>
              <a:defRPr>
                <a:solidFill>
                  <a:schemeClr val="bg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spTree>
    <p:extLst>
      <p:ext uri="{BB962C8B-B14F-4D97-AF65-F5344CB8AC3E}">
        <p14:creationId xmlns:p14="http://schemas.microsoft.com/office/powerpoint/2010/main" val="27577766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Small_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1455701-65C9-97B2-64E0-82F53FA37756}"/>
              </a:ext>
            </a:extLst>
          </p:cNvPr>
          <p:cNvSpPr>
            <a:spLocks noGrp="1"/>
          </p:cNvSpPr>
          <p:nvPr>
            <p:ph type="body" sz="quarter" idx="26" hasCustomPrompt="1"/>
          </p:nvPr>
        </p:nvSpPr>
        <p:spPr>
          <a:xfrm>
            <a:off x="633632" y="1714501"/>
            <a:ext cx="10896600" cy="480060"/>
          </a:xfrm>
          <a:prstGeom prst="rect">
            <a:avLst/>
          </a:prstGeom>
        </p:spPr>
        <p:txBody>
          <a:bodyPr/>
          <a:lstStyle>
            <a:lvl1pPr>
              <a:defRPr sz="1800" b="1" i="0">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5" name="Text Placeholder 3">
            <a:extLst>
              <a:ext uri="{FF2B5EF4-FFF2-40B4-BE49-F238E27FC236}">
                <a16:creationId xmlns:a16="http://schemas.microsoft.com/office/drawing/2014/main" id="{7F93B36D-BA2E-1899-D9F4-FEAD1083B619}"/>
              </a:ext>
            </a:extLst>
          </p:cNvPr>
          <p:cNvSpPr>
            <a:spLocks noGrp="1"/>
          </p:cNvSpPr>
          <p:nvPr>
            <p:ph type="body" sz="quarter" idx="27" hasCustomPrompt="1"/>
          </p:nvPr>
        </p:nvSpPr>
        <p:spPr>
          <a:xfrm>
            <a:off x="633632" y="2252472"/>
            <a:ext cx="10896600" cy="1136904"/>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When you just have a bunch of type and don’t want to try too hard. Lorem ipsum diam fames </a:t>
            </a:r>
            <a:r>
              <a:rPr lang="en-US" err="1"/>
              <a:t>augue</a:t>
            </a:r>
            <a:r>
              <a:rPr lang="en-US"/>
              <a:t> in </a:t>
            </a:r>
            <a:r>
              <a:rPr lang="en-US" err="1"/>
              <a:t>habitasse</a:t>
            </a:r>
            <a:r>
              <a:rPr lang="en-US"/>
              <a:t> </a:t>
            </a:r>
            <a:r>
              <a:rPr lang="en-US" err="1"/>
              <a:t>tempor</a:t>
            </a:r>
            <a:r>
              <a:rPr lang="en-US"/>
              <a:t> porta, </a:t>
            </a:r>
            <a:r>
              <a:rPr lang="en-US" err="1"/>
              <a:t>eleifend</a:t>
            </a:r>
            <a:r>
              <a:rPr lang="en-US"/>
              <a:t>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 vestibulum </a:t>
            </a:r>
            <a:r>
              <a:rPr lang="en-US" err="1"/>
              <a:t>eu</a:t>
            </a:r>
            <a:r>
              <a:rPr lang="en-US"/>
              <a:t> ac integer, </a:t>
            </a:r>
            <a:r>
              <a:rPr lang="en-US" err="1"/>
              <a:t>tellus</a:t>
            </a:r>
            <a:r>
              <a:rPr lang="en-US"/>
              <a:t> pharetra </a:t>
            </a:r>
            <a:r>
              <a:rPr lang="en-US" err="1"/>
              <a:t>dictumst</a:t>
            </a:r>
            <a:r>
              <a:rPr lang="en-US"/>
              <a:t> </a:t>
            </a:r>
            <a:r>
              <a:rPr lang="en-US" err="1"/>
              <a:t>fusce</a:t>
            </a:r>
            <a:r>
              <a:rPr lang="en-US"/>
              <a:t> </a:t>
            </a:r>
            <a:r>
              <a:rPr lang="en-US" err="1"/>
              <a:t>condimentum</a:t>
            </a:r>
            <a:r>
              <a:rPr lang="en-US"/>
              <a:t> ad </a:t>
            </a:r>
            <a:r>
              <a:rPr lang="en-US" err="1"/>
              <a:t>facilisis</a:t>
            </a:r>
            <a:r>
              <a:rPr lang="en-US"/>
              <a:t>.</a:t>
            </a:r>
          </a:p>
        </p:txBody>
      </p:sp>
      <p:sp>
        <p:nvSpPr>
          <p:cNvPr id="3" name="Title 1">
            <a:extLst>
              <a:ext uri="{FF2B5EF4-FFF2-40B4-BE49-F238E27FC236}">
                <a16:creationId xmlns:a16="http://schemas.microsoft.com/office/drawing/2014/main" id="{97BD50B6-BCAD-6C1D-94E4-391D6EFEDE1C}"/>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68B922CD-AA98-19C2-F226-24D0CD58A765}"/>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8299938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Subtitle-Low">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A959DAE7-B533-7C26-06A9-299565EE084B}"/>
              </a:ext>
            </a:extLst>
          </p:cNvPr>
          <p:cNvSpPr>
            <a:spLocks noGrp="1"/>
          </p:cNvSpPr>
          <p:nvPr>
            <p:ph type="body" sz="quarter" idx="27" hasCustomPrompt="1"/>
          </p:nvPr>
        </p:nvSpPr>
        <p:spPr>
          <a:xfrm>
            <a:off x="633632" y="1448687"/>
            <a:ext cx="10877993" cy="480060"/>
          </a:xfrm>
          <a:prstGeom prst="rect">
            <a:avLst/>
          </a:prstGeom>
        </p:spPr>
        <p:txBody>
          <a:bodyPr/>
          <a:lstStyle>
            <a:lvl1pPr>
              <a:defRPr sz="1800" b="1" i="0">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3" name="Title 1">
            <a:extLst>
              <a:ext uri="{FF2B5EF4-FFF2-40B4-BE49-F238E27FC236}">
                <a16:creationId xmlns:a16="http://schemas.microsoft.com/office/drawing/2014/main" id="{6AC9E8CA-88FF-A7D0-4471-3E5178A6D771}"/>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C5A5532C-1A44-601F-63DE-35FE9E5CCF9D}"/>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5008896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Column_Tex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33632" y="2698291"/>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2" name="Text Placeholder 4">
            <a:extLst>
              <a:ext uri="{FF2B5EF4-FFF2-40B4-BE49-F238E27FC236}">
                <a16:creationId xmlns:a16="http://schemas.microsoft.com/office/drawing/2014/main" id="{2D5963C9-D5D1-84E3-AF7B-5BFA6D21DC39}"/>
              </a:ext>
            </a:extLst>
          </p:cNvPr>
          <p:cNvSpPr>
            <a:spLocks noGrp="1"/>
          </p:cNvSpPr>
          <p:nvPr>
            <p:ph type="body" sz="quarter" idx="27" hasCustomPrompt="1"/>
          </p:nvPr>
        </p:nvSpPr>
        <p:spPr>
          <a:xfrm>
            <a:off x="6272784" y="2698291"/>
            <a:ext cx="4648200" cy="177862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a:t>
            </a:r>
          </a:p>
        </p:txBody>
      </p:sp>
      <p:sp>
        <p:nvSpPr>
          <p:cNvPr id="4" name="Text Placeholder 4">
            <a:extLst>
              <a:ext uri="{FF2B5EF4-FFF2-40B4-BE49-F238E27FC236}">
                <a16:creationId xmlns:a16="http://schemas.microsoft.com/office/drawing/2014/main" id="{8205CA7F-D6DB-04A0-EA4C-4787388D3583}"/>
              </a:ext>
            </a:extLst>
          </p:cNvPr>
          <p:cNvSpPr>
            <a:spLocks noGrp="1"/>
          </p:cNvSpPr>
          <p:nvPr>
            <p:ph type="body" sz="quarter" idx="28" hasCustomPrompt="1"/>
          </p:nvPr>
        </p:nvSpPr>
        <p:spPr>
          <a:xfrm>
            <a:off x="6272784"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5" name="Title 1">
            <a:extLst>
              <a:ext uri="{FF2B5EF4-FFF2-40B4-BE49-F238E27FC236}">
                <a16:creationId xmlns:a16="http://schemas.microsoft.com/office/drawing/2014/main" id="{6148D1E8-D0B5-5F4B-AE07-155B7CAD8575}"/>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3789B724-DDDF-4B41-E38D-8AA4A3E54FE7}"/>
              </a:ext>
            </a:extLst>
          </p:cNvPr>
          <p:cNvSpPr>
            <a:spLocks noGrp="1"/>
          </p:cNvSpPr>
          <p:nvPr>
            <p:ph type="body" sz="quarter" idx="29"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2975222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Subsection_Divider_B">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3363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3" name="Title 1">
            <a:extLst>
              <a:ext uri="{FF2B5EF4-FFF2-40B4-BE49-F238E27FC236}">
                <a16:creationId xmlns:a16="http://schemas.microsoft.com/office/drawing/2014/main" id="{19C198DC-372C-F60D-2583-3EEDD5323BA6}"/>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38380D62-CB6C-B373-E0E2-D002F4BD4CCF}"/>
              </a:ext>
            </a:extLst>
          </p:cNvPr>
          <p:cNvSpPr>
            <a:spLocks noGrp="1"/>
          </p:cNvSpPr>
          <p:nvPr>
            <p:ph type="body" sz="quarter" idx="31"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6316386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columns+photo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33632"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Picture Placeholder 3">
            <a:extLst>
              <a:ext uri="{FF2B5EF4-FFF2-40B4-BE49-F238E27FC236}">
                <a16:creationId xmlns:a16="http://schemas.microsoft.com/office/drawing/2014/main" id="{A4DF3F84-AB7D-CCBF-CE9C-8622CDB3301D}"/>
              </a:ext>
            </a:extLst>
          </p:cNvPr>
          <p:cNvSpPr>
            <a:spLocks noGrp="1"/>
          </p:cNvSpPr>
          <p:nvPr>
            <p:ph type="pic" sz="quarter" idx="31"/>
          </p:nvPr>
        </p:nvSpPr>
        <p:spPr>
          <a:xfrm>
            <a:off x="633632" y="1726692"/>
            <a:ext cx="3361476" cy="1917192"/>
          </a:xfrm>
          <a:prstGeom prst="rect">
            <a:avLst/>
          </a:prstGeom>
        </p:spPr>
        <p:txBody>
          <a:bodyPr/>
          <a:lstStyle/>
          <a:p>
            <a:endParaRPr lang="en-US"/>
          </a:p>
        </p:txBody>
      </p:sp>
      <p:sp>
        <p:nvSpPr>
          <p:cNvPr id="4" name="Text Placeholder 4">
            <a:extLst>
              <a:ext uri="{FF2B5EF4-FFF2-40B4-BE49-F238E27FC236}">
                <a16:creationId xmlns:a16="http://schemas.microsoft.com/office/drawing/2014/main" id="{A5B9E3B6-606B-4386-3178-88031FBF9117}"/>
              </a:ext>
            </a:extLst>
          </p:cNvPr>
          <p:cNvSpPr>
            <a:spLocks noGrp="1"/>
          </p:cNvSpPr>
          <p:nvPr>
            <p:ph type="body" sz="quarter" idx="32" hasCustomPrompt="1"/>
          </p:nvPr>
        </p:nvSpPr>
        <p:spPr>
          <a:xfrm>
            <a:off x="4395217"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5" name="Text Placeholder 4">
            <a:extLst>
              <a:ext uri="{FF2B5EF4-FFF2-40B4-BE49-F238E27FC236}">
                <a16:creationId xmlns:a16="http://schemas.microsoft.com/office/drawing/2014/main" id="{3E3A954E-DE2D-00F0-C4ED-0008C326ECA3}"/>
              </a:ext>
            </a:extLst>
          </p:cNvPr>
          <p:cNvSpPr>
            <a:spLocks noGrp="1"/>
          </p:cNvSpPr>
          <p:nvPr>
            <p:ph type="body" sz="quarter" idx="33" hasCustomPrompt="1"/>
          </p:nvPr>
        </p:nvSpPr>
        <p:spPr>
          <a:xfrm>
            <a:off x="4395217"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Picture Placeholder 3">
            <a:extLst>
              <a:ext uri="{FF2B5EF4-FFF2-40B4-BE49-F238E27FC236}">
                <a16:creationId xmlns:a16="http://schemas.microsoft.com/office/drawing/2014/main" id="{197F8596-9B60-0E1E-695B-F159BEA9E3DD}"/>
              </a:ext>
            </a:extLst>
          </p:cNvPr>
          <p:cNvSpPr>
            <a:spLocks noGrp="1"/>
          </p:cNvSpPr>
          <p:nvPr>
            <p:ph type="pic" sz="quarter" idx="34"/>
          </p:nvPr>
        </p:nvSpPr>
        <p:spPr>
          <a:xfrm>
            <a:off x="4395216" y="1726692"/>
            <a:ext cx="3361476" cy="1917192"/>
          </a:xfrm>
          <a:prstGeom prst="rect">
            <a:avLst/>
          </a:prstGeom>
        </p:spPr>
        <p:txBody>
          <a:bodyPr/>
          <a:lstStyle/>
          <a:p>
            <a:endParaRPr lang="en-US"/>
          </a:p>
        </p:txBody>
      </p:sp>
      <p:sp>
        <p:nvSpPr>
          <p:cNvPr id="14" name="Text Placeholder 4">
            <a:extLst>
              <a:ext uri="{FF2B5EF4-FFF2-40B4-BE49-F238E27FC236}">
                <a16:creationId xmlns:a16="http://schemas.microsoft.com/office/drawing/2014/main" id="{9BB6C83D-C556-0782-5061-97C7DD672F22}"/>
              </a:ext>
            </a:extLst>
          </p:cNvPr>
          <p:cNvSpPr>
            <a:spLocks noGrp="1"/>
          </p:cNvSpPr>
          <p:nvPr>
            <p:ph type="body" sz="quarter" idx="35" hasCustomPrompt="1"/>
          </p:nvPr>
        </p:nvSpPr>
        <p:spPr>
          <a:xfrm>
            <a:off x="8141209"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5" name="Text Placeholder 4">
            <a:extLst>
              <a:ext uri="{FF2B5EF4-FFF2-40B4-BE49-F238E27FC236}">
                <a16:creationId xmlns:a16="http://schemas.microsoft.com/office/drawing/2014/main" id="{A4D25C29-AD3E-1278-B083-FCE0D4540152}"/>
              </a:ext>
            </a:extLst>
          </p:cNvPr>
          <p:cNvSpPr>
            <a:spLocks noGrp="1"/>
          </p:cNvSpPr>
          <p:nvPr>
            <p:ph type="body" sz="quarter" idx="36" hasCustomPrompt="1"/>
          </p:nvPr>
        </p:nvSpPr>
        <p:spPr>
          <a:xfrm>
            <a:off x="8141209"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Picture Placeholder 3">
            <a:extLst>
              <a:ext uri="{FF2B5EF4-FFF2-40B4-BE49-F238E27FC236}">
                <a16:creationId xmlns:a16="http://schemas.microsoft.com/office/drawing/2014/main" id="{66AB8C86-9C9A-0BF1-5545-731713F1DF92}"/>
              </a:ext>
            </a:extLst>
          </p:cNvPr>
          <p:cNvSpPr>
            <a:spLocks noGrp="1"/>
          </p:cNvSpPr>
          <p:nvPr>
            <p:ph type="pic" sz="quarter" idx="37"/>
          </p:nvPr>
        </p:nvSpPr>
        <p:spPr>
          <a:xfrm>
            <a:off x="8141208" y="1726692"/>
            <a:ext cx="3361476" cy="1917192"/>
          </a:xfrm>
          <a:prstGeom prst="rect">
            <a:avLst/>
          </a:prstGeom>
        </p:spPr>
        <p:txBody>
          <a:bodyPr/>
          <a:lstStyle/>
          <a:p>
            <a:endParaRPr lang="en-US"/>
          </a:p>
        </p:txBody>
      </p:sp>
      <p:sp>
        <p:nvSpPr>
          <p:cNvPr id="3" name="Title 1">
            <a:extLst>
              <a:ext uri="{FF2B5EF4-FFF2-40B4-BE49-F238E27FC236}">
                <a16:creationId xmlns:a16="http://schemas.microsoft.com/office/drawing/2014/main" id="{34A73F49-D1D2-3CD7-931A-C196B52C7928}"/>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851B6335-94C2-4FFE-338B-28D29593A57C}"/>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5280445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Subsection_Divider_B">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33632" y="2682874"/>
            <a:ext cx="3363468" cy="3035173"/>
          </a:xfrm>
          <a:prstGeom prst="rect">
            <a:avLst/>
          </a:prstGeom>
        </p:spPr>
        <p:txBody>
          <a:bodyPr/>
          <a:lstStyle/>
          <a:p>
            <a:endParaRPr lang="en-US"/>
          </a:p>
        </p:txBody>
      </p:sp>
      <p:sp>
        <p:nvSpPr>
          <p:cNvPr id="3" name="Title 1">
            <a:extLst>
              <a:ext uri="{FF2B5EF4-FFF2-40B4-BE49-F238E27FC236}">
                <a16:creationId xmlns:a16="http://schemas.microsoft.com/office/drawing/2014/main" id="{92B70457-B389-D08A-D7A4-A322C74C9D63}"/>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2E35E41E-9E5E-2B45-2AC0-EB66F1702ECC}"/>
              </a:ext>
            </a:extLst>
          </p:cNvPr>
          <p:cNvSpPr>
            <a:spLocks noGrp="1"/>
          </p:cNvSpPr>
          <p:nvPr>
            <p:ph type="body" sz="quarter" idx="32"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252207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_column_tex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33632"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727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727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3" name="Title 1">
            <a:extLst>
              <a:ext uri="{FF2B5EF4-FFF2-40B4-BE49-F238E27FC236}">
                <a16:creationId xmlns:a16="http://schemas.microsoft.com/office/drawing/2014/main" id="{37CED83E-2EFF-B95A-4339-1971DE1A2CA5}"/>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4163DC51-3FE7-871F-8D9B-C299CFC5F285}"/>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4147108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columns with image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21757" y="3162245"/>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21757" y="3892444"/>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21757" y="1491333"/>
            <a:ext cx="2404872" cy="1371600"/>
          </a:xfrm>
          <a:prstGeom prst="rect">
            <a:avLst/>
          </a:prstGeom>
        </p:spPr>
        <p:txBody>
          <a:bodyPr/>
          <a:lstStyle/>
          <a:p>
            <a:endParaRPr lang="en-US"/>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41509" y="3162245"/>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41509" y="3892444"/>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7" name="Picture Placeholder 3">
            <a:extLst>
              <a:ext uri="{FF2B5EF4-FFF2-40B4-BE49-F238E27FC236}">
                <a16:creationId xmlns:a16="http://schemas.microsoft.com/office/drawing/2014/main" id="{5D3BEB48-F134-5C30-6B6D-9CE9C41CC7FD}"/>
              </a:ext>
            </a:extLst>
          </p:cNvPr>
          <p:cNvSpPr>
            <a:spLocks noGrp="1"/>
          </p:cNvSpPr>
          <p:nvPr>
            <p:ph type="pic" sz="quarter" idx="34"/>
          </p:nvPr>
        </p:nvSpPr>
        <p:spPr>
          <a:xfrm>
            <a:off x="3441509" y="1491333"/>
            <a:ext cx="2404872" cy="1371600"/>
          </a:xfrm>
          <a:prstGeom prst="rect">
            <a:avLst/>
          </a:prstGeom>
        </p:spPr>
        <p:txBody>
          <a:bodyPr/>
          <a:lstStyle/>
          <a:p>
            <a:endParaRPr lang="en-US"/>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37159" y="3162245"/>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37159" y="3892444"/>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5" name="Picture Placeholder 3">
            <a:extLst>
              <a:ext uri="{FF2B5EF4-FFF2-40B4-BE49-F238E27FC236}">
                <a16:creationId xmlns:a16="http://schemas.microsoft.com/office/drawing/2014/main" id="{0BA6217C-C15D-5705-1523-51C7EE9D2745}"/>
              </a:ext>
            </a:extLst>
          </p:cNvPr>
          <p:cNvSpPr>
            <a:spLocks noGrp="1"/>
          </p:cNvSpPr>
          <p:nvPr>
            <p:ph type="pic" sz="quarter" idx="37"/>
          </p:nvPr>
        </p:nvSpPr>
        <p:spPr>
          <a:xfrm>
            <a:off x="6237159" y="1491333"/>
            <a:ext cx="2404872" cy="1371600"/>
          </a:xfrm>
          <a:prstGeom prst="rect">
            <a:avLst/>
          </a:prstGeom>
        </p:spPr>
        <p:txBody>
          <a:bodyPr/>
          <a:lstStyle/>
          <a:p>
            <a:endParaRPr lang="en-US"/>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3162245"/>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3892444"/>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8" name="Picture Placeholder 3">
            <a:extLst>
              <a:ext uri="{FF2B5EF4-FFF2-40B4-BE49-F238E27FC236}">
                <a16:creationId xmlns:a16="http://schemas.microsoft.com/office/drawing/2014/main" id="{10FD9B17-7D3A-73D7-A51D-A3A5FF8DA3BC}"/>
              </a:ext>
            </a:extLst>
          </p:cNvPr>
          <p:cNvSpPr>
            <a:spLocks noGrp="1"/>
          </p:cNvSpPr>
          <p:nvPr>
            <p:ph type="pic" sz="quarter" idx="40"/>
          </p:nvPr>
        </p:nvSpPr>
        <p:spPr>
          <a:xfrm>
            <a:off x="9055608" y="1491333"/>
            <a:ext cx="2404872" cy="1371600"/>
          </a:xfrm>
          <a:prstGeom prst="rect">
            <a:avLst/>
          </a:prstGeom>
        </p:spPr>
        <p:txBody>
          <a:bodyPr/>
          <a:lstStyle/>
          <a:p>
            <a:endParaRPr lang="en-US"/>
          </a:p>
        </p:txBody>
      </p:sp>
      <p:sp>
        <p:nvSpPr>
          <p:cNvPr id="3" name="Title 1">
            <a:extLst>
              <a:ext uri="{FF2B5EF4-FFF2-40B4-BE49-F238E27FC236}">
                <a16:creationId xmlns:a16="http://schemas.microsoft.com/office/drawing/2014/main" id="{AF9BFC9F-EE6C-AEB4-97F1-A5CE2C4BA255}"/>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F7669829-F3A9-621E-9905-791E46E27BD0}"/>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995287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_photos_varied_blur">
    <p:spTree>
      <p:nvGrpSpPr>
        <p:cNvPr id="1" name=""/>
        <p:cNvGrpSpPr/>
        <p:nvPr/>
      </p:nvGrpSpPr>
      <p:grpSpPr>
        <a:xfrm>
          <a:off x="0" y="0"/>
          <a:ext cx="0" cy="0"/>
          <a:chOff x="0" y="0"/>
          <a:chExt cx="0" cy="0"/>
        </a:xfrm>
      </p:grpSpPr>
      <p:pic>
        <p:nvPicPr>
          <p:cNvPr id="23" name="Picture 22" descr="Purple Blur ">
            <a:extLst>
              <a:ext uri="{FF2B5EF4-FFF2-40B4-BE49-F238E27FC236}">
                <a16:creationId xmlns:a16="http://schemas.microsoft.com/office/drawing/2014/main" id="{20858E9A-CB5D-190B-E115-D040F11CFFA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3560136"/>
            <a:ext cx="1488559" cy="2713074"/>
          </a:xfrm>
          <a:prstGeom prst="rect">
            <a:avLst/>
          </a:prstGeom>
        </p:spPr>
      </p:pic>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endParaRPr lang="en-US"/>
          </a:p>
        </p:txBody>
      </p:sp>
      <p:pic>
        <p:nvPicPr>
          <p:cNvPr id="21" name="Picture 20" descr="Purple blur ">
            <a:extLst>
              <a:ext uri="{FF2B5EF4-FFF2-40B4-BE49-F238E27FC236}">
                <a16:creationId xmlns:a16="http://schemas.microsoft.com/office/drawing/2014/main" id="{FC072D8F-9413-C0EE-DD0E-94A9EA142EC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969200" y="0"/>
            <a:ext cx="1260401" cy="1260401"/>
          </a:xfrm>
          <a:prstGeom prst="rect">
            <a:avLst/>
          </a:prstGeom>
        </p:spPr>
      </p:pic>
      <p:sp>
        <p:nvSpPr>
          <p:cNvPr id="3" name="Title 1">
            <a:extLst>
              <a:ext uri="{FF2B5EF4-FFF2-40B4-BE49-F238E27FC236}">
                <a16:creationId xmlns:a16="http://schemas.microsoft.com/office/drawing/2014/main" id="{2D6477BC-51B4-390A-0147-95CB7052C8DD}"/>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615F930C-ED21-E214-FA54-5737DC241386}"/>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746222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_photos_varie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endParaRPr lang="en-US"/>
          </a:p>
        </p:txBody>
      </p:sp>
      <p:sp>
        <p:nvSpPr>
          <p:cNvPr id="3" name="Title 1">
            <a:extLst>
              <a:ext uri="{FF2B5EF4-FFF2-40B4-BE49-F238E27FC236}">
                <a16:creationId xmlns:a16="http://schemas.microsoft.com/office/drawing/2014/main" id="{575F403F-1791-E454-1EF7-19537E5F09F9}"/>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7D955803-2C5C-0B5F-11E5-5F0FBB37EADB}"/>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1052681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photos_Case_Study_Intro_A">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
            <a:ext cx="3044952" cy="6858000"/>
          </a:xfrm>
          <a:prstGeom prst="rect">
            <a:avLst/>
          </a:prstGeom>
        </p:spPr>
        <p:txBody>
          <a:bodyPr/>
          <a:lstStyle/>
          <a:p>
            <a:endParaRPr lang="en-US"/>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68580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431287"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431287"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
            <a:ext cx="3044952" cy="6858000"/>
          </a:xfrm>
          <a:prstGeom prst="rect">
            <a:avLst/>
          </a:prstGeom>
        </p:spPr>
        <p:txBody>
          <a:bodyPr/>
          <a:lstStyle/>
          <a:p>
            <a:endParaRPr lang="en-US"/>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6858000"/>
          </a:xfrm>
          <a:prstGeom prst="rect">
            <a:avLst/>
          </a:prstGeom>
        </p:spPr>
        <p:txBody>
          <a:bodyPr/>
          <a:lstStyle/>
          <a:p>
            <a:endParaRPr lang="en-US"/>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515863"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515863"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603488"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603488"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185114675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photos_Case_Study_Intro_A">
    <p:spTree>
      <p:nvGrpSpPr>
        <p:cNvPr id="1" name=""/>
        <p:cNvGrpSpPr/>
        <p:nvPr/>
      </p:nvGrpSpPr>
      <p:grpSpPr>
        <a:xfrm>
          <a:off x="0" y="0"/>
          <a:ext cx="0" cy="0"/>
          <a:chOff x="0" y="0"/>
          <a:chExt cx="0" cy="0"/>
        </a:xfrm>
      </p:grpSpPr>
      <p:sp>
        <p:nvSpPr>
          <p:cNvPr id="17" name="Picture Placeholder 12">
            <a:extLst>
              <a:ext uri="{FF2B5EF4-FFF2-40B4-BE49-F238E27FC236}">
                <a16:creationId xmlns:a16="http://schemas.microsoft.com/office/drawing/2014/main" id="{B84B59E6-DB3C-524C-C721-DF0AEF48CED0}"/>
              </a:ext>
            </a:extLst>
          </p:cNvPr>
          <p:cNvSpPr>
            <a:spLocks noGrp="1"/>
          </p:cNvSpPr>
          <p:nvPr>
            <p:ph type="pic" sz="quarter" idx="40"/>
          </p:nvPr>
        </p:nvSpPr>
        <p:spPr>
          <a:xfrm>
            <a:off x="8122920" y="1"/>
            <a:ext cx="4069080" cy="6858000"/>
          </a:xfrm>
          <a:prstGeom prst="rect">
            <a:avLst/>
          </a:prstGeom>
        </p:spPr>
        <p:txBody>
          <a:bodyPr/>
          <a:lstStyle/>
          <a:p>
            <a:endParaRPr lang="en-US"/>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0" y="1"/>
            <a:ext cx="4069080" cy="6858000"/>
          </a:xfrm>
          <a:prstGeom prst="rect">
            <a:avLst/>
          </a:prstGeom>
        </p:spPr>
        <p:txBody>
          <a:bodyPr/>
          <a:lstStyle/>
          <a:p>
            <a:endParaRPr lang="en-US"/>
          </a:p>
        </p:txBody>
      </p:sp>
      <p:sp>
        <p:nvSpPr>
          <p:cNvPr id="9" name="Picture Placeholder 12">
            <a:extLst>
              <a:ext uri="{FF2B5EF4-FFF2-40B4-BE49-F238E27FC236}">
                <a16:creationId xmlns:a16="http://schemas.microsoft.com/office/drawing/2014/main" id="{D40E92CB-4429-D81E-AE0E-74FA641AF1D7}"/>
              </a:ext>
            </a:extLst>
          </p:cNvPr>
          <p:cNvSpPr>
            <a:spLocks noGrp="1"/>
          </p:cNvSpPr>
          <p:nvPr>
            <p:ph type="pic" sz="quarter" idx="37"/>
          </p:nvPr>
        </p:nvSpPr>
        <p:spPr>
          <a:xfrm>
            <a:off x="4061460" y="1"/>
            <a:ext cx="4069080" cy="68580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5" name="Text Placeholder 4">
            <a:extLst>
              <a:ext uri="{FF2B5EF4-FFF2-40B4-BE49-F238E27FC236}">
                <a16:creationId xmlns:a16="http://schemas.microsoft.com/office/drawing/2014/main" id="{D6A1F11A-7C19-9AF1-8D46-17DC6138F663}"/>
              </a:ext>
            </a:extLst>
          </p:cNvPr>
          <p:cNvSpPr>
            <a:spLocks noGrp="1"/>
          </p:cNvSpPr>
          <p:nvPr>
            <p:ph type="body" sz="quarter" idx="35" hasCustomPrompt="1"/>
          </p:nvPr>
        </p:nvSpPr>
        <p:spPr>
          <a:xfrm>
            <a:off x="44584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6" name="Text Placeholder 4">
            <a:extLst>
              <a:ext uri="{FF2B5EF4-FFF2-40B4-BE49-F238E27FC236}">
                <a16:creationId xmlns:a16="http://schemas.microsoft.com/office/drawing/2014/main" id="{210FF0E1-8D9D-EEE3-60BA-CF73F351DF91}"/>
              </a:ext>
            </a:extLst>
          </p:cNvPr>
          <p:cNvSpPr>
            <a:spLocks noGrp="1"/>
          </p:cNvSpPr>
          <p:nvPr>
            <p:ph type="body" sz="quarter" idx="36" hasCustomPrompt="1"/>
          </p:nvPr>
        </p:nvSpPr>
        <p:spPr>
          <a:xfrm>
            <a:off x="44584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1" name="Text Placeholder 4">
            <a:extLst>
              <a:ext uri="{FF2B5EF4-FFF2-40B4-BE49-F238E27FC236}">
                <a16:creationId xmlns:a16="http://schemas.microsoft.com/office/drawing/2014/main" id="{1565875D-645C-4E8A-84A9-85DA3A7C6D3A}"/>
              </a:ext>
            </a:extLst>
          </p:cNvPr>
          <p:cNvSpPr>
            <a:spLocks noGrp="1"/>
          </p:cNvSpPr>
          <p:nvPr>
            <p:ph type="body" sz="quarter" idx="38" hasCustomPrompt="1"/>
          </p:nvPr>
        </p:nvSpPr>
        <p:spPr>
          <a:xfrm>
            <a:off x="84970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5" name="Text Placeholder 4">
            <a:extLst>
              <a:ext uri="{FF2B5EF4-FFF2-40B4-BE49-F238E27FC236}">
                <a16:creationId xmlns:a16="http://schemas.microsoft.com/office/drawing/2014/main" id="{206FED9F-44EA-A943-059C-C15E1B5FC86A}"/>
              </a:ext>
            </a:extLst>
          </p:cNvPr>
          <p:cNvSpPr>
            <a:spLocks noGrp="1"/>
          </p:cNvSpPr>
          <p:nvPr>
            <p:ph type="body" sz="quarter" idx="39" hasCustomPrompt="1"/>
          </p:nvPr>
        </p:nvSpPr>
        <p:spPr>
          <a:xfrm>
            <a:off x="84970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7584457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photos_Case_Study_Intro_A">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1" y="1"/>
            <a:ext cx="6112933" cy="68580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 name="Picture Placeholder 12">
            <a:extLst>
              <a:ext uri="{FF2B5EF4-FFF2-40B4-BE49-F238E27FC236}">
                <a16:creationId xmlns:a16="http://schemas.microsoft.com/office/drawing/2014/main" id="{C7F119B1-945E-DB84-8CCC-48ECFF66E18A}"/>
              </a:ext>
            </a:extLst>
          </p:cNvPr>
          <p:cNvSpPr>
            <a:spLocks noGrp="1"/>
          </p:cNvSpPr>
          <p:nvPr>
            <p:ph type="pic" sz="quarter" idx="35"/>
          </p:nvPr>
        </p:nvSpPr>
        <p:spPr>
          <a:xfrm>
            <a:off x="6079067" y="1"/>
            <a:ext cx="6112933" cy="6858000"/>
          </a:xfrm>
          <a:prstGeom prst="rect">
            <a:avLst/>
          </a:prstGeom>
        </p:spPr>
        <p:txBody>
          <a:bodyPr/>
          <a:lstStyle/>
          <a:p>
            <a:endParaRPr lang="en-US"/>
          </a:p>
        </p:txBody>
      </p:sp>
      <p:sp>
        <p:nvSpPr>
          <p:cNvPr id="10" name="Text Placeholder 4">
            <a:extLst>
              <a:ext uri="{FF2B5EF4-FFF2-40B4-BE49-F238E27FC236}">
                <a16:creationId xmlns:a16="http://schemas.microsoft.com/office/drawing/2014/main" id="{98D26C75-51C3-5A6C-E9B2-8C5ED2E7DC3C}"/>
              </a:ext>
            </a:extLst>
          </p:cNvPr>
          <p:cNvSpPr>
            <a:spLocks noGrp="1"/>
          </p:cNvSpPr>
          <p:nvPr>
            <p:ph type="body" sz="quarter" idx="36" hasCustomPrompt="1"/>
          </p:nvPr>
        </p:nvSpPr>
        <p:spPr>
          <a:xfrm>
            <a:off x="6743701"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0CE14F46-9EA2-9FF5-00DF-32589A51A587}"/>
              </a:ext>
            </a:extLst>
          </p:cNvPr>
          <p:cNvSpPr>
            <a:spLocks noGrp="1"/>
          </p:cNvSpPr>
          <p:nvPr>
            <p:ph type="body" sz="quarter" idx="37" hasCustomPrompt="1"/>
          </p:nvPr>
        </p:nvSpPr>
        <p:spPr>
          <a:xfrm>
            <a:off x="6743701"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5063580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_photos_Case_Study_Intro_B">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
            <a:ext cx="3044952" cy="4729162"/>
          </a:xfrm>
          <a:prstGeom prst="rect">
            <a:avLst/>
          </a:prstGeom>
        </p:spPr>
        <p:txBody>
          <a:bodyPr/>
          <a:lstStyle/>
          <a:p>
            <a:endParaRPr lang="en-US"/>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4729162"/>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8232"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8232"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4163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4163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
            <a:ext cx="3044952" cy="4729162"/>
          </a:xfrm>
          <a:prstGeom prst="rect">
            <a:avLst/>
          </a:prstGeom>
        </p:spPr>
        <p:txBody>
          <a:bodyPr/>
          <a:lstStyle/>
          <a:p>
            <a:endParaRPr lang="en-US"/>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4729162"/>
          </a:xfrm>
          <a:prstGeom prst="rect">
            <a:avLst/>
          </a:prstGeom>
        </p:spPr>
        <p:txBody>
          <a:bodyPr/>
          <a:lstStyle/>
          <a:p>
            <a:endParaRPr lang="en-US"/>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454013"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454013"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45515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45515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17033963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photos_Case_Study_Intro_B">
    <p:spTree>
      <p:nvGrpSpPr>
        <p:cNvPr id="1" name=""/>
        <p:cNvGrpSpPr/>
        <p:nvPr/>
      </p:nvGrpSpPr>
      <p:grpSpPr>
        <a:xfrm>
          <a:off x="0" y="0"/>
          <a:ext cx="0" cy="0"/>
          <a:chOff x="0" y="0"/>
          <a:chExt cx="0" cy="0"/>
        </a:xfrm>
      </p:grpSpPr>
      <p:sp>
        <p:nvSpPr>
          <p:cNvPr id="25" name="Picture Placeholder 12">
            <a:extLst>
              <a:ext uri="{FF2B5EF4-FFF2-40B4-BE49-F238E27FC236}">
                <a16:creationId xmlns:a16="http://schemas.microsoft.com/office/drawing/2014/main" id="{8CEB80F1-2238-7003-E60A-777E8870D8CA}"/>
              </a:ext>
            </a:extLst>
          </p:cNvPr>
          <p:cNvSpPr>
            <a:spLocks noGrp="1"/>
          </p:cNvSpPr>
          <p:nvPr>
            <p:ph type="pic" sz="quarter" idx="40"/>
          </p:nvPr>
        </p:nvSpPr>
        <p:spPr>
          <a:xfrm>
            <a:off x="8122920" y="1"/>
            <a:ext cx="4069080" cy="4727448"/>
          </a:xfrm>
          <a:prstGeom prst="rect">
            <a:avLst/>
          </a:prstGeom>
        </p:spPr>
        <p:txBody>
          <a:bodyPr/>
          <a:lstStyle/>
          <a:p>
            <a:endParaRPr lang="en-US"/>
          </a:p>
        </p:txBody>
      </p:sp>
      <p:sp>
        <p:nvSpPr>
          <p:cNvPr id="26" name="Picture Placeholder 12">
            <a:extLst>
              <a:ext uri="{FF2B5EF4-FFF2-40B4-BE49-F238E27FC236}">
                <a16:creationId xmlns:a16="http://schemas.microsoft.com/office/drawing/2014/main" id="{081F6261-AB67-5FCE-B3A8-35604F14E2A9}"/>
              </a:ext>
            </a:extLst>
          </p:cNvPr>
          <p:cNvSpPr>
            <a:spLocks noGrp="1"/>
          </p:cNvSpPr>
          <p:nvPr>
            <p:ph type="pic" sz="quarter" idx="34"/>
          </p:nvPr>
        </p:nvSpPr>
        <p:spPr>
          <a:xfrm>
            <a:off x="0" y="1"/>
            <a:ext cx="4069080" cy="4727448"/>
          </a:xfrm>
          <a:prstGeom prst="rect">
            <a:avLst/>
          </a:prstGeom>
        </p:spPr>
        <p:txBody>
          <a:bodyPr/>
          <a:lstStyle/>
          <a:p>
            <a:endParaRPr lang="en-US"/>
          </a:p>
        </p:txBody>
      </p:sp>
      <p:sp>
        <p:nvSpPr>
          <p:cNvPr id="27" name="Picture Placeholder 12">
            <a:extLst>
              <a:ext uri="{FF2B5EF4-FFF2-40B4-BE49-F238E27FC236}">
                <a16:creationId xmlns:a16="http://schemas.microsoft.com/office/drawing/2014/main" id="{B960C74D-5AC8-20B0-B8EC-5A82F42EEBCD}"/>
              </a:ext>
            </a:extLst>
          </p:cNvPr>
          <p:cNvSpPr>
            <a:spLocks noGrp="1"/>
          </p:cNvSpPr>
          <p:nvPr>
            <p:ph type="pic" sz="quarter" idx="37"/>
          </p:nvPr>
        </p:nvSpPr>
        <p:spPr>
          <a:xfrm>
            <a:off x="4061460" y="1"/>
            <a:ext cx="4069080" cy="4727448"/>
          </a:xfrm>
          <a:prstGeom prst="rect">
            <a:avLst/>
          </a:prstGeom>
        </p:spPr>
        <p:txBody>
          <a:bodyPr/>
          <a:lstStyle/>
          <a:p>
            <a:endParaRPr lang="en-US"/>
          </a:p>
        </p:txBody>
      </p:sp>
      <p:sp>
        <p:nvSpPr>
          <p:cNvPr id="28" name="Text Placeholder 4">
            <a:extLst>
              <a:ext uri="{FF2B5EF4-FFF2-40B4-BE49-F238E27FC236}">
                <a16:creationId xmlns:a16="http://schemas.microsoft.com/office/drawing/2014/main" id="{1E694EF9-63E8-2DD1-855D-8226F0B9D7EE}"/>
              </a:ext>
            </a:extLst>
          </p:cNvPr>
          <p:cNvSpPr>
            <a:spLocks noGrp="1"/>
          </p:cNvSpPr>
          <p:nvPr>
            <p:ph type="body" sz="quarter" idx="41" hasCustomPrompt="1"/>
          </p:nvPr>
        </p:nvSpPr>
        <p:spPr>
          <a:xfrm>
            <a:off x="652582" y="523036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9" name="Text Placeholder 4">
            <a:extLst>
              <a:ext uri="{FF2B5EF4-FFF2-40B4-BE49-F238E27FC236}">
                <a16:creationId xmlns:a16="http://schemas.microsoft.com/office/drawing/2014/main" id="{0AC54D94-5550-35E2-9CBB-6380D1A0559B}"/>
              </a:ext>
            </a:extLst>
          </p:cNvPr>
          <p:cNvSpPr>
            <a:spLocks noGrp="1"/>
          </p:cNvSpPr>
          <p:nvPr>
            <p:ph type="body" sz="quarter" idx="42" hasCustomPrompt="1"/>
          </p:nvPr>
        </p:nvSpPr>
        <p:spPr>
          <a:xfrm>
            <a:off x="65258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30" name="Text Placeholder 4">
            <a:extLst>
              <a:ext uri="{FF2B5EF4-FFF2-40B4-BE49-F238E27FC236}">
                <a16:creationId xmlns:a16="http://schemas.microsoft.com/office/drawing/2014/main" id="{1174A8AE-15FF-5BDD-7685-4FAF6EF23C53}"/>
              </a:ext>
            </a:extLst>
          </p:cNvPr>
          <p:cNvSpPr>
            <a:spLocks noGrp="1"/>
          </p:cNvSpPr>
          <p:nvPr>
            <p:ph type="body" sz="quarter" idx="35" hasCustomPrompt="1"/>
          </p:nvPr>
        </p:nvSpPr>
        <p:spPr>
          <a:xfrm>
            <a:off x="4767382" y="5233641"/>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31" name="Text Placeholder 4">
            <a:extLst>
              <a:ext uri="{FF2B5EF4-FFF2-40B4-BE49-F238E27FC236}">
                <a16:creationId xmlns:a16="http://schemas.microsoft.com/office/drawing/2014/main" id="{8D7025AF-5AD5-E053-39A9-A1C9947284B8}"/>
              </a:ext>
            </a:extLst>
          </p:cNvPr>
          <p:cNvSpPr>
            <a:spLocks noGrp="1"/>
          </p:cNvSpPr>
          <p:nvPr>
            <p:ph type="body" sz="quarter" idx="36" hasCustomPrompt="1"/>
          </p:nvPr>
        </p:nvSpPr>
        <p:spPr>
          <a:xfrm>
            <a:off x="476738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32" name="Text Placeholder 4">
            <a:extLst>
              <a:ext uri="{FF2B5EF4-FFF2-40B4-BE49-F238E27FC236}">
                <a16:creationId xmlns:a16="http://schemas.microsoft.com/office/drawing/2014/main" id="{A5C5A44C-A29D-3C27-3B25-9F14C1ECA7BB}"/>
              </a:ext>
            </a:extLst>
          </p:cNvPr>
          <p:cNvSpPr>
            <a:spLocks noGrp="1"/>
          </p:cNvSpPr>
          <p:nvPr>
            <p:ph type="body" sz="quarter" idx="38" hasCustomPrompt="1"/>
          </p:nvPr>
        </p:nvSpPr>
        <p:spPr>
          <a:xfrm>
            <a:off x="8805982" y="5233641"/>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33" name="Text Placeholder 4">
            <a:extLst>
              <a:ext uri="{FF2B5EF4-FFF2-40B4-BE49-F238E27FC236}">
                <a16:creationId xmlns:a16="http://schemas.microsoft.com/office/drawing/2014/main" id="{1BF15487-07BD-CB9A-E6A8-536C7BB5ED60}"/>
              </a:ext>
            </a:extLst>
          </p:cNvPr>
          <p:cNvSpPr>
            <a:spLocks noGrp="1"/>
          </p:cNvSpPr>
          <p:nvPr>
            <p:ph type="body" sz="quarter" idx="39" hasCustomPrompt="1"/>
          </p:nvPr>
        </p:nvSpPr>
        <p:spPr>
          <a:xfrm>
            <a:off x="880598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41944059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photos_Case_Study_Intro_B">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2" y="1"/>
            <a:ext cx="6117336" cy="4727448"/>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22358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610887"/>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 name="Picture Placeholder 12">
            <a:extLst>
              <a:ext uri="{FF2B5EF4-FFF2-40B4-BE49-F238E27FC236}">
                <a16:creationId xmlns:a16="http://schemas.microsoft.com/office/drawing/2014/main" id="{C7F119B1-945E-DB84-8CCC-48ECFF66E18A}"/>
              </a:ext>
            </a:extLst>
          </p:cNvPr>
          <p:cNvSpPr>
            <a:spLocks noGrp="1"/>
          </p:cNvSpPr>
          <p:nvPr>
            <p:ph type="pic" sz="quarter" idx="35"/>
          </p:nvPr>
        </p:nvSpPr>
        <p:spPr>
          <a:xfrm>
            <a:off x="6079066" y="1"/>
            <a:ext cx="6117336" cy="4727448"/>
          </a:xfrm>
          <a:prstGeom prst="rect">
            <a:avLst/>
          </a:prstGeom>
        </p:spPr>
        <p:txBody>
          <a:bodyPr/>
          <a:lstStyle/>
          <a:p>
            <a:endParaRPr lang="en-US"/>
          </a:p>
        </p:txBody>
      </p:sp>
      <p:sp>
        <p:nvSpPr>
          <p:cNvPr id="10" name="Text Placeholder 4">
            <a:extLst>
              <a:ext uri="{FF2B5EF4-FFF2-40B4-BE49-F238E27FC236}">
                <a16:creationId xmlns:a16="http://schemas.microsoft.com/office/drawing/2014/main" id="{98D26C75-51C3-5A6C-E9B2-8C5ED2E7DC3C}"/>
              </a:ext>
            </a:extLst>
          </p:cNvPr>
          <p:cNvSpPr>
            <a:spLocks noGrp="1"/>
          </p:cNvSpPr>
          <p:nvPr>
            <p:ph type="body" sz="quarter" idx="36" hasCustomPrompt="1"/>
          </p:nvPr>
        </p:nvSpPr>
        <p:spPr>
          <a:xfrm>
            <a:off x="6743701" y="522358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0CE14F46-9EA2-9FF5-00DF-32589A51A587}"/>
              </a:ext>
            </a:extLst>
          </p:cNvPr>
          <p:cNvSpPr>
            <a:spLocks noGrp="1"/>
          </p:cNvSpPr>
          <p:nvPr>
            <p:ph type="body" sz="quarter" idx="37" hasCustomPrompt="1"/>
          </p:nvPr>
        </p:nvSpPr>
        <p:spPr>
          <a:xfrm>
            <a:off x="6743701" y="5610887"/>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0919660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photos_Case_Study_Intro_C">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385887"/>
            <a:ext cx="3044952" cy="3343275"/>
          </a:xfrm>
          <a:prstGeom prst="rect">
            <a:avLst/>
          </a:prstGeom>
        </p:spPr>
        <p:txBody>
          <a:bodyPr/>
          <a:lstStyle/>
          <a:p>
            <a:endParaRPr lang="en-US"/>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3971924"/>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5642"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5642"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733267"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733267"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000125"/>
            <a:ext cx="3044952" cy="3346704"/>
          </a:xfrm>
          <a:prstGeom prst="rect">
            <a:avLst/>
          </a:prstGeom>
        </p:spPr>
        <p:txBody>
          <a:bodyPr/>
          <a:lstStyle/>
          <a:p>
            <a:endParaRPr lang="en-US"/>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4729162"/>
          </a:xfrm>
          <a:prstGeom prst="rect">
            <a:avLst/>
          </a:prstGeom>
        </p:spPr>
        <p:txBody>
          <a:bodyPr/>
          <a:lstStyle/>
          <a:p>
            <a:endParaRPr lang="en-US"/>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817843"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817843"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905468"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905468"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162850096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_photos_Case_Study_Intro_C">
    <p:spTree>
      <p:nvGrpSpPr>
        <p:cNvPr id="1" name=""/>
        <p:cNvGrpSpPr/>
        <p:nvPr/>
      </p:nvGrpSpPr>
      <p:grpSpPr>
        <a:xfrm>
          <a:off x="0" y="0"/>
          <a:ext cx="0" cy="0"/>
          <a:chOff x="0" y="0"/>
          <a:chExt cx="0" cy="0"/>
        </a:xfrm>
      </p:grpSpPr>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414713" y="1"/>
            <a:ext cx="5372099" cy="3971924"/>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8803132" y="1000125"/>
            <a:ext cx="3388868" cy="3346704"/>
          </a:xfrm>
          <a:prstGeom prst="rect">
            <a:avLst/>
          </a:prstGeom>
        </p:spPr>
        <p:txBody>
          <a:bodyPr/>
          <a:lstStyle/>
          <a:p>
            <a:endParaRPr lang="en-US"/>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47625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47625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421751"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421751"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5" name="Picture Placeholder 12">
            <a:extLst>
              <a:ext uri="{FF2B5EF4-FFF2-40B4-BE49-F238E27FC236}">
                <a16:creationId xmlns:a16="http://schemas.microsoft.com/office/drawing/2014/main" id="{0892A38E-DB30-CF79-A5B5-0EC6FE038BA6}"/>
              </a:ext>
            </a:extLst>
          </p:cNvPr>
          <p:cNvSpPr>
            <a:spLocks noGrp="1"/>
          </p:cNvSpPr>
          <p:nvPr>
            <p:ph type="pic" sz="quarter" idx="40"/>
          </p:nvPr>
        </p:nvSpPr>
        <p:spPr>
          <a:xfrm>
            <a:off x="0" y="1000125"/>
            <a:ext cx="3388868" cy="3346704"/>
          </a:xfrm>
          <a:prstGeom prst="rect">
            <a:avLst/>
          </a:prstGeom>
        </p:spPr>
        <p:txBody>
          <a:bodyPr/>
          <a:lstStyle/>
          <a:p>
            <a:endParaRPr lang="en-US"/>
          </a:p>
        </p:txBody>
      </p:sp>
    </p:spTree>
    <p:extLst>
      <p:ext uri="{BB962C8B-B14F-4D97-AF65-F5344CB8AC3E}">
        <p14:creationId xmlns:p14="http://schemas.microsoft.com/office/powerpoint/2010/main" val="30357506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photos_Case_Study_Intro_C">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4381500" y="0"/>
            <a:ext cx="7810500" cy="4944533"/>
          </a:xfrm>
          <a:prstGeom prst="rect">
            <a:avLst/>
          </a:prstGeom>
        </p:spPr>
        <p:txBody>
          <a:bodyPr/>
          <a:lstStyle/>
          <a:p>
            <a:endParaRPr lang="en-US"/>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48810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48810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5" name="Picture Placeholder 12">
            <a:extLst>
              <a:ext uri="{FF2B5EF4-FFF2-40B4-BE49-F238E27FC236}">
                <a16:creationId xmlns:a16="http://schemas.microsoft.com/office/drawing/2014/main" id="{0892A38E-DB30-CF79-A5B5-0EC6FE038BA6}"/>
              </a:ext>
            </a:extLst>
          </p:cNvPr>
          <p:cNvSpPr>
            <a:spLocks noGrp="1"/>
          </p:cNvSpPr>
          <p:nvPr>
            <p:ph type="pic" sz="quarter" idx="40"/>
          </p:nvPr>
        </p:nvSpPr>
        <p:spPr>
          <a:xfrm>
            <a:off x="0" y="915459"/>
            <a:ext cx="4381500" cy="3346704"/>
          </a:xfrm>
          <a:prstGeom prst="rect">
            <a:avLst/>
          </a:prstGeom>
        </p:spPr>
        <p:txBody>
          <a:bodyPr/>
          <a:lstStyle/>
          <a:p>
            <a:endParaRPr lang="en-US"/>
          </a:p>
        </p:txBody>
      </p:sp>
    </p:spTree>
    <p:extLst>
      <p:ext uri="{BB962C8B-B14F-4D97-AF65-F5344CB8AC3E}">
        <p14:creationId xmlns:p14="http://schemas.microsoft.com/office/powerpoint/2010/main" val="30736931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photos_Case_Study_Intro_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3955255" y="1819274"/>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0" y="404812"/>
            <a:ext cx="3779476" cy="4210051"/>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9758363" y="1484311"/>
            <a:ext cx="2329046"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6747234" y="893762"/>
            <a:ext cx="2835349" cy="3721101"/>
          </a:xfrm>
          <a:prstGeom prst="rect">
            <a:avLst/>
          </a:prstGeom>
        </p:spPr>
        <p:txBody>
          <a:bodyPr/>
          <a:lstStyle/>
          <a:p>
            <a:endParaRPr lang="en-US"/>
          </a:p>
        </p:txBody>
      </p:sp>
      <p:sp>
        <p:nvSpPr>
          <p:cNvPr id="2" name="Text Placeholder 4">
            <a:extLst>
              <a:ext uri="{FF2B5EF4-FFF2-40B4-BE49-F238E27FC236}">
                <a16:creationId xmlns:a16="http://schemas.microsoft.com/office/drawing/2014/main" id="{A9BD9240-DA34-2B4B-C18E-E31B5F3E26A8}"/>
              </a:ext>
            </a:extLst>
          </p:cNvPr>
          <p:cNvSpPr>
            <a:spLocks noGrp="1"/>
          </p:cNvSpPr>
          <p:nvPr>
            <p:ph type="body" sz="quarter" idx="29" hasCustomPrompt="1"/>
          </p:nvPr>
        </p:nvSpPr>
        <p:spPr>
          <a:xfrm>
            <a:off x="75799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5" name="Text Placeholder 4">
            <a:extLst>
              <a:ext uri="{FF2B5EF4-FFF2-40B4-BE49-F238E27FC236}">
                <a16:creationId xmlns:a16="http://schemas.microsoft.com/office/drawing/2014/main" id="{7B3FFB4A-48ED-CC59-1A90-5722D0CADC6B}"/>
              </a:ext>
            </a:extLst>
          </p:cNvPr>
          <p:cNvSpPr>
            <a:spLocks noGrp="1"/>
          </p:cNvSpPr>
          <p:nvPr>
            <p:ph type="body" sz="quarter" idx="30" hasCustomPrompt="1"/>
          </p:nvPr>
        </p:nvSpPr>
        <p:spPr>
          <a:xfrm>
            <a:off x="75799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6" name="Text Placeholder 4">
            <a:extLst>
              <a:ext uri="{FF2B5EF4-FFF2-40B4-BE49-F238E27FC236}">
                <a16:creationId xmlns:a16="http://schemas.microsoft.com/office/drawing/2014/main" id="{A97C5544-D8B2-9AE0-9BC4-AF92DF9C6A04}"/>
              </a:ext>
            </a:extLst>
          </p:cNvPr>
          <p:cNvSpPr>
            <a:spLocks noGrp="1"/>
          </p:cNvSpPr>
          <p:nvPr>
            <p:ph type="body" sz="quarter" idx="32" hasCustomPrompt="1"/>
          </p:nvPr>
        </p:nvSpPr>
        <p:spPr>
          <a:xfrm>
            <a:off x="4023233"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7" name="Text Placeholder 4">
            <a:extLst>
              <a:ext uri="{FF2B5EF4-FFF2-40B4-BE49-F238E27FC236}">
                <a16:creationId xmlns:a16="http://schemas.microsoft.com/office/drawing/2014/main" id="{A4662A9F-9217-54A8-5072-93ABC9E8D412}"/>
              </a:ext>
            </a:extLst>
          </p:cNvPr>
          <p:cNvSpPr>
            <a:spLocks noGrp="1"/>
          </p:cNvSpPr>
          <p:nvPr>
            <p:ph type="body" sz="quarter" idx="33" hasCustomPrompt="1"/>
          </p:nvPr>
        </p:nvSpPr>
        <p:spPr>
          <a:xfrm>
            <a:off x="4023233"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8" name="Text Placeholder 4">
            <a:extLst>
              <a:ext uri="{FF2B5EF4-FFF2-40B4-BE49-F238E27FC236}">
                <a16:creationId xmlns:a16="http://schemas.microsoft.com/office/drawing/2014/main" id="{B8473845-42B3-319E-BAD5-25FF29ECDA22}"/>
              </a:ext>
            </a:extLst>
          </p:cNvPr>
          <p:cNvSpPr>
            <a:spLocks noGrp="1"/>
          </p:cNvSpPr>
          <p:nvPr>
            <p:ph type="body" sz="quarter" idx="36" hasCustomPrompt="1"/>
          </p:nvPr>
        </p:nvSpPr>
        <p:spPr>
          <a:xfrm>
            <a:off x="681697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9" name="Text Placeholder 4">
            <a:extLst>
              <a:ext uri="{FF2B5EF4-FFF2-40B4-BE49-F238E27FC236}">
                <a16:creationId xmlns:a16="http://schemas.microsoft.com/office/drawing/2014/main" id="{D087191E-6D99-69DB-18A5-0987DC62F1F8}"/>
              </a:ext>
            </a:extLst>
          </p:cNvPr>
          <p:cNvSpPr>
            <a:spLocks noGrp="1"/>
          </p:cNvSpPr>
          <p:nvPr>
            <p:ph type="body" sz="quarter" idx="37" hasCustomPrompt="1"/>
          </p:nvPr>
        </p:nvSpPr>
        <p:spPr>
          <a:xfrm>
            <a:off x="681697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21B4FCF2-6DDE-B735-E462-BA93B8E84561}"/>
              </a:ext>
            </a:extLst>
          </p:cNvPr>
          <p:cNvSpPr>
            <a:spLocks noGrp="1"/>
          </p:cNvSpPr>
          <p:nvPr>
            <p:ph type="body" sz="quarter" idx="38" hasCustomPrompt="1"/>
          </p:nvPr>
        </p:nvSpPr>
        <p:spPr>
          <a:xfrm>
            <a:off x="9753600"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B0E7436-EC01-5BA6-ACB7-295FD0FD554E}"/>
              </a:ext>
            </a:extLst>
          </p:cNvPr>
          <p:cNvSpPr>
            <a:spLocks noGrp="1"/>
          </p:cNvSpPr>
          <p:nvPr>
            <p:ph type="body" sz="quarter" idx="39" hasCustomPrompt="1"/>
          </p:nvPr>
        </p:nvSpPr>
        <p:spPr>
          <a:xfrm>
            <a:off x="9753600"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5269257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photos_Case_Study_Intro_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1614488"/>
            <a:ext cx="3357562" cy="2809874"/>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3571874" y="404812"/>
            <a:ext cx="5100639" cy="4210051"/>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8858250" y="893762"/>
            <a:ext cx="3333750" cy="3535363"/>
          </a:xfrm>
          <a:prstGeom prst="rect">
            <a:avLst/>
          </a:prstGeom>
        </p:spPr>
        <p:txBody>
          <a:bodyPr/>
          <a:lstStyle/>
          <a:p>
            <a:endParaRPr lang="en-US"/>
          </a:p>
        </p:txBody>
      </p:sp>
      <p:sp>
        <p:nvSpPr>
          <p:cNvPr id="2" name="Text Placeholder 4">
            <a:extLst>
              <a:ext uri="{FF2B5EF4-FFF2-40B4-BE49-F238E27FC236}">
                <a16:creationId xmlns:a16="http://schemas.microsoft.com/office/drawing/2014/main" id="{A9BD9240-DA34-2B4B-C18E-E31B5F3E26A8}"/>
              </a:ext>
            </a:extLst>
          </p:cNvPr>
          <p:cNvSpPr>
            <a:spLocks noGrp="1"/>
          </p:cNvSpPr>
          <p:nvPr>
            <p:ph type="body" sz="quarter" idx="29" hasCustomPrompt="1"/>
          </p:nvPr>
        </p:nvSpPr>
        <p:spPr>
          <a:xfrm>
            <a:off x="75799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5" name="Text Placeholder 4">
            <a:extLst>
              <a:ext uri="{FF2B5EF4-FFF2-40B4-BE49-F238E27FC236}">
                <a16:creationId xmlns:a16="http://schemas.microsoft.com/office/drawing/2014/main" id="{7B3FFB4A-48ED-CC59-1A90-5722D0CADC6B}"/>
              </a:ext>
            </a:extLst>
          </p:cNvPr>
          <p:cNvSpPr>
            <a:spLocks noGrp="1"/>
          </p:cNvSpPr>
          <p:nvPr>
            <p:ph type="body" sz="quarter" idx="30" hasCustomPrompt="1"/>
          </p:nvPr>
        </p:nvSpPr>
        <p:spPr>
          <a:xfrm>
            <a:off x="75799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6" name="Text Placeholder 4">
            <a:extLst>
              <a:ext uri="{FF2B5EF4-FFF2-40B4-BE49-F238E27FC236}">
                <a16:creationId xmlns:a16="http://schemas.microsoft.com/office/drawing/2014/main" id="{A97C5544-D8B2-9AE0-9BC4-AF92DF9C6A04}"/>
              </a:ext>
            </a:extLst>
          </p:cNvPr>
          <p:cNvSpPr>
            <a:spLocks noGrp="1"/>
          </p:cNvSpPr>
          <p:nvPr>
            <p:ph type="body" sz="quarter" idx="32" hasCustomPrompt="1"/>
          </p:nvPr>
        </p:nvSpPr>
        <p:spPr>
          <a:xfrm>
            <a:off x="5086731"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7" name="Text Placeholder 4">
            <a:extLst>
              <a:ext uri="{FF2B5EF4-FFF2-40B4-BE49-F238E27FC236}">
                <a16:creationId xmlns:a16="http://schemas.microsoft.com/office/drawing/2014/main" id="{A4662A9F-9217-54A8-5072-93ABC9E8D412}"/>
              </a:ext>
            </a:extLst>
          </p:cNvPr>
          <p:cNvSpPr>
            <a:spLocks noGrp="1"/>
          </p:cNvSpPr>
          <p:nvPr>
            <p:ph type="body" sz="quarter" idx="33" hasCustomPrompt="1"/>
          </p:nvPr>
        </p:nvSpPr>
        <p:spPr>
          <a:xfrm>
            <a:off x="5086731"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21B4FCF2-6DDE-B735-E462-BA93B8E84561}"/>
              </a:ext>
            </a:extLst>
          </p:cNvPr>
          <p:cNvSpPr>
            <a:spLocks noGrp="1"/>
          </p:cNvSpPr>
          <p:nvPr>
            <p:ph type="body" sz="quarter" idx="38" hasCustomPrompt="1"/>
          </p:nvPr>
        </p:nvSpPr>
        <p:spPr>
          <a:xfrm>
            <a:off x="94154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B0E7436-EC01-5BA6-ACB7-295FD0FD554E}"/>
              </a:ext>
            </a:extLst>
          </p:cNvPr>
          <p:cNvSpPr>
            <a:spLocks noGrp="1"/>
          </p:cNvSpPr>
          <p:nvPr>
            <p:ph type="body" sz="quarter" idx="39" hasCustomPrompt="1"/>
          </p:nvPr>
        </p:nvSpPr>
        <p:spPr>
          <a:xfrm>
            <a:off x="94154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141157227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photos_Case_Study_Intro_D">
    <p:spTree>
      <p:nvGrpSpPr>
        <p:cNvPr id="1" name=""/>
        <p:cNvGrpSpPr/>
        <p:nvPr/>
      </p:nvGrpSpPr>
      <p:grpSpPr>
        <a:xfrm>
          <a:off x="0" y="0"/>
          <a:ext cx="0" cy="0"/>
          <a:chOff x="0" y="0"/>
          <a:chExt cx="0" cy="0"/>
        </a:xfrm>
      </p:grpSpPr>
      <p:sp>
        <p:nvSpPr>
          <p:cNvPr id="11" name="Picture Placeholder 12">
            <a:extLst>
              <a:ext uri="{FF2B5EF4-FFF2-40B4-BE49-F238E27FC236}">
                <a16:creationId xmlns:a16="http://schemas.microsoft.com/office/drawing/2014/main" id="{7248E6C1-AD8D-259C-5340-56A8EC44534C}"/>
              </a:ext>
            </a:extLst>
          </p:cNvPr>
          <p:cNvSpPr>
            <a:spLocks noGrp="1"/>
          </p:cNvSpPr>
          <p:nvPr>
            <p:ph type="pic" sz="quarter" idx="34"/>
          </p:nvPr>
        </p:nvSpPr>
        <p:spPr>
          <a:xfrm>
            <a:off x="4381500" y="419100"/>
            <a:ext cx="7810500" cy="4373033"/>
          </a:xfrm>
          <a:prstGeom prst="rect">
            <a:avLst/>
          </a:prstGeom>
        </p:spPr>
        <p:txBody>
          <a:bodyPr/>
          <a:lstStyle/>
          <a:p>
            <a:endParaRPr lang="en-US"/>
          </a:p>
        </p:txBody>
      </p:sp>
      <p:sp>
        <p:nvSpPr>
          <p:cNvPr id="18" name="Picture Placeholder 12">
            <a:extLst>
              <a:ext uri="{FF2B5EF4-FFF2-40B4-BE49-F238E27FC236}">
                <a16:creationId xmlns:a16="http://schemas.microsoft.com/office/drawing/2014/main" id="{9A18AC36-E872-0FBB-CCDF-E7487C47BED8}"/>
              </a:ext>
            </a:extLst>
          </p:cNvPr>
          <p:cNvSpPr>
            <a:spLocks noGrp="1"/>
          </p:cNvSpPr>
          <p:nvPr>
            <p:ph type="pic" sz="quarter" idx="40"/>
          </p:nvPr>
        </p:nvSpPr>
        <p:spPr>
          <a:xfrm>
            <a:off x="0" y="915459"/>
            <a:ext cx="4114800" cy="3346704"/>
          </a:xfrm>
          <a:prstGeom prst="rect">
            <a:avLst/>
          </a:prstGeom>
        </p:spPr>
        <p:txBody>
          <a:bodyPr/>
          <a:lstStyle/>
          <a:p>
            <a:endParaRPr lang="en-US"/>
          </a:p>
        </p:txBody>
      </p:sp>
      <p:sp>
        <p:nvSpPr>
          <p:cNvPr id="20" name="Text Placeholder 4">
            <a:extLst>
              <a:ext uri="{FF2B5EF4-FFF2-40B4-BE49-F238E27FC236}">
                <a16:creationId xmlns:a16="http://schemas.microsoft.com/office/drawing/2014/main" id="{AD4E9A13-72EC-7795-6682-8E9D5F884783}"/>
              </a:ext>
            </a:extLst>
          </p:cNvPr>
          <p:cNvSpPr>
            <a:spLocks noGrp="1"/>
          </p:cNvSpPr>
          <p:nvPr>
            <p:ph type="body" sz="quarter" idx="41" hasCustomPrompt="1"/>
          </p:nvPr>
        </p:nvSpPr>
        <p:spPr>
          <a:xfrm>
            <a:off x="6519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1" name="Text Placeholder 4">
            <a:extLst>
              <a:ext uri="{FF2B5EF4-FFF2-40B4-BE49-F238E27FC236}">
                <a16:creationId xmlns:a16="http://schemas.microsoft.com/office/drawing/2014/main" id="{2AE7E2F1-8A7E-2749-7C23-12A180BF0CBA}"/>
              </a:ext>
            </a:extLst>
          </p:cNvPr>
          <p:cNvSpPr>
            <a:spLocks noGrp="1"/>
          </p:cNvSpPr>
          <p:nvPr>
            <p:ph type="body" sz="quarter" idx="42" hasCustomPrompt="1"/>
          </p:nvPr>
        </p:nvSpPr>
        <p:spPr>
          <a:xfrm>
            <a:off x="6519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2" name="Text Placeholder 4">
            <a:extLst>
              <a:ext uri="{FF2B5EF4-FFF2-40B4-BE49-F238E27FC236}">
                <a16:creationId xmlns:a16="http://schemas.microsoft.com/office/drawing/2014/main" id="{A629CAEA-5BAE-C2BF-C737-48B738207AB3}"/>
              </a:ext>
            </a:extLst>
          </p:cNvPr>
          <p:cNvSpPr>
            <a:spLocks noGrp="1"/>
          </p:cNvSpPr>
          <p:nvPr>
            <p:ph type="body" sz="quarter" idx="38" hasCustomPrompt="1"/>
          </p:nvPr>
        </p:nvSpPr>
        <p:spPr>
          <a:xfrm>
            <a:off x="48810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3" name="Text Placeholder 4">
            <a:extLst>
              <a:ext uri="{FF2B5EF4-FFF2-40B4-BE49-F238E27FC236}">
                <a16:creationId xmlns:a16="http://schemas.microsoft.com/office/drawing/2014/main" id="{58F9ED73-42C5-93DF-AE80-AD7C5AF1BD6C}"/>
              </a:ext>
            </a:extLst>
          </p:cNvPr>
          <p:cNvSpPr>
            <a:spLocks noGrp="1"/>
          </p:cNvSpPr>
          <p:nvPr>
            <p:ph type="body" sz="quarter" idx="39" hasCustomPrompt="1"/>
          </p:nvPr>
        </p:nvSpPr>
        <p:spPr>
          <a:xfrm>
            <a:off x="48810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90121262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6022081"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4C24334-259C-B34A-CF0B-6328CEB75E7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2" name="Title 1">
            <a:extLst>
              <a:ext uri="{FF2B5EF4-FFF2-40B4-BE49-F238E27FC236}">
                <a16:creationId xmlns:a16="http://schemas.microsoft.com/office/drawing/2014/main" id="{434EEC63-D2A6-A479-4356-E9E6BC19098A}"/>
              </a:ext>
            </a:extLst>
          </p:cNvPr>
          <p:cNvSpPr>
            <a:spLocks noGrp="1"/>
          </p:cNvSpPr>
          <p:nvPr>
            <p:ph type="title" hasCustomPrompt="1"/>
          </p:nvPr>
        </p:nvSpPr>
        <p:spPr>
          <a:xfrm>
            <a:off x="633632" y="722842"/>
            <a:ext cx="465115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 name="Text Placeholder 10">
            <a:extLst>
              <a:ext uri="{FF2B5EF4-FFF2-40B4-BE49-F238E27FC236}">
                <a16:creationId xmlns:a16="http://schemas.microsoft.com/office/drawing/2014/main" id="{8B2245E5-D2EB-1450-FEC1-6BEFE1F76A46}"/>
              </a:ext>
            </a:extLst>
          </p:cNvPr>
          <p:cNvSpPr>
            <a:spLocks noGrp="1"/>
          </p:cNvSpPr>
          <p:nvPr>
            <p:ph type="body" sz="quarter" idx="28" hasCustomPrompt="1"/>
          </p:nvPr>
        </p:nvSpPr>
        <p:spPr>
          <a:xfrm>
            <a:off x="633632" y="419099"/>
            <a:ext cx="465115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96312645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9D76B9-5EAA-9E63-4059-21E83CD46A10}"/>
              </a:ext>
            </a:extLst>
          </p:cNvPr>
          <p:cNvSpPr/>
          <p:nvPr userDrawn="1"/>
        </p:nvSpPr>
        <p:spPr bwMode="auto">
          <a:xfrm>
            <a:off x="9753600" y="0"/>
            <a:ext cx="243840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Box 8">
            <a:extLst>
              <a:ext uri="{FF2B5EF4-FFF2-40B4-BE49-F238E27FC236}">
                <a16:creationId xmlns:a16="http://schemas.microsoft.com/office/drawing/2014/main" id="{CC2DA15A-8BB1-B824-E7EF-8D9046513FB2}"/>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29A158B8-5C5D-7C73-B048-F98B170D7851}"/>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
        <p:nvSpPr>
          <p:cNvPr id="2" name="Title 1">
            <a:extLst>
              <a:ext uri="{FF2B5EF4-FFF2-40B4-BE49-F238E27FC236}">
                <a16:creationId xmlns:a16="http://schemas.microsoft.com/office/drawing/2014/main" id="{E36773BA-924B-BAC6-7D25-ED7A9338BD2F}"/>
              </a:ext>
            </a:extLst>
          </p:cNvPr>
          <p:cNvSpPr>
            <a:spLocks noGrp="1"/>
          </p:cNvSpPr>
          <p:nvPr>
            <p:ph type="title" hasCustomPrompt="1"/>
          </p:nvPr>
        </p:nvSpPr>
        <p:spPr>
          <a:xfrm>
            <a:off x="633632" y="722842"/>
            <a:ext cx="839765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 name="Text Placeholder 10">
            <a:extLst>
              <a:ext uri="{FF2B5EF4-FFF2-40B4-BE49-F238E27FC236}">
                <a16:creationId xmlns:a16="http://schemas.microsoft.com/office/drawing/2014/main" id="{12B58C1F-15E1-403E-C8DD-FB7FA7791D15}"/>
              </a:ext>
            </a:extLst>
          </p:cNvPr>
          <p:cNvSpPr>
            <a:spLocks noGrp="1"/>
          </p:cNvSpPr>
          <p:nvPr>
            <p:ph type="body" sz="quarter" idx="28" hasCustomPrompt="1"/>
          </p:nvPr>
        </p:nvSpPr>
        <p:spPr>
          <a:xfrm>
            <a:off x="633632" y="419099"/>
            <a:ext cx="839765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108078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43804D-BD14-08D3-2752-570DB2A13AC1}"/>
              </a:ext>
            </a:extLst>
          </p:cNvPr>
          <p:cNvSpPr/>
          <p:nvPr userDrawn="1"/>
        </p:nvSpPr>
        <p:spPr bwMode="auto">
          <a:xfrm>
            <a:off x="7848600" y="0"/>
            <a:ext cx="434826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8E3E35CB-4416-67B4-9A4B-0412315D4979}"/>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88B57818-3DD1-DA7E-0C01-8FA58F5B3AE9}"/>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43EB2ABD-8C1A-2F57-ED12-4A5372D24296}"/>
              </a:ext>
            </a:extLst>
          </p:cNvPr>
          <p:cNvSpPr>
            <a:spLocks noGrp="1"/>
          </p:cNvSpPr>
          <p:nvPr>
            <p:ph type="title" hasCustomPrompt="1"/>
          </p:nvPr>
        </p:nvSpPr>
        <p:spPr>
          <a:xfrm>
            <a:off x="633632" y="722842"/>
            <a:ext cx="6522818"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2CBC5A8B-D655-9D1E-4EAD-6B7EF3CBD7BB}"/>
              </a:ext>
            </a:extLst>
          </p:cNvPr>
          <p:cNvSpPr>
            <a:spLocks noGrp="1"/>
          </p:cNvSpPr>
          <p:nvPr>
            <p:ph type="body" sz="quarter" idx="28" hasCustomPrompt="1"/>
          </p:nvPr>
        </p:nvSpPr>
        <p:spPr>
          <a:xfrm>
            <a:off x="633632" y="419099"/>
            <a:ext cx="6522818"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09693441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ase Study-1/2_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802983"/>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5" name="TextBox 4">
            <a:extLst>
              <a:ext uri="{FF2B5EF4-FFF2-40B4-BE49-F238E27FC236}">
                <a16:creationId xmlns:a16="http://schemas.microsoft.com/office/drawing/2014/main" id="{3B7D9537-B25D-7D96-9993-3FD73B2FDB2F}"/>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8C1EAE48-670D-1E75-E1E5-6E8259532FEE}"/>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
        <p:nvSpPr>
          <p:cNvPr id="3" name="Title 1">
            <a:extLst>
              <a:ext uri="{FF2B5EF4-FFF2-40B4-BE49-F238E27FC236}">
                <a16:creationId xmlns:a16="http://schemas.microsoft.com/office/drawing/2014/main" id="{E04B8001-80C4-3060-BD6B-437632BF7C77}"/>
              </a:ext>
            </a:extLst>
          </p:cNvPr>
          <p:cNvSpPr>
            <a:spLocks noGrp="1"/>
          </p:cNvSpPr>
          <p:nvPr>
            <p:ph type="title" hasCustomPrompt="1"/>
          </p:nvPr>
        </p:nvSpPr>
        <p:spPr>
          <a:xfrm>
            <a:off x="633632" y="722842"/>
            <a:ext cx="465115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C73C2D60-2316-60E7-7382-870EBF68A7A1}"/>
              </a:ext>
            </a:extLst>
          </p:cNvPr>
          <p:cNvSpPr>
            <a:spLocks noGrp="1"/>
          </p:cNvSpPr>
          <p:nvPr>
            <p:ph type="body" sz="quarter" idx="28" hasCustomPrompt="1"/>
          </p:nvPr>
        </p:nvSpPr>
        <p:spPr>
          <a:xfrm>
            <a:off x="633632" y="419099"/>
            <a:ext cx="465115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09598517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se Study-1/2-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ECF38BD-32C9-894D-AB81-415CC476ECD6}"/>
              </a:ext>
            </a:extLst>
          </p:cNvPr>
          <p:cNvSpPr>
            <a:spLocks noGrp="1"/>
          </p:cNvSpPr>
          <p:nvPr>
            <p:ph type="pic" sz="quarter" idx="16"/>
          </p:nvPr>
        </p:nvSpPr>
        <p:spPr>
          <a:xfrm>
            <a:off x="6096000" y="0"/>
            <a:ext cx="6095999" cy="6858000"/>
          </a:xfrm>
          <a:prstGeom prst="rect">
            <a:avLst/>
          </a:prstGeom>
          <a:solidFill>
            <a:schemeClr val="accent1"/>
          </a:solidFill>
        </p:spPr>
        <p:txBody>
          <a:bodyPr/>
          <a:lstStyle/>
          <a:p>
            <a:endParaRPr lang="en-US"/>
          </a:p>
        </p:txBody>
      </p:sp>
      <p:sp>
        <p:nvSpPr>
          <p:cNvPr id="8" name="TextBox 7">
            <a:extLst>
              <a:ext uri="{FF2B5EF4-FFF2-40B4-BE49-F238E27FC236}">
                <a16:creationId xmlns:a16="http://schemas.microsoft.com/office/drawing/2014/main" id="{49A8AE99-B517-8AEB-D5E4-B09D52CA25AF}"/>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9" name="Text Placeholder 3">
            <a:extLst>
              <a:ext uri="{FF2B5EF4-FFF2-40B4-BE49-F238E27FC236}">
                <a16:creationId xmlns:a16="http://schemas.microsoft.com/office/drawing/2014/main" id="{3120F32B-02B9-F0A1-D25E-DE2CDA7F43C0}"/>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
        <p:nvSpPr>
          <p:cNvPr id="2" name="Title 1">
            <a:extLst>
              <a:ext uri="{FF2B5EF4-FFF2-40B4-BE49-F238E27FC236}">
                <a16:creationId xmlns:a16="http://schemas.microsoft.com/office/drawing/2014/main" id="{8C1749E3-2785-6125-72F4-4CB2CF38880E}"/>
              </a:ext>
            </a:extLst>
          </p:cNvPr>
          <p:cNvSpPr>
            <a:spLocks noGrp="1"/>
          </p:cNvSpPr>
          <p:nvPr>
            <p:ph type="title" hasCustomPrompt="1"/>
          </p:nvPr>
        </p:nvSpPr>
        <p:spPr>
          <a:xfrm>
            <a:off x="633632" y="722842"/>
            <a:ext cx="465115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F8F30B81-156F-78DF-062D-E4DD7907F0C8}"/>
              </a:ext>
            </a:extLst>
          </p:cNvPr>
          <p:cNvSpPr>
            <a:spLocks noGrp="1"/>
          </p:cNvSpPr>
          <p:nvPr>
            <p:ph type="body" sz="quarter" idx="28" hasCustomPrompt="1"/>
          </p:nvPr>
        </p:nvSpPr>
        <p:spPr>
          <a:xfrm>
            <a:off x="633632" y="419099"/>
            <a:ext cx="465115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28660760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81500" y="0"/>
            <a:ext cx="7810499"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81500" y="0"/>
            <a:ext cx="7810500" cy="6858000"/>
          </a:xfrm>
          <a:prstGeom prst="rect">
            <a:avLst/>
          </a:prstGeom>
          <a:solidFill>
            <a:schemeClr val="accent1"/>
          </a:solidFill>
        </p:spPr>
        <p:txBody>
          <a:bodyPr/>
          <a:lstStyle/>
          <a:p>
            <a:endParaRPr lang="en-US"/>
          </a:p>
        </p:txBody>
      </p:sp>
      <p:sp>
        <p:nvSpPr>
          <p:cNvPr id="6" name="TextBox 5">
            <a:extLst>
              <a:ext uri="{FF2B5EF4-FFF2-40B4-BE49-F238E27FC236}">
                <a16:creationId xmlns:a16="http://schemas.microsoft.com/office/drawing/2014/main" id="{1776621A-DBD8-0204-830A-B611F2C50DB3}"/>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2F4A5E9B-ED60-9026-0304-CC0E0C50B0BB}"/>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
        <p:nvSpPr>
          <p:cNvPr id="2" name="Title 1">
            <a:extLst>
              <a:ext uri="{FF2B5EF4-FFF2-40B4-BE49-F238E27FC236}">
                <a16:creationId xmlns:a16="http://schemas.microsoft.com/office/drawing/2014/main" id="{74A259D8-8F7C-0047-F26B-69BFCE9B0D84}"/>
              </a:ext>
            </a:extLst>
          </p:cNvPr>
          <p:cNvSpPr>
            <a:spLocks noGrp="1"/>
          </p:cNvSpPr>
          <p:nvPr>
            <p:ph type="title" hasCustomPrompt="1"/>
          </p:nvPr>
        </p:nvSpPr>
        <p:spPr>
          <a:xfrm>
            <a:off x="633632" y="722842"/>
            <a:ext cx="3477993"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 name="Text Placeholder 10">
            <a:extLst>
              <a:ext uri="{FF2B5EF4-FFF2-40B4-BE49-F238E27FC236}">
                <a16:creationId xmlns:a16="http://schemas.microsoft.com/office/drawing/2014/main" id="{8524263F-D90D-573F-672D-5622B33EAD0D}"/>
              </a:ext>
            </a:extLst>
          </p:cNvPr>
          <p:cNvSpPr>
            <a:spLocks noGrp="1"/>
          </p:cNvSpPr>
          <p:nvPr>
            <p:ph type="body" sz="quarter" idx="28" hasCustomPrompt="1"/>
          </p:nvPr>
        </p:nvSpPr>
        <p:spPr>
          <a:xfrm>
            <a:off x="633632" y="419099"/>
            <a:ext cx="3477993"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61846577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ase Study_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52DE14-65C1-7956-7013-27CD9E260F56}"/>
              </a:ext>
            </a:extLst>
          </p:cNvPr>
          <p:cNvSpPr/>
          <p:nvPr userDrawn="1"/>
        </p:nvSpPr>
        <p:spPr bwMode="auto">
          <a:xfrm>
            <a:off x="0" y="0"/>
            <a:ext cx="243840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6" name="Text Placeholder 2">
            <a:extLst>
              <a:ext uri="{FF2B5EF4-FFF2-40B4-BE49-F238E27FC236}">
                <a16:creationId xmlns:a16="http://schemas.microsoft.com/office/drawing/2014/main" id="{79C365B7-BDA2-A1BA-99C3-FAE4F63E6178}"/>
              </a:ext>
            </a:extLst>
          </p:cNvPr>
          <p:cNvSpPr>
            <a:spLocks noGrp="1"/>
          </p:cNvSpPr>
          <p:nvPr>
            <p:ph type="body" sz="quarter" idx="17" hasCustomPrompt="1"/>
          </p:nvPr>
        </p:nvSpPr>
        <p:spPr>
          <a:xfrm>
            <a:off x="4365652" y="2286000"/>
            <a:ext cx="4784852" cy="3657600"/>
          </a:xfrm>
          <a:prstGeom prst="rect">
            <a:avLst/>
          </a:prstGeom>
        </p:spPr>
        <p:txBody>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p:txBody>
      </p:sp>
      <p:pic>
        <p:nvPicPr>
          <p:cNvPr id="11" name="Picture 10">
            <a:extLst>
              <a:ext uri="{FF2B5EF4-FFF2-40B4-BE49-F238E27FC236}">
                <a16:creationId xmlns:a16="http://schemas.microsoft.com/office/drawing/2014/main" id="{809CE349-346A-D8D6-57AD-5723D88B67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58851" y="6416865"/>
            <a:ext cx="488145" cy="179465"/>
          </a:xfrm>
          <a:prstGeom prst="rect">
            <a:avLst/>
          </a:prstGeom>
        </p:spPr>
      </p:pic>
      <p:sp>
        <p:nvSpPr>
          <p:cNvPr id="3" name="Title 1">
            <a:extLst>
              <a:ext uri="{FF2B5EF4-FFF2-40B4-BE49-F238E27FC236}">
                <a16:creationId xmlns:a16="http://schemas.microsoft.com/office/drawing/2014/main" id="{39E35029-5964-C030-FE93-F157EF1D672E}"/>
              </a:ext>
            </a:extLst>
          </p:cNvPr>
          <p:cNvSpPr txBox="1">
            <a:spLocks/>
          </p:cNvSpPr>
          <p:nvPr userDrawn="1"/>
        </p:nvSpPr>
        <p:spPr>
          <a:xfrm>
            <a:off x="4365652" y="1688770"/>
            <a:ext cx="3474720" cy="338554"/>
          </a:xfrm>
          <a:prstGeom prst="rect">
            <a:avLst/>
          </a:prstGeom>
        </p:spPr>
        <p:txBody>
          <a:bodyPr lIns="0" tIns="0" rIns="0" bIns="0">
            <a:noAutofit/>
          </a:bodyPr>
          <a:lstStyle>
            <a:lvl1pPr lvl="0" indent="0">
              <a:lnSpc>
                <a:spcPct val="100000"/>
              </a:lnSpc>
              <a:spcBef>
                <a:spcPts val="0"/>
              </a:spcBef>
              <a:spcAft>
                <a:spcPts val="0"/>
              </a:spcAft>
              <a:buFont typeface="Arial" panose="020B0604020202020204" pitchFamily="34" charset="0"/>
              <a:buNone/>
              <a:defRPr lang="en-US" sz="2200" b="1" i="0" spc="0" dirty="0">
                <a:gradFill>
                  <a:gsLst>
                    <a:gs pos="0">
                      <a:schemeClr val="accent3"/>
                    </a:gs>
                    <a:gs pos="45000">
                      <a:schemeClr val="accent3"/>
                    </a:gs>
                    <a:gs pos="100000">
                      <a:schemeClr val="accent4"/>
                    </a:gs>
                  </a:gsLst>
                  <a:lin ang="1200000" scaled="0"/>
                </a:gradFill>
                <a:effectLst/>
                <a:latin typeface="+mj-lt"/>
                <a:ea typeface="Calibri" panose="020F0502020204030204" pitchFamily="34" charset="0"/>
                <a:cs typeface="Calibri" panose="020F0502020204030204" pitchFamily="34" charset="0"/>
              </a:defRPr>
            </a:lvl1pPr>
          </a:lstStyle>
          <a:p>
            <a:pPr lvl="0"/>
            <a:r>
              <a:rPr lang="en-US">
                <a:solidFill>
                  <a:schemeClr val="bg1"/>
                </a:solidFill>
              </a:rPr>
              <a:t>Title Goes Here</a:t>
            </a:r>
          </a:p>
        </p:txBody>
      </p:sp>
    </p:spTree>
    <p:extLst>
      <p:ext uri="{BB962C8B-B14F-4D97-AF65-F5344CB8AC3E}">
        <p14:creationId xmlns:p14="http://schemas.microsoft.com/office/powerpoint/2010/main" val="70954080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342900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429000" y="0"/>
            <a:ext cx="8763000" cy="6858000"/>
          </a:xfrm>
          <a:prstGeom prst="rect">
            <a:avLst/>
          </a:prstGeom>
        </p:spPr>
        <p:txBody>
          <a:bodyPr/>
          <a:lstStyle/>
          <a:p>
            <a:endParaRPr lang="en-US"/>
          </a:p>
        </p:txBody>
      </p:sp>
      <p:pic>
        <p:nvPicPr>
          <p:cNvPr id="13" name="Picture 12">
            <a:extLst>
              <a:ext uri="{FF2B5EF4-FFF2-40B4-BE49-F238E27FC236}">
                <a16:creationId xmlns:a16="http://schemas.microsoft.com/office/drawing/2014/main" id="{8CC0D0B5-8985-C0CF-E031-72C099F13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0" y="6416865"/>
            <a:ext cx="488145" cy="179465"/>
          </a:xfrm>
          <a:prstGeom prst="rect">
            <a:avLst/>
          </a:prstGeom>
        </p:spPr>
      </p:pic>
      <p:sp>
        <p:nvSpPr>
          <p:cNvPr id="6" name="Title 1">
            <a:extLst>
              <a:ext uri="{FF2B5EF4-FFF2-40B4-BE49-F238E27FC236}">
                <a16:creationId xmlns:a16="http://schemas.microsoft.com/office/drawing/2014/main" id="{A44169FF-3519-85C9-0F2D-26C1E7EAB350}"/>
              </a:ext>
            </a:extLst>
          </p:cNvPr>
          <p:cNvSpPr>
            <a:spLocks noGrp="1"/>
          </p:cNvSpPr>
          <p:nvPr>
            <p:ph type="title" hasCustomPrompt="1"/>
          </p:nvPr>
        </p:nvSpPr>
        <p:spPr>
          <a:xfrm>
            <a:off x="633632" y="722843"/>
            <a:ext cx="2618014" cy="338554"/>
          </a:xfrm>
          <a:prstGeom prst="rect">
            <a:avLst/>
          </a:prstGeom>
        </p:spPr>
        <p:txBody>
          <a:bodyPr lIns="0" tIns="0" rIns="0" bIns="0">
            <a:noAutofit/>
          </a:bodyPr>
          <a:lstStyle>
            <a:lvl1pPr>
              <a:defRPr lang="en-US" dirty="0">
                <a:solidFill>
                  <a:schemeClr val="bg1"/>
                </a:solidFill>
                <a:latin typeface="+mj-lt"/>
              </a:defRPr>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8" name="Text Placeholder 10">
            <a:extLst>
              <a:ext uri="{FF2B5EF4-FFF2-40B4-BE49-F238E27FC236}">
                <a16:creationId xmlns:a16="http://schemas.microsoft.com/office/drawing/2014/main" id="{5E92AB95-E16F-C12B-B3CB-DCDED8BB72C8}"/>
              </a:ext>
            </a:extLst>
          </p:cNvPr>
          <p:cNvSpPr>
            <a:spLocks noGrp="1"/>
          </p:cNvSpPr>
          <p:nvPr>
            <p:ph type="body" sz="quarter" idx="28" hasCustomPrompt="1"/>
          </p:nvPr>
        </p:nvSpPr>
        <p:spPr>
          <a:xfrm>
            <a:off x="633632" y="419100"/>
            <a:ext cx="2618014"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7215444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54513"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5" name="Picture 4">
            <a:extLst>
              <a:ext uri="{FF2B5EF4-FFF2-40B4-BE49-F238E27FC236}">
                <a16:creationId xmlns:a16="http://schemas.microsoft.com/office/drawing/2014/main" id="{F4D0723C-92A3-529E-5B7C-80EDBC262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0" y="6416865"/>
            <a:ext cx="488145" cy="179465"/>
          </a:xfrm>
          <a:prstGeom prst="rect">
            <a:avLst/>
          </a:prstGeom>
        </p:spPr>
      </p:pic>
      <p:sp>
        <p:nvSpPr>
          <p:cNvPr id="6" name="Title 1">
            <a:extLst>
              <a:ext uri="{FF2B5EF4-FFF2-40B4-BE49-F238E27FC236}">
                <a16:creationId xmlns:a16="http://schemas.microsoft.com/office/drawing/2014/main" id="{D80312C7-4EE9-90CF-47E1-087BF0744BD8}"/>
              </a:ext>
            </a:extLst>
          </p:cNvPr>
          <p:cNvSpPr>
            <a:spLocks noGrp="1"/>
          </p:cNvSpPr>
          <p:nvPr>
            <p:ph type="title" hasCustomPrompt="1"/>
          </p:nvPr>
        </p:nvSpPr>
        <p:spPr>
          <a:xfrm>
            <a:off x="633632" y="722843"/>
            <a:ext cx="3474720" cy="338554"/>
          </a:xfrm>
          <a:prstGeom prst="rect">
            <a:avLst/>
          </a:prstGeom>
        </p:spPr>
        <p:txBody>
          <a:bodyPr lIns="0" tIns="0" rIns="0" bIns="0">
            <a:noAutofit/>
          </a:bodyPr>
          <a:lstStyle>
            <a:lvl1pPr>
              <a:defRPr lang="en-US" dirty="0">
                <a:solidFill>
                  <a:schemeClr val="bg1"/>
                </a:solidFill>
                <a:latin typeface="+mj-lt"/>
              </a:defRPr>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7" name="Text Placeholder 10">
            <a:extLst>
              <a:ext uri="{FF2B5EF4-FFF2-40B4-BE49-F238E27FC236}">
                <a16:creationId xmlns:a16="http://schemas.microsoft.com/office/drawing/2014/main" id="{1B4920DC-0C83-DBD1-A7BA-450D741C9E1C}"/>
              </a:ext>
            </a:extLst>
          </p:cNvPr>
          <p:cNvSpPr>
            <a:spLocks noGrp="1"/>
          </p:cNvSpPr>
          <p:nvPr>
            <p:ph type="body" sz="quarter" idx="28" hasCustomPrompt="1"/>
          </p:nvPr>
        </p:nvSpPr>
        <p:spPr>
          <a:xfrm>
            <a:off x="633632" y="419100"/>
            <a:ext cx="347472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3740499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ase Study_Mockup_Lef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A393A3-BED5-A4B8-2CC9-68028E8F7DD4}"/>
              </a:ext>
            </a:extLst>
          </p:cNvPr>
          <p:cNvSpPr/>
          <p:nvPr userDrawn="1"/>
        </p:nvSpPr>
        <p:spPr bwMode="auto">
          <a:xfrm>
            <a:off x="0" y="0"/>
            <a:ext cx="715645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5" name="Picture 4">
            <a:extLst>
              <a:ext uri="{FF2B5EF4-FFF2-40B4-BE49-F238E27FC236}">
                <a16:creationId xmlns:a16="http://schemas.microsoft.com/office/drawing/2014/main" id="{F7B52ADC-08BB-44B3-7F3D-505CD63B753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3" name="Title 1">
            <a:extLst>
              <a:ext uri="{FF2B5EF4-FFF2-40B4-BE49-F238E27FC236}">
                <a16:creationId xmlns:a16="http://schemas.microsoft.com/office/drawing/2014/main" id="{F73605A9-1E62-45FD-73A7-1EA66A44C762}"/>
              </a:ext>
            </a:extLst>
          </p:cNvPr>
          <p:cNvSpPr>
            <a:spLocks noGrp="1"/>
          </p:cNvSpPr>
          <p:nvPr>
            <p:ph type="title" hasCustomPrompt="1"/>
          </p:nvPr>
        </p:nvSpPr>
        <p:spPr>
          <a:xfrm>
            <a:off x="633632" y="722843"/>
            <a:ext cx="3474720" cy="338554"/>
          </a:xfrm>
          <a:prstGeom prst="rect">
            <a:avLst/>
          </a:prstGeom>
        </p:spPr>
        <p:txBody>
          <a:bodyPr lIns="0" tIns="0" rIns="0" bIns="0">
            <a:noAutofit/>
          </a:bodyPr>
          <a:lstStyle>
            <a:lvl1pPr>
              <a:defRPr lang="en-US" dirty="0">
                <a:solidFill>
                  <a:schemeClr val="bg1"/>
                </a:solidFill>
                <a:latin typeface="+mj-lt"/>
              </a:defRPr>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E0308101-6824-4317-B732-39B094E4FA53}"/>
              </a:ext>
            </a:extLst>
          </p:cNvPr>
          <p:cNvSpPr>
            <a:spLocks noGrp="1"/>
          </p:cNvSpPr>
          <p:nvPr>
            <p:ph type="body" sz="quarter" idx="28" hasCustomPrompt="1"/>
          </p:nvPr>
        </p:nvSpPr>
        <p:spPr>
          <a:xfrm>
            <a:off x="633632" y="419100"/>
            <a:ext cx="347472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5781605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7FD4578C-8BBA-DD7F-1D7F-67C3334C4001}"/>
              </a:ext>
            </a:extLst>
          </p:cNvPr>
          <p:cNvSpPr>
            <a:spLocks noGrp="1"/>
          </p:cNvSpPr>
          <p:nvPr>
            <p:ph type="pic" sz="quarter" idx="12"/>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351051183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477855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3_Custom Layout">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82804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69779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488637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hank_you">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r>
              <a:rPr lang="en-US"/>
              <a:t>For more information, contact</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Insert email</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+1 000 000 000</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647700" y="1353882"/>
            <a:ext cx="4220135" cy="1107996"/>
          </a:xfrm>
          <a:prstGeom prst="rect">
            <a:avLst/>
          </a:prstGeom>
        </p:spPr>
        <p:txBody>
          <a:bodyPr wrap="square">
            <a:spAutoFit/>
          </a:bodyPr>
          <a:lstStyle>
            <a:lvl1pPr>
              <a:defRPr sz="7200" b="0" i="0">
                <a:gradFill>
                  <a:gsLst>
                    <a:gs pos="0">
                      <a:srgbClr val="00F6FF"/>
                    </a:gs>
                    <a:gs pos="56000">
                      <a:srgbClr val="00FFF0"/>
                    </a:gs>
                    <a:gs pos="100000">
                      <a:srgbClr val="B896FF"/>
                    </a:gs>
                  </a:gsLst>
                  <a:lin ang="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a:cxnSpLocks/>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7483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hank_you_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647700" y="1035424"/>
            <a:ext cx="4648200" cy="1107996"/>
          </a:xfrm>
          <a:prstGeom prst="rect">
            <a:avLst/>
          </a:prstGeom>
        </p:spPr>
        <p:txBody>
          <a:bodyPr wrap="square" lIns="0" tIns="0" rIns="0" bIns="0">
            <a:spAutoFit/>
          </a:bodyPr>
          <a:lstStyle>
            <a:lvl1pPr>
              <a:defRPr lang="en-US" sz="7200" b="0">
                <a:gradFill>
                  <a:gsLst>
                    <a:gs pos="0">
                      <a:srgbClr val="00F6FF"/>
                    </a:gs>
                    <a:gs pos="56000">
                      <a:srgbClr val="00FFF0"/>
                    </a:gs>
                    <a:gs pos="100000">
                      <a:srgbClr val="B896FF"/>
                    </a:gs>
                  </a:gsLst>
                  <a:lin ang="0" scaled="0"/>
                </a:gradFill>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647700" y="2540616"/>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r>
              <a:rPr lang="en-US"/>
              <a:t>For more information, contact</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647700" y="3313799"/>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647700" y="3672220"/>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647700" y="420130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Insert email</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647700" y="448823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+1 000 000 000</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647700" y="4897078"/>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11" name="Straight Connector 10">
            <a:extLst>
              <a:ext uri="{FF2B5EF4-FFF2-40B4-BE49-F238E27FC236}">
                <a16:creationId xmlns:a16="http://schemas.microsoft.com/office/drawing/2014/main" id="{68FF80AE-E38B-EC18-E1B5-2B5AAE36C2F4}"/>
              </a:ext>
            </a:extLst>
          </p:cNvPr>
          <p:cNvCxnSpPr>
            <a:cxnSpLocks/>
          </p:cNvCxnSpPr>
          <p:nvPr userDrawn="1"/>
        </p:nvCxnSpPr>
        <p:spPr>
          <a:xfrm>
            <a:off x="647700"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3763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endParaRPr lang="en-US"/>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rgbClr val="161616"/>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userDrawn="1"/>
        </p:nvSpPr>
        <p:spPr bwMode="auto">
          <a:xfrm>
            <a:off x="-2151983" y="5103629"/>
            <a:ext cx="3848986" cy="3848986"/>
          </a:xfrm>
          <a:prstGeom prst="ellipse">
            <a:avLst/>
          </a:prstGeom>
          <a:solidFill>
            <a:srgbClr val="8B97FF">
              <a:alpha val="65000"/>
            </a:srgbClr>
          </a:solidFill>
          <a:ln>
            <a:noFill/>
          </a:ln>
          <a:effectLst>
            <a:softEdge rad="80594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1169551"/>
          </a:xfrm>
          <a:prstGeom prst="rect">
            <a:avLst/>
          </a:prstGeom>
        </p:spPr>
        <p:txBody>
          <a:bodyPr wrap="square">
            <a:spAutoFit/>
          </a:bodyPr>
          <a:lstStyle>
            <a:lvl1pPr>
              <a:lnSpc>
                <a:spcPct val="100000"/>
              </a:lnSpc>
              <a:spcBef>
                <a:spcPts val="0"/>
              </a:spcBef>
              <a:defRPr sz="38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Caption with two or more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ts val="0"/>
              </a:spcBef>
              <a:defRPr sz="1200" b="1" spc="300">
                <a:solidFill>
                  <a:schemeClr val="bg1"/>
                </a:solidFill>
                <a:latin typeface="+mj-lt"/>
                <a:cs typeface="Calibri Light" panose="020F0302020204030204" pitchFamily="34" charset="0"/>
              </a:defRPr>
            </a:lvl1pPr>
            <a:lvl2pPr>
              <a:buNone/>
              <a:defRPr/>
            </a:lvl2pPr>
          </a:lstStyle>
          <a:p>
            <a:pPr lvl="0"/>
            <a:r>
              <a:rPr lang="en-US">
                <a:effectLst/>
              </a:rPr>
              <a:t>PREHEADER</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E5AA398A-2E47-0C00-F4A0-87498FC7BBC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0" name="Text Placeholder 3">
            <a:extLst>
              <a:ext uri="{FF2B5EF4-FFF2-40B4-BE49-F238E27FC236}">
                <a16:creationId xmlns:a16="http://schemas.microsoft.com/office/drawing/2014/main" id="{E8E7F306-CD25-215E-BBB0-42720869F90C}"/>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73329504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Black-Titl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218CE59C-541D-F946-A8DA-A4B9F8BF479B}"/>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0" name="TextBox 9">
            <a:extLst>
              <a:ext uri="{FF2B5EF4-FFF2-40B4-BE49-F238E27FC236}">
                <a16:creationId xmlns:a16="http://schemas.microsoft.com/office/drawing/2014/main" id="{3F83E1B4-D017-3E4B-8268-79DFC41DB4DB}"/>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bg1"/>
                </a:solidFill>
              </a:rPr>
              <a:t>CONFIDENTIAL. Copyright ©</a:t>
            </a:r>
          </a:p>
        </p:txBody>
      </p:sp>
      <p:sp>
        <p:nvSpPr>
          <p:cNvPr id="8" name="Title 1">
            <a:extLst>
              <a:ext uri="{FF2B5EF4-FFF2-40B4-BE49-F238E27FC236}">
                <a16:creationId xmlns:a16="http://schemas.microsoft.com/office/drawing/2014/main" id="{267E2E61-17F9-0842-9210-A1111E25B866}"/>
              </a:ext>
            </a:extLst>
          </p:cNvPr>
          <p:cNvSpPr>
            <a:spLocks noGrp="1"/>
          </p:cNvSpPr>
          <p:nvPr>
            <p:ph type="title"/>
          </p:nvPr>
        </p:nvSpPr>
        <p:spPr>
          <a:xfrm>
            <a:off x="457200" y="457200"/>
            <a:ext cx="11274552" cy="457200"/>
          </a:xfrm>
        </p:spPr>
        <p:txBody>
          <a:bodyPr/>
          <a:lstStyle>
            <a:lvl1pPr>
              <a:defRPr b="1">
                <a:solidFill>
                  <a:schemeClr val="bg1"/>
                </a:solidFill>
                <a:latin typeface="+mn-lt"/>
              </a:defRPr>
            </a:lvl1pPr>
          </a:lstStyle>
          <a:p>
            <a:r>
              <a:rPr lang="en-US"/>
              <a:t>Click to edit Master title style</a:t>
            </a:r>
          </a:p>
        </p:txBody>
      </p:sp>
      <p:sp>
        <p:nvSpPr>
          <p:cNvPr id="9" name="Text Placeholder 10">
            <a:extLst>
              <a:ext uri="{FF2B5EF4-FFF2-40B4-BE49-F238E27FC236}">
                <a16:creationId xmlns:a16="http://schemas.microsoft.com/office/drawing/2014/main" id="{0548B8AD-0CC3-5248-932C-F8A325C1B475}"/>
              </a:ext>
            </a:extLst>
          </p:cNvPr>
          <p:cNvSpPr>
            <a:spLocks noGrp="1"/>
          </p:cNvSpPr>
          <p:nvPr>
            <p:ph type="body" sz="quarter" idx="15" hasCustomPrompt="1"/>
          </p:nvPr>
        </p:nvSpPr>
        <p:spPr>
          <a:xfrm>
            <a:off x="457200" y="231494"/>
            <a:ext cx="3611880" cy="225706"/>
          </a:xfrm>
          <a:prstGeom prst="rect">
            <a:avLst/>
          </a:prstGeom>
        </p:spPr>
        <p:txBody>
          <a:bodyPr/>
          <a:lstStyle>
            <a:lvl1pPr>
              <a:defRPr sz="1000" b="1" cap="all" baseline="0">
                <a:solidFill>
                  <a:schemeClr val="tx2"/>
                </a:solidFill>
                <a:latin typeface="+mn-lt"/>
              </a:defRPr>
            </a:lvl1pPr>
          </a:lstStyle>
          <a:p>
            <a:pPr lvl="0"/>
            <a:r>
              <a:rPr lang="en-US"/>
              <a:t>Click to add section title</a:t>
            </a:r>
          </a:p>
        </p:txBody>
      </p:sp>
      <p:sp>
        <p:nvSpPr>
          <p:cNvPr id="12" name="Text Placeholder 3">
            <a:extLst>
              <a:ext uri="{FF2B5EF4-FFF2-40B4-BE49-F238E27FC236}">
                <a16:creationId xmlns:a16="http://schemas.microsoft.com/office/drawing/2014/main" id="{E4D782FD-394E-974B-830A-5392AB47CB04}"/>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48390470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272CD-79DE-1BE6-11CD-A42CBD8D2DD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B54B8FE-9DAF-EC35-942B-2B5FE0B93F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DA58A17-B6DB-0767-A7C4-2A41C82C6D87}"/>
              </a:ext>
            </a:extLst>
          </p:cNvPr>
          <p:cNvSpPr>
            <a:spLocks noGrp="1"/>
          </p:cNvSpPr>
          <p:nvPr>
            <p:ph type="dt" sz="half" idx="10"/>
          </p:nvPr>
        </p:nvSpPr>
        <p:spPr/>
        <p:txBody>
          <a:bodyPr/>
          <a:lstStyle/>
          <a:p>
            <a:fld id="{8CA26682-55A4-4041-A0AA-7C6726A46C73}" type="datetimeFigureOut">
              <a:rPr lang="en-GB" smtClean="0"/>
              <a:t>19/05/2026</a:t>
            </a:fld>
            <a:endParaRPr lang="en-GB"/>
          </a:p>
        </p:txBody>
      </p:sp>
      <p:sp>
        <p:nvSpPr>
          <p:cNvPr id="5" name="Footer Placeholder 4">
            <a:extLst>
              <a:ext uri="{FF2B5EF4-FFF2-40B4-BE49-F238E27FC236}">
                <a16:creationId xmlns:a16="http://schemas.microsoft.com/office/drawing/2014/main" id="{71D8741C-934C-7007-DE0D-593BD1F0B8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6F6C0E-9D03-E592-6085-69AB5DE7BA25}"/>
              </a:ext>
            </a:extLst>
          </p:cNvPr>
          <p:cNvSpPr>
            <a:spLocks noGrp="1"/>
          </p:cNvSpPr>
          <p:nvPr>
            <p:ph type="sldNum" sz="quarter" idx="12"/>
          </p:nvPr>
        </p:nvSpPr>
        <p:spPr/>
        <p:txBody>
          <a:bodyPr/>
          <a:lstStyle/>
          <a:p>
            <a:fld id="{8BED5299-1196-4AA4-A34D-634B8F533781}" type="slidenum">
              <a:rPr lang="en-GB" smtClean="0"/>
              <a:t>‹#›</a:t>
            </a:fld>
            <a:endParaRPr lang="en-GB"/>
          </a:p>
        </p:txBody>
      </p:sp>
    </p:spTree>
    <p:extLst>
      <p:ext uri="{BB962C8B-B14F-4D97-AF65-F5344CB8AC3E}">
        <p14:creationId xmlns:p14="http://schemas.microsoft.com/office/powerpoint/2010/main" val="213369189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E4DA5-8FBA-2321-7F51-C29C9DB4B6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A5A5DC-23E3-B8BC-9EDA-11492C2A4A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B96008-BDBD-149B-F6D3-A17670F6729C}"/>
              </a:ext>
            </a:extLst>
          </p:cNvPr>
          <p:cNvSpPr>
            <a:spLocks noGrp="1"/>
          </p:cNvSpPr>
          <p:nvPr>
            <p:ph type="dt" sz="half" idx="10"/>
          </p:nvPr>
        </p:nvSpPr>
        <p:spPr/>
        <p:txBody>
          <a:bodyPr/>
          <a:lstStyle/>
          <a:p>
            <a:fld id="{9101E36A-B9D7-4A61-BB8B-058E25A49AC9}" type="datetimeFigureOut">
              <a:rPr lang="en-US" smtClean="0"/>
              <a:t>5/19/26</a:t>
            </a:fld>
            <a:endParaRPr lang="en-US"/>
          </a:p>
        </p:txBody>
      </p:sp>
      <p:sp>
        <p:nvSpPr>
          <p:cNvPr id="5" name="Footer Placeholder 4">
            <a:extLst>
              <a:ext uri="{FF2B5EF4-FFF2-40B4-BE49-F238E27FC236}">
                <a16:creationId xmlns:a16="http://schemas.microsoft.com/office/drawing/2014/main" id="{3861F9F8-51DF-C97E-0D71-C010A2B9E3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9C3BF3-180E-BC2B-F5F7-F1AB71DEF8EC}"/>
              </a:ext>
            </a:extLst>
          </p:cNvPr>
          <p:cNvSpPr>
            <a:spLocks noGrp="1"/>
          </p:cNvSpPr>
          <p:nvPr>
            <p:ph type="sldNum" sz="quarter" idx="12"/>
          </p:nvPr>
        </p:nvSpPr>
        <p:spPr/>
        <p:txBody>
          <a:bodyPr/>
          <a:lstStyle/>
          <a:p>
            <a:fld id="{9C7CB89D-22DE-446E-A163-591E266283BD}" type="slidenum">
              <a:rPr lang="en-US" smtClean="0"/>
              <a:t>‹#›</a:t>
            </a:fld>
            <a:endParaRPr lang="en-US"/>
          </a:p>
        </p:txBody>
      </p:sp>
    </p:spTree>
    <p:extLst>
      <p:ext uri="{BB962C8B-B14F-4D97-AF65-F5344CB8AC3E}">
        <p14:creationId xmlns:p14="http://schemas.microsoft.com/office/powerpoint/2010/main" val="89883505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over_Image">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39074" y="1655821"/>
            <a:ext cx="8060366" cy="2103140"/>
          </a:xfrm>
          <a:prstGeom prst="rect">
            <a:avLst/>
          </a:prstGeom>
        </p:spPr>
        <p:txBody>
          <a:bodyPr wrap="square">
            <a:spAutoFit/>
          </a:bodyPr>
          <a:lstStyle>
            <a:lvl1pPr>
              <a:lnSpc>
                <a:spcPts val="8200"/>
              </a:lnSpc>
              <a:spcBef>
                <a:spcPts val="0"/>
              </a:spcBef>
              <a:defRPr sz="8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9074" y="4670399"/>
            <a:ext cx="10515600" cy="455381"/>
          </a:xfrm>
          <a:prstGeom prst="rect">
            <a:avLst/>
          </a:prstGeom>
        </p:spPr>
        <p:txBody>
          <a:bodyPr wrap="square">
            <a:spAutoFit/>
          </a:bodyPr>
          <a:lstStyle>
            <a:lvl1pPr>
              <a:lnSpc>
                <a:spcPct val="150000"/>
              </a:lnSpc>
              <a:spcBef>
                <a:spcPts val="0"/>
              </a:spcBef>
              <a:defRPr sz="22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2"/>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9074"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tx1"/>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6" name="Picture Placeholder 5">
            <a:extLst>
              <a:ext uri="{FF2B5EF4-FFF2-40B4-BE49-F238E27FC236}">
                <a16:creationId xmlns:a16="http://schemas.microsoft.com/office/drawing/2014/main" id="{0374159C-7297-E470-BBCD-D20C41E7AF68}"/>
              </a:ext>
            </a:extLst>
          </p:cNvPr>
          <p:cNvSpPr>
            <a:spLocks noGrp="1"/>
          </p:cNvSpPr>
          <p:nvPr>
            <p:ph type="pic" sz="quarter" idx="13"/>
          </p:nvPr>
        </p:nvSpPr>
        <p:spPr>
          <a:xfrm>
            <a:off x="0" y="0"/>
            <a:ext cx="12192000" cy="6858000"/>
          </a:xfrm>
          <a:prstGeom prst="rect">
            <a:avLst/>
          </a:prstGeom>
        </p:spPr>
        <p:txBody>
          <a:bodyPr/>
          <a:lstStyle/>
          <a:p>
            <a:r>
              <a:rPr lang="en-US"/>
              <a:t>Click icon to add picture</a:t>
            </a:r>
          </a:p>
        </p:txBody>
      </p:sp>
      <p:pic>
        <p:nvPicPr>
          <p:cNvPr id="4" name="Picture 3">
            <a:extLst>
              <a:ext uri="{FF2B5EF4-FFF2-40B4-BE49-F238E27FC236}">
                <a16:creationId xmlns:a16="http://schemas.microsoft.com/office/drawing/2014/main" id="{7B9BE64C-8C5D-6F41-B4B2-4AE5FC1F4D8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spTree>
    <p:extLst>
      <p:ext uri="{BB962C8B-B14F-4D97-AF65-F5344CB8AC3E}">
        <p14:creationId xmlns:p14="http://schemas.microsoft.com/office/powerpoint/2010/main" val="96549058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ver_Light_Picture">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DB3BCBD-094A-89F2-36B2-991FE93DA7AB}"/>
              </a:ext>
            </a:extLst>
          </p:cNvPr>
          <p:cNvSpPr/>
          <p:nvPr userDrawn="1"/>
        </p:nvSpPr>
        <p:spPr bwMode="auto">
          <a:xfrm>
            <a:off x="0" y="0"/>
            <a:ext cx="12191999" cy="6858000"/>
          </a:xfrm>
          <a:prstGeom prst="rect">
            <a:avLst/>
          </a:prstGeom>
          <a:gradFill flip="none" rotWithShape="1">
            <a:gsLst>
              <a:gs pos="100000">
                <a:schemeClr val="bg1">
                  <a:alpha val="0"/>
                </a:schemeClr>
              </a:gs>
              <a:gs pos="45000">
                <a:schemeClr val="bg1"/>
              </a:gs>
            </a:gsLst>
            <a:lin ang="0" scaled="0"/>
            <a:tileRect/>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5">
            <a:extLst>
              <a:ext uri="{FF2B5EF4-FFF2-40B4-BE49-F238E27FC236}">
                <a16:creationId xmlns:a16="http://schemas.microsoft.com/office/drawing/2014/main" id="{0AA22CD8-EFF5-B4F0-9996-5D1D7528FAA5}"/>
              </a:ext>
            </a:extLst>
          </p:cNvPr>
          <p:cNvSpPr>
            <a:spLocks noGrp="1"/>
          </p:cNvSpPr>
          <p:nvPr>
            <p:ph type="pic" sz="quarter" idx="13"/>
          </p:nvPr>
        </p:nvSpPr>
        <p:spPr>
          <a:xfrm>
            <a:off x="0" y="0"/>
            <a:ext cx="12192000" cy="6858000"/>
          </a:xfrm>
          <a:prstGeom prst="rect">
            <a:avLst/>
          </a:prstGeom>
        </p:spPr>
        <p:txBody>
          <a:bodyPr/>
          <a:lstStyle/>
          <a:p>
            <a:r>
              <a:rPr lang="en-US"/>
              <a:t>Click icon to add picture</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9074" y="4670399"/>
            <a:ext cx="7068944" cy="455381"/>
          </a:xfrm>
          <a:prstGeom prst="rect">
            <a:avLst/>
          </a:prstGeom>
        </p:spPr>
        <p:txBody>
          <a:bodyPr wrap="square">
            <a:spAutoFit/>
          </a:bodyPr>
          <a:lstStyle>
            <a:lvl1pPr>
              <a:lnSpc>
                <a:spcPct val="150000"/>
              </a:lnSpc>
              <a:spcBef>
                <a:spcPts val="0"/>
              </a:spcBef>
              <a:defRPr sz="22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2"/>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9074"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tx2"/>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8" name="Text Placeholder 4">
            <a:extLst>
              <a:ext uri="{FF2B5EF4-FFF2-40B4-BE49-F238E27FC236}">
                <a16:creationId xmlns:a16="http://schemas.microsoft.com/office/drawing/2014/main" id="{DF86B7FC-77D7-4734-103B-B7BEE343FE4C}"/>
              </a:ext>
            </a:extLst>
          </p:cNvPr>
          <p:cNvSpPr>
            <a:spLocks noGrp="1"/>
          </p:cNvSpPr>
          <p:nvPr>
            <p:ph type="body" sz="quarter" idx="10" hasCustomPrompt="1"/>
          </p:nvPr>
        </p:nvSpPr>
        <p:spPr>
          <a:xfrm>
            <a:off x="639074" y="1653938"/>
            <a:ext cx="8060366" cy="2103140"/>
          </a:xfrm>
          <a:prstGeom prst="rect">
            <a:avLst/>
          </a:prstGeom>
        </p:spPr>
        <p:txBody>
          <a:bodyPr wrap="square">
            <a:spAutoFit/>
          </a:bodyPr>
          <a:lstStyle>
            <a:lvl1pPr>
              <a:lnSpc>
                <a:spcPts val="8200"/>
              </a:lnSpc>
              <a:spcBef>
                <a:spcPts val="0"/>
              </a:spcBef>
              <a:defRPr sz="8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pic>
        <p:nvPicPr>
          <p:cNvPr id="5" name="Picture 4">
            <a:extLst>
              <a:ext uri="{FF2B5EF4-FFF2-40B4-BE49-F238E27FC236}">
                <a16:creationId xmlns:a16="http://schemas.microsoft.com/office/drawing/2014/main" id="{4B2CBA10-B1F8-6997-AD70-9626FD7974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spTree>
    <p:extLst>
      <p:ext uri="{BB962C8B-B14F-4D97-AF65-F5344CB8AC3E}">
        <p14:creationId xmlns:p14="http://schemas.microsoft.com/office/powerpoint/2010/main" val="333745799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ver_Light-G1">
    <p:bg>
      <p:bgPr>
        <a:solidFill>
          <a:schemeClr val="bg1"/>
        </a:solidFill>
        <a:effectLst/>
      </p:bgPr>
    </p:bg>
    <p:spTree>
      <p:nvGrpSpPr>
        <p:cNvPr id="1" name=""/>
        <p:cNvGrpSpPr/>
        <p:nvPr/>
      </p:nvGrpSpPr>
      <p:grpSpPr>
        <a:xfrm>
          <a:off x="0" y="0"/>
          <a:ext cx="0" cy="0"/>
          <a:chOff x="0" y="0"/>
          <a:chExt cx="0" cy="0"/>
        </a:xfrm>
      </p:grpSpPr>
      <p:pic>
        <p:nvPicPr>
          <p:cNvPr id="4" name="Picture 3" descr="Background pattern  Description automatically generated">
            <a:extLst>
              <a:ext uri="{FF2B5EF4-FFF2-40B4-BE49-F238E27FC236}">
                <a16:creationId xmlns:a16="http://schemas.microsoft.com/office/drawing/2014/main" id="{38849588-3964-452F-8424-AEC7C9F26E9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9074" y="4670399"/>
            <a:ext cx="7068944" cy="455381"/>
          </a:xfrm>
          <a:prstGeom prst="rect">
            <a:avLst/>
          </a:prstGeom>
        </p:spPr>
        <p:txBody>
          <a:bodyPr wrap="square">
            <a:spAutoFit/>
          </a:bodyPr>
          <a:lstStyle>
            <a:lvl1pPr>
              <a:lnSpc>
                <a:spcPct val="150000"/>
              </a:lnSpc>
              <a:spcBef>
                <a:spcPts val="0"/>
              </a:spcBef>
              <a:defRPr sz="22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2"/>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9074"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tx2"/>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8" name="Text Placeholder 4">
            <a:extLst>
              <a:ext uri="{FF2B5EF4-FFF2-40B4-BE49-F238E27FC236}">
                <a16:creationId xmlns:a16="http://schemas.microsoft.com/office/drawing/2014/main" id="{DF86B7FC-77D7-4734-103B-B7BEE343FE4C}"/>
              </a:ext>
            </a:extLst>
          </p:cNvPr>
          <p:cNvSpPr>
            <a:spLocks noGrp="1"/>
          </p:cNvSpPr>
          <p:nvPr>
            <p:ph type="body" sz="quarter" idx="10" hasCustomPrompt="1"/>
          </p:nvPr>
        </p:nvSpPr>
        <p:spPr>
          <a:xfrm>
            <a:off x="639074" y="1653938"/>
            <a:ext cx="8060366" cy="2103140"/>
          </a:xfrm>
          <a:prstGeom prst="rect">
            <a:avLst/>
          </a:prstGeom>
        </p:spPr>
        <p:txBody>
          <a:bodyPr wrap="square">
            <a:spAutoFit/>
          </a:bodyPr>
          <a:lstStyle>
            <a:lvl1pPr>
              <a:lnSpc>
                <a:spcPts val="8200"/>
              </a:lnSpc>
              <a:spcBef>
                <a:spcPts val="0"/>
              </a:spcBef>
              <a:defRPr sz="8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pic>
        <p:nvPicPr>
          <p:cNvPr id="5" name="Picture 4">
            <a:extLst>
              <a:ext uri="{FF2B5EF4-FFF2-40B4-BE49-F238E27FC236}">
                <a16:creationId xmlns:a16="http://schemas.microsoft.com/office/drawing/2014/main" id="{4B2CBA10-B1F8-6997-AD70-9626FD79743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spTree>
    <p:extLst>
      <p:ext uri="{BB962C8B-B14F-4D97-AF65-F5344CB8AC3E}">
        <p14:creationId xmlns:p14="http://schemas.microsoft.com/office/powerpoint/2010/main" val="37346373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over_Light-G2">
    <p:bg>
      <p:bgPr>
        <a:solidFill>
          <a:schemeClr val="bg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9074" y="4670399"/>
            <a:ext cx="7068944" cy="455381"/>
          </a:xfrm>
          <a:prstGeom prst="rect">
            <a:avLst/>
          </a:prstGeom>
        </p:spPr>
        <p:txBody>
          <a:bodyPr wrap="square">
            <a:spAutoFit/>
          </a:bodyPr>
          <a:lstStyle>
            <a:lvl1pPr>
              <a:lnSpc>
                <a:spcPct val="150000"/>
              </a:lnSpc>
              <a:spcBef>
                <a:spcPts val="0"/>
              </a:spcBef>
              <a:defRPr sz="22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2"/>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9074"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tx2"/>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8" name="Text Placeholder 4">
            <a:extLst>
              <a:ext uri="{FF2B5EF4-FFF2-40B4-BE49-F238E27FC236}">
                <a16:creationId xmlns:a16="http://schemas.microsoft.com/office/drawing/2014/main" id="{DF86B7FC-77D7-4734-103B-B7BEE343FE4C}"/>
              </a:ext>
            </a:extLst>
          </p:cNvPr>
          <p:cNvSpPr>
            <a:spLocks noGrp="1"/>
          </p:cNvSpPr>
          <p:nvPr>
            <p:ph type="body" sz="quarter" idx="10" hasCustomPrompt="1"/>
          </p:nvPr>
        </p:nvSpPr>
        <p:spPr>
          <a:xfrm>
            <a:off x="639074" y="1653938"/>
            <a:ext cx="8060366" cy="2103140"/>
          </a:xfrm>
          <a:prstGeom prst="rect">
            <a:avLst/>
          </a:prstGeom>
        </p:spPr>
        <p:txBody>
          <a:bodyPr wrap="square">
            <a:spAutoFit/>
          </a:bodyPr>
          <a:lstStyle>
            <a:lvl1pPr>
              <a:lnSpc>
                <a:spcPts val="8200"/>
              </a:lnSpc>
              <a:spcBef>
                <a:spcPts val="0"/>
              </a:spcBef>
              <a:defRPr sz="8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pic>
        <p:nvPicPr>
          <p:cNvPr id="5" name="Picture 4">
            <a:extLst>
              <a:ext uri="{FF2B5EF4-FFF2-40B4-BE49-F238E27FC236}">
                <a16:creationId xmlns:a16="http://schemas.microsoft.com/office/drawing/2014/main" id="{4B2CBA10-B1F8-6997-AD70-9626FD7974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pic>
        <p:nvPicPr>
          <p:cNvPr id="4" name="Picture 3" descr="Background pattern  Description automatically generated">
            <a:extLst>
              <a:ext uri="{FF2B5EF4-FFF2-40B4-BE49-F238E27FC236}">
                <a16:creationId xmlns:a16="http://schemas.microsoft.com/office/drawing/2014/main" id="{1F175C76-1AF3-1FC2-AED0-8D15C0D1016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419600" y="2483117"/>
            <a:ext cx="7772400" cy="4374883"/>
          </a:xfrm>
          <a:prstGeom prst="rect">
            <a:avLst/>
          </a:prstGeom>
        </p:spPr>
      </p:pic>
    </p:spTree>
    <p:extLst>
      <p:ext uri="{BB962C8B-B14F-4D97-AF65-F5344CB8AC3E}">
        <p14:creationId xmlns:p14="http://schemas.microsoft.com/office/powerpoint/2010/main" val="130363334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Cover_Light">
    <p:bg>
      <p:bgPr>
        <a:solidFill>
          <a:schemeClr val="bg1"/>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9074" y="4670399"/>
            <a:ext cx="7068944" cy="455381"/>
          </a:xfrm>
          <a:prstGeom prst="rect">
            <a:avLst/>
          </a:prstGeom>
        </p:spPr>
        <p:txBody>
          <a:bodyPr wrap="square">
            <a:spAutoFit/>
          </a:bodyPr>
          <a:lstStyle>
            <a:lvl1pPr>
              <a:lnSpc>
                <a:spcPct val="150000"/>
              </a:lnSpc>
              <a:spcBef>
                <a:spcPts val="0"/>
              </a:spcBef>
              <a:defRPr sz="22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9074" y="5393921"/>
            <a:ext cx="6489700" cy="200055"/>
          </a:xfrm>
          <a:prstGeom prst="rect">
            <a:avLst/>
          </a:prstGeom>
        </p:spPr>
        <p:txBody>
          <a:bodyPr>
            <a:spAutoFit/>
          </a:bodyPr>
          <a:lstStyle>
            <a:lvl1pPr>
              <a:lnSpc>
                <a:spcPct val="100000"/>
              </a:lnSpc>
              <a:spcBef>
                <a:spcPts val="0"/>
              </a:spcBef>
              <a:defRPr sz="1300" b="1" i="0" spc="400" baseline="0">
                <a:solidFill>
                  <a:schemeClr val="accent2"/>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9074"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tx2"/>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8" name="Text Placeholder 4">
            <a:extLst>
              <a:ext uri="{FF2B5EF4-FFF2-40B4-BE49-F238E27FC236}">
                <a16:creationId xmlns:a16="http://schemas.microsoft.com/office/drawing/2014/main" id="{DF86B7FC-77D7-4734-103B-B7BEE343FE4C}"/>
              </a:ext>
            </a:extLst>
          </p:cNvPr>
          <p:cNvSpPr>
            <a:spLocks noGrp="1"/>
          </p:cNvSpPr>
          <p:nvPr>
            <p:ph type="body" sz="quarter" idx="10" hasCustomPrompt="1"/>
          </p:nvPr>
        </p:nvSpPr>
        <p:spPr>
          <a:xfrm>
            <a:off x="639074" y="1653938"/>
            <a:ext cx="8060366" cy="2103140"/>
          </a:xfrm>
          <a:prstGeom prst="rect">
            <a:avLst/>
          </a:prstGeom>
        </p:spPr>
        <p:txBody>
          <a:bodyPr wrap="square">
            <a:spAutoFit/>
          </a:bodyPr>
          <a:lstStyle>
            <a:lvl1pPr>
              <a:lnSpc>
                <a:spcPts val="8200"/>
              </a:lnSpc>
              <a:spcBef>
                <a:spcPts val="0"/>
              </a:spcBef>
              <a:defRPr sz="8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pic>
        <p:nvPicPr>
          <p:cNvPr id="5" name="Picture 4">
            <a:extLst>
              <a:ext uri="{FF2B5EF4-FFF2-40B4-BE49-F238E27FC236}">
                <a16:creationId xmlns:a16="http://schemas.microsoft.com/office/drawing/2014/main" id="{4B2CBA10-B1F8-6997-AD70-9626FD7974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699" y="716555"/>
            <a:ext cx="646663" cy="237744"/>
          </a:xfrm>
          <a:prstGeom prst="rect">
            <a:avLst/>
          </a:prstGeom>
        </p:spPr>
      </p:pic>
    </p:spTree>
    <p:extLst>
      <p:ext uri="{BB962C8B-B14F-4D97-AF65-F5344CB8AC3E}">
        <p14:creationId xmlns:p14="http://schemas.microsoft.com/office/powerpoint/2010/main" val="315468867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ver_Shorter_Title_Half_Page">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040E1BA6-2B94-3FB9-8A61-22A11D25EDE1}"/>
              </a:ext>
            </a:extLst>
          </p:cNvPr>
          <p:cNvSpPr>
            <a:spLocks noGrp="1"/>
          </p:cNvSpPr>
          <p:nvPr>
            <p:ph type="pic" sz="quarter" idx="24"/>
          </p:nvPr>
        </p:nvSpPr>
        <p:spPr>
          <a:xfrm>
            <a:off x="6123008" y="0"/>
            <a:ext cx="6068992" cy="6858000"/>
          </a:xfrm>
          <a:prstGeom prst="rect">
            <a:avLst/>
          </a:prstGeom>
        </p:spPr>
        <p:txBody>
          <a:bodyPr/>
          <a:lstStyle/>
          <a:p>
            <a:r>
              <a:rPr lang="en-US"/>
              <a:t>Click icon to add picture</a:t>
            </a:r>
          </a:p>
        </p:txBody>
      </p:sp>
      <p:sp>
        <p:nvSpPr>
          <p:cNvPr id="6" name="Text Placeholder 4">
            <a:extLst>
              <a:ext uri="{FF2B5EF4-FFF2-40B4-BE49-F238E27FC236}">
                <a16:creationId xmlns:a16="http://schemas.microsoft.com/office/drawing/2014/main" id="{5DF60C00-4DF7-EA8B-64E5-6D8707C3F163}"/>
              </a:ext>
            </a:extLst>
          </p:cNvPr>
          <p:cNvSpPr>
            <a:spLocks noGrp="1"/>
          </p:cNvSpPr>
          <p:nvPr>
            <p:ph type="body" sz="quarter" idx="25" hasCustomPrompt="1"/>
          </p:nvPr>
        </p:nvSpPr>
        <p:spPr>
          <a:xfrm>
            <a:off x="639074" y="4670399"/>
            <a:ext cx="5151216" cy="372538"/>
          </a:xfrm>
          <a:prstGeom prst="rect">
            <a:avLst/>
          </a:prstGeom>
        </p:spPr>
        <p:txBody>
          <a:bodyPr wrap="square">
            <a:spAutoFit/>
          </a:bodyPr>
          <a:lstStyle>
            <a:lvl1pPr>
              <a:lnSpc>
                <a:spcPct val="150000"/>
              </a:lnSpc>
              <a:spcBef>
                <a:spcPts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7" name="Text Placeholder 4">
            <a:extLst>
              <a:ext uri="{FF2B5EF4-FFF2-40B4-BE49-F238E27FC236}">
                <a16:creationId xmlns:a16="http://schemas.microsoft.com/office/drawing/2014/main" id="{1CED6F17-ABB3-3BF2-0943-BB3D363DB394}"/>
              </a:ext>
            </a:extLst>
          </p:cNvPr>
          <p:cNvSpPr>
            <a:spLocks noGrp="1"/>
          </p:cNvSpPr>
          <p:nvPr>
            <p:ph type="body" sz="quarter" idx="12" hasCustomPrompt="1"/>
          </p:nvPr>
        </p:nvSpPr>
        <p:spPr>
          <a:xfrm>
            <a:off x="639074" y="5393921"/>
            <a:ext cx="5185941" cy="200055"/>
          </a:xfrm>
          <a:prstGeom prst="rect">
            <a:avLst/>
          </a:prstGeom>
        </p:spPr>
        <p:txBody>
          <a:bodyPr wrap="square">
            <a:spAutoFit/>
          </a:bodyPr>
          <a:lstStyle>
            <a:lvl1pPr>
              <a:lnSpc>
                <a:spcPct val="100000"/>
              </a:lnSpc>
              <a:spcBef>
                <a:spcPts val="0"/>
              </a:spcBef>
              <a:defRPr sz="1300" b="1" i="0" spc="400" baseline="0">
                <a:solidFill>
                  <a:schemeClr val="accent2"/>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8" name="Text Placeholder 4">
            <a:extLst>
              <a:ext uri="{FF2B5EF4-FFF2-40B4-BE49-F238E27FC236}">
                <a16:creationId xmlns:a16="http://schemas.microsoft.com/office/drawing/2014/main" id="{03242F72-C056-2877-37FC-0C0E8E2FA1E4}"/>
              </a:ext>
            </a:extLst>
          </p:cNvPr>
          <p:cNvSpPr>
            <a:spLocks noGrp="1"/>
          </p:cNvSpPr>
          <p:nvPr>
            <p:ph type="body" sz="quarter" idx="26" hasCustomPrompt="1"/>
          </p:nvPr>
        </p:nvSpPr>
        <p:spPr>
          <a:xfrm>
            <a:off x="639074" y="1653938"/>
            <a:ext cx="5139642" cy="1846659"/>
          </a:xfrm>
          <a:prstGeom prst="rect">
            <a:avLst/>
          </a:prstGeom>
        </p:spPr>
        <p:txBody>
          <a:bodyPr wrap="square">
            <a:spAutoFit/>
          </a:bodyPr>
          <a:lstStyle>
            <a:lvl1pPr>
              <a:lnSpc>
                <a:spcPct val="100000"/>
              </a:lnSpc>
              <a:spcBef>
                <a:spcPts val="0"/>
              </a:spcBef>
              <a:defRPr sz="60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Cover with Shorter Title</a:t>
            </a:r>
          </a:p>
        </p:txBody>
      </p:sp>
      <p:pic>
        <p:nvPicPr>
          <p:cNvPr id="9" name="Picture 8">
            <a:extLst>
              <a:ext uri="{FF2B5EF4-FFF2-40B4-BE49-F238E27FC236}">
                <a16:creationId xmlns:a16="http://schemas.microsoft.com/office/drawing/2014/main" id="{522237D0-4B7C-4C74-1B34-6585F8B84CE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699" y="716555"/>
            <a:ext cx="658001" cy="241912"/>
          </a:xfrm>
          <a:prstGeom prst="rect">
            <a:avLst/>
          </a:prstGeom>
        </p:spPr>
      </p:pic>
    </p:spTree>
    <p:extLst>
      <p:ext uri="{BB962C8B-B14F-4D97-AF65-F5344CB8AC3E}">
        <p14:creationId xmlns:p14="http://schemas.microsoft.com/office/powerpoint/2010/main" val="402410570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9074" y="1350512"/>
            <a:ext cx="3594735" cy="923330"/>
          </a:xfrm>
          <a:prstGeom prst="rect">
            <a:avLst/>
          </a:prstGeom>
        </p:spPr>
        <p:txBody>
          <a:bodyPr wrap="square">
            <a:spAutoFit/>
          </a:bodyPr>
          <a:lstStyle>
            <a:lvl1pPr>
              <a:defRPr sz="6000" b="0" i="0">
                <a:gradFill>
                  <a:gsLst>
                    <a:gs pos="0">
                      <a:schemeClr val="accent3"/>
                    </a:gs>
                    <a:gs pos="55000">
                      <a:schemeClr val="accent2"/>
                    </a:gs>
                    <a:gs pos="100000">
                      <a:schemeClr val="accent4"/>
                    </a:gs>
                  </a:gsLst>
                  <a:lin ang="0" scaled="0"/>
                </a:gradFill>
                <a:latin typeface="Calibri" panose="020F0502020204030204" pitchFamily="34" charset="0"/>
                <a:cs typeface="Calibri" panose="020F05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4566051" y="1542286"/>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4566051" y="2235353"/>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4566051" y="2918259"/>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4566051" y="3611326"/>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4566051" y="4294232"/>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4566051" y="4977139"/>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5298342" y="154228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5298342" y="2235353"/>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5298342" y="291825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5298342" y="361132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5298342" y="4294232"/>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5298342" y="497713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cxnSp>
        <p:nvCxnSpPr>
          <p:cNvPr id="6" name="Straight Connector 5">
            <a:extLst>
              <a:ext uri="{FF2B5EF4-FFF2-40B4-BE49-F238E27FC236}">
                <a16:creationId xmlns:a16="http://schemas.microsoft.com/office/drawing/2014/main" id="{68522FB4-D05A-7BBC-4925-8F44384D8BAF}"/>
              </a:ext>
            </a:extLst>
          </p:cNvPr>
          <p:cNvCxnSpPr>
            <a:cxnSpLocks/>
          </p:cNvCxnSpPr>
          <p:nvPr userDrawn="1"/>
        </p:nvCxnSpPr>
        <p:spPr>
          <a:xfrm>
            <a:off x="4828321" y="204358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3E4466-9172-11FF-B631-0772F610EC0A}"/>
              </a:ext>
            </a:extLst>
          </p:cNvPr>
          <p:cNvCxnSpPr>
            <a:cxnSpLocks/>
          </p:cNvCxnSpPr>
          <p:nvPr userDrawn="1"/>
        </p:nvCxnSpPr>
        <p:spPr>
          <a:xfrm>
            <a:off x="4828321" y="2736156"/>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39B406A-62F3-7DD2-AFDA-098BD84DC9B8}"/>
              </a:ext>
            </a:extLst>
          </p:cNvPr>
          <p:cNvCxnSpPr>
            <a:cxnSpLocks/>
          </p:cNvCxnSpPr>
          <p:nvPr userDrawn="1"/>
        </p:nvCxnSpPr>
        <p:spPr>
          <a:xfrm>
            <a:off x="4828321" y="342873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828321" y="4121306"/>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828321" y="4813881"/>
            <a:ext cx="671597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828321" y="551146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A0D61D9-9731-8186-95AA-51476D66CB4B}"/>
              </a:ext>
            </a:extLst>
          </p:cNvPr>
          <p:cNvSpPr txBox="1"/>
          <p:nvPr userDrawn="1"/>
        </p:nvSpPr>
        <p:spPr>
          <a:xfrm>
            <a:off x="5347504" y="54401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Tree>
    <p:extLst>
      <p:ext uri="{BB962C8B-B14F-4D97-AF65-F5344CB8AC3E}">
        <p14:creationId xmlns:p14="http://schemas.microsoft.com/office/powerpoint/2010/main" val="224259593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9074" y="1353882"/>
            <a:ext cx="3475727" cy="923330"/>
          </a:xfrm>
          <a:prstGeom prst="rect">
            <a:avLst/>
          </a:prstGeom>
        </p:spPr>
        <p:txBody>
          <a:bodyPr wrap="square" lIns="0" tIns="0" rIns="0" bIns="0">
            <a:spAutoFit/>
          </a:bodyPr>
          <a:lstStyle>
            <a:lvl1pPr>
              <a:defRPr lang="en-US" sz="6000" b="0">
                <a:gradFill>
                  <a:gsLst>
                    <a:gs pos="0">
                      <a:schemeClr val="accent3"/>
                    </a:gs>
                    <a:gs pos="55000">
                      <a:schemeClr val="accent2"/>
                    </a:gs>
                    <a:gs pos="100000">
                      <a:schemeClr val="accent4"/>
                    </a:gs>
                  </a:gsLst>
                  <a:lin ang="0" scaled="0"/>
                </a:gradFill>
                <a:latin typeface="Calibri" panose="020F0502020204030204" pitchFamily="34" charset="0"/>
              </a:defRPr>
            </a:lvl1pPr>
          </a:lstStyle>
          <a:p>
            <a:pPr lvl="0"/>
            <a:r>
              <a:rPr lang="en-US"/>
              <a:t>Agenda</a:t>
            </a:r>
          </a:p>
        </p:txBody>
      </p: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597093" y="4127679"/>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597093" y="4821255"/>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597093" y="5514831"/>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F38260B-0DC8-F1D9-0A04-B34FD9548DDE}"/>
              </a:ext>
            </a:extLst>
          </p:cNvPr>
          <p:cNvCxnSpPr>
            <a:cxnSpLocks/>
          </p:cNvCxnSpPr>
          <p:nvPr userDrawn="1"/>
        </p:nvCxnSpPr>
        <p:spPr>
          <a:xfrm>
            <a:off x="4597093" y="3434103"/>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34323139-2B65-F98E-4BA6-26EBD4E0ADE2}"/>
              </a:ext>
            </a:extLst>
          </p:cNvPr>
          <p:cNvSpPr>
            <a:spLocks noGrp="1"/>
          </p:cNvSpPr>
          <p:nvPr>
            <p:ph type="body" sz="quarter" idx="10" hasCustomPrompt="1"/>
          </p:nvPr>
        </p:nvSpPr>
        <p:spPr>
          <a:xfrm>
            <a:off x="4114801" y="1544424"/>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23" name="Text Placeholder 4">
            <a:extLst>
              <a:ext uri="{FF2B5EF4-FFF2-40B4-BE49-F238E27FC236}">
                <a16:creationId xmlns:a16="http://schemas.microsoft.com/office/drawing/2014/main" id="{4203F9BF-BF5F-6A91-5F78-9E13CFB34688}"/>
              </a:ext>
            </a:extLst>
          </p:cNvPr>
          <p:cNvSpPr>
            <a:spLocks noGrp="1"/>
          </p:cNvSpPr>
          <p:nvPr>
            <p:ph type="body" sz="quarter" idx="16" hasCustomPrompt="1"/>
          </p:nvPr>
        </p:nvSpPr>
        <p:spPr>
          <a:xfrm>
            <a:off x="6248400" y="1544424"/>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4" name="Text Placeholder 4">
            <a:extLst>
              <a:ext uri="{FF2B5EF4-FFF2-40B4-BE49-F238E27FC236}">
                <a16:creationId xmlns:a16="http://schemas.microsoft.com/office/drawing/2014/main" id="{876CC08A-4820-35BC-92E1-8230BD9D360A}"/>
              </a:ext>
            </a:extLst>
          </p:cNvPr>
          <p:cNvSpPr>
            <a:spLocks noGrp="1"/>
          </p:cNvSpPr>
          <p:nvPr>
            <p:ph type="body" sz="quarter" idx="24" hasCustomPrompt="1"/>
          </p:nvPr>
        </p:nvSpPr>
        <p:spPr>
          <a:xfrm>
            <a:off x="4114801" y="2237970"/>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25" name="Text Placeholder 4">
            <a:extLst>
              <a:ext uri="{FF2B5EF4-FFF2-40B4-BE49-F238E27FC236}">
                <a16:creationId xmlns:a16="http://schemas.microsoft.com/office/drawing/2014/main" id="{F7291D4C-4D95-8F05-0F5C-BA39164C8277}"/>
              </a:ext>
            </a:extLst>
          </p:cNvPr>
          <p:cNvSpPr>
            <a:spLocks noGrp="1"/>
          </p:cNvSpPr>
          <p:nvPr>
            <p:ph type="body" sz="quarter" idx="25" hasCustomPrompt="1"/>
          </p:nvPr>
        </p:nvSpPr>
        <p:spPr>
          <a:xfrm>
            <a:off x="6248400" y="2237970"/>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6" name="Text Placeholder 4">
            <a:extLst>
              <a:ext uri="{FF2B5EF4-FFF2-40B4-BE49-F238E27FC236}">
                <a16:creationId xmlns:a16="http://schemas.microsoft.com/office/drawing/2014/main" id="{B6CEF688-2334-22F4-39C4-5CC9525BC52D}"/>
              </a:ext>
            </a:extLst>
          </p:cNvPr>
          <p:cNvSpPr>
            <a:spLocks noGrp="1"/>
          </p:cNvSpPr>
          <p:nvPr>
            <p:ph type="body" sz="quarter" idx="26" hasCustomPrompt="1"/>
          </p:nvPr>
        </p:nvSpPr>
        <p:spPr>
          <a:xfrm>
            <a:off x="4114801" y="2931516"/>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1" name="Text Placeholder 4">
            <a:extLst>
              <a:ext uri="{FF2B5EF4-FFF2-40B4-BE49-F238E27FC236}">
                <a16:creationId xmlns:a16="http://schemas.microsoft.com/office/drawing/2014/main" id="{6C7F5B96-F4B8-B78A-06A1-1387CE2660EF}"/>
              </a:ext>
            </a:extLst>
          </p:cNvPr>
          <p:cNvSpPr>
            <a:spLocks noGrp="1"/>
          </p:cNvSpPr>
          <p:nvPr>
            <p:ph type="body" sz="quarter" idx="27" hasCustomPrompt="1"/>
          </p:nvPr>
        </p:nvSpPr>
        <p:spPr>
          <a:xfrm>
            <a:off x="6248400" y="2931516"/>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2" name="Text Placeholder 4">
            <a:extLst>
              <a:ext uri="{FF2B5EF4-FFF2-40B4-BE49-F238E27FC236}">
                <a16:creationId xmlns:a16="http://schemas.microsoft.com/office/drawing/2014/main" id="{F2D20F35-3DAA-AC00-0D89-CD5517054A4A}"/>
              </a:ext>
            </a:extLst>
          </p:cNvPr>
          <p:cNvSpPr>
            <a:spLocks noGrp="1"/>
          </p:cNvSpPr>
          <p:nvPr>
            <p:ph type="body" sz="quarter" idx="28" hasCustomPrompt="1"/>
          </p:nvPr>
        </p:nvSpPr>
        <p:spPr>
          <a:xfrm>
            <a:off x="4114801" y="3625062"/>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4" name="Text Placeholder 4">
            <a:extLst>
              <a:ext uri="{FF2B5EF4-FFF2-40B4-BE49-F238E27FC236}">
                <a16:creationId xmlns:a16="http://schemas.microsoft.com/office/drawing/2014/main" id="{7CEC68D4-F109-8967-2138-7755BCDA7F53}"/>
              </a:ext>
            </a:extLst>
          </p:cNvPr>
          <p:cNvSpPr>
            <a:spLocks noGrp="1"/>
          </p:cNvSpPr>
          <p:nvPr>
            <p:ph type="body" sz="quarter" idx="29" hasCustomPrompt="1"/>
          </p:nvPr>
        </p:nvSpPr>
        <p:spPr>
          <a:xfrm>
            <a:off x="6248400" y="3625062"/>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5" name="Text Placeholder 4">
            <a:extLst>
              <a:ext uri="{FF2B5EF4-FFF2-40B4-BE49-F238E27FC236}">
                <a16:creationId xmlns:a16="http://schemas.microsoft.com/office/drawing/2014/main" id="{9D31E2A1-E7D9-C6E2-1CAD-132E8FC15028}"/>
              </a:ext>
            </a:extLst>
          </p:cNvPr>
          <p:cNvSpPr>
            <a:spLocks noGrp="1"/>
          </p:cNvSpPr>
          <p:nvPr>
            <p:ph type="body" sz="quarter" idx="30" hasCustomPrompt="1"/>
          </p:nvPr>
        </p:nvSpPr>
        <p:spPr>
          <a:xfrm>
            <a:off x="4114801" y="4318608"/>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6" name="Text Placeholder 4">
            <a:extLst>
              <a:ext uri="{FF2B5EF4-FFF2-40B4-BE49-F238E27FC236}">
                <a16:creationId xmlns:a16="http://schemas.microsoft.com/office/drawing/2014/main" id="{9FFDA3CA-2B8B-D638-20E4-71AC7A34D736}"/>
              </a:ext>
            </a:extLst>
          </p:cNvPr>
          <p:cNvSpPr>
            <a:spLocks noGrp="1"/>
          </p:cNvSpPr>
          <p:nvPr>
            <p:ph type="body" sz="quarter" idx="31" hasCustomPrompt="1"/>
          </p:nvPr>
        </p:nvSpPr>
        <p:spPr>
          <a:xfrm>
            <a:off x="6248400" y="4318608"/>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7" name="Text Placeholder 4">
            <a:extLst>
              <a:ext uri="{FF2B5EF4-FFF2-40B4-BE49-F238E27FC236}">
                <a16:creationId xmlns:a16="http://schemas.microsoft.com/office/drawing/2014/main" id="{557F9336-F799-453A-9AE4-57BF009F4E49}"/>
              </a:ext>
            </a:extLst>
          </p:cNvPr>
          <p:cNvSpPr>
            <a:spLocks noGrp="1"/>
          </p:cNvSpPr>
          <p:nvPr>
            <p:ph type="body" sz="quarter" idx="32" hasCustomPrompt="1"/>
          </p:nvPr>
        </p:nvSpPr>
        <p:spPr>
          <a:xfrm>
            <a:off x="4114801" y="5012153"/>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8" name="Text Placeholder 4">
            <a:extLst>
              <a:ext uri="{FF2B5EF4-FFF2-40B4-BE49-F238E27FC236}">
                <a16:creationId xmlns:a16="http://schemas.microsoft.com/office/drawing/2014/main" id="{3ACF06D8-4539-871E-68C7-607E7092437D}"/>
              </a:ext>
            </a:extLst>
          </p:cNvPr>
          <p:cNvSpPr>
            <a:spLocks noGrp="1"/>
          </p:cNvSpPr>
          <p:nvPr>
            <p:ph type="body" sz="quarter" idx="33" hasCustomPrompt="1"/>
          </p:nvPr>
        </p:nvSpPr>
        <p:spPr>
          <a:xfrm>
            <a:off x="6248400" y="5012153"/>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cxnSp>
        <p:nvCxnSpPr>
          <p:cNvPr id="41" name="Straight Connector 40">
            <a:extLst>
              <a:ext uri="{FF2B5EF4-FFF2-40B4-BE49-F238E27FC236}">
                <a16:creationId xmlns:a16="http://schemas.microsoft.com/office/drawing/2014/main" id="{A040C191-15FC-CC2A-76C6-F51F8764B2F0}"/>
              </a:ext>
            </a:extLst>
          </p:cNvPr>
          <p:cNvCxnSpPr>
            <a:cxnSpLocks/>
          </p:cNvCxnSpPr>
          <p:nvPr userDrawn="1"/>
        </p:nvCxnSpPr>
        <p:spPr>
          <a:xfrm>
            <a:off x="4597093" y="2740527"/>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2D121A1-59B7-61ED-F9B5-D7F3CF3FA035}"/>
              </a:ext>
            </a:extLst>
          </p:cNvPr>
          <p:cNvCxnSpPr>
            <a:cxnSpLocks/>
          </p:cNvCxnSpPr>
          <p:nvPr userDrawn="1"/>
        </p:nvCxnSpPr>
        <p:spPr>
          <a:xfrm>
            <a:off x="4597094" y="2046951"/>
            <a:ext cx="694944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551402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_Header_Half_Page_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9074" y="1772483"/>
            <a:ext cx="3594735" cy="1846659"/>
          </a:xfrm>
          <a:prstGeom prst="rect">
            <a:avLst/>
          </a:prstGeom>
        </p:spPr>
        <p:txBody>
          <a:bodyPr wrap="square">
            <a:spAutoFit/>
          </a:bodyPr>
          <a:lstStyle>
            <a:lvl1pPr>
              <a:defRPr sz="6000" b="0" i="0">
                <a:solidFill>
                  <a:schemeClr val="tx1"/>
                </a:solidFill>
                <a:latin typeface="Calibri Light" panose="020F0302020204030204" pitchFamily="34" charset="0"/>
                <a:cs typeface="Calibri Light" panose="020F0302020204030204" pitchFamily="34" charset="0"/>
              </a:defRPr>
            </a:lvl1pPr>
          </a:lstStyle>
          <a:p>
            <a:r>
              <a:rPr lang="en-US"/>
              <a:t>Section Header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9074" y="3939611"/>
            <a:ext cx="4554537" cy="276999"/>
          </a:xfrm>
          <a:prstGeom prst="rect">
            <a:avLst/>
          </a:prstGeom>
        </p:spPr>
        <p:txBody>
          <a:bodyPr wrap="square" anchor="t" anchorCtr="0">
            <a:spAutoFit/>
          </a:bodyPr>
          <a:lstStyle>
            <a:lvl1pPr>
              <a:defRPr sz="1800" b="0" i="0">
                <a:latin typeface="Calibri Light" panose="020F0302020204030204" pitchFamily="34" charset="0"/>
                <a:cs typeface="Calibri Light" panose="020F0302020204030204" pitchFamily="34" charset="0"/>
              </a:defRPr>
            </a:lvl1pPr>
          </a:lstStyle>
          <a:p>
            <a:pPr lvl="0"/>
            <a:r>
              <a:rPr lang="en-US"/>
              <a:t>Section description</a:t>
            </a:r>
          </a:p>
        </p:txBody>
      </p:sp>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r>
              <a:rPr lang="en-US"/>
              <a:t>Click icon to add picture</a:t>
            </a:r>
          </a:p>
        </p:txBody>
      </p:sp>
      <p:sp>
        <p:nvSpPr>
          <p:cNvPr id="14" name="Oval 13">
            <a:extLst>
              <a:ext uri="{FF2B5EF4-FFF2-40B4-BE49-F238E27FC236}">
                <a16:creationId xmlns:a16="http://schemas.microsoft.com/office/drawing/2014/main" id="{1BFE2FC0-3FA5-A96D-8741-0967434C45D8}"/>
              </a:ext>
            </a:extLst>
          </p:cNvPr>
          <p:cNvSpPr/>
          <p:nvPr userDrawn="1"/>
        </p:nvSpPr>
        <p:spPr bwMode="auto">
          <a:xfrm>
            <a:off x="7006459" y="0"/>
            <a:ext cx="1507755" cy="1507755"/>
          </a:xfrm>
          <a:prstGeom prst="ellipse">
            <a:avLst/>
          </a:prstGeom>
          <a:solidFill>
            <a:schemeClr val="accent3"/>
          </a:solidFill>
          <a:ln>
            <a:noFill/>
          </a:ln>
          <a:effectLst>
            <a:softEdge rad="50192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Text Placeholder 4">
            <a:extLst>
              <a:ext uri="{FF2B5EF4-FFF2-40B4-BE49-F238E27FC236}">
                <a16:creationId xmlns:a16="http://schemas.microsoft.com/office/drawing/2014/main" id="{044D886A-7EE9-3D61-5350-BFDC9DEF7721}"/>
              </a:ext>
            </a:extLst>
          </p:cNvPr>
          <p:cNvSpPr>
            <a:spLocks noGrp="1"/>
          </p:cNvSpPr>
          <p:nvPr>
            <p:ph type="body" sz="quarter" idx="10" hasCustomPrompt="1"/>
          </p:nvPr>
        </p:nvSpPr>
        <p:spPr>
          <a:xfrm>
            <a:off x="639074" y="1335603"/>
            <a:ext cx="498928" cy="307777"/>
          </a:xfrm>
          <a:prstGeom prst="rect">
            <a:avLst/>
          </a:prstGeom>
        </p:spPr>
        <p:txBody>
          <a:bodyPr wrap="square" anchor="t" anchorCtr="0">
            <a:spAutoFit/>
          </a:bodyPr>
          <a:lstStyle>
            <a:lvl1pPr algn="l">
              <a:defRPr sz="2000" b="1">
                <a:solidFill>
                  <a:schemeClr val="accent2"/>
                </a:solidFill>
              </a:defRPr>
            </a:lvl1pPr>
          </a:lstStyle>
          <a:p>
            <a:pPr lvl="0"/>
            <a:r>
              <a:rPr lang="en-US"/>
              <a:t>01</a:t>
            </a:r>
          </a:p>
        </p:txBody>
      </p:sp>
    </p:spTree>
    <p:extLst>
      <p:ext uri="{BB962C8B-B14F-4D97-AF65-F5344CB8AC3E}">
        <p14:creationId xmlns:p14="http://schemas.microsoft.com/office/powerpoint/2010/main" val="281976473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tion_Header_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9074" y="1793240"/>
            <a:ext cx="5640805" cy="923330"/>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4">
            <a:extLst>
              <a:ext uri="{FF2B5EF4-FFF2-40B4-BE49-F238E27FC236}">
                <a16:creationId xmlns:a16="http://schemas.microsoft.com/office/drawing/2014/main" id="{00F545EE-05C3-C60B-A33C-54CA3165B80C}"/>
              </a:ext>
            </a:extLst>
          </p:cNvPr>
          <p:cNvSpPr>
            <a:spLocks noGrp="1"/>
          </p:cNvSpPr>
          <p:nvPr>
            <p:ph type="body" sz="quarter" idx="10" hasCustomPrompt="1"/>
          </p:nvPr>
        </p:nvSpPr>
        <p:spPr>
          <a:xfrm>
            <a:off x="639074" y="1336040"/>
            <a:ext cx="498928" cy="307777"/>
          </a:xfrm>
          <a:prstGeom prst="rect">
            <a:avLst/>
          </a:prstGeom>
        </p:spPr>
        <p:txBody>
          <a:bodyPr wrap="square" anchor="t" anchorCtr="0">
            <a:spAutoFit/>
          </a:bodyPr>
          <a:lstStyle>
            <a:lvl1pPr algn="l">
              <a:defRPr lang="en-US" sz="2000" b="1" i="0" kern="1200" dirty="0">
                <a:solidFill>
                  <a:schemeClr val="accent2"/>
                </a:solidFill>
                <a:latin typeface="Calibri"/>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01</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9074" y="3126991"/>
            <a:ext cx="4554537" cy="276999"/>
          </a:xfrm>
          <a:prstGeom prst="rect">
            <a:avLst/>
          </a:prstGeom>
        </p:spPr>
        <p:txBody>
          <a:bodyPr wrap="square" anchor="t" anchorCtr="0">
            <a:spAutoFit/>
          </a:bodyPr>
          <a:lstStyle>
            <a:lvl1pPr>
              <a:defRPr sz="1800" b="0" i="0">
                <a:latin typeface="Calibri Light" panose="020F0302020204030204" pitchFamily="34" charset="0"/>
                <a:cs typeface="Calibri Light" panose="020F0302020204030204" pitchFamily="34" charset="0"/>
              </a:defRPr>
            </a:lvl1pPr>
          </a:lstStyle>
          <a:p>
            <a:pPr lvl="0"/>
            <a:r>
              <a:rPr lang="en-US"/>
              <a:t>Section description</a:t>
            </a:r>
          </a:p>
        </p:txBody>
      </p:sp>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7202904" y="0"/>
            <a:ext cx="4989095"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331116236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x_Section_Header_Cool">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2E69851-6AAB-66EC-0A76-12B276F29DA9}"/>
              </a:ext>
            </a:extLst>
          </p:cNvPr>
          <p:cNvSpPr/>
          <p:nvPr userDrawn="1"/>
        </p:nvSpPr>
        <p:spPr bwMode="auto">
          <a:xfrm>
            <a:off x="627063" y="647700"/>
            <a:ext cx="10929937" cy="5562600"/>
          </a:xfrm>
          <a:prstGeom prst="rect">
            <a:avLst/>
          </a:prstGeom>
          <a:gradFill flip="none" rotWithShape="1">
            <a:gsLst>
              <a:gs pos="45000">
                <a:schemeClr val="accent2">
                  <a:alpha val="36000"/>
                </a:schemeClr>
              </a:gs>
              <a:gs pos="100000">
                <a:srgbClr val="00F6FF"/>
              </a:gs>
              <a:gs pos="0">
                <a:schemeClr val="accent2">
                  <a:alpha val="56000"/>
                </a:schemeClr>
              </a:gs>
            </a:gsLst>
            <a:path path="circle">
              <a:fillToRect l="100000" t="100000"/>
            </a:path>
            <a:tileRect r="-100000" b="-100000"/>
          </a:gradFill>
          <a:ln>
            <a:noFill/>
          </a:ln>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4" name="Text Placeholder 7">
            <a:extLst>
              <a:ext uri="{FF2B5EF4-FFF2-40B4-BE49-F238E27FC236}">
                <a16:creationId xmlns:a16="http://schemas.microsoft.com/office/drawing/2014/main" id="{D7C6CED2-55A2-F179-4321-9EC646B482E0}"/>
              </a:ext>
            </a:extLst>
          </p:cNvPr>
          <p:cNvSpPr>
            <a:spLocks noGrp="1"/>
          </p:cNvSpPr>
          <p:nvPr>
            <p:ph type="body" sz="quarter" idx="10" hasCustomPrompt="1"/>
          </p:nvPr>
        </p:nvSpPr>
        <p:spPr>
          <a:xfrm>
            <a:off x="1295400" y="2977260"/>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5" name="Title 8">
            <a:extLst>
              <a:ext uri="{FF2B5EF4-FFF2-40B4-BE49-F238E27FC236}">
                <a16:creationId xmlns:a16="http://schemas.microsoft.com/office/drawing/2014/main" id="{64E2BBBC-80DF-5104-E076-20FB99B4648C}"/>
              </a:ext>
            </a:extLst>
          </p:cNvPr>
          <p:cNvSpPr>
            <a:spLocks noGrp="1"/>
          </p:cNvSpPr>
          <p:nvPr>
            <p:ph type="title" hasCustomPrompt="1"/>
          </p:nvPr>
        </p:nvSpPr>
        <p:spPr>
          <a:xfrm>
            <a:off x="1285240" y="1723225"/>
            <a:ext cx="9601200" cy="1212018"/>
          </a:xfrm>
          <a:prstGeom prst="rect">
            <a:avLst/>
          </a:prstGeom>
        </p:spPr>
        <p:txBody>
          <a:bodyPr/>
          <a:lstStyle>
            <a:lvl1pPr>
              <a:defRPr sz="6000">
                <a:solidFill>
                  <a:srgbClr val="000000"/>
                </a:solidFill>
              </a:defRPr>
            </a:lvl1pPr>
          </a:lstStyle>
          <a:p>
            <a:r>
              <a:rPr lang="en-US"/>
              <a:t>Section Header</a:t>
            </a:r>
          </a:p>
        </p:txBody>
      </p:sp>
      <p:sp>
        <p:nvSpPr>
          <p:cNvPr id="16" name="Text Placeholder 4">
            <a:extLst>
              <a:ext uri="{FF2B5EF4-FFF2-40B4-BE49-F238E27FC236}">
                <a16:creationId xmlns:a16="http://schemas.microsoft.com/office/drawing/2014/main" id="{12E0E19A-C3CC-AE13-1EF9-7E889ADFCBFE}"/>
              </a:ext>
            </a:extLst>
          </p:cNvPr>
          <p:cNvSpPr>
            <a:spLocks noGrp="1"/>
          </p:cNvSpPr>
          <p:nvPr>
            <p:ph type="body" sz="quarter" idx="11" hasCustomPrompt="1"/>
          </p:nvPr>
        </p:nvSpPr>
        <p:spPr>
          <a:xfrm>
            <a:off x="1295400" y="1328420"/>
            <a:ext cx="498928" cy="307777"/>
          </a:xfrm>
          <a:prstGeom prst="rect">
            <a:avLst/>
          </a:prstGeom>
        </p:spPr>
        <p:txBody>
          <a:bodyPr wrap="square" anchor="t" anchorCtr="0">
            <a:spAutoFit/>
          </a:bodyPr>
          <a:lstStyle>
            <a:lvl1pPr algn="l">
              <a:defRPr sz="2000" b="1">
                <a:solidFill>
                  <a:srgbClr val="000000"/>
                </a:solidFill>
              </a:defRPr>
            </a:lvl1pPr>
          </a:lstStyle>
          <a:p>
            <a:pPr lvl="0"/>
            <a:r>
              <a:rPr lang="en-US"/>
              <a:t>01</a:t>
            </a:r>
          </a:p>
        </p:txBody>
      </p:sp>
      <p:sp>
        <p:nvSpPr>
          <p:cNvPr id="3" name="TextBox 2">
            <a:extLst>
              <a:ext uri="{FF2B5EF4-FFF2-40B4-BE49-F238E27FC236}">
                <a16:creationId xmlns:a16="http://schemas.microsoft.com/office/drawing/2014/main" id="{11CD4D7A-E1F5-9D4D-D7A8-763291C906C5}"/>
              </a:ext>
            </a:extLst>
          </p:cNvPr>
          <p:cNvSpPr txBox="1"/>
          <p:nvPr userDrawn="1"/>
        </p:nvSpPr>
        <p:spPr>
          <a:xfrm>
            <a:off x="1066800" y="98552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Tree>
    <p:extLst>
      <p:ext uri="{BB962C8B-B14F-4D97-AF65-F5344CB8AC3E}">
        <p14:creationId xmlns:p14="http://schemas.microsoft.com/office/powerpoint/2010/main" val="536715768"/>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x_Section_Header_Coo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7">
            <a:extLst>
              <a:ext uri="{FF2B5EF4-FFF2-40B4-BE49-F238E27FC236}">
                <a16:creationId xmlns:a16="http://schemas.microsoft.com/office/drawing/2014/main" id="{D7C6CED2-55A2-F179-4321-9EC646B482E0}"/>
              </a:ext>
            </a:extLst>
          </p:cNvPr>
          <p:cNvSpPr>
            <a:spLocks noGrp="1"/>
          </p:cNvSpPr>
          <p:nvPr>
            <p:ph type="body" sz="quarter" idx="10" hasCustomPrompt="1"/>
          </p:nvPr>
        </p:nvSpPr>
        <p:spPr>
          <a:xfrm>
            <a:off x="1295400" y="2977260"/>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5" name="Title 8">
            <a:extLst>
              <a:ext uri="{FF2B5EF4-FFF2-40B4-BE49-F238E27FC236}">
                <a16:creationId xmlns:a16="http://schemas.microsoft.com/office/drawing/2014/main" id="{64E2BBBC-80DF-5104-E076-20FB99B4648C}"/>
              </a:ext>
            </a:extLst>
          </p:cNvPr>
          <p:cNvSpPr>
            <a:spLocks noGrp="1"/>
          </p:cNvSpPr>
          <p:nvPr>
            <p:ph type="title" hasCustomPrompt="1"/>
          </p:nvPr>
        </p:nvSpPr>
        <p:spPr>
          <a:xfrm>
            <a:off x="1285240" y="1723225"/>
            <a:ext cx="9601200" cy="1212018"/>
          </a:xfrm>
          <a:prstGeom prst="rect">
            <a:avLst/>
          </a:prstGeom>
        </p:spPr>
        <p:txBody>
          <a:bodyPr/>
          <a:lstStyle>
            <a:lvl1pPr>
              <a:defRPr sz="6000">
                <a:solidFill>
                  <a:srgbClr val="000000"/>
                </a:solidFill>
              </a:defRPr>
            </a:lvl1pPr>
          </a:lstStyle>
          <a:p>
            <a:r>
              <a:rPr lang="en-US"/>
              <a:t>Section Header</a:t>
            </a:r>
          </a:p>
        </p:txBody>
      </p:sp>
      <p:sp>
        <p:nvSpPr>
          <p:cNvPr id="16" name="Text Placeholder 4">
            <a:extLst>
              <a:ext uri="{FF2B5EF4-FFF2-40B4-BE49-F238E27FC236}">
                <a16:creationId xmlns:a16="http://schemas.microsoft.com/office/drawing/2014/main" id="{12E0E19A-C3CC-AE13-1EF9-7E889ADFCBFE}"/>
              </a:ext>
            </a:extLst>
          </p:cNvPr>
          <p:cNvSpPr>
            <a:spLocks noGrp="1"/>
          </p:cNvSpPr>
          <p:nvPr>
            <p:ph type="body" sz="quarter" idx="11" hasCustomPrompt="1"/>
          </p:nvPr>
        </p:nvSpPr>
        <p:spPr>
          <a:xfrm>
            <a:off x="1295400" y="1328420"/>
            <a:ext cx="498928" cy="307777"/>
          </a:xfrm>
          <a:prstGeom prst="rect">
            <a:avLst/>
          </a:prstGeom>
        </p:spPr>
        <p:txBody>
          <a:bodyPr wrap="square" anchor="t" anchorCtr="0">
            <a:spAutoFit/>
          </a:bodyPr>
          <a:lstStyle>
            <a:lvl1pPr algn="l">
              <a:defRPr sz="2000" b="1">
                <a:solidFill>
                  <a:srgbClr val="000000"/>
                </a:solidFill>
              </a:defRPr>
            </a:lvl1pPr>
          </a:lstStyle>
          <a:p>
            <a:pPr lvl="0"/>
            <a:r>
              <a:rPr lang="en-US"/>
              <a:t>01</a:t>
            </a:r>
          </a:p>
        </p:txBody>
      </p:sp>
      <p:sp>
        <p:nvSpPr>
          <p:cNvPr id="3" name="TextBox 2">
            <a:extLst>
              <a:ext uri="{FF2B5EF4-FFF2-40B4-BE49-F238E27FC236}">
                <a16:creationId xmlns:a16="http://schemas.microsoft.com/office/drawing/2014/main" id="{11CD4D7A-E1F5-9D4D-D7A8-763291C906C5}"/>
              </a:ext>
            </a:extLst>
          </p:cNvPr>
          <p:cNvSpPr txBox="1"/>
          <p:nvPr userDrawn="1"/>
        </p:nvSpPr>
        <p:spPr>
          <a:xfrm>
            <a:off x="1066800" y="98552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Tree>
    <p:extLst>
      <p:ext uri="{BB962C8B-B14F-4D97-AF65-F5344CB8AC3E}">
        <p14:creationId xmlns:p14="http://schemas.microsoft.com/office/powerpoint/2010/main" val="2160698631"/>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3" pos="408">
          <p15:clr>
            <a:srgbClr val="FBAE40"/>
          </p15:clr>
        </p15:guide>
        <p15:guide id="4" orient="horz" pos="412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667323A-6698-B4F8-D2C4-A0336BD7AE08}"/>
              </a:ext>
            </a:extLst>
          </p:cNvPr>
          <p:cNvSpPr>
            <a:spLocks noGrp="1"/>
          </p:cNvSpPr>
          <p:nvPr>
            <p:ph type="title" hasCustomPrompt="1"/>
          </p:nvPr>
        </p:nvSpPr>
        <p:spPr>
          <a:xfrm>
            <a:off x="627063" y="722843"/>
            <a:ext cx="1092993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5" name="Text Placeholder 10">
            <a:extLst>
              <a:ext uri="{FF2B5EF4-FFF2-40B4-BE49-F238E27FC236}">
                <a16:creationId xmlns:a16="http://schemas.microsoft.com/office/drawing/2014/main" id="{E4BE38F8-DEB6-5998-7EB6-840C179B2EC8}"/>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27260902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51F547D-7378-E8AC-FDF8-369B9279159F}"/>
              </a:ext>
            </a:extLst>
          </p:cNvPr>
          <p:cNvSpPr>
            <a:spLocks noGrp="1"/>
          </p:cNvSpPr>
          <p:nvPr>
            <p:ph type="title" hasCustomPrompt="1"/>
          </p:nvPr>
        </p:nvSpPr>
        <p:spPr>
          <a:xfrm>
            <a:off x="627063" y="722843"/>
            <a:ext cx="1092993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8" name="Text Placeholder 10">
            <a:extLst>
              <a:ext uri="{FF2B5EF4-FFF2-40B4-BE49-F238E27FC236}">
                <a16:creationId xmlns:a16="http://schemas.microsoft.com/office/drawing/2014/main" id="{DBE70E68-FEAC-ABA3-6547-64F0048E25D1}"/>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9" name="Text Placeholder 8">
            <a:extLst>
              <a:ext uri="{FF2B5EF4-FFF2-40B4-BE49-F238E27FC236}">
                <a16:creationId xmlns:a16="http://schemas.microsoft.com/office/drawing/2014/main" id="{2DD31E73-37D8-3F34-976E-F45C7FEB4817}"/>
              </a:ext>
            </a:extLst>
          </p:cNvPr>
          <p:cNvSpPr>
            <a:spLocks noGrp="1"/>
          </p:cNvSpPr>
          <p:nvPr>
            <p:ph type="body" sz="quarter" idx="11" hasCustomPrompt="1"/>
          </p:nvPr>
        </p:nvSpPr>
        <p:spPr>
          <a:xfrm>
            <a:off x="627063" y="1211252"/>
            <a:ext cx="10929937" cy="480060"/>
          </a:xfrm>
          <a:prstGeom prst="rect">
            <a:avLst/>
          </a:prstGeom>
        </p:spPr>
        <p:txBody>
          <a:bodyPr wrap="square" lIns="0" tIns="0" rIns="0" bIns="0" anchor="t" anchorCtr="0">
            <a:norm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400" b="0" i="0"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Tree>
    <p:extLst>
      <p:ext uri="{BB962C8B-B14F-4D97-AF65-F5344CB8AC3E}">
        <p14:creationId xmlns:p14="http://schemas.microsoft.com/office/powerpoint/2010/main" val="213958649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36330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ubsection_Divider">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9074" y="1968918"/>
            <a:ext cx="10917926" cy="2031325"/>
          </a:xfrm>
          <a:prstGeom prst="rect">
            <a:avLst/>
          </a:prstGeom>
        </p:spPr>
        <p:txBody>
          <a:bodyPr wrap="square">
            <a:spAutoFit/>
          </a:bodyPr>
          <a:lstStyle>
            <a:lvl1pPr>
              <a:defRPr sz="6600" b="0" i="0">
                <a:solidFill>
                  <a:schemeClr val="tx1"/>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9074" y="4784228"/>
            <a:ext cx="4757677" cy="492443"/>
          </a:xfrm>
          <a:prstGeom prst="rect">
            <a:avLst/>
          </a:prstGeom>
        </p:spPr>
        <p:txBody>
          <a:bodyPr wrap="square" anchor="t" anchorCtr="0">
            <a:spAutoFit/>
          </a:bodyPr>
          <a:lstStyle>
            <a:lvl1pPr>
              <a:defRPr sz="1600" b="0" i="0">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10" name="Text Placeholder 4">
            <a:extLst>
              <a:ext uri="{FF2B5EF4-FFF2-40B4-BE49-F238E27FC236}">
                <a16:creationId xmlns:a16="http://schemas.microsoft.com/office/drawing/2014/main" id="{00F545EE-05C3-C60B-A33C-54CA3165B80C}"/>
              </a:ext>
            </a:extLst>
          </p:cNvPr>
          <p:cNvSpPr>
            <a:spLocks noGrp="1"/>
          </p:cNvSpPr>
          <p:nvPr>
            <p:ph type="body" sz="quarter" idx="10" hasCustomPrompt="1"/>
          </p:nvPr>
        </p:nvSpPr>
        <p:spPr>
          <a:xfrm>
            <a:off x="639074" y="1071880"/>
            <a:ext cx="498928" cy="307777"/>
          </a:xfrm>
          <a:prstGeom prst="rect">
            <a:avLst/>
          </a:prstGeom>
        </p:spPr>
        <p:txBody>
          <a:bodyPr wrap="square" anchor="t" anchorCtr="0">
            <a:spAutoFit/>
          </a:bodyPr>
          <a:lstStyle>
            <a:lvl1pPr algn="l">
              <a:defRPr sz="2000" b="1">
                <a:solidFill>
                  <a:schemeClr val="accent2"/>
                </a:solidFill>
              </a:defRPr>
            </a:lvl1pPr>
          </a:lstStyle>
          <a:p>
            <a:pPr lvl="0"/>
            <a:r>
              <a:rPr lang="en-US"/>
              <a:t>01</a:t>
            </a:r>
          </a:p>
        </p:txBody>
      </p:sp>
      <p:sp>
        <p:nvSpPr>
          <p:cNvPr id="2" name="Text Placeholder 4">
            <a:extLst>
              <a:ext uri="{FF2B5EF4-FFF2-40B4-BE49-F238E27FC236}">
                <a16:creationId xmlns:a16="http://schemas.microsoft.com/office/drawing/2014/main" id="{38048DD2-9EC2-D0E6-390B-D6FEF7F7E08B}"/>
              </a:ext>
            </a:extLst>
          </p:cNvPr>
          <p:cNvSpPr>
            <a:spLocks noGrp="1"/>
          </p:cNvSpPr>
          <p:nvPr>
            <p:ph type="body" sz="quarter" idx="11" hasCustomPrompt="1"/>
          </p:nvPr>
        </p:nvSpPr>
        <p:spPr>
          <a:xfrm>
            <a:off x="639074" y="1563803"/>
            <a:ext cx="3732914" cy="153888"/>
          </a:xfrm>
          <a:prstGeom prst="rect">
            <a:avLst/>
          </a:prstGeom>
        </p:spPr>
        <p:txBody>
          <a:bodyPr wrap="square">
            <a:spAutoFit/>
          </a:bodyPr>
          <a:lstStyle>
            <a:lvl1pPr>
              <a:lnSpc>
                <a:spcPct val="100000"/>
              </a:lnSpc>
              <a:spcBef>
                <a:spcPts val="0"/>
              </a:spcBef>
              <a:defRPr sz="1000" b="1"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Tree>
    <p:extLst>
      <p:ext uri="{BB962C8B-B14F-4D97-AF65-F5344CB8AC3E}">
        <p14:creationId xmlns:p14="http://schemas.microsoft.com/office/powerpoint/2010/main" val="238745248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allout_Text_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B310E8-6618-FE08-E6DC-00BA11F812CC}"/>
              </a:ext>
            </a:extLst>
          </p:cNvPr>
          <p:cNvSpPr/>
          <p:nvPr userDrawn="1"/>
        </p:nvSpPr>
        <p:spPr bwMode="auto">
          <a:xfrm>
            <a:off x="6096000" y="0"/>
            <a:ext cx="6096000"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27063" y="1739153"/>
            <a:ext cx="5333999" cy="2769989"/>
          </a:xfrm>
          <a:prstGeom prst="rect">
            <a:avLst/>
          </a:prstGeom>
        </p:spPr>
        <p:txBody>
          <a:bodyPr wrap="square">
            <a:spAutoFit/>
          </a:bodyPr>
          <a:lstStyle>
            <a:lvl1pPr>
              <a:defRPr sz="6000" b="0" i="0">
                <a:solidFill>
                  <a:schemeClr val="tx1"/>
                </a:solidFill>
                <a:latin typeface="Calibri Light" panose="020F0302020204030204" pitchFamily="34" charset="0"/>
                <a:cs typeface="Calibri Light" panose="020F03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42827" y="1981200"/>
            <a:ext cx="4610100" cy="2439386"/>
          </a:xfrm>
          <a:prstGeom prst="rect">
            <a:avLst/>
          </a:prstGeom>
        </p:spPr>
        <p:txBody>
          <a:bodyPr wrap="square" anchor="t" anchorCtr="0">
            <a:spAutoFit/>
          </a:bodyPr>
          <a:lstStyle>
            <a:lvl1pPr>
              <a:lnSpc>
                <a:spcPts val="2400"/>
              </a:lnSpc>
              <a:defRPr sz="1600" b="0" i="0">
                <a:solidFill>
                  <a:srgbClr val="000000"/>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sp>
        <p:nvSpPr>
          <p:cNvPr id="7" name="TextBox 6">
            <a:extLst>
              <a:ext uri="{FF2B5EF4-FFF2-40B4-BE49-F238E27FC236}">
                <a16:creationId xmlns:a16="http://schemas.microsoft.com/office/drawing/2014/main" id="{01AAFA1B-F90B-A268-2F9C-CA4B17339CD9}"/>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9" name="Text Placeholder 3">
            <a:extLst>
              <a:ext uri="{FF2B5EF4-FFF2-40B4-BE49-F238E27FC236}">
                <a16:creationId xmlns:a16="http://schemas.microsoft.com/office/drawing/2014/main" id="{881C1502-7D00-6809-E064-3AD5F4B76491}"/>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sp>
        <p:nvSpPr>
          <p:cNvPr id="16" name="Text Placeholder 10">
            <a:extLst>
              <a:ext uri="{FF2B5EF4-FFF2-40B4-BE49-F238E27FC236}">
                <a16:creationId xmlns:a16="http://schemas.microsoft.com/office/drawing/2014/main" id="{746B66AD-D607-C8A3-57EC-E66339B963F6}"/>
              </a:ext>
            </a:extLst>
          </p:cNvPr>
          <p:cNvSpPr>
            <a:spLocks noGrp="1"/>
          </p:cNvSpPr>
          <p:nvPr>
            <p:ph type="body" sz="quarter" idx="28" hasCustomPrompt="1"/>
          </p:nvPr>
        </p:nvSpPr>
        <p:spPr>
          <a:xfrm>
            <a:off x="627063" y="419100"/>
            <a:ext cx="3725862" cy="225706"/>
          </a:xfrm>
          <a:prstGeom prst="rect">
            <a:avLst/>
          </a:prstGeom>
        </p:spPr>
        <p:txBody>
          <a:bodyPr/>
          <a:lstStyle>
            <a:lvl1pPr>
              <a:spcBef>
                <a:spcPts val="0"/>
              </a:spcBef>
              <a:defRPr lang="en-US" sz="1000" b="1" i="0" kern="1200" cap="all" spc="300" baseline="0" dirty="0">
                <a:solidFill>
                  <a:schemeClr val="tx2"/>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21" name="Text Placeholder 4">
            <a:extLst>
              <a:ext uri="{FF2B5EF4-FFF2-40B4-BE49-F238E27FC236}">
                <a16:creationId xmlns:a16="http://schemas.microsoft.com/office/drawing/2014/main" id="{A7C0DA62-EC5A-3013-921C-9A16F87EFE3E}"/>
              </a:ext>
            </a:extLst>
          </p:cNvPr>
          <p:cNvSpPr>
            <a:spLocks noGrp="1"/>
          </p:cNvSpPr>
          <p:nvPr>
            <p:ph type="body" sz="quarter" idx="25" hasCustomPrompt="1"/>
          </p:nvPr>
        </p:nvSpPr>
        <p:spPr>
          <a:xfrm>
            <a:off x="627063" y="722843"/>
            <a:ext cx="3725863" cy="338554"/>
          </a:xfrm>
          <a:prstGeom prst="rect">
            <a:avLst/>
          </a:prstGeom>
        </p:spPr>
        <p:txBody>
          <a:bodyPr lIns="0" tIns="0" rIns="0" bIns="0">
            <a:noAutofit/>
          </a:bodyPr>
          <a:lstStyle>
            <a:lvl1pPr>
              <a:defRPr lang="en-US" sz="2200" b="1" spc="0">
                <a:solidFill>
                  <a:schemeClr val="tx1"/>
                </a:solidFill>
                <a:effectLst/>
                <a:latin typeface="Calibri" panose="020F0502020204030204" pitchFamily="34" charset="0"/>
              </a:defRPr>
            </a:lvl1pPr>
          </a:lstStyle>
          <a:p>
            <a:pPr lvl="0">
              <a:spcBef>
                <a:spcPts val="0"/>
              </a:spcBef>
            </a:pPr>
            <a:r>
              <a:rPr lang="en-US">
                <a:effectLst/>
              </a:rPr>
              <a:t>Title with Big and Little Type</a:t>
            </a:r>
            <a:endParaRPr lang="en-US"/>
          </a:p>
        </p:txBody>
      </p:sp>
    </p:spTree>
    <p:extLst>
      <p:ext uri="{BB962C8B-B14F-4D97-AF65-F5344CB8AC3E}">
        <p14:creationId xmlns:p14="http://schemas.microsoft.com/office/powerpoint/2010/main" val="98954255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allout_Text_B">
    <p:spTree>
      <p:nvGrpSpPr>
        <p:cNvPr id="1" name=""/>
        <p:cNvGrpSpPr/>
        <p:nvPr/>
      </p:nvGrpSpPr>
      <p:grpSpPr>
        <a:xfrm>
          <a:off x="0" y="0"/>
          <a:ext cx="0" cy="0"/>
          <a:chOff x="0" y="0"/>
          <a:chExt cx="0" cy="0"/>
        </a:xfrm>
      </p:grpSpPr>
      <p:pic>
        <p:nvPicPr>
          <p:cNvPr id="6" name="Picture 5" descr="Background pattern  Description automatically generated">
            <a:extLst>
              <a:ext uri="{FF2B5EF4-FFF2-40B4-BE49-F238E27FC236}">
                <a16:creationId xmlns:a16="http://schemas.microsoft.com/office/drawing/2014/main" id="{3295A6AC-FD32-C87C-6A0D-33F65D81BFC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27063" y="1739153"/>
            <a:ext cx="5333999" cy="2769989"/>
          </a:xfrm>
          <a:prstGeom prst="rect">
            <a:avLst/>
          </a:prstGeom>
        </p:spPr>
        <p:txBody>
          <a:bodyPr wrap="square">
            <a:spAutoFit/>
          </a:bodyPr>
          <a:lstStyle>
            <a:lvl1pPr>
              <a:defRPr sz="6000" b="0" i="0">
                <a:solidFill>
                  <a:srgbClr val="000000"/>
                </a:solidFill>
                <a:latin typeface="Calibri" panose="020F0502020204030204" pitchFamily="34" charset="0"/>
                <a:cs typeface="Calibri" panose="020F05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42827" y="1981200"/>
            <a:ext cx="4610100" cy="2439386"/>
          </a:xfrm>
          <a:prstGeom prst="rect">
            <a:avLst/>
          </a:prstGeom>
        </p:spPr>
        <p:txBody>
          <a:bodyPr wrap="square" anchor="t" anchorCtr="0">
            <a:spAutoFit/>
          </a:bodyPr>
          <a:lstStyle>
            <a:lvl1pPr>
              <a:lnSpc>
                <a:spcPts val="2400"/>
              </a:lnSpc>
              <a:defRPr sz="1600" b="0" i="0">
                <a:solidFill>
                  <a:schemeClr val="tx1"/>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pic>
        <p:nvPicPr>
          <p:cNvPr id="2" name="Picture 1">
            <a:extLst>
              <a:ext uri="{FF2B5EF4-FFF2-40B4-BE49-F238E27FC236}">
                <a16:creationId xmlns:a16="http://schemas.microsoft.com/office/drawing/2014/main" id="{A95209EB-D467-51AD-6222-93834EA8BF6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7" name="Text Placeholder 10">
            <a:extLst>
              <a:ext uri="{FF2B5EF4-FFF2-40B4-BE49-F238E27FC236}">
                <a16:creationId xmlns:a16="http://schemas.microsoft.com/office/drawing/2014/main" id="{E75B6454-79A2-2746-023E-0F34DF153473}"/>
              </a:ext>
            </a:extLst>
          </p:cNvPr>
          <p:cNvSpPr>
            <a:spLocks noGrp="1"/>
          </p:cNvSpPr>
          <p:nvPr>
            <p:ph type="body" sz="quarter" idx="28" hasCustomPrompt="1"/>
          </p:nvPr>
        </p:nvSpPr>
        <p:spPr>
          <a:xfrm>
            <a:off x="627063" y="419100"/>
            <a:ext cx="3725862" cy="225706"/>
          </a:xfrm>
          <a:prstGeom prst="rect">
            <a:avLst/>
          </a:prstGeom>
        </p:spPr>
        <p:txBody>
          <a:bodyPr/>
          <a:lstStyle>
            <a:lvl1pPr>
              <a:spcBef>
                <a:spcPts val="0"/>
              </a:spcBef>
              <a:defRPr lang="en-US" sz="1000" b="1" i="0" kern="1200" cap="all" spc="300" baseline="0" dirty="0">
                <a:solidFill>
                  <a:schemeClr val="accent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11" name="Text Placeholder 4">
            <a:extLst>
              <a:ext uri="{FF2B5EF4-FFF2-40B4-BE49-F238E27FC236}">
                <a16:creationId xmlns:a16="http://schemas.microsoft.com/office/drawing/2014/main" id="{09294A11-D525-F9FD-CBCE-E94EB50BD92B}"/>
              </a:ext>
            </a:extLst>
          </p:cNvPr>
          <p:cNvSpPr>
            <a:spLocks noGrp="1"/>
          </p:cNvSpPr>
          <p:nvPr>
            <p:ph type="body" sz="quarter" idx="25" hasCustomPrompt="1"/>
          </p:nvPr>
        </p:nvSpPr>
        <p:spPr>
          <a:xfrm>
            <a:off x="627063" y="722843"/>
            <a:ext cx="3725863" cy="338554"/>
          </a:xfrm>
          <a:prstGeom prst="rect">
            <a:avLst/>
          </a:prstGeom>
        </p:spPr>
        <p:txBody>
          <a:bodyPr wrap="square">
            <a:spAutoFit/>
          </a:bodyPr>
          <a:lstStyle>
            <a:lvl1pPr>
              <a:lnSpc>
                <a:spcPct val="100000"/>
              </a:lnSpc>
              <a:spcBef>
                <a:spcPts val="0"/>
              </a:spcBef>
              <a:defRPr sz="2200" b="1" i="0" spc="0">
                <a:solidFill>
                  <a:schemeClr val="accent1"/>
                </a:solidFill>
                <a:latin typeface="Calibri" panose="020F0502020204030204" pitchFamily="34" charset="0"/>
                <a:cs typeface="Calibri" panose="020F0502020204030204" pitchFamily="34" charset="0"/>
              </a:defRPr>
            </a:lvl1pPr>
            <a:lvl2pPr>
              <a:buNone/>
              <a:defRPr/>
            </a:lvl2pPr>
          </a:lstStyle>
          <a:p>
            <a:pPr lvl="0"/>
            <a:r>
              <a:rPr lang="en-US">
                <a:effectLst/>
              </a:rPr>
              <a:t>Title with Big and Little Type</a:t>
            </a:r>
            <a:endParaRPr lang="en-US"/>
          </a:p>
        </p:txBody>
      </p:sp>
    </p:spTree>
    <p:extLst>
      <p:ext uri="{BB962C8B-B14F-4D97-AF65-F5344CB8AC3E}">
        <p14:creationId xmlns:p14="http://schemas.microsoft.com/office/powerpoint/2010/main" val="379041227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ype+2_photo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B310E8-6618-FE08-E6DC-00BA11F812CC}"/>
              </a:ext>
            </a:extLst>
          </p:cNvPr>
          <p:cNvSpPr/>
          <p:nvPr userDrawn="1"/>
        </p:nvSpPr>
        <p:spPr bwMode="auto">
          <a:xfrm>
            <a:off x="4383741" y="0"/>
            <a:ext cx="7808259"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27063" y="1981200"/>
            <a:ext cx="3346076" cy="496226"/>
          </a:xfrm>
          <a:prstGeom prst="rect">
            <a:avLst/>
          </a:prstGeom>
        </p:spPr>
        <p:txBody>
          <a:bodyPr wrap="square" anchor="t" anchorCtr="0">
            <a:spAutoFit/>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pic>
        <p:nvPicPr>
          <p:cNvPr id="5" name="Picture Placeholder 7">
            <a:extLst>
              <a:ext uri="{FF2B5EF4-FFF2-40B4-BE49-F238E27FC236}">
                <a16:creationId xmlns:a16="http://schemas.microsoft.com/office/drawing/2014/main" id="{47D220DB-753D-9009-E3B2-968BCB12601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848600" y="948209"/>
            <a:ext cx="3695700" cy="4678080"/>
          </a:xfrm>
          <a:prstGeom prst="rect">
            <a:avLst/>
          </a:prstGeom>
        </p:spPr>
      </p:pic>
      <p:pic>
        <p:nvPicPr>
          <p:cNvPr id="6" name="Picture Placeholder 8">
            <a:extLst>
              <a:ext uri="{FF2B5EF4-FFF2-40B4-BE49-F238E27FC236}">
                <a16:creationId xmlns:a16="http://schemas.microsoft.com/office/drawing/2014/main" id="{93BAF3BA-506C-CEDE-31A8-0E2F7E862A0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4860594" y="948210"/>
            <a:ext cx="2705674" cy="2175164"/>
          </a:xfrm>
          <a:prstGeom prst="rect">
            <a:avLst/>
          </a:prstGeom>
        </p:spPr>
      </p:pic>
      <p:sp>
        <p:nvSpPr>
          <p:cNvPr id="8" name="TextBox 7">
            <a:extLst>
              <a:ext uri="{FF2B5EF4-FFF2-40B4-BE49-F238E27FC236}">
                <a16:creationId xmlns:a16="http://schemas.microsoft.com/office/drawing/2014/main" id="{F8263655-ECC2-257F-AD6E-E4540DE158C5}"/>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0" name="Text Placeholder 3">
            <a:extLst>
              <a:ext uri="{FF2B5EF4-FFF2-40B4-BE49-F238E27FC236}">
                <a16:creationId xmlns:a16="http://schemas.microsoft.com/office/drawing/2014/main" id="{7AC0358C-9119-8176-0FAF-2D0F448E696A}"/>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sp>
        <p:nvSpPr>
          <p:cNvPr id="2" name="Title 1">
            <a:extLst>
              <a:ext uri="{FF2B5EF4-FFF2-40B4-BE49-F238E27FC236}">
                <a16:creationId xmlns:a16="http://schemas.microsoft.com/office/drawing/2014/main" id="{1EE8E6BB-7FFB-90B2-6C94-3C04A7140267}"/>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8FD4FCF7-37B3-4B6E-CA97-E77D60596E1F}"/>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2797222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ype+2_photos_Black">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27063" y="1981200"/>
            <a:ext cx="3346076" cy="496226"/>
          </a:xfrm>
          <a:prstGeom prst="rect">
            <a:avLst/>
          </a:prstGeom>
        </p:spPr>
        <p:txBody>
          <a:bodyPr wrap="square" anchor="t" anchorCtr="0">
            <a:spAutoFit/>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pic>
        <p:nvPicPr>
          <p:cNvPr id="5" name="Picture Placeholder 7">
            <a:extLst>
              <a:ext uri="{FF2B5EF4-FFF2-40B4-BE49-F238E27FC236}">
                <a16:creationId xmlns:a16="http://schemas.microsoft.com/office/drawing/2014/main" id="{47D220DB-753D-9009-E3B2-968BCB12601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848600" y="948209"/>
            <a:ext cx="3695700" cy="4678080"/>
          </a:xfrm>
          <a:prstGeom prst="rect">
            <a:avLst/>
          </a:prstGeom>
        </p:spPr>
      </p:pic>
      <p:pic>
        <p:nvPicPr>
          <p:cNvPr id="6" name="Picture Placeholder 8">
            <a:extLst>
              <a:ext uri="{FF2B5EF4-FFF2-40B4-BE49-F238E27FC236}">
                <a16:creationId xmlns:a16="http://schemas.microsoft.com/office/drawing/2014/main" id="{93BAF3BA-506C-CEDE-31A8-0E2F7E862A03}"/>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4860594" y="948210"/>
            <a:ext cx="2705674" cy="2175164"/>
          </a:xfrm>
          <a:prstGeom prst="rect">
            <a:avLst/>
          </a:prstGeom>
        </p:spPr>
      </p:pic>
      <p:sp>
        <p:nvSpPr>
          <p:cNvPr id="2" name="Title 1">
            <a:extLst>
              <a:ext uri="{FF2B5EF4-FFF2-40B4-BE49-F238E27FC236}">
                <a16:creationId xmlns:a16="http://schemas.microsoft.com/office/drawing/2014/main" id="{E6643DA5-5C9F-C799-B890-61FDCC674F7A}"/>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FB2AFD80-10E1-6FE8-0BA3-7DB5BD0EF372}"/>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03952946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ype+1_photo">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953C0E95-F19E-0ED7-FE2B-237DA02AA1B9}"/>
              </a:ext>
            </a:extLst>
          </p:cNvPr>
          <p:cNvSpPr>
            <a:spLocks noGrp="1"/>
          </p:cNvSpPr>
          <p:nvPr>
            <p:ph type="body" sz="quarter" idx="16" hasCustomPrompt="1"/>
          </p:nvPr>
        </p:nvSpPr>
        <p:spPr>
          <a:xfrm>
            <a:off x="627063" y="1981200"/>
            <a:ext cx="3346076" cy="496226"/>
          </a:xfrm>
          <a:prstGeom prst="rect">
            <a:avLst/>
          </a:prstGeom>
        </p:spPr>
        <p:txBody>
          <a:bodyPr wrap="square" anchor="t" anchorCtr="0">
            <a:spAutoFit/>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sp>
        <p:nvSpPr>
          <p:cNvPr id="3" name="Picture Placeholder 8">
            <a:extLst>
              <a:ext uri="{FF2B5EF4-FFF2-40B4-BE49-F238E27FC236}">
                <a16:creationId xmlns:a16="http://schemas.microsoft.com/office/drawing/2014/main" id="{96A70B9E-D366-36CB-4835-845ACD985BF4}"/>
              </a:ext>
            </a:extLst>
          </p:cNvPr>
          <p:cNvSpPr>
            <a:spLocks noGrp="1"/>
          </p:cNvSpPr>
          <p:nvPr>
            <p:ph type="pic" sz="quarter" idx="26"/>
          </p:nvPr>
        </p:nvSpPr>
        <p:spPr>
          <a:xfrm>
            <a:off x="5067300" y="922229"/>
            <a:ext cx="6477000" cy="4710475"/>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5C505165-68F7-9306-9E47-08C7A533D28B}"/>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1D5A6C40-BA77-05F7-4448-95E3A5B80515}"/>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74719813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ype+1_Photo_Blur">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953C0E95-F19E-0ED7-FE2B-237DA02AA1B9}"/>
              </a:ext>
            </a:extLst>
          </p:cNvPr>
          <p:cNvSpPr>
            <a:spLocks noGrp="1"/>
          </p:cNvSpPr>
          <p:nvPr>
            <p:ph type="body" sz="quarter" idx="16" hasCustomPrompt="1"/>
          </p:nvPr>
        </p:nvSpPr>
        <p:spPr>
          <a:xfrm>
            <a:off x="627063" y="1981200"/>
            <a:ext cx="3346076" cy="496226"/>
          </a:xfrm>
          <a:prstGeom prst="rect">
            <a:avLst/>
          </a:prstGeom>
        </p:spPr>
        <p:txBody>
          <a:bodyPr wrap="square" anchor="t" anchorCtr="0">
            <a:spAutoFit/>
          </a:bodyPr>
          <a:lstStyle>
            <a:lvl1pPr>
              <a:lnSpc>
                <a:spcPts val="2000"/>
              </a:lnSpc>
              <a:defRPr sz="1400" b="0" i="0">
                <a:solidFill>
                  <a:schemeClr val="tx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a:t>
            </a:r>
          </a:p>
        </p:txBody>
      </p:sp>
      <p:sp>
        <p:nvSpPr>
          <p:cNvPr id="3" name="Picture Placeholder 8">
            <a:extLst>
              <a:ext uri="{FF2B5EF4-FFF2-40B4-BE49-F238E27FC236}">
                <a16:creationId xmlns:a16="http://schemas.microsoft.com/office/drawing/2014/main" id="{96A70B9E-D366-36CB-4835-845ACD985BF4}"/>
              </a:ext>
            </a:extLst>
          </p:cNvPr>
          <p:cNvSpPr>
            <a:spLocks noGrp="1"/>
          </p:cNvSpPr>
          <p:nvPr>
            <p:ph type="pic" sz="quarter" idx="26"/>
          </p:nvPr>
        </p:nvSpPr>
        <p:spPr>
          <a:xfrm>
            <a:off x="5029200" y="922229"/>
            <a:ext cx="6527800" cy="4710475"/>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B1B3F49A-017D-C885-C56A-C3FBB74B0129}"/>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20B97B73-9848-B399-89CA-F3A8272EAD7D}"/>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5238292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Quote_Lar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49" y="1762728"/>
            <a:ext cx="10434623" cy="1846659"/>
          </a:xfrm>
          <a:prstGeom prst="rect">
            <a:avLst/>
          </a:prstGeom>
        </p:spPr>
        <p:txBody>
          <a:bodyPr wrap="square">
            <a:spAutoFit/>
          </a:bodyPr>
          <a:lstStyle>
            <a:lvl1pPr>
              <a:defRPr sz="6000" b="1" i="0">
                <a:solidFill>
                  <a:schemeClr val="tx1"/>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sp>
        <p:nvSpPr>
          <p:cNvPr id="8" name="TextBox 7">
            <a:extLst>
              <a:ext uri="{FF2B5EF4-FFF2-40B4-BE49-F238E27FC236}">
                <a16:creationId xmlns:a16="http://schemas.microsoft.com/office/drawing/2014/main" id="{92AC0EDD-AC36-F914-366E-69D6F90EE13C}"/>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0" name="Text Placeholder 3">
            <a:extLst>
              <a:ext uri="{FF2B5EF4-FFF2-40B4-BE49-F238E27FC236}">
                <a16:creationId xmlns:a16="http://schemas.microsoft.com/office/drawing/2014/main" id="{C23E1B07-F9BB-2FA8-4DF6-A285A2B35D36}"/>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pic>
        <p:nvPicPr>
          <p:cNvPr id="11" name="Picture 10">
            <a:extLst>
              <a:ext uri="{FF2B5EF4-FFF2-40B4-BE49-F238E27FC236}">
                <a16:creationId xmlns:a16="http://schemas.microsoft.com/office/drawing/2014/main" id="{3D1BB2CD-DBED-9BF2-22EE-06847388DA7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15" name="Text Placeholder 10">
            <a:extLst>
              <a:ext uri="{FF2B5EF4-FFF2-40B4-BE49-F238E27FC236}">
                <a16:creationId xmlns:a16="http://schemas.microsoft.com/office/drawing/2014/main" id="{E7FCFF33-D049-FF15-5CC0-4097F2EF3BB3}"/>
              </a:ext>
            </a:extLst>
          </p:cNvPr>
          <p:cNvSpPr>
            <a:spLocks noGrp="1"/>
          </p:cNvSpPr>
          <p:nvPr>
            <p:ph type="body" sz="quarter" idx="28"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114252996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Our_People_1_Person">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27063" y="948837"/>
            <a:ext cx="3467100" cy="1181285"/>
          </a:xfrm>
          <a:prstGeom prst="rect">
            <a:avLst/>
          </a:prstGeom>
        </p:spPr>
        <p:txBody>
          <a:bodyPr wrap="square">
            <a:spAutoFit/>
          </a:bodyPr>
          <a:lstStyle>
            <a:lvl1pPr>
              <a:lnSpc>
                <a:spcPts val="4600"/>
              </a:lnSpc>
              <a:spcBef>
                <a:spcPts val="0"/>
              </a:spcBef>
              <a:defRPr sz="44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27063"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27063"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r>
              <a:rPr lang="en-US"/>
              <a:t>Click icon to add picture</a:t>
            </a:r>
          </a:p>
        </p:txBody>
      </p:sp>
      <p:sp>
        <p:nvSpPr>
          <p:cNvPr id="6" name="TextBox 5">
            <a:extLst>
              <a:ext uri="{FF2B5EF4-FFF2-40B4-BE49-F238E27FC236}">
                <a16:creationId xmlns:a16="http://schemas.microsoft.com/office/drawing/2014/main" id="{50024673-46D9-F66F-D8AA-1868CFC21AC5}"/>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9" name="Text Placeholder 3">
            <a:extLst>
              <a:ext uri="{FF2B5EF4-FFF2-40B4-BE49-F238E27FC236}">
                <a16:creationId xmlns:a16="http://schemas.microsoft.com/office/drawing/2014/main" id="{2560B1A1-7081-6436-518E-306A74CAA7C5}"/>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pic>
        <p:nvPicPr>
          <p:cNvPr id="11" name="Picture 10">
            <a:extLst>
              <a:ext uri="{FF2B5EF4-FFF2-40B4-BE49-F238E27FC236}">
                <a16:creationId xmlns:a16="http://schemas.microsoft.com/office/drawing/2014/main" id="{77BAD15E-B7C3-EF9C-7FB3-73E703417C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14" name="Text Placeholder 10">
            <a:extLst>
              <a:ext uri="{FF2B5EF4-FFF2-40B4-BE49-F238E27FC236}">
                <a16:creationId xmlns:a16="http://schemas.microsoft.com/office/drawing/2014/main" id="{E833662F-D4EC-7E5B-F24F-AC7D0C84BFBD}"/>
              </a:ext>
            </a:extLst>
          </p:cNvPr>
          <p:cNvSpPr>
            <a:spLocks noGrp="1"/>
          </p:cNvSpPr>
          <p:nvPr>
            <p:ph type="body" sz="quarter" idx="28"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310060004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Our_People_1_Person_White">
    <p:bg>
      <p:bgPr>
        <a:solidFill>
          <a:schemeClr val="bg2"/>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27063"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r>
              <a:rPr lang="en-US"/>
              <a:t>Click icon to add picture</a:t>
            </a:r>
          </a:p>
        </p:txBody>
      </p:sp>
      <p:sp>
        <p:nvSpPr>
          <p:cNvPr id="2" name="Text Placeholder 4">
            <a:extLst>
              <a:ext uri="{FF2B5EF4-FFF2-40B4-BE49-F238E27FC236}">
                <a16:creationId xmlns:a16="http://schemas.microsoft.com/office/drawing/2014/main" id="{4F33CF80-FFEB-A0A3-96C3-70C36A76E510}"/>
              </a:ext>
            </a:extLst>
          </p:cNvPr>
          <p:cNvSpPr>
            <a:spLocks noGrp="1"/>
          </p:cNvSpPr>
          <p:nvPr>
            <p:ph type="body" sz="quarter" idx="25" hasCustomPrompt="1"/>
          </p:nvPr>
        </p:nvSpPr>
        <p:spPr>
          <a:xfrm>
            <a:off x="627063" y="948837"/>
            <a:ext cx="3467100" cy="1181285"/>
          </a:xfrm>
          <a:prstGeom prst="rect">
            <a:avLst/>
          </a:prstGeom>
        </p:spPr>
        <p:txBody>
          <a:bodyPr wrap="square">
            <a:spAutoFit/>
          </a:bodyPr>
          <a:lstStyle>
            <a:lvl1pPr>
              <a:lnSpc>
                <a:spcPts val="4600"/>
              </a:lnSpc>
              <a:spcBef>
                <a:spcPts val="0"/>
              </a:spcBef>
              <a:defRPr sz="4400" b="0" i="0" spc="0">
                <a:gradFill>
                  <a:gsLst>
                    <a:gs pos="0">
                      <a:schemeClr val="accent4"/>
                    </a:gs>
                    <a:gs pos="69000">
                      <a:schemeClr val="accent5"/>
                    </a:gs>
                    <a:gs pos="99000">
                      <a:schemeClr val="accent3"/>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4" name="Text Placeholder 4">
            <a:extLst>
              <a:ext uri="{FF2B5EF4-FFF2-40B4-BE49-F238E27FC236}">
                <a16:creationId xmlns:a16="http://schemas.microsoft.com/office/drawing/2014/main" id="{3A8993B1-0A80-3A00-9ABA-D943C84F9489}"/>
              </a:ext>
            </a:extLst>
          </p:cNvPr>
          <p:cNvSpPr>
            <a:spLocks noGrp="1"/>
          </p:cNvSpPr>
          <p:nvPr>
            <p:ph type="body" sz="quarter" idx="26" hasCustomPrompt="1"/>
          </p:nvPr>
        </p:nvSpPr>
        <p:spPr>
          <a:xfrm>
            <a:off x="627063"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9" name="TextBox 8">
            <a:extLst>
              <a:ext uri="{FF2B5EF4-FFF2-40B4-BE49-F238E27FC236}">
                <a16:creationId xmlns:a16="http://schemas.microsoft.com/office/drawing/2014/main" id="{9D0E8781-CC1D-4C98-DC9D-E92211A0FF40}"/>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0" name="Text Placeholder 3">
            <a:extLst>
              <a:ext uri="{FF2B5EF4-FFF2-40B4-BE49-F238E27FC236}">
                <a16:creationId xmlns:a16="http://schemas.microsoft.com/office/drawing/2014/main" id="{0EB90660-EDDB-AFF8-F760-00811B862BF3}"/>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pic>
        <p:nvPicPr>
          <p:cNvPr id="11" name="Picture 10">
            <a:extLst>
              <a:ext uri="{FF2B5EF4-FFF2-40B4-BE49-F238E27FC236}">
                <a16:creationId xmlns:a16="http://schemas.microsoft.com/office/drawing/2014/main" id="{1F6D463D-6B94-0B73-6941-3200405EB19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14" name="Text Placeholder 10">
            <a:extLst>
              <a:ext uri="{FF2B5EF4-FFF2-40B4-BE49-F238E27FC236}">
                <a16:creationId xmlns:a16="http://schemas.microsoft.com/office/drawing/2014/main" id="{CFB280B8-B919-4994-C32C-9E2358C40D0F}"/>
              </a:ext>
            </a:extLst>
          </p:cNvPr>
          <p:cNvSpPr>
            <a:spLocks noGrp="1"/>
          </p:cNvSpPr>
          <p:nvPr>
            <p:ph type="body" sz="quarter" idx="28"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211306922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Our_People_2_Peopl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39074" y="3881872"/>
            <a:ext cx="3467100" cy="564322"/>
          </a:xfrm>
          <a:prstGeom prst="rect">
            <a:avLst/>
          </a:prstGeom>
        </p:spPr>
        <p:txBody>
          <a:bodyPr wrap="square">
            <a:spAutoFit/>
          </a:bodyPr>
          <a:lstStyle>
            <a:lvl1pPr>
              <a:lnSpc>
                <a:spcPts val="4600"/>
              </a:lnSpc>
              <a:spcBef>
                <a:spcPts val="0"/>
              </a:spcBef>
              <a:defRPr sz="36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39074"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39074" y="45337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0" y="0"/>
            <a:ext cx="6099048" cy="3657600"/>
          </a:xfrm>
          <a:prstGeom prst="rect">
            <a:avLst/>
          </a:prstGeom>
        </p:spPr>
        <p:txBody>
          <a:bodyPr/>
          <a:lstStyle/>
          <a:p>
            <a:r>
              <a:rPr lang="en-US"/>
              <a:t>Click icon to add picture</a:t>
            </a:r>
          </a:p>
        </p:txBody>
      </p:sp>
      <p:sp>
        <p:nvSpPr>
          <p:cNvPr id="4" name="Text Placeholder 4">
            <a:extLst>
              <a:ext uri="{FF2B5EF4-FFF2-40B4-BE49-F238E27FC236}">
                <a16:creationId xmlns:a16="http://schemas.microsoft.com/office/drawing/2014/main" id="{0C498510-4A43-03CD-36C1-2A8353B4C50E}"/>
              </a:ext>
            </a:extLst>
          </p:cNvPr>
          <p:cNvSpPr>
            <a:spLocks noGrp="1"/>
          </p:cNvSpPr>
          <p:nvPr>
            <p:ph type="body" sz="quarter" idx="29" hasCustomPrompt="1"/>
          </p:nvPr>
        </p:nvSpPr>
        <p:spPr>
          <a:xfrm>
            <a:off x="6743700" y="3881872"/>
            <a:ext cx="3467100" cy="564322"/>
          </a:xfrm>
          <a:prstGeom prst="rect">
            <a:avLst/>
          </a:prstGeom>
        </p:spPr>
        <p:txBody>
          <a:bodyPr wrap="square">
            <a:spAutoFit/>
          </a:bodyPr>
          <a:lstStyle>
            <a:lvl1pPr>
              <a:lnSpc>
                <a:spcPts val="4600"/>
              </a:lnSpc>
              <a:spcBef>
                <a:spcPts val="0"/>
              </a:spcBef>
              <a:defRPr sz="36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6" name="Text Placeholder 4">
            <a:extLst>
              <a:ext uri="{FF2B5EF4-FFF2-40B4-BE49-F238E27FC236}">
                <a16:creationId xmlns:a16="http://schemas.microsoft.com/office/drawing/2014/main" id="{BA836C28-DF9E-9EF6-F137-8474B6C0845A}"/>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9" name="Text Placeholder 4">
            <a:extLst>
              <a:ext uri="{FF2B5EF4-FFF2-40B4-BE49-F238E27FC236}">
                <a16:creationId xmlns:a16="http://schemas.microsoft.com/office/drawing/2014/main" id="{FA7FE39D-9B2F-3A82-4481-DEBB420622E7}"/>
              </a:ext>
            </a:extLst>
          </p:cNvPr>
          <p:cNvSpPr>
            <a:spLocks noGrp="1"/>
          </p:cNvSpPr>
          <p:nvPr>
            <p:ph type="body" sz="quarter" idx="31" hasCustomPrompt="1"/>
          </p:nvPr>
        </p:nvSpPr>
        <p:spPr>
          <a:xfrm>
            <a:off x="6743700" y="45337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1" name="Picture Placeholder 11">
            <a:extLst>
              <a:ext uri="{FF2B5EF4-FFF2-40B4-BE49-F238E27FC236}">
                <a16:creationId xmlns:a16="http://schemas.microsoft.com/office/drawing/2014/main" id="{8A42E0B9-1EB1-1EAF-142C-C1A8686CF7F0}"/>
              </a:ext>
            </a:extLst>
          </p:cNvPr>
          <p:cNvSpPr>
            <a:spLocks noGrp="1"/>
          </p:cNvSpPr>
          <p:nvPr>
            <p:ph type="pic" sz="quarter" idx="32"/>
          </p:nvPr>
        </p:nvSpPr>
        <p:spPr>
          <a:xfrm>
            <a:off x="6096000" y="0"/>
            <a:ext cx="6099048" cy="3657600"/>
          </a:xfrm>
          <a:prstGeom prst="rect">
            <a:avLst/>
          </a:prstGeom>
        </p:spPr>
        <p:txBody>
          <a:bodyPr/>
          <a:lstStyle/>
          <a:p>
            <a:r>
              <a:rPr lang="en-US"/>
              <a:t>Click icon to add picture</a:t>
            </a:r>
          </a:p>
        </p:txBody>
      </p:sp>
      <p:sp>
        <p:nvSpPr>
          <p:cNvPr id="13" name="TextBox 12">
            <a:extLst>
              <a:ext uri="{FF2B5EF4-FFF2-40B4-BE49-F238E27FC236}">
                <a16:creationId xmlns:a16="http://schemas.microsoft.com/office/drawing/2014/main" id="{95B1168C-27E6-70A9-36C3-AE546E841C2A}"/>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4" name="Text Placeholder 3">
            <a:extLst>
              <a:ext uri="{FF2B5EF4-FFF2-40B4-BE49-F238E27FC236}">
                <a16:creationId xmlns:a16="http://schemas.microsoft.com/office/drawing/2014/main" id="{9D8F7163-12E6-F27D-EEBA-98BF26708D37}"/>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pic>
        <p:nvPicPr>
          <p:cNvPr id="15" name="Picture 14">
            <a:extLst>
              <a:ext uri="{FF2B5EF4-FFF2-40B4-BE49-F238E27FC236}">
                <a16:creationId xmlns:a16="http://schemas.microsoft.com/office/drawing/2014/main" id="{01A8FDC3-1268-C24A-5234-3DDF83EB1B2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Tree>
    <p:extLst>
      <p:ext uri="{BB962C8B-B14F-4D97-AF65-F5344CB8AC3E}">
        <p14:creationId xmlns:p14="http://schemas.microsoft.com/office/powerpoint/2010/main" val="183376466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Our_People_2_People_White">
    <p:bg>
      <p:bgPr>
        <a:solidFill>
          <a:schemeClr val="bg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39074"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0" y="0"/>
            <a:ext cx="6099048" cy="3657600"/>
          </a:xfrm>
          <a:prstGeom prst="rect">
            <a:avLst/>
          </a:prstGeom>
        </p:spPr>
        <p:txBody>
          <a:bodyPr/>
          <a:lstStyle/>
          <a:p>
            <a:r>
              <a:rPr lang="en-US"/>
              <a:t>Click icon to add picture</a:t>
            </a:r>
          </a:p>
        </p:txBody>
      </p:sp>
      <p:sp>
        <p:nvSpPr>
          <p:cNvPr id="6" name="Text Placeholder 4">
            <a:extLst>
              <a:ext uri="{FF2B5EF4-FFF2-40B4-BE49-F238E27FC236}">
                <a16:creationId xmlns:a16="http://schemas.microsoft.com/office/drawing/2014/main" id="{BA836C28-DF9E-9EF6-F137-8474B6C0845A}"/>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1" name="Picture Placeholder 11">
            <a:extLst>
              <a:ext uri="{FF2B5EF4-FFF2-40B4-BE49-F238E27FC236}">
                <a16:creationId xmlns:a16="http://schemas.microsoft.com/office/drawing/2014/main" id="{8A42E0B9-1EB1-1EAF-142C-C1A8686CF7F0}"/>
              </a:ext>
            </a:extLst>
          </p:cNvPr>
          <p:cNvSpPr>
            <a:spLocks noGrp="1"/>
          </p:cNvSpPr>
          <p:nvPr>
            <p:ph type="pic" sz="quarter" idx="32"/>
          </p:nvPr>
        </p:nvSpPr>
        <p:spPr>
          <a:xfrm>
            <a:off x="6096000" y="0"/>
            <a:ext cx="6099048" cy="3657600"/>
          </a:xfrm>
          <a:prstGeom prst="rect">
            <a:avLst/>
          </a:prstGeom>
        </p:spPr>
        <p:txBody>
          <a:bodyPr/>
          <a:lstStyle/>
          <a:p>
            <a:r>
              <a:rPr lang="en-US"/>
              <a:t>Click icon to add picture</a:t>
            </a:r>
          </a:p>
        </p:txBody>
      </p:sp>
      <p:sp>
        <p:nvSpPr>
          <p:cNvPr id="3" name="Text Placeholder 4">
            <a:extLst>
              <a:ext uri="{FF2B5EF4-FFF2-40B4-BE49-F238E27FC236}">
                <a16:creationId xmlns:a16="http://schemas.microsoft.com/office/drawing/2014/main" id="{65AE9A1E-2209-0966-CD00-6DBDADBB1957}"/>
              </a:ext>
            </a:extLst>
          </p:cNvPr>
          <p:cNvSpPr>
            <a:spLocks noGrp="1"/>
          </p:cNvSpPr>
          <p:nvPr>
            <p:ph type="body" sz="quarter" idx="25" hasCustomPrompt="1"/>
          </p:nvPr>
        </p:nvSpPr>
        <p:spPr>
          <a:xfrm>
            <a:off x="639074" y="3869172"/>
            <a:ext cx="3467100" cy="564322"/>
          </a:xfrm>
          <a:prstGeom prst="rect">
            <a:avLst/>
          </a:prstGeom>
        </p:spPr>
        <p:txBody>
          <a:bodyPr wrap="square">
            <a:spAutoFit/>
          </a:bodyPr>
          <a:lstStyle>
            <a:lvl1pPr>
              <a:lnSpc>
                <a:spcPts val="4600"/>
              </a:lnSpc>
              <a:spcBef>
                <a:spcPts val="0"/>
              </a:spcBef>
              <a:defRPr sz="3600" b="0" i="0" spc="0">
                <a:gradFill>
                  <a:gsLst>
                    <a:gs pos="0">
                      <a:srgbClr val="0078C2"/>
                    </a:gs>
                    <a:gs pos="58000">
                      <a:srgbClr val="0047FF"/>
                    </a:gs>
                    <a:gs pos="91000">
                      <a:srgbClr val="8453D2"/>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2" name="Text Placeholder 4">
            <a:extLst>
              <a:ext uri="{FF2B5EF4-FFF2-40B4-BE49-F238E27FC236}">
                <a16:creationId xmlns:a16="http://schemas.microsoft.com/office/drawing/2014/main" id="{970C6AC1-AA2F-89B9-2D44-315F60323832}"/>
              </a:ext>
            </a:extLst>
          </p:cNvPr>
          <p:cNvSpPr>
            <a:spLocks noGrp="1"/>
          </p:cNvSpPr>
          <p:nvPr>
            <p:ph type="body" sz="quarter" idx="26" hasCustomPrompt="1"/>
          </p:nvPr>
        </p:nvSpPr>
        <p:spPr>
          <a:xfrm>
            <a:off x="639074" y="45210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3" name="Text Placeholder 4">
            <a:extLst>
              <a:ext uri="{FF2B5EF4-FFF2-40B4-BE49-F238E27FC236}">
                <a16:creationId xmlns:a16="http://schemas.microsoft.com/office/drawing/2014/main" id="{129FB170-8BDC-CF05-AC75-D03AEB22285B}"/>
              </a:ext>
            </a:extLst>
          </p:cNvPr>
          <p:cNvSpPr>
            <a:spLocks noGrp="1"/>
          </p:cNvSpPr>
          <p:nvPr>
            <p:ph type="body" sz="quarter" idx="29" hasCustomPrompt="1"/>
          </p:nvPr>
        </p:nvSpPr>
        <p:spPr>
          <a:xfrm>
            <a:off x="6743700" y="3869172"/>
            <a:ext cx="3467100" cy="564322"/>
          </a:xfrm>
          <a:prstGeom prst="rect">
            <a:avLst/>
          </a:prstGeom>
        </p:spPr>
        <p:txBody>
          <a:bodyPr wrap="square">
            <a:spAutoFit/>
          </a:bodyPr>
          <a:lstStyle>
            <a:lvl1pPr>
              <a:lnSpc>
                <a:spcPts val="4600"/>
              </a:lnSpc>
              <a:spcBef>
                <a:spcPts val="0"/>
              </a:spcBef>
              <a:defRPr sz="3600" b="0" i="0" spc="0">
                <a:gradFill>
                  <a:gsLst>
                    <a:gs pos="0">
                      <a:srgbClr val="0078C2"/>
                    </a:gs>
                    <a:gs pos="58000">
                      <a:srgbClr val="0047FF"/>
                    </a:gs>
                    <a:gs pos="91000">
                      <a:srgbClr val="8453D2"/>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4" name="Text Placeholder 4">
            <a:extLst>
              <a:ext uri="{FF2B5EF4-FFF2-40B4-BE49-F238E27FC236}">
                <a16:creationId xmlns:a16="http://schemas.microsoft.com/office/drawing/2014/main" id="{BA3F46C9-B563-1ABE-3DDB-DDB91319FFB6}"/>
              </a:ext>
            </a:extLst>
          </p:cNvPr>
          <p:cNvSpPr>
            <a:spLocks noGrp="1"/>
          </p:cNvSpPr>
          <p:nvPr>
            <p:ph type="body" sz="quarter" idx="31" hasCustomPrompt="1"/>
          </p:nvPr>
        </p:nvSpPr>
        <p:spPr>
          <a:xfrm>
            <a:off x="6743700" y="45210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9" name="TextBox 8">
            <a:extLst>
              <a:ext uri="{FF2B5EF4-FFF2-40B4-BE49-F238E27FC236}">
                <a16:creationId xmlns:a16="http://schemas.microsoft.com/office/drawing/2014/main" id="{A03E0F55-2297-4649-F757-CAFDD1ABDBB0}"/>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0" name="Text Placeholder 3">
            <a:extLst>
              <a:ext uri="{FF2B5EF4-FFF2-40B4-BE49-F238E27FC236}">
                <a16:creationId xmlns:a16="http://schemas.microsoft.com/office/drawing/2014/main" id="{E5D602B7-0154-AEB7-239F-256AAF330C1E}"/>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pic>
        <p:nvPicPr>
          <p:cNvPr id="15" name="Picture 14">
            <a:extLst>
              <a:ext uri="{FF2B5EF4-FFF2-40B4-BE49-F238E27FC236}">
                <a16:creationId xmlns:a16="http://schemas.microsoft.com/office/drawing/2014/main" id="{B020D3FD-5BB0-B0D6-A198-2CC86E6DA98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Tree>
    <p:extLst>
      <p:ext uri="{BB962C8B-B14F-4D97-AF65-F5344CB8AC3E}">
        <p14:creationId xmlns:p14="http://schemas.microsoft.com/office/powerpoint/2010/main" val="125082953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Our_People_3_Peopl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27063"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27063"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27063" y="795020"/>
            <a:ext cx="1866900" cy="1981200"/>
          </a:xfrm>
          <a:prstGeom prst="rect">
            <a:avLst/>
          </a:prstGeom>
        </p:spPr>
        <p:txBody>
          <a:bodyPr/>
          <a:lstStyle/>
          <a:p>
            <a:r>
              <a:rPr lang="en-US"/>
              <a:t>Click icon to add picture</a:t>
            </a:r>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27063"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r>
              <a:rPr lang="en-US"/>
              <a:t>Click icon to add picture</a:t>
            </a:r>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r>
              <a:rPr lang="en-US"/>
              <a:t>Click icon to add picture</a:t>
            </a:r>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8" name="TextBox 7">
            <a:extLst>
              <a:ext uri="{FF2B5EF4-FFF2-40B4-BE49-F238E27FC236}">
                <a16:creationId xmlns:a16="http://schemas.microsoft.com/office/drawing/2014/main" id="{B8D64F61-C0FA-0C91-5963-6E2A72BAE0EC}"/>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9" name="Text Placeholder 3">
            <a:extLst>
              <a:ext uri="{FF2B5EF4-FFF2-40B4-BE49-F238E27FC236}">
                <a16:creationId xmlns:a16="http://schemas.microsoft.com/office/drawing/2014/main" id="{563B925E-92C3-987F-0FC0-AE8EC43ABC33}"/>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pic>
        <p:nvPicPr>
          <p:cNvPr id="11" name="Picture 10">
            <a:extLst>
              <a:ext uri="{FF2B5EF4-FFF2-40B4-BE49-F238E27FC236}">
                <a16:creationId xmlns:a16="http://schemas.microsoft.com/office/drawing/2014/main" id="{2E539AA1-06E4-9967-8A01-AA1CC6BF554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13" name="Text Placeholder 10">
            <a:extLst>
              <a:ext uri="{FF2B5EF4-FFF2-40B4-BE49-F238E27FC236}">
                <a16:creationId xmlns:a16="http://schemas.microsoft.com/office/drawing/2014/main" id="{7E413724-DF6D-A95C-8C60-B1166F8320FC}"/>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269420055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Our_People_3_People_White">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27063" y="2916672"/>
            <a:ext cx="3467100" cy="537198"/>
          </a:xfrm>
          <a:prstGeom prst="rect">
            <a:avLst/>
          </a:prstGeom>
        </p:spPr>
        <p:txBody>
          <a:bodyPr wrap="square">
            <a:spAutoFit/>
          </a:bodyPr>
          <a:lstStyle>
            <a:lvl1pPr>
              <a:lnSpc>
                <a:spcPts val="4600"/>
              </a:lnSpc>
              <a:spcBef>
                <a:spcPts val="0"/>
              </a:spcBef>
              <a:defRPr sz="2800" b="0" i="0" spc="0">
                <a:gradFill flip="none" rotWithShape="1">
                  <a:gsLst>
                    <a:gs pos="0">
                      <a:srgbClr val="0078C2"/>
                    </a:gs>
                    <a:gs pos="58000">
                      <a:srgbClr val="0047FF"/>
                    </a:gs>
                    <a:gs pos="91000">
                      <a:srgbClr val="8453D2"/>
                    </a:gs>
                  </a:gsLst>
                  <a:lin ang="0" scaled="1"/>
                  <a:tileRect/>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27063"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27063" y="795020"/>
            <a:ext cx="1866900" cy="1981200"/>
          </a:xfrm>
          <a:prstGeom prst="rect">
            <a:avLst/>
          </a:prstGeom>
        </p:spPr>
        <p:txBody>
          <a:bodyPr/>
          <a:lstStyle/>
          <a:p>
            <a:r>
              <a:rPr lang="en-US"/>
              <a:t>Click icon to add picture</a:t>
            </a:r>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27063"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800" b="0" i="0" spc="0">
                <a:gradFill>
                  <a:gsLst>
                    <a:gs pos="0">
                      <a:srgbClr val="0078C2"/>
                    </a:gs>
                    <a:gs pos="58000">
                      <a:srgbClr val="0047FF"/>
                    </a:gs>
                    <a:gs pos="91000">
                      <a:srgbClr val="8453D2"/>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r>
              <a:rPr lang="en-US"/>
              <a:t>Click icon to add picture</a:t>
            </a:r>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800" b="0" i="0" spc="0">
                <a:gradFill>
                  <a:gsLst>
                    <a:gs pos="0">
                      <a:srgbClr val="0078C2"/>
                    </a:gs>
                    <a:gs pos="58000">
                      <a:srgbClr val="0047FF"/>
                    </a:gs>
                    <a:gs pos="91000">
                      <a:srgbClr val="8453D2"/>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r>
              <a:rPr lang="en-US"/>
              <a:t>Click icon to add picture</a:t>
            </a:r>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3" name="Text Placeholder 10">
            <a:extLst>
              <a:ext uri="{FF2B5EF4-FFF2-40B4-BE49-F238E27FC236}">
                <a16:creationId xmlns:a16="http://schemas.microsoft.com/office/drawing/2014/main" id="{487CB6C0-A169-C8C1-E769-E9DEDFE854FA}"/>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340643355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Quote_Large_Black">
    <p:bg>
      <p:bgPr>
        <a:solidFill>
          <a:schemeClr val="bg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433050" cy="1846659"/>
          </a:xfrm>
          <a:prstGeom prst="rect">
            <a:avLst/>
          </a:prstGeom>
        </p:spPr>
        <p:txBody>
          <a:bodyPr wrap="square">
            <a:spAutoFit/>
          </a:bodyPr>
          <a:lstStyle>
            <a:lvl1pPr>
              <a:defRPr sz="6000" b="1" i="0">
                <a:gradFill>
                  <a:gsLst>
                    <a:gs pos="0">
                      <a:schemeClr val="accent3"/>
                    </a:gs>
                    <a:gs pos="100000">
                      <a:schemeClr val="accent4"/>
                    </a:gs>
                    <a:gs pos="71000">
                      <a:schemeClr val="accent2"/>
                    </a:gs>
                  </a:gsLst>
                  <a:lin ang="3600000" scaled="0"/>
                </a:gra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accent3"/>
                </a:solidFill>
              </a:rPr>
              <a:t>“</a:t>
            </a:r>
          </a:p>
        </p:txBody>
      </p:sp>
      <p:sp>
        <p:nvSpPr>
          <p:cNvPr id="3" name="Text Placeholder 10">
            <a:extLst>
              <a:ext uri="{FF2B5EF4-FFF2-40B4-BE49-F238E27FC236}">
                <a16:creationId xmlns:a16="http://schemas.microsoft.com/office/drawing/2014/main" id="{6F4CE3CF-1C4D-3D01-143D-CF6CDCBD2F77}"/>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32585091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Quote_Large_Black_Blur">
    <p:bg>
      <p:bgPr>
        <a:solidFill>
          <a:schemeClr val="bg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433050" cy="1846659"/>
          </a:xfrm>
          <a:prstGeom prst="rect">
            <a:avLst/>
          </a:prstGeom>
        </p:spPr>
        <p:txBody>
          <a:bodyPr wrap="square">
            <a:spAutoFit/>
          </a:bodyPr>
          <a:lstStyle>
            <a:lvl1pPr>
              <a:defRPr sz="6000" b="1" i="0">
                <a:solidFill>
                  <a:schemeClr val="tx1"/>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tx1"/>
                </a:solidFill>
              </a:rPr>
              <a:t>“</a:t>
            </a:r>
          </a:p>
        </p:txBody>
      </p:sp>
      <p:sp>
        <p:nvSpPr>
          <p:cNvPr id="3" name="Text Placeholder 10">
            <a:extLst>
              <a:ext uri="{FF2B5EF4-FFF2-40B4-BE49-F238E27FC236}">
                <a16:creationId xmlns:a16="http://schemas.microsoft.com/office/drawing/2014/main" id="{FDAE605C-196F-F337-1606-FFE4407B2E77}"/>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191405775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Quote+Imag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rgbClr val="000000"/>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rgbClr val="000000"/>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27063" y="1562100"/>
            <a:ext cx="3726051" cy="4100476"/>
          </a:xfrm>
          <a:prstGeom prst="rect">
            <a:avLst/>
          </a:prstGeom>
        </p:spPr>
        <p:txBody>
          <a:bodyPr/>
          <a:lstStyle>
            <a:lvl1pPr>
              <a:defRPr>
                <a:solidFill>
                  <a:srgbClr val="000000"/>
                </a:solidFill>
              </a:defRPr>
            </a:lvl1pPr>
          </a:lstStyle>
          <a:p>
            <a:r>
              <a:rPr lang="en-US"/>
              <a:t>Click icon to add picture</a:t>
            </a:r>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sp>
        <p:nvSpPr>
          <p:cNvPr id="5" name="TextBox 4">
            <a:extLst>
              <a:ext uri="{FF2B5EF4-FFF2-40B4-BE49-F238E27FC236}">
                <a16:creationId xmlns:a16="http://schemas.microsoft.com/office/drawing/2014/main" id="{EB2EFE8D-5911-2CF9-B876-42825B8CB9A0}"/>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6" name="Text Placeholder 3">
            <a:extLst>
              <a:ext uri="{FF2B5EF4-FFF2-40B4-BE49-F238E27FC236}">
                <a16:creationId xmlns:a16="http://schemas.microsoft.com/office/drawing/2014/main" id="{D61EEB86-2BDF-0331-DAC7-4CB25CC0C311}"/>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pic>
        <p:nvPicPr>
          <p:cNvPr id="8" name="Picture 7">
            <a:extLst>
              <a:ext uri="{FF2B5EF4-FFF2-40B4-BE49-F238E27FC236}">
                <a16:creationId xmlns:a16="http://schemas.microsoft.com/office/drawing/2014/main" id="{210FC7E8-8650-C8C3-33C5-35DD5299DD6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9" name="Text Placeholder 10">
            <a:extLst>
              <a:ext uri="{FF2B5EF4-FFF2-40B4-BE49-F238E27FC236}">
                <a16:creationId xmlns:a16="http://schemas.microsoft.com/office/drawing/2014/main" id="{D78226D6-C70F-7F41-A49D-D155A4650AC7}"/>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40678115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Quote+Image_Black">
    <p:bg>
      <p:bgPr>
        <a:solidFill>
          <a:schemeClr val="bg1"/>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tx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27063" y="1562100"/>
            <a:ext cx="3726051" cy="4100476"/>
          </a:xfrm>
          <a:prstGeom prst="rect">
            <a:avLst/>
          </a:prstGeom>
        </p:spPr>
        <p:txBody>
          <a:bodyPr/>
          <a:lstStyle>
            <a:lvl1pPr>
              <a:defRPr>
                <a:solidFill>
                  <a:schemeClr val="tx1"/>
                </a:solidFill>
              </a:defRPr>
            </a:lvl1pPr>
          </a:lstStyle>
          <a:p>
            <a:r>
              <a:rPr lang="en-US"/>
              <a:t>Click icon to add picture</a:t>
            </a:r>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tx1"/>
                </a:solidFill>
              </a:rPr>
              <a:t>“</a:t>
            </a:r>
          </a:p>
        </p:txBody>
      </p:sp>
      <p:sp>
        <p:nvSpPr>
          <p:cNvPr id="3" name="Text Placeholder 10">
            <a:extLst>
              <a:ext uri="{FF2B5EF4-FFF2-40B4-BE49-F238E27FC236}">
                <a16:creationId xmlns:a16="http://schemas.microsoft.com/office/drawing/2014/main" id="{00C373F2-39D4-5FF7-946C-A7DC7E1B4664}"/>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19726078"/>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Quote+Image_Black_Blur">
    <p:bg>
      <p:bgPr>
        <a:solidFill>
          <a:schemeClr val="bg1"/>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tx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27063" y="1562100"/>
            <a:ext cx="3726051" cy="4100476"/>
          </a:xfrm>
          <a:prstGeom prst="rect">
            <a:avLst/>
          </a:prstGeom>
        </p:spPr>
        <p:txBody>
          <a:bodyPr/>
          <a:lstStyle>
            <a:lvl1pPr>
              <a:defRPr>
                <a:solidFill>
                  <a:schemeClr val="tx2"/>
                </a:solidFill>
              </a:defRPr>
            </a:lvl1pPr>
          </a:lstStyle>
          <a:p>
            <a:r>
              <a:rPr lang="en-US"/>
              <a:t>Click icon to add picture</a:t>
            </a:r>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tx1"/>
                </a:solidFill>
              </a:rPr>
              <a:t>“</a:t>
            </a:r>
          </a:p>
        </p:txBody>
      </p:sp>
      <p:sp>
        <p:nvSpPr>
          <p:cNvPr id="3" name="Text Placeholder 10">
            <a:extLst>
              <a:ext uri="{FF2B5EF4-FFF2-40B4-BE49-F238E27FC236}">
                <a16:creationId xmlns:a16="http://schemas.microsoft.com/office/drawing/2014/main" id="{461A5100-8F72-3104-759D-00BAB367B1A5}"/>
              </a:ext>
            </a:extLst>
          </p:cNvPr>
          <p:cNvSpPr>
            <a:spLocks noGrp="1"/>
          </p:cNvSpPr>
          <p:nvPr>
            <p:ph type="body" sz="quarter" idx="37" hasCustomPrompt="1"/>
          </p:nvPr>
        </p:nvSpPr>
        <p:spPr>
          <a:xfrm>
            <a:off x="627063" y="419100"/>
            <a:ext cx="3725862"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356495217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Small_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1455701-65C9-97B2-64E0-82F53FA37756}"/>
              </a:ext>
            </a:extLst>
          </p:cNvPr>
          <p:cNvSpPr>
            <a:spLocks noGrp="1"/>
          </p:cNvSpPr>
          <p:nvPr>
            <p:ph type="body" sz="quarter" idx="26" hasCustomPrompt="1"/>
          </p:nvPr>
        </p:nvSpPr>
        <p:spPr>
          <a:xfrm>
            <a:off x="627063" y="1714501"/>
            <a:ext cx="10929937" cy="480060"/>
          </a:xfrm>
          <a:prstGeom prst="rect">
            <a:avLst/>
          </a:prstGeom>
        </p:spPr>
        <p:txBody>
          <a:bodyPr/>
          <a:lstStyle>
            <a:lvl1pPr>
              <a:defRPr sz="1800" b="1" i="0">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5" name="Text Placeholder 3">
            <a:extLst>
              <a:ext uri="{FF2B5EF4-FFF2-40B4-BE49-F238E27FC236}">
                <a16:creationId xmlns:a16="http://schemas.microsoft.com/office/drawing/2014/main" id="{7F93B36D-BA2E-1899-D9F4-FEAD1083B619}"/>
              </a:ext>
            </a:extLst>
          </p:cNvPr>
          <p:cNvSpPr>
            <a:spLocks noGrp="1"/>
          </p:cNvSpPr>
          <p:nvPr>
            <p:ph type="body" sz="quarter" idx="27" hasCustomPrompt="1"/>
          </p:nvPr>
        </p:nvSpPr>
        <p:spPr>
          <a:xfrm>
            <a:off x="627063" y="2252472"/>
            <a:ext cx="10929937" cy="1136904"/>
          </a:xfrm>
          <a:prstGeom prst="rect">
            <a:avLst/>
          </a:prstGeom>
        </p:spPr>
        <p:txBody>
          <a:bodyPr/>
          <a:lstStyle>
            <a:lvl1pPr>
              <a:lnSpc>
                <a:spcPts val="1800"/>
              </a:lnSpc>
              <a:defRPr sz="1400" b="0" i="0">
                <a:latin typeface="Calibri Light" panose="020F0302020204030204" pitchFamily="34" charset="0"/>
                <a:cs typeface="Calibri Light" panose="020F0302020204030204" pitchFamily="34" charset="0"/>
              </a:defRPr>
            </a:lvl1pPr>
          </a:lstStyle>
          <a:p>
            <a:r>
              <a:rPr lang="en-US"/>
              <a:t>When you just have a bunch of type and don’t want to try too hard. Lorem ipsum diam fames </a:t>
            </a:r>
            <a:r>
              <a:rPr lang="en-US" err="1"/>
              <a:t>augue</a:t>
            </a:r>
            <a:r>
              <a:rPr lang="en-US"/>
              <a:t> in </a:t>
            </a:r>
            <a:r>
              <a:rPr lang="en-US" err="1"/>
              <a:t>habitasse</a:t>
            </a:r>
            <a:r>
              <a:rPr lang="en-US"/>
              <a:t> </a:t>
            </a:r>
            <a:r>
              <a:rPr lang="en-US" err="1"/>
              <a:t>tempor</a:t>
            </a:r>
            <a:r>
              <a:rPr lang="en-US"/>
              <a:t> porta, </a:t>
            </a:r>
            <a:r>
              <a:rPr lang="en-US" err="1"/>
              <a:t>eleifend</a:t>
            </a:r>
            <a:r>
              <a:rPr lang="en-US"/>
              <a:t>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 vestibulum </a:t>
            </a:r>
            <a:r>
              <a:rPr lang="en-US" err="1"/>
              <a:t>eu</a:t>
            </a:r>
            <a:r>
              <a:rPr lang="en-US"/>
              <a:t> ac integer, </a:t>
            </a:r>
            <a:r>
              <a:rPr lang="en-US" err="1"/>
              <a:t>tellus</a:t>
            </a:r>
            <a:r>
              <a:rPr lang="en-US"/>
              <a:t> pharetra </a:t>
            </a:r>
            <a:r>
              <a:rPr lang="en-US" err="1"/>
              <a:t>dictumst</a:t>
            </a:r>
            <a:r>
              <a:rPr lang="en-US"/>
              <a:t> </a:t>
            </a:r>
            <a:r>
              <a:rPr lang="en-US" err="1"/>
              <a:t>fusce</a:t>
            </a:r>
            <a:r>
              <a:rPr lang="en-US"/>
              <a:t> </a:t>
            </a:r>
            <a:r>
              <a:rPr lang="en-US" err="1"/>
              <a:t>condimentum</a:t>
            </a:r>
            <a:r>
              <a:rPr lang="en-US"/>
              <a:t> ad </a:t>
            </a:r>
            <a:r>
              <a:rPr lang="en-US" err="1"/>
              <a:t>facilisis</a:t>
            </a:r>
            <a:r>
              <a:rPr lang="en-US"/>
              <a:t>.</a:t>
            </a:r>
          </a:p>
        </p:txBody>
      </p:sp>
      <p:sp>
        <p:nvSpPr>
          <p:cNvPr id="2" name="Title 1">
            <a:extLst>
              <a:ext uri="{FF2B5EF4-FFF2-40B4-BE49-F238E27FC236}">
                <a16:creationId xmlns:a16="http://schemas.microsoft.com/office/drawing/2014/main" id="{E912A43B-3D79-101B-16B9-5A730D078E49}"/>
              </a:ext>
            </a:extLst>
          </p:cNvPr>
          <p:cNvSpPr>
            <a:spLocks noGrp="1"/>
          </p:cNvSpPr>
          <p:nvPr>
            <p:ph type="title" hasCustomPrompt="1"/>
          </p:nvPr>
        </p:nvSpPr>
        <p:spPr>
          <a:xfrm>
            <a:off x="627063" y="722843"/>
            <a:ext cx="1092993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7" name="Text Placeholder 10">
            <a:extLst>
              <a:ext uri="{FF2B5EF4-FFF2-40B4-BE49-F238E27FC236}">
                <a16:creationId xmlns:a16="http://schemas.microsoft.com/office/drawing/2014/main" id="{96C36364-1C0F-5032-1D5A-5E78ECFC1A91}"/>
              </a:ext>
            </a:extLst>
          </p:cNvPr>
          <p:cNvSpPr>
            <a:spLocks noGrp="1"/>
          </p:cNvSpPr>
          <p:nvPr>
            <p:ph type="body" sz="quarter" idx="28" hasCustomPrompt="1"/>
          </p:nvPr>
        </p:nvSpPr>
        <p:spPr>
          <a:xfrm>
            <a:off x="627063" y="419100"/>
            <a:ext cx="3632517"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269353894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27D5499-0685-B5EC-CFEF-2F1381E2A02C}"/>
              </a:ext>
            </a:extLst>
          </p:cNvPr>
          <p:cNvSpPr>
            <a:spLocks noGrp="1"/>
          </p:cNvSpPr>
          <p:nvPr>
            <p:ph type="title" hasCustomPrompt="1"/>
          </p:nvPr>
        </p:nvSpPr>
        <p:spPr>
          <a:xfrm>
            <a:off x="627063" y="722843"/>
            <a:ext cx="1092993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7" name="Text Placeholder 10">
            <a:extLst>
              <a:ext uri="{FF2B5EF4-FFF2-40B4-BE49-F238E27FC236}">
                <a16:creationId xmlns:a16="http://schemas.microsoft.com/office/drawing/2014/main" id="{52B72EAA-7B3A-08E8-5F97-A36DD177419F}"/>
              </a:ext>
            </a:extLst>
          </p:cNvPr>
          <p:cNvSpPr>
            <a:spLocks noGrp="1"/>
          </p:cNvSpPr>
          <p:nvPr>
            <p:ph type="body" sz="quarter" idx="28" hasCustomPrompt="1"/>
          </p:nvPr>
        </p:nvSpPr>
        <p:spPr>
          <a:xfrm>
            <a:off x="627063" y="419100"/>
            <a:ext cx="3632517"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
        <p:nvSpPr>
          <p:cNvPr id="8" name="Text Placeholder 3">
            <a:extLst>
              <a:ext uri="{FF2B5EF4-FFF2-40B4-BE49-F238E27FC236}">
                <a16:creationId xmlns:a16="http://schemas.microsoft.com/office/drawing/2014/main" id="{7D597AFE-3DDF-B264-B83C-C62A3F7CCC9A}"/>
              </a:ext>
            </a:extLst>
          </p:cNvPr>
          <p:cNvSpPr>
            <a:spLocks noGrp="1"/>
          </p:cNvSpPr>
          <p:nvPr>
            <p:ph type="body" sz="quarter" idx="26" hasCustomPrompt="1"/>
          </p:nvPr>
        </p:nvSpPr>
        <p:spPr>
          <a:xfrm>
            <a:off x="639074" y="1714501"/>
            <a:ext cx="10929936" cy="480060"/>
          </a:xfrm>
          <a:prstGeom prst="rect">
            <a:avLst/>
          </a:prstGeom>
        </p:spPr>
        <p:txBody>
          <a:bodyPr/>
          <a:lstStyle>
            <a:lvl1pPr>
              <a:defRPr sz="1800" b="1" i="0">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Tree>
    <p:extLst>
      <p:ext uri="{BB962C8B-B14F-4D97-AF65-F5344CB8AC3E}">
        <p14:creationId xmlns:p14="http://schemas.microsoft.com/office/powerpoint/2010/main" val="427743419"/>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2_Column_Tex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2698291"/>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2" name="Text Placeholder 4">
            <a:extLst>
              <a:ext uri="{FF2B5EF4-FFF2-40B4-BE49-F238E27FC236}">
                <a16:creationId xmlns:a16="http://schemas.microsoft.com/office/drawing/2014/main" id="{2D5963C9-D5D1-84E3-AF7B-5BFA6D21DC39}"/>
              </a:ext>
            </a:extLst>
          </p:cNvPr>
          <p:cNvSpPr>
            <a:spLocks noGrp="1"/>
          </p:cNvSpPr>
          <p:nvPr>
            <p:ph type="body" sz="quarter" idx="27" hasCustomPrompt="1"/>
          </p:nvPr>
        </p:nvSpPr>
        <p:spPr>
          <a:xfrm>
            <a:off x="6229654" y="2698291"/>
            <a:ext cx="4648200" cy="177862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a:t>
            </a:r>
          </a:p>
        </p:txBody>
      </p:sp>
      <p:sp>
        <p:nvSpPr>
          <p:cNvPr id="4" name="Text Placeholder 4">
            <a:extLst>
              <a:ext uri="{FF2B5EF4-FFF2-40B4-BE49-F238E27FC236}">
                <a16:creationId xmlns:a16="http://schemas.microsoft.com/office/drawing/2014/main" id="{8205CA7F-D6DB-04A0-EA4C-4787388D3583}"/>
              </a:ext>
            </a:extLst>
          </p:cNvPr>
          <p:cNvSpPr>
            <a:spLocks noGrp="1"/>
          </p:cNvSpPr>
          <p:nvPr>
            <p:ph type="body" sz="quarter" idx="28" hasCustomPrompt="1"/>
          </p:nvPr>
        </p:nvSpPr>
        <p:spPr>
          <a:xfrm>
            <a:off x="6229654"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5" name="Title 1">
            <a:extLst>
              <a:ext uri="{FF2B5EF4-FFF2-40B4-BE49-F238E27FC236}">
                <a16:creationId xmlns:a16="http://schemas.microsoft.com/office/drawing/2014/main" id="{F4195459-98D5-70AE-F6C8-404ED17C14C6}"/>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8" name="Text Placeholder 10">
            <a:extLst>
              <a:ext uri="{FF2B5EF4-FFF2-40B4-BE49-F238E27FC236}">
                <a16:creationId xmlns:a16="http://schemas.microsoft.com/office/drawing/2014/main" id="{9D0B98D6-1BB9-0645-823F-F8023687E28A}"/>
              </a:ext>
            </a:extLst>
          </p:cNvPr>
          <p:cNvSpPr>
            <a:spLocks noGrp="1"/>
          </p:cNvSpPr>
          <p:nvPr>
            <p:ph type="body" sz="quarter" idx="29"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22251434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2_Subsection_Divider_B">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70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7644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7644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08997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08997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Title 1">
            <a:extLst>
              <a:ext uri="{FF2B5EF4-FFF2-40B4-BE49-F238E27FC236}">
                <a16:creationId xmlns:a16="http://schemas.microsoft.com/office/drawing/2014/main" id="{12B69EF7-72B2-FCFD-0ECC-7F4C17CDDA6D}"/>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ACA2232A-06BA-E2D6-78D5-5A9A152974F0}"/>
              </a:ext>
            </a:extLst>
          </p:cNvPr>
          <p:cNvSpPr>
            <a:spLocks noGrp="1"/>
          </p:cNvSpPr>
          <p:nvPr>
            <p:ph type="body" sz="quarter" idx="31"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35573306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3 columns+photo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47699"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699"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Picture Placeholder 3">
            <a:extLst>
              <a:ext uri="{FF2B5EF4-FFF2-40B4-BE49-F238E27FC236}">
                <a16:creationId xmlns:a16="http://schemas.microsoft.com/office/drawing/2014/main" id="{A4DF3F84-AB7D-CCBF-CE9C-8622CDB3301D}"/>
              </a:ext>
            </a:extLst>
          </p:cNvPr>
          <p:cNvSpPr>
            <a:spLocks noGrp="1"/>
          </p:cNvSpPr>
          <p:nvPr>
            <p:ph type="pic" sz="quarter" idx="31"/>
          </p:nvPr>
        </p:nvSpPr>
        <p:spPr>
          <a:xfrm>
            <a:off x="647699" y="1726692"/>
            <a:ext cx="3361476" cy="1917192"/>
          </a:xfrm>
          <a:prstGeom prst="rect">
            <a:avLst/>
          </a:prstGeom>
        </p:spPr>
        <p:txBody>
          <a:bodyPr/>
          <a:lstStyle/>
          <a:p>
            <a:r>
              <a:rPr lang="en-US"/>
              <a:t>Click icon to add picture</a:t>
            </a:r>
          </a:p>
        </p:txBody>
      </p:sp>
      <p:sp>
        <p:nvSpPr>
          <p:cNvPr id="4" name="Text Placeholder 4">
            <a:extLst>
              <a:ext uri="{FF2B5EF4-FFF2-40B4-BE49-F238E27FC236}">
                <a16:creationId xmlns:a16="http://schemas.microsoft.com/office/drawing/2014/main" id="{A5B9E3B6-606B-4386-3178-88031FBF9117}"/>
              </a:ext>
            </a:extLst>
          </p:cNvPr>
          <p:cNvSpPr>
            <a:spLocks noGrp="1"/>
          </p:cNvSpPr>
          <p:nvPr>
            <p:ph type="body" sz="quarter" idx="32" hasCustomPrompt="1"/>
          </p:nvPr>
        </p:nvSpPr>
        <p:spPr>
          <a:xfrm>
            <a:off x="4369338"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5" name="Text Placeholder 4">
            <a:extLst>
              <a:ext uri="{FF2B5EF4-FFF2-40B4-BE49-F238E27FC236}">
                <a16:creationId xmlns:a16="http://schemas.microsoft.com/office/drawing/2014/main" id="{3E3A954E-DE2D-00F0-C4ED-0008C326ECA3}"/>
              </a:ext>
            </a:extLst>
          </p:cNvPr>
          <p:cNvSpPr>
            <a:spLocks noGrp="1"/>
          </p:cNvSpPr>
          <p:nvPr>
            <p:ph type="body" sz="quarter" idx="33" hasCustomPrompt="1"/>
          </p:nvPr>
        </p:nvSpPr>
        <p:spPr>
          <a:xfrm>
            <a:off x="4369338"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Picture Placeholder 3">
            <a:extLst>
              <a:ext uri="{FF2B5EF4-FFF2-40B4-BE49-F238E27FC236}">
                <a16:creationId xmlns:a16="http://schemas.microsoft.com/office/drawing/2014/main" id="{197F8596-9B60-0E1E-695B-F159BEA9E3DD}"/>
              </a:ext>
            </a:extLst>
          </p:cNvPr>
          <p:cNvSpPr>
            <a:spLocks noGrp="1"/>
          </p:cNvSpPr>
          <p:nvPr>
            <p:ph type="pic" sz="quarter" idx="34"/>
          </p:nvPr>
        </p:nvSpPr>
        <p:spPr>
          <a:xfrm>
            <a:off x="4369338" y="1726692"/>
            <a:ext cx="3361476" cy="1917192"/>
          </a:xfrm>
          <a:prstGeom prst="rect">
            <a:avLst/>
          </a:prstGeom>
        </p:spPr>
        <p:txBody>
          <a:bodyPr/>
          <a:lstStyle/>
          <a:p>
            <a:r>
              <a:rPr lang="en-US"/>
              <a:t>Click icon to add picture</a:t>
            </a:r>
          </a:p>
        </p:txBody>
      </p:sp>
      <p:sp>
        <p:nvSpPr>
          <p:cNvPr id="14" name="Text Placeholder 4">
            <a:extLst>
              <a:ext uri="{FF2B5EF4-FFF2-40B4-BE49-F238E27FC236}">
                <a16:creationId xmlns:a16="http://schemas.microsoft.com/office/drawing/2014/main" id="{9BB6C83D-C556-0782-5061-97C7DD672F22}"/>
              </a:ext>
            </a:extLst>
          </p:cNvPr>
          <p:cNvSpPr>
            <a:spLocks noGrp="1"/>
          </p:cNvSpPr>
          <p:nvPr>
            <p:ph type="body" sz="quarter" idx="35" hasCustomPrompt="1"/>
          </p:nvPr>
        </p:nvSpPr>
        <p:spPr>
          <a:xfrm>
            <a:off x="8089452"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5" name="Text Placeholder 4">
            <a:extLst>
              <a:ext uri="{FF2B5EF4-FFF2-40B4-BE49-F238E27FC236}">
                <a16:creationId xmlns:a16="http://schemas.microsoft.com/office/drawing/2014/main" id="{A4D25C29-AD3E-1278-B083-FCE0D4540152}"/>
              </a:ext>
            </a:extLst>
          </p:cNvPr>
          <p:cNvSpPr>
            <a:spLocks noGrp="1"/>
          </p:cNvSpPr>
          <p:nvPr>
            <p:ph type="body" sz="quarter" idx="36" hasCustomPrompt="1"/>
          </p:nvPr>
        </p:nvSpPr>
        <p:spPr>
          <a:xfrm>
            <a:off x="8089452"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Picture Placeholder 3">
            <a:extLst>
              <a:ext uri="{FF2B5EF4-FFF2-40B4-BE49-F238E27FC236}">
                <a16:creationId xmlns:a16="http://schemas.microsoft.com/office/drawing/2014/main" id="{66AB8C86-9C9A-0BF1-5545-731713F1DF92}"/>
              </a:ext>
            </a:extLst>
          </p:cNvPr>
          <p:cNvSpPr>
            <a:spLocks noGrp="1"/>
          </p:cNvSpPr>
          <p:nvPr>
            <p:ph type="pic" sz="quarter" idx="37"/>
          </p:nvPr>
        </p:nvSpPr>
        <p:spPr>
          <a:xfrm>
            <a:off x="8089452" y="1726692"/>
            <a:ext cx="3361476" cy="1917192"/>
          </a:xfrm>
          <a:prstGeom prst="rect">
            <a:avLst/>
          </a:prstGeom>
        </p:spPr>
        <p:txBody>
          <a:bodyPr/>
          <a:lstStyle/>
          <a:p>
            <a:r>
              <a:rPr lang="en-US"/>
              <a:t>Click icon to add picture</a:t>
            </a:r>
          </a:p>
        </p:txBody>
      </p:sp>
      <p:sp>
        <p:nvSpPr>
          <p:cNvPr id="10" name="Title 1">
            <a:extLst>
              <a:ext uri="{FF2B5EF4-FFF2-40B4-BE49-F238E27FC236}">
                <a16:creationId xmlns:a16="http://schemas.microsoft.com/office/drawing/2014/main" id="{EF62390F-72F1-C922-7F9E-6DFC278737CC}"/>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11" name="Text Placeholder 10">
            <a:extLst>
              <a:ext uri="{FF2B5EF4-FFF2-40B4-BE49-F238E27FC236}">
                <a16:creationId xmlns:a16="http://schemas.microsoft.com/office/drawing/2014/main" id="{8A96BE69-A4A1-6C64-0D9F-D82B586976E8}"/>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672129419"/>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3_Subsection_Divider_B">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7644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7644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089970"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089970"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47700" y="2682874"/>
            <a:ext cx="3363468" cy="3035173"/>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4551A63A-6B98-CD01-3B76-FD40654546E5}"/>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5" name="Text Placeholder 10">
            <a:extLst>
              <a:ext uri="{FF2B5EF4-FFF2-40B4-BE49-F238E27FC236}">
                <a16:creationId xmlns:a16="http://schemas.microsoft.com/office/drawing/2014/main" id="{A99F9315-A799-3F47-73BC-70CF5B80EF9F}"/>
              </a:ext>
            </a:extLst>
          </p:cNvPr>
          <p:cNvSpPr>
            <a:spLocks noGrp="1"/>
          </p:cNvSpPr>
          <p:nvPr>
            <p:ph type="body" sz="quarter" idx="32"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76956995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column_tex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47700"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47700"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36132"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36132"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21028"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21028"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12478"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12478"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Title 1">
            <a:extLst>
              <a:ext uri="{FF2B5EF4-FFF2-40B4-BE49-F238E27FC236}">
                <a16:creationId xmlns:a16="http://schemas.microsoft.com/office/drawing/2014/main" id="{BDC01C14-F2D7-2887-65D4-8963FDC75EFD}"/>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7" name="Text Placeholder 10">
            <a:extLst>
              <a:ext uri="{FF2B5EF4-FFF2-40B4-BE49-F238E27FC236}">
                <a16:creationId xmlns:a16="http://schemas.microsoft.com/office/drawing/2014/main" id="{01CA365A-97AE-4DC1-8A19-9188A1EF32EA}"/>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09286586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4 columns with image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8175" y="3188833"/>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38175" y="3919032"/>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38175" y="1517921"/>
            <a:ext cx="2404872" cy="1371600"/>
          </a:xfrm>
          <a:prstGeom prst="rect">
            <a:avLst/>
          </a:prstGeom>
        </p:spPr>
        <p:txBody>
          <a:bodyPr/>
          <a:lstStyle/>
          <a:p>
            <a:r>
              <a:rPr lang="en-US"/>
              <a:t>Click icon to add picture</a:t>
            </a:r>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3188833"/>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3919032"/>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7" name="Picture Placeholder 3">
            <a:extLst>
              <a:ext uri="{FF2B5EF4-FFF2-40B4-BE49-F238E27FC236}">
                <a16:creationId xmlns:a16="http://schemas.microsoft.com/office/drawing/2014/main" id="{5D3BEB48-F134-5C30-6B6D-9CE9C41CC7FD}"/>
              </a:ext>
            </a:extLst>
          </p:cNvPr>
          <p:cNvSpPr>
            <a:spLocks noGrp="1"/>
          </p:cNvSpPr>
          <p:nvPr>
            <p:ph type="pic" sz="quarter" idx="34"/>
          </p:nvPr>
        </p:nvSpPr>
        <p:spPr>
          <a:xfrm>
            <a:off x="3453384" y="1517921"/>
            <a:ext cx="2404872" cy="1371600"/>
          </a:xfrm>
          <a:prstGeom prst="rect">
            <a:avLst/>
          </a:prstGeom>
        </p:spPr>
        <p:txBody>
          <a:bodyPr/>
          <a:lstStyle/>
          <a:p>
            <a:r>
              <a:rPr lang="en-US"/>
              <a:t>Click icon to add picture</a:t>
            </a:r>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15634" y="3188833"/>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15634" y="3919032"/>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5" name="Picture Placeholder 3">
            <a:extLst>
              <a:ext uri="{FF2B5EF4-FFF2-40B4-BE49-F238E27FC236}">
                <a16:creationId xmlns:a16="http://schemas.microsoft.com/office/drawing/2014/main" id="{0BA6217C-C15D-5705-1523-51C7EE9D2745}"/>
              </a:ext>
            </a:extLst>
          </p:cNvPr>
          <p:cNvSpPr>
            <a:spLocks noGrp="1"/>
          </p:cNvSpPr>
          <p:nvPr>
            <p:ph type="pic" sz="quarter" idx="37"/>
          </p:nvPr>
        </p:nvSpPr>
        <p:spPr>
          <a:xfrm>
            <a:off x="6215634" y="1517921"/>
            <a:ext cx="2404872" cy="1371600"/>
          </a:xfrm>
          <a:prstGeom prst="rect">
            <a:avLst/>
          </a:prstGeom>
        </p:spPr>
        <p:txBody>
          <a:bodyPr/>
          <a:lstStyle/>
          <a:p>
            <a:r>
              <a:rPr lang="en-US"/>
              <a:t>Click icon to add picture</a:t>
            </a:r>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3188833"/>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3919032"/>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8" name="Picture Placeholder 3">
            <a:extLst>
              <a:ext uri="{FF2B5EF4-FFF2-40B4-BE49-F238E27FC236}">
                <a16:creationId xmlns:a16="http://schemas.microsoft.com/office/drawing/2014/main" id="{10FD9B17-7D3A-73D7-A51D-A3A5FF8DA3BC}"/>
              </a:ext>
            </a:extLst>
          </p:cNvPr>
          <p:cNvSpPr>
            <a:spLocks noGrp="1"/>
          </p:cNvSpPr>
          <p:nvPr>
            <p:ph type="pic" sz="quarter" idx="40"/>
          </p:nvPr>
        </p:nvSpPr>
        <p:spPr>
          <a:xfrm>
            <a:off x="9055608" y="1517921"/>
            <a:ext cx="2404872" cy="1371600"/>
          </a:xfrm>
          <a:prstGeom prst="rect">
            <a:avLst/>
          </a:prstGeom>
        </p:spPr>
        <p:txBody>
          <a:bodyPr/>
          <a:lstStyle/>
          <a:p>
            <a:r>
              <a:rPr lang="en-US"/>
              <a:t>Click icon to add picture</a:t>
            </a:r>
          </a:p>
        </p:txBody>
      </p:sp>
      <p:sp>
        <p:nvSpPr>
          <p:cNvPr id="11" name="Title 1">
            <a:extLst>
              <a:ext uri="{FF2B5EF4-FFF2-40B4-BE49-F238E27FC236}">
                <a16:creationId xmlns:a16="http://schemas.microsoft.com/office/drawing/2014/main" id="{D8E4791D-EB66-3EB0-E97B-4F315F0E9249}"/>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12" name="Text Placeholder 10">
            <a:extLst>
              <a:ext uri="{FF2B5EF4-FFF2-40B4-BE49-F238E27FC236}">
                <a16:creationId xmlns:a16="http://schemas.microsoft.com/office/drawing/2014/main" id="{4C796860-E80D-CE8C-2D2A-386FCE8098DC}"/>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00231056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4_photos_varied_blur">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20858E9A-CB5D-190B-E115-D040F11CFFA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3715475"/>
            <a:ext cx="1539899" cy="2848304"/>
          </a:xfrm>
          <a:prstGeom prst="rect">
            <a:avLst/>
          </a:prstGeom>
        </p:spPr>
      </p:pic>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r>
              <a:rPr lang="en-US"/>
              <a:t>Click icon to add picture</a:t>
            </a:r>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r>
              <a:rPr lang="en-US"/>
              <a:t>Click icon to add picture</a:t>
            </a:r>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r>
              <a:rPr lang="en-US"/>
              <a:t>Click icon to add picture</a:t>
            </a:r>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r>
              <a:rPr lang="en-US"/>
              <a:t>Click icon to add picture</a:t>
            </a:r>
          </a:p>
        </p:txBody>
      </p:sp>
      <p:pic>
        <p:nvPicPr>
          <p:cNvPr id="21" name="Picture 20">
            <a:extLst>
              <a:ext uri="{FF2B5EF4-FFF2-40B4-BE49-F238E27FC236}">
                <a16:creationId xmlns:a16="http://schemas.microsoft.com/office/drawing/2014/main" id="{FC072D8F-9413-C0EE-DD0E-94A9EA142EC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7096521" y="254643"/>
            <a:ext cx="1260401" cy="1260401"/>
          </a:xfrm>
          <a:prstGeom prst="rect">
            <a:avLst/>
          </a:prstGeom>
        </p:spPr>
      </p:pic>
      <p:sp>
        <p:nvSpPr>
          <p:cNvPr id="2" name="Title 1">
            <a:extLst>
              <a:ext uri="{FF2B5EF4-FFF2-40B4-BE49-F238E27FC236}">
                <a16:creationId xmlns:a16="http://schemas.microsoft.com/office/drawing/2014/main" id="{2D142224-C073-C370-0170-EDFF722C3E54}"/>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3" name="Text Placeholder 10">
            <a:extLst>
              <a:ext uri="{FF2B5EF4-FFF2-40B4-BE49-F238E27FC236}">
                <a16:creationId xmlns:a16="http://schemas.microsoft.com/office/drawing/2014/main" id="{8A91D11B-7EB1-78A8-25AB-EA33341C8BBD}"/>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15335886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4_photos_varie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r>
              <a:rPr lang="en-US"/>
              <a:t>Click icon to add picture</a:t>
            </a:r>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r>
              <a:rPr lang="en-US"/>
              <a:t>Click icon to add picture</a:t>
            </a:r>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r>
              <a:rPr lang="en-US"/>
              <a:t>Click icon to add picture</a:t>
            </a:r>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D360D353-A3AE-80DA-C3D7-A4CA5CCF3274}"/>
              </a:ext>
            </a:extLst>
          </p:cNvPr>
          <p:cNvSpPr>
            <a:spLocks noGrp="1"/>
          </p:cNvSpPr>
          <p:nvPr>
            <p:ph type="title" hasCustomPrompt="1"/>
          </p:nvPr>
        </p:nvSpPr>
        <p:spPr>
          <a:xfrm>
            <a:off x="627063" y="722843"/>
            <a:ext cx="363251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3" name="Text Placeholder 10">
            <a:extLst>
              <a:ext uri="{FF2B5EF4-FFF2-40B4-BE49-F238E27FC236}">
                <a16:creationId xmlns:a16="http://schemas.microsoft.com/office/drawing/2014/main" id="{008583E0-4981-FCE6-CC7F-B562C4EAB0FE}"/>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31625292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4_photos_Case_Study_Intro_A">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
            <a:ext cx="3044952" cy="6858000"/>
          </a:xfrm>
          <a:prstGeom prst="rect">
            <a:avLst/>
          </a:prstGeom>
        </p:spPr>
        <p:txBody>
          <a:bodyPr/>
          <a:lstStyle/>
          <a:p>
            <a:r>
              <a:rPr lang="en-US"/>
              <a:t>Click icon to add picture</a:t>
            </a:r>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6858000"/>
          </a:xfrm>
          <a:prstGeom prst="rect">
            <a:avLst/>
          </a:prstGeom>
        </p:spPr>
        <p:txBody>
          <a:bodyPr/>
          <a:lstStyle/>
          <a:p>
            <a:r>
              <a:rPr lang="en-US"/>
              <a:t>Click icon to add picture</a:t>
            </a:r>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431287"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431287"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
            <a:ext cx="3044952" cy="6858000"/>
          </a:xfrm>
          <a:prstGeom prst="rect">
            <a:avLst/>
          </a:prstGeom>
        </p:spPr>
        <p:txBody>
          <a:bodyPr/>
          <a:lstStyle/>
          <a:p>
            <a:r>
              <a:rPr lang="en-US"/>
              <a:t>Click icon to add picture</a:t>
            </a:r>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6858000"/>
          </a:xfrm>
          <a:prstGeom prst="rect">
            <a:avLst/>
          </a:prstGeom>
        </p:spPr>
        <p:txBody>
          <a:bodyPr/>
          <a:lstStyle/>
          <a:p>
            <a:r>
              <a:rPr lang="en-US"/>
              <a:t>Click icon to add picture</a:t>
            </a:r>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515863"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515863"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603488"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603488"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28979497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3_photos_Case_Study_Intro_A">
    <p:spTree>
      <p:nvGrpSpPr>
        <p:cNvPr id="1" name=""/>
        <p:cNvGrpSpPr/>
        <p:nvPr/>
      </p:nvGrpSpPr>
      <p:grpSpPr>
        <a:xfrm>
          <a:off x="0" y="0"/>
          <a:ext cx="0" cy="0"/>
          <a:chOff x="0" y="0"/>
          <a:chExt cx="0" cy="0"/>
        </a:xfrm>
      </p:grpSpPr>
      <p:sp>
        <p:nvSpPr>
          <p:cNvPr id="17" name="Picture Placeholder 12">
            <a:extLst>
              <a:ext uri="{FF2B5EF4-FFF2-40B4-BE49-F238E27FC236}">
                <a16:creationId xmlns:a16="http://schemas.microsoft.com/office/drawing/2014/main" id="{B84B59E6-DB3C-524C-C721-DF0AEF48CED0}"/>
              </a:ext>
            </a:extLst>
          </p:cNvPr>
          <p:cNvSpPr>
            <a:spLocks noGrp="1"/>
          </p:cNvSpPr>
          <p:nvPr>
            <p:ph type="pic" sz="quarter" idx="40"/>
          </p:nvPr>
        </p:nvSpPr>
        <p:spPr>
          <a:xfrm>
            <a:off x="8122920" y="1"/>
            <a:ext cx="4069080" cy="6858000"/>
          </a:xfrm>
          <a:prstGeom prst="rect">
            <a:avLst/>
          </a:prstGeom>
        </p:spPr>
        <p:txBody>
          <a:bodyPr/>
          <a:lstStyle/>
          <a:p>
            <a:r>
              <a:rPr lang="en-US"/>
              <a:t>Click icon to add picture</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0" y="1"/>
            <a:ext cx="4069080" cy="6858000"/>
          </a:xfrm>
          <a:prstGeom prst="rect">
            <a:avLst/>
          </a:prstGeom>
        </p:spPr>
        <p:txBody>
          <a:bodyPr/>
          <a:lstStyle/>
          <a:p>
            <a:r>
              <a:rPr lang="en-US"/>
              <a:t>Click icon to add picture</a:t>
            </a:r>
          </a:p>
        </p:txBody>
      </p:sp>
      <p:sp>
        <p:nvSpPr>
          <p:cNvPr id="9" name="Picture Placeholder 12">
            <a:extLst>
              <a:ext uri="{FF2B5EF4-FFF2-40B4-BE49-F238E27FC236}">
                <a16:creationId xmlns:a16="http://schemas.microsoft.com/office/drawing/2014/main" id="{D40E92CB-4429-D81E-AE0E-74FA641AF1D7}"/>
              </a:ext>
            </a:extLst>
          </p:cNvPr>
          <p:cNvSpPr>
            <a:spLocks noGrp="1"/>
          </p:cNvSpPr>
          <p:nvPr>
            <p:ph type="pic" sz="quarter" idx="37"/>
          </p:nvPr>
        </p:nvSpPr>
        <p:spPr>
          <a:xfrm>
            <a:off x="4061460" y="1"/>
            <a:ext cx="4069080" cy="6858000"/>
          </a:xfrm>
          <a:prstGeom prst="rect">
            <a:avLst/>
          </a:prstGeom>
        </p:spPr>
        <p:txBody>
          <a:bodyPr/>
          <a:lstStyle/>
          <a:p>
            <a:r>
              <a:rPr lang="en-US"/>
              <a:t>Click icon to add picture</a:t>
            </a:r>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
        <p:nvSpPr>
          <p:cNvPr id="5" name="Text Placeholder 4">
            <a:extLst>
              <a:ext uri="{FF2B5EF4-FFF2-40B4-BE49-F238E27FC236}">
                <a16:creationId xmlns:a16="http://schemas.microsoft.com/office/drawing/2014/main" id="{D6A1F11A-7C19-9AF1-8D46-17DC6138F663}"/>
              </a:ext>
            </a:extLst>
          </p:cNvPr>
          <p:cNvSpPr>
            <a:spLocks noGrp="1"/>
          </p:cNvSpPr>
          <p:nvPr>
            <p:ph type="body" sz="quarter" idx="35" hasCustomPrompt="1"/>
          </p:nvPr>
        </p:nvSpPr>
        <p:spPr>
          <a:xfrm>
            <a:off x="44584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6" name="Text Placeholder 4">
            <a:extLst>
              <a:ext uri="{FF2B5EF4-FFF2-40B4-BE49-F238E27FC236}">
                <a16:creationId xmlns:a16="http://schemas.microsoft.com/office/drawing/2014/main" id="{210FF0E1-8D9D-EEE3-60BA-CF73F351DF91}"/>
              </a:ext>
            </a:extLst>
          </p:cNvPr>
          <p:cNvSpPr>
            <a:spLocks noGrp="1"/>
          </p:cNvSpPr>
          <p:nvPr>
            <p:ph type="body" sz="quarter" idx="36" hasCustomPrompt="1"/>
          </p:nvPr>
        </p:nvSpPr>
        <p:spPr>
          <a:xfrm>
            <a:off x="44584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
        <p:nvSpPr>
          <p:cNvPr id="11" name="Text Placeholder 4">
            <a:extLst>
              <a:ext uri="{FF2B5EF4-FFF2-40B4-BE49-F238E27FC236}">
                <a16:creationId xmlns:a16="http://schemas.microsoft.com/office/drawing/2014/main" id="{1565875D-645C-4E8A-84A9-85DA3A7C6D3A}"/>
              </a:ext>
            </a:extLst>
          </p:cNvPr>
          <p:cNvSpPr>
            <a:spLocks noGrp="1"/>
          </p:cNvSpPr>
          <p:nvPr>
            <p:ph type="body" sz="quarter" idx="38" hasCustomPrompt="1"/>
          </p:nvPr>
        </p:nvSpPr>
        <p:spPr>
          <a:xfrm>
            <a:off x="84970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15" name="Text Placeholder 4">
            <a:extLst>
              <a:ext uri="{FF2B5EF4-FFF2-40B4-BE49-F238E27FC236}">
                <a16:creationId xmlns:a16="http://schemas.microsoft.com/office/drawing/2014/main" id="{206FED9F-44EA-A943-059C-C15E1B5FC86A}"/>
              </a:ext>
            </a:extLst>
          </p:cNvPr>
          <p:cNvSpPr>
            <a:spLocks noGrp="1"/>
          </p:cNvSpPr>
          <p:nvPr>
            <p:ph type="body" sz="quarter" idx="39" hasCustomPrompt="1"/>
          </p:nvPr>
        </p:nvSpPr>
        <p:spPr>
          <a:xfrm>
            <a:off x="84970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787466121"/>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photos_Case_Study_Intro_A">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1" y="1"/>
            <a:ext cx="6112933" cy="6858000"/>
          </a:xfrm>
          <a:prstGeom prst="rect">
            <a:avLst/>
          </a:prstGeom>
        </p:spPr>
        <p:txBody>
          <a:bodyPr/>
          <a:lstStyle/>
          <a:p>
            <a:r>
              <a:rPr lang="en-US"/>
              <a:t>Click icon to add picture</a:t>
            </a:r>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
        <p:nvSpPr>
          <p:cNvPr id="2" name="Picture Placeholder 12">
            <a:extLst>
              <a:ext uri="{FF2B5EF4-FFF2-40B4-BE49-F238E27FC236}">
                <a16:creationId xmlns:a16="http://schemas.microsoft.com/office/drawing/2014/main" id="{C7F119B1-945E-DB84-8CCC-48ECFF66E18A}"/>
              </a:ext>
            </a:extLst>
          </p:cNvPr>
          <p:cNvSpPr>
            <a:spLocks noGrp="1"/>
          </p:cNvSpPr>
          <p:nvPr>
            <p:ph type="pic" sz="quarter" idx="35"/>
          </p:nvPr>
        </p:nvSpPr>
        <p:spPr>
          <a:xfrm>
            <a:off x="6079067" y="1"/>
            <a:ext cx="6112933" cy="6858000"/>
          </a:xfrm>
          <a:prstGeom prst="rect">
            <a:avLst/>
          </a:prstGeom>
        </p:spPr>
        <p:txBody>
          <a:bodyPr/>
          <a:lstStyle/>
          <a:p>
            <a:r>
              <a:rPr lang="en-US"/>
              <a:t>Click icon to add picture</a:t>
            </a:r>
          </a:p>
        </p:txBody>
      </p:sp>
      <p:sp>
        <p:nvSpPr>
          <p:cNvPr id="10" name="Text Placeholder 4">
            <a:extLst>
              <a:ext uri="{FF2B5EF4-FFF2-40B4-BE49-F238E27FC236}">
                <a16:creationId xmlns:a16="http://schemas.microsoft.com/office/drawing/2014/main" id="{98D26C75-51C3-5A6C-E9B2-8C5ED2E7DC3C}"/>
              </a:ext>
            </a:extLst>
          </p:cNvPr>
          <p:cNvSpPr>
            <a:spLocks noGrp="1"/>
          </p:cNvSpPr>
          <p:nvPr>
            <p:ph type="body" sz="quarter" idx="36" hasCustomPrompt="1"/>
          </p:nvPr>
        </p:nvSpPr>
        <p:spPr>
          <a:xfrm>
            <a:off x="6743701"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tx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0CE14F46-9EA2-9FF5-00DF-32589A51A587}"/>
              </a:ext>
            </a:extLst>
          </p:cNvPr>
          <p:cNvSpPr>
            <a:spLocks noGrp="1"/>
          </p:cNvSpPr>
          <p:nvPr>
            <p:ph type="body" sz="quarter" idx="37" hasCustomPrompt="1"/>
          </p:nvPr>
        </p:nvSpPr>
        <p:spPr>
          <a:xfrm>
            <a:off x="6743701"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tx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31238685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4_photos_Case_Study_Intro_B">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
            <a:ext cx="3044952" cy="4729162"/>
          </a:xfrm>
          <a:prstGeom prst="rect">
            <a:avLst/>
          </a:prstGeom>
        </p:spPr>
        <p:txBody>
          <a:bodyPr/>
          <a:lstStyle/>
          <a:p>
            <a:r>
              <a:rPr lang="en-US"/>
              <a:t>Click icon to add picture</a:t>
            </a:r>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4729162"/>
          </a:xfrm>
          <a:prstGeom prst="rect">
            <a:avLst/>
          </a:prstGeom>
        </p:spPr>
        <p:txBody>
          <a:bodyPr/>
          <a:lstStyle/>
          <a:p>
            <a:r>
              <a:rPr lang="en-US"/>
              <a:t>Click icon to add picture</a:t>
            </a:r>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431287"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431287"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
            <a:ext cx="3044952" cy="4729162"/>
          </a:xfrm>
          <a:prstGeom prst="rect">
            <a:avLst/>
          </a:prstGeom>
        </p:spPr>
        <p:txBody>
          <a:bodyPr/>
          <a:lstStyle/>
          <a:p>
            <a:r>
              <a:rPr lang="en-US"/>
              <a:t>Click icon to add picture</a:t>
            </a:r>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4729162"/>
          </a:xfrm>
          <a:prstGeom prst="rect">
            <a:avLst/>
          </a:prstGeom>
        </p:spPr>
        <p:txBody>
          <a:bodyPr/>
          <a:lstStyle/>
          <a:p>
            <a:r>
              <a:rPr lang="en-US"/>
              <a:t>Click icon to add picture</a:t>
            </a:r>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515863"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515863"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603488"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603488"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393181072"/>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photos_Case_Study_Intro_B">
    <p:spTree>
      <p:nvGrpSpPr>
        <p:cNvPr id="1" name=""/>
        <p:cNvGrpSpPr/>
        <p:nvPr/>
      </p:nvGrpSpPr>
      <p:grpSpPr>
        <a:xfrm>
          <a:off x="0" y="0"/>
          <a:ext cx="0" cy="0"/>
          <a:chOff x="0" y="0"/>
          <a:chExt cx="0" cy="0"/>
        </a:xfrm>
      </p:grpSpPr>
      <p:sp>
        <p:nvSpPr>
          <p:cNvPr id="25" name="Picture Placeholder 12">
            <a:extLst>
              <a:ext uri="{FF2B5EF4-FFF2-40B4-BE49-F238E27FC236}">
                <a16:creationId xmlns:a16="http://schemas.microsoft.com/office/drawing/2014/main" id="{8CEB80F1-2238-7003-E60A-777E8870D8CA}"/>
              </a:ext>
            </a:extLst>
          </p:cNvPr>
          <p:cNvSpPr>
            <a:spLocks noGrp="1"/>
          </p:cNvSpPr>
          <p:nvPr>
            <p:ph type="pic" sz="quarter" idx="40"/>
          </p:nvPr>
        </p:nvSpPr>
        <p:spPr>
          <a:xfrm>
            <a:off x="8122920" y="1"/>
            <a:ext cx="4069080" cy="4727448"/>
          </a:xfrm>
          <a:prstGeom prst="rect">
            <a:avLst/>
          </a:prstGeom>
        </p:spPr>
        <p:txBody>
          <a:bodyPr/>
          <a:lstStyle/>
          <a:p>
            <a:r>
              <a:rPr lang="en-US"/>
              <a:t>Click icon to add picture</a:t>
            </a:r>
          </a:p>
        </p:txBody>
      </p:sp>
      <p:sp>
        <p:nvSpPr>
          <p:cNvPr id="26" name="Picture Placeholder 12">
            <a:extLst>
              <a:ext uri="{FF2B5EF4-FFF2-40B4-BE49-F238E27FC236}">
                <a16:creationId xmlns:a16="http://schemas.microsoft.com/office/drawing/2014/main" id="{081F6261-AB67-5FCE-B3A8-35604F14E2A9}"/>
              </a:ext>
            </a:extLst>
          </p:cNvPr>
          <p:cNvSpPr>
            <a:spLocks noGrp="1"/>
          </p:cNvSpPr>
          <p:nvPr>
            <p:ph type="pic" sz="quarter" idx="34"/>
          </p:nvPr>
        </p:nvSpPr>
        <p:spPr>
          <a:xfrm>
            <a:off x="0" y="1"/>
            <a:ext cx="4069080" cy="4727448"/>
          </a:xfrm>
          <a:prstGeom prst="rect">
            <a:avLst/>
          </a:prstGeom>
        </p:spPr>
        <p:txBody>
          <a:bodyPr/>
          <a:lstStyle/>
          <a:p>
            <a:r>
              <a:rPr lang="en-US"/>
              <a:t>Click icon to add picture</a:t>
            </a:r>
          </a:p>
        </p:txBody>
      </p:sp>
      <p:sp>
        <p:nvSpPr>
          <p:cNvPr id="27" name="Picture Placeholder 12">
            <a:extLst>
              <a:ext uri="{FF2B5EF4-FFF2-40B4-BE49-F238E27FC236}">
                <a16:creationId xmlns:a16="http://schemas.microsoft.com/office/drawing/2014/main" id="{B960C74D-5AC8-20B0-B8EC-5A82F42EEBCD}"/>
              </a:ext>
            </a:extLst>
          </p:cNvPr>
          <p:cNvSpPr>
            <a:spLocks noGrp="1"/>
          </p:cNvSpPr>
          <p:nvPr>
            <p:ph type="pic" sz="quarter" idx="37"/>
          </p:nvPr>
        </p:nvSpPr>
        <p:spPr>
          <a:xfrm>
            <a:off x="4061460" y="1"/>
            <a:ext cx="4069080" cy="4727448"/>
          </a:xfrm>
          <a:prstGeom prst="rect">
            <a:avLst/>
          </a:prstGeom>
        </p:spPr>
        <p:txBody>
          <a:bodyPr/>
          <a:lstStyle/>
          <a:p>
            <a:r>
              <a:rPr lang="en-US"/>
              <a:t>Click icon to add picture</a:t>
            </a:r>
          </a:p>
        </p:txBody>
      </p:sp>
      <p:sp>
        <p:nvSpPr>
          <p:cNvPr id="28" name="Text Placeholder 4">
            <a:extLst>
              <a:ext uri="{FF2B5EF4-FFF2-40B4-BE49-F238E27FC236}">
                <a16:creationId xmlns:a16="http://schemas.microsoft.com/office/drawing/2014/main" id="{1E694EF9-63E8-2DD1-855D-8226F0B9D7EE}"/>
              </a:ext>
            </a:extLst>
          </p:cNvPr>
          <p:cNvSpPr>
            <a:spLocks noGrp="1"/>
          </p:cNvSpPr>
          <p:nvPr>
            <p:ph type="body" sz="quarter" idx="41" hasCustomPrompt="1"/>
          </p:nvPr>
        </p:nvSpPr>
        <p:spPr>
          <a:xfrm>
            <a:off x="343662" y="523036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9" name="Text Placeholder 4">
            <a:extLst>
              <a:ext uri="{FF2B5EF4-FFF2-40B4-BE49-F238E27FC236}">
                <a16:creationId xmlns:a16="http://schemas.microsoft.com/office/drawing/2014/main" id="{0AC54D94-5550-35E2-9CBB-6380D1A0559B}"/>
              </a:ext>
            </a:extLst>
          </p:cNvPr>
          <p:cNvSpPr>
            <a:spLocks noGrp="1"/>
          </p:cNvSpPr>
          <p:nvPr>
            <p:ph type="body" sz="quarter" idx="42" hasCustomPrompt="1"/>
          </p:nvPr>
        </p:nvSpPr>
        <p:spPr>
          <a:xfrm>
            <a:off x="34366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30" name="Text Placeholder 4">
            <a:extLst>
              <a:ext uri="{FF2B5EF4-FFF2-40B4-BE49-F238E27FC236}">
                <a16:creationId xmlns:a16="http://schemas.microsoft.com/office/drawing/2014/main" id="{1174A8AE-15FF-5BDD-7685-4FAF6EF23C53}"/>
              </a:ext>
            </a:extLst>
          </p:cNvPr>
          <p:cNvSpPr>
            <a:spLocks noGrp="1"/>
          </p:cNvSpPr>
          <p:nvPr>
            <p:ph type="body" sz="quarter" idx="35" hasCustomPrompt="1"/>
          </p:nvPr>
        </p:nvSpPr>
        <p:spPr>
          <a:xfrm>
            <a:off x="4458462" y="5233641"/>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31" name="Text Placeholder 4">
            <a:extLst>
              <a:ext uri="{FF2B5EF4-FFF2-40B4-BE49-F238E27FC236}">
                <a16:creationId xmlns:a16="http://schemas.microsoft.com/office/drawing/2014/main" id="{8D7025AF-5AD5-E053-39A9-A1C9947284B8}"/>
              </a:ext>
            </a:extLst>
          </p:cNvPr>
          <p:cNvSpPr>
            <a:spLocks noGrp="1"/>
          </p:cNvSpPr>
          <p:nvPr>
            <p:ph type="body" sz="quarter" idx="36" hasCustomPrompt="1"/>
          </p:nvPr>
        </p:nvSpPr>
        <p:spPr>
          <a:xfrm>
            <a:off x="445846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32" name="Text Placeholder 4">
            <a:extLst>
              <a:ext uri="{FF2B5EF4-FFF2-40B4-BE49-F238E27FC236}">
                <a16:creationId xmlns:a16="http://schemas.microsoft.com/office/drawing/2014/main" id="{A5C5A44C-A29D-3C27-3B25-9F14C1ECA7BB}"/>
              </a:ext>
            </a:extLst>
          </p:cNvPr>
          <p:cNvSpPr>
            <a:spLocks noGrp="1"/>
          </p:cNvSpPr>
          <p:nvPr>
            <p:ph type="body" sz="quarter" idx="38" hasCustomPrompt="1"/>
          </p:nvPr>
        </p:nvSpPr>
        <p:spPr>
          <a:xfrm>
            <a:off x="8497062" y="5233641"/>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33" name="Text Placeholder 4">
            <a:extLst>
              <a:ext uri="{FF2B5EF4-FFF2-40B4-BE49-F238E27FC236}">
                <a16:creationId xmlns:a16="http://schemas.microsoft.com/office/drawing/2014/main" id="{1BF15487-07BD-CB9A-E6A8-536C7BB5ED60}"/>
              </a:ext>
            </a:extLst>
          </p:cNvPr>
          <p:cNvSpPr>
            <a:spLocks noGrp="1"/>
          </p:cNvSpPr>
          <p:nvPr>
            <p:ph type="body" sz="quarter" idx="39" hasCustomPrompt="1"/>
          </p:nvPr>
        </p:nvSpPr>
        <p:spPr>
          <a:xfrm>
            <a:off x="849706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837791686"/>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2_photos_Case_Study_Intro_B">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2" y="1"/>
            <a:ext cx="6117336" cy="4727448"/>
          </a:xfrm>
          <a:prstGeom prst="rect">
            <a:avLst/>
          </a:prstGeom>
        </p:spPr>
        <p:txBody>
          <a:bodyPr/>
          <a:lstStyle/>
          <a:p>
            <a:r>
              <a:rPr lang="en-US"/>
              <a:t>Click icon to add picture</a:t>
            </a:r>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22358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610887"/>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 name="Picture Placeholder 12">
            <a:extLst>
              <a:ext uri="{FF2B5EF4-FFF2-40B4-BE49-F238E27FC236}">
                <a16:creationId xmlns:a16="http://schemas.microsoft.com/office/drawing/2014/main" id="{C7F119B1-945E-DB84-8CCC-48ECFF66E18A}"/>
              </a:ext>
            </a:extLst>
          </p:cNvPr>
          <p:cNvSpPr>
            <a:spLocks noGrp="1"/>
          </p:cNvSpPr>
          <p:nvPr>
            <p:ph type="pic" sz="quarter" idx="35"/>
          </p:nvPr>
        </p:nvSpPr>
        <p:spPr>
          <a:xfrm>
            <a:off x="6079066" y="1"/>
            <a:ext cx="6117336" cy="4727448"/>
          </a:xfrm>
          <a:prstGeom prst="rect">
            <a:avLst/>
          </a:prstGeom>
        </p:spPr>
        <p:txBody>
          <a:bodyPr/>
          <a:lstStyle/>
          <a:p>
            <a:r>
              <a:rPr lang="en-US"/>
              <a:t>Click icon to add picture</a:t>
            </a:r>
          </a:p>
        </p:txBody>
      </p:sp>
      <p:sp>
        <p:nvSpPr>
          <p:cNvPr id="10" name="Text Placeholder 4">
            <a:extLst>
              <a:ext uri="{FF2B5EF4-FFF2-40B4-BE49-F238E27FC236}">
                <a16:creationId xmlns:a16="http://schemas.microsoft.com/office/drawing/2014/main" id="{98D26C75-51C3-5A6C-E9B2-8C5ED2E7DC3C}"/>
              </a:ext>
            </a:extLst>
          </p:cNvPr>
          <p:cNvSpPr>
            <a:spLocks noGrp="1"/>
          </p:cNvSpPr>
          <p:nvPr>
            <p:ph type="body" sz="quarter" idx="36" hasCustomPrompt="1"/>
          </p:nvPr>
        </p:nvSpPr>
        <p:spPr>
          <a:xfrm>
            <a:off x="6743701" y="522358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0CE14F46-9EA2-9FF5-00DF-32589A51A587}"/>
              </a:ext>
            </a:extLst>
          </p:cNvPr>
          <p:cNvSpPr>
            <a:spLocks noGrp="1"/>
          </p:cNvSpPr>
          <p:nvPr>
            <p:ph type="body" sz="quarter" idx="37" hasCustomPrompt="1"/>
          </p:nvPr>
        </p:nvSpPr>
        <p:spPr>
          <a:xfrm>
            <a:off x="6743701" y="5610887"/>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97857138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photos_Case_Study_Intro_C">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385887"/>
            <a:ext cx="3044952" cy="3343275"/>
          </a:xfrm>
          <a:prstGeom prst="rect">
            <a:avLst/>
          </a:prstGeom>
        </p:spPr>
        <p:txBody>
          <a:bodyPr/>
          <a:lstStyle/>
          <a:p>
            <a:r>
              <a:rPr lang="en-US"/>
              <a:t>Click icon to add picture</a:t>
            </a:r>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3971924"/>
          </a:xfrm>
          <a:prstGeom prst="rect">
            <a:avLst/>
          </a:prstGeom>
        </p:spPr>
        <p:txBody>
          <a:bodyPr/>
          <a:lstStyle/>
          <a:p>
            <a:r>
              <a:rPr lang="en-US"/>
              <a:t>Click icon to add picture</a:t>
            </a:r>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431287"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431287"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000125"/>
            <a:ext cx="3044952" cy="3346704"/>
          </a:xfrm>
          <a:prstGeom prst="rect">
            <a:avLst/>
          </a:prstGeom>
        </p:spPr>
        <p:txBody>
          <a:bodyPr/>
          <a:lstStyle/>
          <a:p>
            <a:r>
              <a:rPr lang="en-US"/>
              <a:t>Click icon to add picture</a:t>
            </a:r>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4729162"/>
          </a:xfrm>
          <a:prstGeom prst="rect">
            <a:avLst/>
          </a:prstGeom>
        </p:spPr>
        <p:txBody>
          <a:bodyPr/>
          <a:lstStyle/>
          <a:p>
            <a:r>
              <a:rPr lang="en-US"/>
              <a:t>Click icon to add picture</a:t>
            </a:r>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515863"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515863"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603488"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603488"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129486879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3_photos_Case_Study_Intro_C">
    <p:spTree>
      <p:nvGrpSpPr>
        <p:cNvPr id="1" name=""/>
        <p:cNvGrpSpPr/>
        <p:nvPr/>
      </p:nvGrpSpPr>
      <p:grpSpPr>
        <a:xfrm>
          <a:off x="0" y="0"/>
          <a:ext cx="0" cy="0"/>
          <a:chOff x="0" y="0"/>
          <a:chExt cx="0" cy="0"/>
        </a:xfrm>
      </p:grpSpPr>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414713" y="1"/>
            <a:ext cx="5372099" cy="3971924"/>
          </a:xfrm>
          <a:prstGeom prst="rect">
            <a:avLst/>
          </a:prstGeom>
        </p:spPr>
        <p:txBody>
          <a:bodyPr/>
          <a:lstStyle/>
          <a:p>
            <a:r>
              <a:rPr lang="en-US"/>
              <a:t>Click icon to add picture</a:t>
            </a:r>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8803132" y="1000125"/>
            <a:ext cx="3388868" cy="3346704"/>
          </a:xfrm>
          <a:prstGeom prst="rect">
            <a:avLst/>
          </a:prstGeom>
        </p:spPr>
        <p:txBody>
          <a:bodyPr/>
          <a:lstStyle/>
          <a:p>
            <a:r>
              <a:rPr lang="en-US"/>
              <a:t>Click icon to add picture</a:t>
            </a:r>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4730688"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4730688"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117713"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117713"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5" name="Picture Placeholder 12">
            <a:extLst>
              <a:ext uri="{FF2B5EF4-FFF2-40B4-BE49-F238E27FC236}">
                <a16:creationId xmlns:a16="http://schemas.microsoft.com/office/drawing/2014/main" id="{0892A38E-DB30-CF79-A5B5-0EC6FE038BA6}"/>
              </a:ext>
            </a:extLst>
          </p:cNvPr>
          <p:cNvSpPr>
            <a:spLocks noGrp="1"/>
          </p:cNvSpPr>
          <p:nvPr>
            <p:ph type="pic" sz="quarter" idx="40"/>
          </p:nvPr>
        </p:nvSpPr>
        <p:spPr>
          <a:xfrm>
            <a:off x="0" y="1000125"/>
            <a:ext cx="3388868" cy="3346704"/>
          </a:xfrm>
          <a:prstGeom prst="rect">
            <a:avLst/>
          </a:prstGeom>
        </p:spPr>
        <p:txBody>
          <a:bodyPr/>
          <a:lstStyle/>
          <a:p>
            <a:r>
              <a:rPr lang="en-US"/>
              <a:t>Click icon to add picture</a:t>
            </a:r>
          </a:p>
        </p:txBody>
      </p:sp>
    </p:spTree>
    <p:extLst>
      <p:ext uri="{BB962C8B-B14F-4D97-AF65-F5344CB8AC3E}">
        <p14:creationId xmlns:p14="http://schemas.microsoft.com/office/powerpoint/2010/main" val="372744723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2_photos_Case_Study_Intro_C">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4381500" y="0"/>
            <a:ext cx="7810500" cy="4944533"/>
          </a:xfrm>
          <a:prstGeom prst="rect">
            <a:avLst/>
          </a:prstGeom>
        </p:spPr>
        <p:txBody>
          <a:bodyPr/>
          <a:lstStyle/>
          <a:p>
            <a:r>
              <a:rPr lang="en-US"/>
              <a:t>Click icon to add picture</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48810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48810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5" name="Picture Placeholder 12">
            <a:extLst>
              <a:ext uri="{FF2B5EF4-FFF2-40B4-BE49-F238E27FC236}">
                <a16:creationId xmlns:a16="http://schemas.microsoft.com/office/drawing/2014/main" id="{0892A38E-DB30-CF79-A5B5-0EC6FE038BA6}"/>
              </a:ext>
            </a:extLst>
          </p:cNvPr>
          <p:cNvSpPr>
            <a:spLocks noGrp="1"/>
          </p:cNvSpPr>
          <p:nvPr>
            <p:ph type="pic" sz="quarter" idx="40"/>
          </p:nvPr>
        </p:nvSpPr>
        <p:spPr>
          <a:xfrm>
            <a:off x="0" y="915459"/>
            <a:ext cx="4381500" cy="3346704"/>
          </a:xfrm>
          <a:prstGeom prst="rect">
            <a:avLst/>
          </a:prstGeom>
        </p:spPr>
        <p:txBody>
          <a:bodyPr/>
          <a:lstStyle/>
          <a:p>
            <a:r>
              <a:rPr lang="en-US"/>
              <a:t>Click icon to add picture</a:t>
            </a:r>
          </a:p>
        </p:txBody>
      </p:sp>
    </p:spTree>
    <p:extLst>
      <p:ext uri="{BB962C8B-B14F-4D97-AF65-F5344CB8AC3E}">
        <p14:creationId xmlns:p14="http://schemas.microsoft.com/office/powerpoint/2010/main" val="262417179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4_photos_Case_Study_Intro_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3955255" y="1819274"/>
            <a:ext cx="2616200" cy="2605088"/>
          </a:xfrm>
          <a:prstGeom prst="rect">
            <a:avLst/>
          </a:prstGeom>
        </p:spPr>
        <p:txBody>
          <a:bodyPr/>
          <a:lstStyle/>
          <a:p>
            <a:r>
              <a:rPr lang="en-US"/>
              <a:t>Click icon to add picture</a:t>
            </a:r>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0" y="404812"/>
            <a:ext cx="3779476" cy="4210051"/>
          </a:xfrm>
          <a:prstGeom prst="rect">
            <a:avLst/>
          </a:prstGeom>
        </p:spPr>
        <p:txBody>
          <a:bodyPr/>
          <a:lstStyle/>
          <a:p>
            <a:r>
              <a:rPr lang="en-US"/>
              <a:t>Click icon to add picture</a:t>
            </a:r>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9758363" y="1484311"/>
            <a:ext cx="2329046" cy="2614613"/>
          </a:xfrm>
          <a:prstGeom prst="rect">
            <a:avLst/>
          </a:prstGeom>
        </p:spPr>
        <p:txBody>
          <a:bodyPr/>
          <a:lstStyle/>
          <a:p>
            <a:r>
              <a:rPr lang="en-US"/>
              <a:t>Click icon to add picture</a:t>
            </a:r>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6747234" y="893762"/>
            <a:ext cx="2835349" cy="3721101"/>
          </a:xfrm>
          <a:prstGeom prst="rect">
            <a:avLst/>
          </a:prstGeom>
        </p:spPr>
        <p:txBody>
          <a:bodyPr/>
          <a:lstStyle/>
          <a:p>
            <a:r>
              <a:rPr lang="en-US"/>
              <a:t>Click icon to add picture</a:t>
            </a:r>
          </a:p>
        </p:txBody>
      </p:sp>
      <p:sp>
        <p:nvSpPr>
          <p:cNvPr id="2" name="Text Placeholder 4">
            <a:extLst>
              <a:ext uri="{FF2B5EF4-FFF2-40B4-BE49-F238E27FC236}">
                <a16:creationId xmlns:a16="http://schemas.microsoft.com/office/drawing/2014/main" id="{A9BD9240-DA34-2B4B-C18E-E31B5F3E26A8}"/>
              </a:ext>
            </a:extLst>
          </p:cNvPr>
          <p:cNvSpPr>
            <a:spLocks noGrp="1"/>
          </p:cNvSpPr>
          <p:nvPr>
            <p:ph type="body" sz="quarter" idx="29" hasCustomPrompt="1"/>
          </p:nvPr>
        </p:nvSpPr>
        <p:spPr>
          <a:xfrm>
            <a:off x="75799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5" name="Text Placeholder 4">
            <a:extLst>
              <a:ext uri="{FF2B5EF4-FFF2-40B4-BE49-F238E27FC236}">
                <a16:creationId xmlns:a16="http://schemas.microsoft.com/office/drawing/2014/main" id="{7B3FFB4A-48ED-CC59-1A90-5722D0CADC6B}"/>
              </a:ext>
            </a:extLst>
          </p:cNvPr>
          <p:cNvSpPr>
            <a:spLocks noGrp="1"/>
          </p:cNvSpPr>
          <p:nvPr>
            <p:ph type="body" sz="quarter" idx="30" hasCustomPrompt="1"/>
          </p:nvPr>
        </p:nvSpPr>
        <p:spPr>
          <a:xfrm>
            <a:off x="75799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6" name="Text Placeholder 4">
            <a:extLst>
              <a:ext uri="{FF2B5EF4-FFF2-40B4-BE49-F238E27FC236}">
                <a16:creationId xmlns:a16="http://schemas.microsoft.com/office/drawing/2014/main" id="{A97C5544-D8B2-9AE0-9BC4-AF92DF9C6A04}"/>
              </a:ext>
            </a:extLst>
          </p:cNvPr>
          <p:cNvSpPr>
            <a:spLocks noGrp="1"/>
          </p:cNvSpPr>
          <p:nvPr>
            <p:ph type="body" sz="quarter" idx="32" hasCustomPrompt="1"/>
          </p:nvPr>
        </p:nvSpPr>
        <p:spPr>
          <a:xfrm>
            <a:off x="4023233"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7" name="Text Placeholder 4">
            <a:extLst>
              <a:ext uri="{FF2B5EF4-FFF2-40B4-BE49-F238E27FC236}">
                <a16:creationId xmlns:a16="http://schemas.microsoft.com/office/drawing/2014/main" id="{A4662A9F-9217-54A8-5072-93ABC9E8D412}"/>
              </a:ext>
            </a:extLst>
          </p:cNvPr>
          <p:cNvSpPr>
            <a:spLocks noGrp="1"/>
          </p:cNvSpPr>
          <p:nvPr>
            <p:ph type="body" sz="quarter" idx="33" hasCustomPrompt="1"/>
          </p:nvPr>
        </p:nvSpPr>
        <p:spPr>
          <a:xfrm>
            <a:off x="4023233"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8" name="Text Placeholder 4">
            <a:extLst>
              <a:ext uri="{FF2B5EF4-FFF2-40B4-BE49-F238E27FC236}">
                <a16:creationId xmlns:a16="http://schemas.microsoft.com/office/drawing/2014/main" id="{B8473845-42B3-319E-BAD5-25FF29ECDA22}"/>
              </a:ext>
            </a:extLst>
          </p:cNvPr>
          <p:cNvSpPr>
            <a:spLocks noGrp="1"/>
          </p:cNvSpPr>
          <p:nvPr>
            <p:ph type="body" sz="quarter" idx="36" hasCustomPrompt="1"/>
          </p:nvPr>
        </p:nvSpPr>
        <p:spPr>
          <a:xfrm>
            <a:off x="681697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9" name="Text Placeholder 4">
            <a:extLst>
              <a:ext uri="{FF2B5EF4-FFF2-40B4-BE49-F238E27FC236}">
                <a16:creationId xmlns:a16="http://schemas.microsoft.com/office/drawing/2014/main" id="{D087191E-6D99-69DB-18A5-0987DC62F1F8}"/>
              </a:ext>
            </a:extLst>
          </p:cNvPr>
          <p:cNvSpPr>
            <a:spLocks noGrp="1"/>
          </p:cNvSpPr>
          <p:nvPr>
            <p:ph type="body" sz="quarter" idx="37" hasCustomPrompt="1"/>
          </p:nvPr>
        </p:nvSpPr>
        <p:spPr>
          <a:xfrm>
            <a:off x="681697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21B4FCF2-6DDE-B735-E462-BA93B8E84561}"/>
              </a:ext>
            </a:extLst>
          </p:cNvPr>
          <p:cNvSpPr>
            <a:spLocks noGrp="1"/>
          </p:cNvSpPr>
          <p:nvPr>
            <p:ph type="body" sz="quarter" idx="38" hasCustomPrompt="1"/>
          </p:nvPr>
        </p:nvSpPr>
        <p:spPr>
          <a:xfrm>
            <a:off x="9753600"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B0E7436-EC01-5BA6-ACB7-295FD0FD554E}"/>
              </a:ext>
            </a:extLst>
          </p:cNvPr>
          <p:cNvSpPr>
            <a:spLocks noGrp="1"/>
          </p:cNvSpPr>
          <p:nvPr>
            <p:ph type="body" sz="quarter" idx="39" hasCustomPrompt="1"/>
          </p:nvPr>
        </p:nvSpPr>
        <p:spPr>
          <a:xfrm>
            <a:off x="9753600"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18028389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3_photos_Case_Study_Intro_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1614488"/>
            <a:ext cx="3357562" cy="2809874"/>
          </a:xfrm>
          <a:prstGeom prst="rect">
            <a:avLst/>
          </a:prstGeom>
        </p:spPr>
        <p:txBody>
          <a:bodyPr/>
          <a:lstStyle/>
          <a:p>
            <a:r>
              <a:rPr lang="en-US"/>
              <a:t>Click icon to add picture</a:t>
            </a:r>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3571874" y="404812"/>
            <a:ext cx="5100639" cy="4210051"/>
          </a:xfrm>
          <a:prstGeom prst="rect">
            <a:avLst/>
          </a:prstGeom>
        </p:spPr>
        <p:txBody>
          <a:bodyPr/>
          <a:lstStyle/>
          <a:p>
            <a:r>
              <a:rPr lang="en-US"/>
              <a:t>Click icon to add picture</a:t>
            </a:r>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8858250" y="893762"/>
            <a:ext cx="3333750" cy="3535363"/>
          </a:xfrm>
          <a:prstGeom prst="rect">
            <a:avLst/>
          </a:prstGeom>
        </p:spPr>
        <p:txBody>
          <a:bodyPr/>
          <a:lstStyle/>
          <a:p>
            <a:r>
              <a:rPr lang="en-US"/>
              <a:t>Click icon to add picture</a:t>
            </a:r>
          </a:p>
        </p:txBody>
      </p:sp>
      <p:sp>
        <p:nvSpPr>
          <p:cNvPr id="2" name="Text Placeholder 4">
            <a:extLst>
              <a:ext uri="{FF2B5EF4-FFF2-40B4-BE49-F238E27FC236}">
                <a16:creationId xmlns:a16="http://schemas.microsoft.com/office/drawing/2014/main" id="{A9BD9240-DA34-2B4B-C18E-E31B5F3E26A8}"/>
              </a:ext>
            </a:extLst>
          </p:cNvPr>
          <p:cNvSpPr>
            <a:spLocks noGrp="1"/>
          </p:cNvSpPr>
          <p:nvPr>
            <p:ph type="body" sz="quarter" idx="29" hasCustomPrompt="1"/>
          </p:nvPr>
        </p:nvSpPr>
        <p:spPr>
          <a:xfrm>
            <a:off x="75799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5" name="Text Placeholder 4">
            <a:extLst>
              <a:ext uri="{FF2B5EF4-FFF2-40B4-BE49-F238E27FC236}">
                <a16:creationId xmlns:a16="http://schemas.microsoft.com/office/drawing/2014/main" id="{7B3FFB4A-48ED-CC59-1A90-5722D0CADC6B}"/>
              </a:ext>
            </a:extLst>
          </p:cNvPr>
          <p:cNvSpPr>
            <a:spLocks noGrp="1"/>
          </p:cNvSpPr>
          <p:nvPr>
            <p:ph type="body" sz="quarter" idx="30" hasCustomPrompt="1"/>
          </p:nvPr>
        </p:nvSpPr>
        <p:spPr>
          <a:xfrm>
            <a:off x="75799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6" name="Text Placeholder 4">
            <a:extLst>
              <a:ext uri="{FF2B5EF4-FFF2-40B4-BE49-F238E27FC236}">
                <a16:creationId xmlns:a16="http://schemas.microsoft.com/office/drawing/2014/main" id="{A97C5544-D8B2-9AE0-9BC4-AF92DF9C6A04}"/>
              </a:ext>
            </a:extLst>
          </p:cNvPr>
          <p:cNvSpPr>
            <a:spLocks noGrp="1"/>
          </p:cNvSpPr>
          <p:nvPr>
            <p:ph type="body" sz="quarter" idx="32" hasCustomPrompt="1"/>
          </p:nvPr>
        </p:nvSpPr>
        <p:spPr>
          <a:xfrm>
            <a:off x="5086731"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7" name="Text Placeholder 4">
            <a:extLst>
              <a:ext uri="{FF2B5EF4-FFF2-40B4-BE49-F238E27FC236}">
                <a16:creationId xmlns:a16="http://schemas.microsoft.com/office/drawing/2014/main" id="{A4662A9F-9217-54A8-5072-93ABC9E8D412}"/>
              </a:ext>
            </a:extLst>
          </p:cNvPr>
          <p:cNvSpPr>
            <a:spLocks noGrp="1"/>
          </p:cNvSpPr>
          <p:nvPr>
            <p:ph type="body" sz="quarter" idx="33" hasCustomPrompt="1"/>
          </p:nvPr>
        </p:nvSpPr>
        <p:spPr>
          <a:xfrm>
            <a:off x="5086731"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21B4FCF2-6DDE-B735-E462-BA93B8E84561}"/>
              </a:ext>
            </a:extLst>
          </p:cNvPr>
          <p:cNvSpPr>
            <a:spLocks noGrp="1"/>
          </p:cNvSpPr>
          <p:nvPr>
            <p:ph type="body" sz="quarter" idx="38" hasCustomPrompt="1"/>
          </p:nvPr>
        </p:nvSpPr>
        <p:spPr>
          <a:xfrm>
            <a:off x="94154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B0E7436-EC01-5BA6-ACB7-295FD0FD554E}"/>
              </a:ext>
            </a:extLst>
          </p:cNvPr>
          <p:cNvSpPr>
            <a:spLocks noGrp="1"/>
          </p:cNvSpPr>
          <p:nvPr>
            <p:ph type="body" sz="quarter" idx="39" hasCustomPrompt="1"/>
          </p:nvPr>
        </p:nvSpPr>
        <p:spPr>
          <a:xfrm>
            <a:off x="94154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403305666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2_photos_Case_Study_Intro_D">
    <p:spTree>
      <p:nvGrpSpPr>
        <p:cNvPr id="1" name=""/>
        <p:cNvGrpSpPr/>
        <p:nvPr/>
      </p:nvGrpSpPr>
      <p:grpSpPr>
        <a:xfrm>
          <a:off x="0" y="0"/>
          <a:ext cx="0" cy="0"/>
          <a:chOff x="0" y="0"/>
          <a:chExt cx="0" cy="0"/>
        </a:xfrm>
      </p:grpSpPr>
      <p:sp>
        <p:nvSpPr>
          <p:cNvPr id="11" name="Picture Placeholder 12">
            <a:extLst>
              <a:ext uri="{FF2B5EF4-FFF2-40B4-BE49-F238E27FC236}">
                <a16:creationId xmlns:a16="http://schemas.microsoft.com/office/drawing/2014/main" id="{7248E6C1-AD8D-259C-5340-56A8EC44534C}"/>
              </a:ext>
            </a:extLst>
          </p:cNvPr>
          <p:cNvSpPr>
            <a:spLocks noGrp="1"/>
          </p:cNvSpPr>
          <p:nvPr>
            <p:ph type="pic" sz="quarter" idx="34"/>
          </p:nvPr>
        </p:nvSpPr>
        <p:spPr>
          <a:xfrm>
            <a:off x="4381500" y="419100"/>
            <a:ext cx="7810500" cy="4373033"/>
          </a:xfrm>
          <a:prstGeom prst="rect">
            <a:avLst/>
          </a:prstGeom>
        </p:spPr>
        <p:txBody>
          <a:bodyPr/>
          <a:lstStyle/>
          <a:p>
            <a:r>
              <a:rPr lang="en-US"/>
              <a:t>Click icon to add picture</a:t>
            </a:r>
          </a:p>
        </p:txBody>
      </p:sp>
      <p:sp>
        <p:nvSpPr>
          <p:cNvPr id="18" name="Picture Placeholder 12">
            <a:extLst>
              <a:ext uri="{FF2B5EF4-FFF2-40B4-BE49-F238E27FC236}">
                <a16:creationId xmlns:a16="http://schemas.microsoft.com/office/drawing/2014/main" id="{9A18AC36-E872-0FBB-CCDF-E7487C47BED8}"/>
              </a:ext>
            </a:extLst>
          </p:cNvPr>
          <p:cNvSpPr>
            <a:spLocks noGrp="1"/>
          </p:cNvSpPr>
          <p:nvPr>
            <p:ph type="pic" sz="quarter" idx="40"/>
          </p:nvPr>
        </p:nvSpPr>
        <p:spPr>
          <a:xfrm>
            <a:off x="0" y="915459"/>
            <a:ext cx="4114800" cy="3346704"/>
          </a:xfrm>
          <a:prstGeom prst="rect">
            <a:avLst/>
          </a:prstGeom>
        </p:spPr>
        <p:txBody>
          <a:bodyPr/>
          <a:lstStyle/>
          <a:p>
            <a:r>
              <a:rPr lang="en-US"/>
              <a:t>Click icon to add picture</a:t>
            </a:r>
          </a:p>
        </p:txBody>
      </p:sp>
      <p:sp>
        <p:nvSpPr>
          <p:cNvPr id="20" name="Text Placeholder 4">
            <a:extLst>
              <a:ext uri="{FF2B5EF4-FFF2-40B4-BE49-F238E27FC236}">
                <a16:creationId xmlns:a16="http://schemas.microsoft.com/office/drawing/2014/main" id="{AD4E9A13-72EC-7795-6682-8E9D5F884783}"/>
              </a:ext>
            </a:extLst>
          </p:cNvPr>
          <p:cNvSpPr>
            <a:spLocks noGrp="1"/>
          </p:cNvSpPr>
          <p:nvPr>
            <p:ph type="body" sz="quarter" idx="41" hasCustomPrompt="1"/>
          </p:nvPr>
        </p:nvSpPr>
        <p:spPr>
          <a:xfrm>
            <a:off x="6519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1" name="Text Placeholder 4">
            <a:extLst>
              <a:ext uri="{FF2B5EF4-FFF2-40B4-BE49-F238E27FC236}">
                <a16:creationId xmlns:a16="http://schemas.microsoft.com/office/drawing/2014/main" id="{2AE7E2F1-8A7E-2749-7C23-12A180BF0CBA}"/>
              </a:ext>
            </a:extLst>
          </p:cNvPr>
          <p:cNvSpPr>
            <a:spLocks noGrp="1"/>
          </p:cNvSpPr>
          <p:nvPr>
            <p:ph type="body" sz="quarter" idx="42" hasCustomPrompt="1"/>
          </p:nvPr>
        </p:nvSpPr>
        <p:spPr>
          <a:xfrm>
            <a:off x="6519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2" name="Text Placeholder 4">
            <a:extLst>
              <a:ext uri="{FF2B5EF4-FFF2-40B4-BE49-F238E27FC236}">
                <a16:creationId xmlns:a16="http://schemas.microsoft.com/office/drawing/2014/main" id="{A629CAEA-5BAE-C2BF-C737-48B738207AB3}"/>
              </a:ext>
            </a:extLst>
          </p:cNvPr>
          <p:cNvSpPr>
            <a:spLocks noGrp="1"/>
          </p:cNvSpPr>
          <p:nvPr>
            <p:ph type="body" sz="quarter" idx="38" hasCustomPrompt="1"/>
          </p:nvPr>
        </p:nvSpPr>
        <p:spPr>
          <a:xfrm>
            <a:off x="48810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3" name="Text Placeholder 4">
            <a:extLst>
              <a:ext uri="{FF2B5EF4-FFF2-40B4-BE49-F238E27FC236}">
                <a16:creationId xmlns:a16="http://schemas.microsoft.com/office/drawing/2014/main" id="{58F9ED73-42C5-93DF-AE80-AD7C5AF1BD6C}"/>
              </a:ext>
            </a:extLst>
          </p:cNvPr>
          <p:cNvSpPr>
            <a:spLocks noGrp="1"/>
          </p:cNvSpPr>
          <p:nvPr>
            <p:ph type="body" sz="quarter" idx="39" hasCustomPrompt="1"/>
          </p:nvPr>
        </p:nvSpPr>
        <p:spPr>
          <a:xfrm>
            <a:off x="48810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32563949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14154" y="0"/>
            <a:ext cx="6022081"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Calibri" panose="020F0502020204030204" pitchFamily="34"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55323" y="3152602"/>
            <a:ext cx="6858002"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938414CD-ADEE-2A1C-3732-775C2F8A6622}"/>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4" name="Text Placeholder 10">
            <a:extLst>
              <a:ext uri="{FF2B5EF4-FFF2-40B4-BE49-F238E27FC236}">
                <a16:creationId xmlns:a16="http://schemas.microsoft.com/office/drawing/2014/main" id="{1E28BCD1-980E-222A-56FB-AF81B1AAA188}"/>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pic>
        <p:nvPicPr>
          <p:cNvPr id="2" name="Picture 1">
            <a:extLst>
              <a:ext uri="{FF2B5EF4-FFF2-40B4-BE49-F238E27FC236}">
                <a16:creationId xmlns:a16="http://schemas.microsoft.com/office/drawing/2014/main" id="{7A13427F-499E-7243-A0B2-2CF497977BC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Tree>
    <p:extLst>
      <p:ext uri="{BB962C8B-B14F-4D97-AF65-F5344CB8AC3E}">
        <p14:creationId xmlns:p14="http://schemas.microsoft.com/office/powerpoint/2010/main" val="102872674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64E8965-1EA8-8005-A909-76465BA4C0FB}"/>
              </a:ext>
            </a:extLst>
          </p:cNvPr>
          <p:cNvSpPr/>
          <p:nvPr userDrawn="1"/>
        </p:nvSpPr>
        <p:spPr bwMode="auto">
          <a:xfrm>
            <a:off x="9696450" y="0"/>
            <a:ext cx="249555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Box 8">
            <a:extLst>
              <a:ext uri="{FF2B5EF4-FFF2-40B4-BE49-F238E27FC236}">
                <a16:creationId xmlns:a16="http://schemas.microsoft.com/office/drawing/2014/main" id="{4DE50EB9-DDCB-6B82-90E6-D93EE59FCA97}"/>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2" name="Text Placeholder 3">
            <a:extLst>
              <a:ext uri="{FF2B5EF4-FFF2-40B4-BE49-F238E27FC236}">
                <a16:creationId xmlns:a16="http://schemas.microsoft.com/office/drawing/2014/main" id="{D2BDD8D8-D17E-BFC0-ED6D-6E1D4A30B395}"/>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sp>
        <p:nvSpPr>
          <p:cNvPr id="2" name="Title 1">
            <a:extLst>
              <a:ext uri="{FF2B5EF4-FFF2-40B4-BE49-F238E27FC236}">
                <a16:creationId xmlns:a16="http://schemas.microsoft.com/office/drawing/2014/main" id="{7CA1A5DA-E4C1-1856-5847-AE3486592FD5}"/>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3" name="Text Placeholder 10">
            <a:extLst>
              <a:ext uri="{FF2B5EF4-FFF2-40B4-BE49-F238E27FC236}">
                <a16:creationId xmlns:a16="http://schemas.microsoft.com/office/drawing/2014/main" id="{AF691A2C-885A-0EB3-797C-EF58AD425AF3}"/>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170004167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9F79CFF-40BD-429D-B35C-552695FE8C5D}"/>
              </a:ext>
            </a:extLst>
          </p:cNvPr>
          <p:cNvSpPr/>
          <p:nvPr userDrawn="1"/>
        </p:nvSpPr>
        <p:spPr bwMode="auto">
          <a:xfrm>
            <a:off x="7832725" y="0"/>
            <a:ext cx="4359275"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9" name="TextBox 8">
            <a:extLst>
              <a:ext uri="{FF2B5EF4-FFF2-40B4-BE49-F238E27FC236}">
                <a16:creationId xmlns:a16="http://schemas.microsoft.com/office/drawing/2014/main" id="{DB1A98B3-DB51-25C7-9270-7820F6EA398D}"/>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12" name="Text Placeholder 3">
            <a:extLst>
              <a:ext uri="{FF2B5EF4-FFF2-40B4-BE49-F238E27FC236}">
                <a16:creationId xmlns:a16="http://schemas.microsoft.com/office/drawing/2014/main" id="{5D2C4444-E6DF-4B99-1941-139B63DFBEBB}"/>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sp>
        <p:nvSpPr>
          <p:cNvPr id="3" name="Title 1">
            <a:extLst>
              <a:ext uri="{FF2B5EF4-FFF2-40B4-BE49-F238E27FC236}">
                <a16:creationId xmlns:a16="http://schemas.microsoft.com/office/drawing/2014/main" id="{E0D51657-4E0D-F30E-9697-A8C29A986641}"/>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4" name="Text Placeholder 10">
            <a:extLst>
              <a:ext uri="{FF2B5EF4-FFF2-40B4-BE49-F238E27FC236}">
                <a16:creationId xmlns:a16="http://schemas.microsoft.com/office/drawing/2014/main" id="{2D1B3AA5-C2D7-58A8-7EBE-6629FEA85E59}"/>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156916058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ase Study-1/2_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lvl="0"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802983"/>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accent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accent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5" name="TextBox 4">
            <a:extLst>
              <a:ext uri="{FF2B5EF4-FFF2-40B4-BE49-F238E27FC236}">
                <a16:creationId xmlns:a16="http://schemas.microsoft.com/office/drawing/2014/main" id="{3B7D9537-B25D-7D96-9993-3FD73B2FDB2F}"/>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8C1EAE48-670D-1E75-E1E5-6E8259532FEE}"/>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
        <p:nvSpPr>
          <p:cNvPr id="6" name="Title 1">
            <a:extLst>
              <a:ext uri="{FF2B5EF4-FFF2-40B4-BE49-F238E27FC236}">
                <a16:creationId xmlns:a16="http://schemas.microsoft.com/office/drawing/2014/main" id="{E6F59B46-0DE3-E568-233F-75A607AEE627}"/>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8" name="Text Placeholder 10">
            <a:extLst>
              <a:ext uri="{FF2B5EF4-FFF2-40B4-BE49-F238E27FC236}">
                <a16:creationId xmlns:a16="http://schemas.microsoft.com/office/drawing/2014/main" id="{57396B7B-5CA0-2575-EECE-9254812E7AA7}"/>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142695247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ase_Study_1/2_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a:solidFill>
            <a:schemeClr val="bg1">
              <a:lumMod val="95000"/>
            </a:schemeClr>
          </a:solidFill>
        </p:spPr>
        <p:txBody>
          <a:bodyPr/>
          <a:lstStyle/>
          <a:p>
            <a:r>
              <a:rPr lang="en-US"/>
              <a:t>Click icon to add picture</a:t>
            </a:r>
          </a:p>
        </p:txBody>
      </p:sp>
      <p:sp>
        <p:nvSpPr>
          <p:cNvPr id="7" name="TextBox 6">
            <a:extLst>
              <a:ext uri="{FF2B5EF4-FFF2-40B4-BE49-F238E27FC236}">
                <a16:creationId xmlns:a16="http://schemas.microsoft.com/office/drawing/2014/main" id="{E7E1AB88-4EAB-7302-D460-368C8A95B880}"/>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8" name="Text Placeholder 3">
            <a:extLst>
              <a:ext uri="{FF2B5EF4-FFF2-40B4-BE49-F238E27FC236}">
                <a16:creationId xmlns:a16="http://schemas.microsoft.com/office/drawing/2014/main" id="{63BB7D0E-0360-1177-1B37-D40F98E8945C}"/>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sp>
        <p:nvSpPr>
          <p:cNvPr id="5" name="Title 1">
            <a:extLst>
              <a:ext uri="{FF2B5EF4-FFF2-40B4-BE49-F238E27FC236}">
                <a16:creationId xmlns:a16="http://schemas.microsoft.com/office/drawing/2014/main" id="{FC806764-F53B-099D-08F4-9559CEC18F27}"/>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6" name="Text Placeholder 10">
            <a:extLst>
              <a:ext uri="{FF2B5EF4-FFF2-40B4-BE49-F238E27FC236}">
                <a16:creationId xmlns:a16="http://schemas.microsoft.com/office/drawing/2014/main" id="{93281F56-5810-8527-EA21-EF9D06E82D7E}"/>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224970587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3FF4445-7E43-4943-6564-663F57E4686B}"/>
              </a:ext>
            </a:extLst>
          </p:cNvPr>
          <p:cNvSpPr/>
          <p:nvPr userDrawn="1"/>
        </p:nvSpPr>
        <p:spPr bwMode="auto">
          <a:xfrm>
            <a:off x="0" y="0"/>
            <a:ext cx="6105525"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2" name="Picture 1">
            <a:extLst>
              <a:ext uri="{FF2B5EF4-FFF2-40B4-BE49-F238E27FC236}">
                <a16:creationId xmlns:a16="http://schemas.microsoft.com/office/drawing/2014/main" id="{E6BCB5CB-662F-D77E-B95C-6FAEB9F5B96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3" name="Title 1">
            <a:extLst>
              <a:ext uri="{FF2B5EF4-FFF2-40B4-BE49-F238E27FC236}">
                <a16:creationId xmlns:a16="http://schemas.microsoft.com/office/drawing/2014/main" id="{AB9A991D-1B79-B376-3D76-EEC73A5EFBAA}"/>
              </a:ext>
            </a:extLst>
          </p:cNvPr>
          <p:cNvSpPr>
            <a:spLocks noGrp="1"/>
          </p:cNvSpPr>
          <p:nvPr>
            <p:ph type="title"/>
          </p:nvPr>
        </p:nvSpPr>
        <p:spPr>
          <a:xfrm>
            <a:off x="639074" y="731520"/>
            <a:ext cx="4559300"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Click to edit Master title style</a:t>
            </a:r>
          </a:p>
        </p:txBody>
      </p:sp>
      <p:sp>
        <p:nvSpPr>
          <p:cNvPr id="4" name="Text Placeholder 10">
            <a:extLst>
              <a:ext uri="{FF2B5EF4-FFF2-40B4-BE49-F238E27FC236}">
                <a16:creationId xmlns:a16="http://schemas.microsoft.com/office/drawing/2014/main" id="{136083D7-1357-B3A0-B2CA-C5879573A124}"/>
              </a:ext>
            </a:extLst>
          </p:cNvPr>
          <p:cNvSpPr>
            <a:spLocks noGrp="1"/>
          </p:cNvSpPr>
          <p:nvPr>
            <p:ph type="body" sz="quarter" idx="15" hasCustomPrompt="1"/>
          </p:nvPr>
        </p:nvSpPr>
        <p:spPr>
          <a:xfrm>
            <a:off x="639074" y="419100"/>
            <a:ext cx="3611880" cy="225706"/>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61196149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3429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428999" y="0"/>
            <a:ext cx="8763001" cy="6858000"/>
          </a:xfrm>
          <a:prstGeom prst="rect">
            <a:avLst/>
          </a:prstGeom>
        </p:spPr>
        <p:txBody>
          <a:bodyPr/>
          <a:lstStyle/>
          <a:p>
            <a:r>
              <a:rPr lang="en-US"/>
              <a:t>Click icon to add picture</a:t>
            </a:r>
          </a:p>
        </p:txBody>
      </p:sp>
      <p:pic>
        <p:nvPicPr>
          <p:cNvPr id="6" name="Picture 5">
            <a:extLst>
              <a:ext uri="{FF2B5EF4-FFF2-40B4-BE49-F238E27FC236}">
                <a16:creationId xmlns:a16="http://schemas.microsoft.com/office/drawing/2014/main" id="{45215EAA-C348-C006-D714-D17F88664CE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2" name="Title 1">
            <a:extLst>
              <a:ext uri="{FF2B5EF4-FFF2-40B4-BE49-F238E27FC236}">
                <a16:creationId xmlns:a16="http://schemas.microsoft.com/office/drawing/2014/main" id="{AEB6FBC1-BEC1-A0F4-57EF-55F4857ABEE1}"/>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8" name="Text Placeholder 10">
            <a:extLst>
              <a:ext uri="{FF2B5EF4-FFF2-40B4-BE49-F238E27FC236}">
                <a16:creationId xmlns:a16="http://schemas.microsoft.com/office/drawing/2014/main" id="{14D7C070-9D88-55A0-43C0-D19D13432502}"/>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386623482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815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6" name="Picture 5">
            <a:extLst>
              <a:ext uri="{FF2B5EF4-FFF2-40B4-BE49-F238E27FC236}">
                <a16:creationId xmlns:a16="http://schemas.microsoft.com/office/drawing/2014/main" id="{1189404C-9543-05AC-0FE7-5F45141B88B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10" name="Title 1">
            <a:extLst>
              <a:ext uri="{FF2B5EF4-FFF2-40B4-BE49-F238E27FC236}">
                <a16:creationId xmlns:a16="http://schemas.microsoft.com/office/drawing/2014/main" id="{7EE2443F-202F-9996-08A0-68D8B34EB257}"/>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11" name="Text Placeholder 10">
            <a:extLst>
              <a:ext uri="{FF2B5EF4-FFF2-40B4-BE49-F238E27FC236}">
                <a16:creationId xmlns:a16="http://schemas.microsoft.com/office/drawing/2014/main" id="{75A952B7-2C29-CE80-75CE-F2ED96B6386D}"/>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66287815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52926" y="0"/>
            <a:ext cx="7839074"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2" name="TextBox 11">
            <a:extLst>
              <a:ext uri="{FF2B5EF4-FFF2-40B4-BE49-F238E27FC236}">
                <a16:creationId xmlns:a16="http://schemas.microsoft.com/office/drawing/2014/main" id="{9D211704-E6A2-554A-83D7-019EF0F003D0}"/>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lvl="0"/>
            <a:r>
              <a:rPr lang="en-US">
                <a:solidFill>
                  <a:schemeClr val="tx1"/>
                </a:solidFill>
              </a:rPr>
              <a:t>CONFIDENTIAL. Copyright ©</a:t>
            </a:r>
          </a:p>
        </p:txBody>
      </p:sp>
      <p:sp>
        <p:nvSpPr>
          <p:cNvPr id="13" name="Text Placeholder 3">
            <a:extLst>
              <a:ext uri="{FF2B5EF4-FFF2-40B4-BE49-F238E27FC236}">
                <a16:creationId xmlns:a16="http://schemas.microsoft.com/office/drawing/2014/main" id="{C4E06C20-AA8E-8342-A500-79B18C390223}"/>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tx1"/>
                </a:solidFill>
              </a:rPr>
              <a:pPr lvl="0"/>
              <a:t>‹#›</a:t>
            </a:fld>
            <a:endParaRPr lang="en-US" sz="1000">
              <a:solidFill>
                <a:schemeClr val="tx1"/>
              </a:solidFill>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52925" y="0"/>
            <a:ext cx="7839075" cy="6858000"/>
          </a:xfrm>
          <a:prstGeom prst="rect">
            <a:avLst/>
          </a:prstGeom>
          <a:solidFill>
            <a:schemeClr val="bg1">
              <a:lumMod val="95000"/>
            </a:schemeClr>
          </a:solidFill>
        </p:spPr>
        <p:txBody>
          <a:bodyPr/>
          <a:lstStyle/>
          <a:p>
            <a:r>
              <a:rPr lang="en-US"/>
              <a:t>Click icon to add picture</a:t>
            </a:r>
          </a:p>
        </p:txBody>
      </p:sp>
      <p:sp>
        <p:nvSpPr>
          <p:cNvPr id="6" name="Title 1">
            <a:extLst>
              <a:ext uri="{FF2B5EF4-FFF2-40B4-BE49-F238E27FC236}">
                <a16:creationId xmlns:a16="http://schemas.microsoft.com/office/drawing/2014/main" id="{50445D59-5D09-D8C1-2EC1-A52718159786}"/>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7" name="Text Placeholder 10">
            <a:extLst>
              <a:ext uri="{FF2B5EF4-FFF2-40B4-BE49-F238E27FC236}">
                <a16:creationId xmlns:a16="http://schemas.microsoft.com/office/drawing/2014/main" id="{77EF2F3C-6015-6E2B-6FDD-5205793AA2FD}"/>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61880011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ase Study_Mockup_Lef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2FD094-0794-063E-2B57-722EE39684F1}"/>
              </a:ext>
            </a:extLst>
          </p:cNvPr>
          <p:cNvSpPr/>
          <p:nvPr userDrawn="1"/>
        </p:nvSpPr>
        <p:spPr bwMode="auto">
          <a:xfrm>
            <a:off x="0" y="0"/>
            <a:ext cx="7143750" cy="6858000"/>
          </a:xfrm>
          <a:prstGeom prst="rect">
            <a:avLst/>
          </a:prstGeom>
          <a:solidFill>
            <a:schemeClr val="bg1">
              <a:lumMod val="95000"/>
            </a:schemeClr>
          </a:solidFill>
          <a:ln>
            <a:noFill/>
          </a:ln>
          <a:effectLst/>
        </p:spPr>
        <p:txBody>
          <a:bodyPr wrap="none" rtlCol="0" anchor="ctr"/>
          <a:lstStyle/>
          <a:p>
            <a:pPr algn="ctr"/>
            <a:endParaRPr lang="en-US" sz="2400">
              <a:solidFill>
                <a:schemeClr val="bg1"/>
              </a:solidFill>
              <a:latin typeface="Calibri Light" panose="020F0302020204030204" pitchFamily="34" charset="0"/>
              <a:ea typeface="Human Sans ExtraLight" charset="0"/>
              <a:cs typeface="Human Sans ExtraLight" charset="0"/>
            </a:endParaRPr>
          </a:p>
        </p:txBody>
      </p:sp>
      <p:pic>
        <p:nvPicPr>
          <p:cNvPr id="8" name="Picture 7">
            <a:extLst>
              <a:ext uri="{FF2B5EF4-FFF2-40B4-BE49-F238E27FC236}">
                <a16:creationId xmlns:a16="http://schemas.microsoft.com/office/drawing/2014/main" id="{81633583-352F-F956-B6C1-9C86A76DE1E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6" name="Title 1">
            <a:extLst>
              <a:ext uri="{FF2B5EF4-FFF2-40B4-BE49-F238E27FC236}">
                <a16:creationId xmlns:a16="http://schemas.microsoft.com/office/drawing/2014/main" id="{5CB865C5-5C2A-A194-F7E1-984E0B642407}"/>
              </a:ext>
            </a:extLst>
          </p:cNvPr>
          <p:cNvSpPr>
            <a:spLocks noGrp="1"/>
          </p:cNvSpPr>
          <p:nvPr>
            <p:ph type="title" hasCustomPrompt="1"/>
          </p:nvPr>
        </p:nvSpPr>
        <p:spPr>
          <a:xfrm>
            <a:off x="639074" y="731520"/>
            <a:ext cx="254227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7" name="Text Placeholder 10">
            <a:extLst>
              <a:ext uri="{FF2B5EF4-FFF2-40B4-BE49-F238E27FC236}">
                <a16:creationId xmlns:a16="http://schemas.microsoft.com/office/drawing/2014/main" id="{4D86B38F-89DD-F114-5F16-98FE8F50CA3D}"/>
              </a:ext>
            </a:extLst>
          </p:cNvPr>
          <p:cNvSpPr>
            <a:spLocks noGrp="1"/>
          </p:cNvSpPr>
          <p:nvPr>
            <p:ph type="body" sz="quarter" idx="15" hasCustomPrompt="1"/>
          </p:nvPr>
        </p:nvSpPr>
        <p:spPr>
          <a:xfrm>
            <a:off x="639074" y="419100"/>
            <a:ext cx="2542276" cy="223451"/>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381079545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ase Study_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D2A7FA-64FE-D868-11A0-F061891C2469}"/>
              </a:ext>
            </a:extLst>
          </p:cNvPr>
          <p:cNvSpPr/>
          <p:nvPr userDrawn="1"/>
        </p:nvSpPr>
        <p:spPr bwMode="auto">
          <a:xfrm>
            <a:off x="0" y="0"/>
            <a:ext cx="24892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itle 1">
            <a:extLst>
              <a:ext uri="{FF2B5EF4-FFF2-40B4-BE49-F238E27FC236}">
                <a16:creationId xmlns:a16="http://schemas.microsoft.com/office/drawing/2014/main" id="{EAF94430-52EF-289A-6B5B-96C63479C8AD}"/>
              </a:ext>
            </a:extLst>
          </p:cNvPr>
          <p:cNvSpPr>
            <a:spLocks noGrp="1"/>
          </p:cNvSpPr>
          <p:nvPr>
            <p:ph type="title"/>
          </p:nvPr>
        </p:nvSpPr>
        <p:spPr>
          <a:xfrm>
            <a:off x="4354641" y="1600200"/>
            <a:ext cx="4797425" cy="338554"/>
          </a:xfrm>
          <a:prstGeom prst="rect">
            <a:avLst/>
          </a:prstGeom>
        </p:spPr>
        <p:txBody>
          <a:bodyPr>
            <a:spAutoFit/>
          </a:bodyPr>
          <a:lstStyle>
            <a:lvl1pPr>
              <a:defRPr sz="2200" b="1" i="0">
                <a:solidFill>
                  <a:schemeClr val="tx1"/>
                </a:solidFill>
                <a:latin typeface="Calibri" panose="020F0502020204030204" pitchFamily="34" charset="0"/>
                <a:cs typeface="Calibri" panose="020F0502020204030204" pitchFamily="34" charset="0"/>
              </a:defRPr>
            </a:lvl1pPr>
          </a:lstStyle>
          <a:p>
            <a:r>
              <a:rPr lang="en-US"/>
              <a:t>Click to edit Master title style</a:t>
            </a:r>
          </a:p>
        </p:txBody>
      </p:sp>
      <p:sp>
        <p:nvSpPr>
          <p:cNvPr id="6" name="Text Placeholder 2">
            <a:extLst>
              <a:ext uri="{FF2B5EF4-FFF2-40B4-BE49-F238E27FC236}">
                <a16:creationId xmlns:a16="http://schemas.microsoft.com/office/drawing/2014/main" id="{79C365B7-BDA2-A1BA-99C3-FAE4F63E6178}"/>
              </a:ext>
            </a:extLst>
          </p:cNvPr>
          <p:cNvSpPr>
            <a:spLocks noGrp="1"/>
          </p:cNvSpPr>
          <p:nvPr>
            <p:ph type="body" sz="quarter" idx="17" hasCustomPrompt="1"/>
          </p:nvPr>
        </p:nvSpPr>
        <p:spPr>
          <a:xfrm>
            <a:off x="4354641" y="2286000"/>
            <a:ext cx="4784852" cy="3657600"/>
          </a:xfrm>
          <a:prstGeom prst="rect">
            <a:avLst/>
          </a:prstGeom>
        </p:spPr>
        <p:txBody>
          <a:bodyPr/>
          <a:lstStyle>
            <a:lvl1pPr>
              <a:lnSpc>
                <a:spcPts val="2400"/>
              </a:lnSpc>
              <a:defRPr sz="1600" b="0" i="0">
                <a:solidFill>
                  <a:schemeClr val="tx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p:txBody>
      </p:sp>
      <p:pic>
        <p:nvPicPr>
          <p:cNvPr id="8" name="Picture 7">
            <a:extLst>
              <a:ext uri="{FF2B5EF4-FFF2-40B4-BE49-F238E27FC236}">
                <a16:creationId xmlns:a16="http://schemas.microsoft.com/office/drawing/2014/main" id="{7D27BDED-D894-E63E-2F9E-832F391AA1F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Tree>
    <p:extLst>
      <p:ext uri="{BB962C8B-B14F-4D97-AF65-F5344CB8AC3E}">
        <p14:creationId xmlns:p14="http://schemas.microsoft.com/office/powerpoint/2010/main" val="381382639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7FD4578C-8BBA-DD7F-1D7F-67C3334C4001}"/>
              </a:ext>
            </a:extLst>
          </p:cNvPr>
          <p:cNvSpPr>
            <a:spLocks noGrp="1"/>
          </p:cNvSpPr>
          <p:nvPr>
            <p:ph type="pic" sz="quarter" idx="12"/>
          </p:nvPr>
        </p:nvSpPr>
        <p:spPr>
          <a:xfrm>
            <a:off x="0" y="0"/>
            <a:ext cx="121920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15959501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cstate="email">
            <a:alphaModFix amt="97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7E287B6-2821-6380-6538-D34B5499079B}"/>
              </a:ext>
            </a:extLst>
          </p:cNvPr>
          <p:cNvSpPr>
            <a:spLocks noGrp="1"/>
          </p:cNvSpPr>
          <p:nvPr>
            <p:ph type="title" hasCustomPrompt="1"/>
          </p:nvPr>
        </p:nvSpPr>
        <p:spPr>
          <a:xfrm>
            <a:off x="639074" y="731520"/>
            <a:ext cx="1091792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4" name="Text Placeholder 10">
            <a:extLst>
              <a:ext uri="{FF2B5EF4-FFF2-40B4-BE49-F238E27FC236}">
                <a16:creationId xmlns:a16="http://schemas.microsoft.com/office/drawing/2014/main" id="{01126A01-3EE7-5F33-DA74-B4FF2B18EB2F}"/>
              </a:ext>
            </a:extLst>
          </p:cNvPr>
          <p:cNvSpPr>
            <a:spLocks noGrp="1"/>
          </p:cNvSpPr>
          <p:nvPr>
            <p:ph type="body" sz="quarter" idx="15" hasCustomPrompt="1"/>
          </p:nvPr>
        </p:nvSpPr>
        <p:spPr>
          <a:xfrm>
            <a:off x="639074" y="419100"/>
            <a:ext cx="10917926" cy="223451"/>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846476287"/>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hank_you">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5"/>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5"/>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639074" y="1353882"/>
            <a:ext cx="4220135" cy="1107996"/>
          </a:xfrm>
          <a:prstGeom prst="rect">
            <a:avLst/>
          </a:prstGeom>
        </p:spPr>
        <p:txBody>
          <a:bodyPr wrap="square">
            <a:spAutoFit/>
          </a:bodyPr>
          <a:lstStyle>
            <a:lvl1pPr>
              <a:defRPr sz="7200" b="0" i="0">
                <a:gradFill>
                  <a:gsLst>
                    <a:gs pos="0">
                      <a:schemeClr val="accent3"/>
                    </a:gs>
                    <a:gs pos="55000">
                      <a:schemeClr val="accent2"/>
                    </a:gs>
                    <a:gs pos="100000">
                      <a:schemeClr val="accent4"/>
                    </a:gs>
                  </a:gsLst>
                  <a:lin ang="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a:cxnSpLocks/>
          </p:cNvCxnSpPr>
          <p:nvPr userDrawn="1"/>
        </p:nvCxnSpPr>
        <p:spPr>
          <a:xfrm>
            <a:off x="6008594" y="1981200"/>
            <a:ext cx="6248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502822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hank_you_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r>
              <a:rPr lang="en-US"/>
              <a:t>Click icon to add picture</a:t>
            </a:r>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639074" y="1035424"/>
            <a:ext cx="4648200" cy="1107996"/>
          </a:xfrm>
          <a:prstGeom prst="rect">
            <a:avLst/>
          </a:prstGeom>
        </p:spPr>
        <p:txBody>
          <a:bodyPr wrap="square" lIns="0" tIns="0" rIns="0" bIns="0">
            <a:spAutoFit/>
          </a:bodyPr>
          <a:lstStyle>
            <a:lvl1pPr>
              <a:defRPr lang="en-US" sz="7200" b="0" dirty="0">
                <a:gradFill>
                  <a:gsLst>
                    <a:gs pos="0">
                      <a:schemeClr val="accent3"/>
                    </a:gs>
                    <a:gs pos="55000">
                      <a:schemeClr val="accent2"/>
                    </a:gs>
                    <a:gs pos="100000">
                      <a:schemeClr val="accent4"/>
                    </a:gs>
                  </a:gsLst>
                  <a:lin ang="0" scaled="0"/>
                </a:gradFill>
                <a:latin typeface="Calibri" panose="020F0502020204030204" pitchFamily="34" charset="0"/>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639074" y="2540616"/>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pPr lvl="0"/>
            <a:r>
              <a:rPr lang="en-US"/>
              <a:t>Click to edit Master text styles</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639074" y="3313799"/>
            <a:ext cx="3827462" cy="289438"/>
          </a:xfrm>
          <a:prstGeom prst="rect">
            <a:avLst/>
          </a:prstGeom>
        </p:spPr>
        <p:txBody>
          <a:bodyPr/>
          <a:lstStyle>
            <a:lvl1pPr>
              <a:defRPr sz="1800" b="1" i="0">
                <a:solidFill>
                  <a:schemeClr val="accent5"/>
                </a:solidFill>
                <a:latin typeface="Calibri" panose="020F0502020204030204" pitchFamily="34" charset="0"/>
                <a:cs typeface="Calibri" panose="020F0502020204030204" pitchFamily="34" charset="0"/>
              </a:defRPr>
            </a:lvl1pPr>
          </a:lstStyle>
          <a:p>
            <a:pPr lvl="0"/>
            <a:r>
              <a:rPr lang="en-US"/>
              <a:t>Click to edit Master text styles</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639074" y="3672220"/>
            <a:ext cx="3827462" cy="225126"/>
          </a:xfrm>
          <a:prstGeom prst="rect">
            <a:avLst/>
          </a:prstGeom>
        </p:spPr>
        <p:txBody>
          <a:bodyPr/>
          <a:lstStyle>
            <a:lvl1pPr>
              <a:defRPr sz="1400" b="0" i="0">
                <a:solidFill>
                  <a:schemeClr val="accent5"/>
                </a:solidFill>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639074" y="420130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639074" y="448823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pPr lvl="0"/>
            <a:r>
              <a:rPr lang="en-US"/>
              <a:t>Click to edit Master text styles</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639074" y="4897078"/>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1" name="Straight Connector 10">
            <a:extLst>
              <a:ext uri="{FF2B5EF4-FFF2-40B4-BE49-F238E27FC236}">
                <a16:creationId xmlns:a16="http://schemas.microsoft.com/office/drawing/2014/main" id="{68FF80AE-E38B-EC18-E1B5-2B5AAE36C2F4}"/>
              </a:ext>
            </a:extLst>
          </p:cNvPr>
          <p:cNvCxnSpPr>
            <a:cxnSpLocks/>
          </p:cNvCxnSpPr>
          <p:nvPr userDrawn="1"/>
        </p:nvCxnSpPr>
        <p:spPr>
          <a:xfrm>
            <a:off x="639074"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23591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r>
              <a:rPr lang="en-US"/>
              <a:t>Click icon to add picture</a:t>
            </a:r>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chemeClr val="bg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userDrawn="1"/>
        </p:nvSpPr>
        <p:spPr bwMode="auto">
          <a:xfrm>
            <a:off x="-1674905" y="5035401"/>
            <a:ext cx="3848986" cy="3848986"/>
          </a:xfrm>
          <a:prstGeom prst="ellipse">
            <a:avLst/>
          </a:prstGeom>
          <a:solidFill>
            <a:srgbClr val="8B97FF">
              <a:alpha val="65000"/>
            </a:srgbClr>
          </a:solidFill>
          <a:ln>
            <a:noFill/>
          </a:ln>
          <a:effectLst>
            <a:softEdge rad="80594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1169551"/>
          </a:xfrm>
          <a:prstGeom prst="rect">
            <a:avLst/>
          </a:prstGeom>
        </p:spPr>
        <p:txBody>
          <a:bodyPr wrap="square">
            <a:spAutoFit/>
          </a:bodyPr>
          <a:lstStyle>
            <a:lvl1pPr>
              <a:lnSpc>
                <a:spcPct val="100000"/>
              </a:lnSpc>
              <a:spcBef>
                <a:spcPts val="0"/>
              </a:spcBef>
              <a:defRPr sz="3800" b="0" i="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t>Caption with two or more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ts val="0"/>
              </a:spcBef>
              <a:defRPr sz="1200" b="1" spc="300">
                <a:solidFill>
                  <a:schemeClr val="tx1"/>
                </a:solidFill>
                <a:latin typeface="+mj-lt"/>
                <a:cs typeface="Calibri Light" panose="020F0302020204030204" pitchFamily="34" charset="0"/>
              </a:defRPr>
            </a:lvl1pPr>
            <a:lvl2pPr>
              <a:buNone/>
              <a:defRPr/>
            </a:lvl2pPr>
          </a:lstStyle>
          <a:p>
            <a:pPr lvl="0"/>
            <a:r>
              <a:rPr lang="en-US">
                <a:effectLst/>
              </a:rPr>
              <a:t>PREHEADER</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ts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CD5434AD-5AC2-9852-2EE5-0B7825009419}"/>
              </a:ext>
            </a:extLst>
          </p:cNvPr>
          <p:cNvSpPr txBox="1"/>
          <p:nvPr userDrawn="1"/>
        </p:nvSpPr>
        <p:spPr>
          <a:xfrm>
            <a:off x="-914400" y="274320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Tree>
    <p:extLst>
      <p:ext uri="{BB962C8B-B14F-4D97-AF65-F5344CB8AC3E}">
        <p14:creationId xmlns:p14="http://schemas.microsoft.com/office/powerpoint/2010/main" val="216504160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CD48285-8885-4D22-8AE4-172AF6114199}"/>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64876748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ver-BG">
    <p:bg>
      <p:bgPr>
        <a:solidFill>
          <a:schemeClr val="bg1"/>
        </a:solidFill>
        <a:effectLst/>
      </p:bgPr>
    </p:bg>
    <p:spTree>
      <p:nvGrpSpPr>
        <p:cNvPr id="1" name=""/>
        <p:cNvGrpSpPr/>
        <p:nvPr/>
      </p:nvGrpSpPr>
      <p:grpSpPr>
        <a:xfrm>
          <a:off x="0" y="0"/>
          <a:ext cx="0" cy="0"/>
          <a:chOff x="0" y="0"/>
          <a:chExt cx="0" cy="0"/>
        </a:xfrm>
      </p:grpSpPr>
      <p:pic>
        <p:nvPicPr>
          <p:cNvPr id="4" name="Picture 3" descr="A bright light in the dark  Description automatically generated with medium confidence">
            <a:extLst>
              <a:ext uri="{FF2B5EF4-FFF2-40B4-BE49-F238E27FC236}">
                <a16:creationId xmlns:a16="http://schemas.microsoft.com/office/drawing/2014/main" id="{292D94B7-0233-C940-0B7E-BB187340B7C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dirty="0">
                <a:solidFill>
                  <a:schemeClr val="bg1"/>
                </a:solidFill>
                <a:effectLst/>
                <a:latin typeface="Calibri" panose="020F0502020204030204" pitchFamily="34" charset="0"/>
              </a:defRPr>
            </a:lvl1pPr>
          </a:lstStyle>
          <a:p>
            <a:pPr lvl="0">
              <a:lnSpc>
                <a:spcPct val="100000"/>
              </a:lnSpc>
              <a:spcBef>
                <a:spcPts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pic>
        <p:nvPicPr>
          <p:cNvPr id="8" name="Picture 7">
            <a:extLst>
              <a:ext uri="{FF2B5EF4-FFF2-40B4-BE49-F238E27FC236}">
                <a16:creationId xmlns:a16="http://schemas.microsoft.com/office/drawing/2014/main" id="{3AAC7376-20F0-E0B1-E7D5-414FC5DC35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65026185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endParaRPr lang="en-US"/>
          </a:p>
        </p:txBody>
      </p:sp>
      <p:sp>
        <p:nvSpPr>
          <p:cNvPr id="4" name="Text Placeholder 4">
            <a:extLst>
              <a:ext uri="{FF2B5EF4-FFF2-40B4-BE49-F238E27FC236}">
                <a16:creationId xmlns:a16="http://schemas.microsoft.com/office/drawing/2014/main" id="{0BD2E969-F100-6B32-8DFD-11A45E5E43FA}"/>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5" name="Text Placeholder 4">
            <a:extLst>
              <a:ext uri="{FF2B5EF4-FFF2-40B4-BE49-F238E27FC236}">
                <a16:creationId xmlns:a16="http://schemas.microsoft.com/office/drawing/2014/main" id="{2C67B491-F517-CB8D-96B1-B02A50D72325}"/>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dirty="0">
                <a:solidFill>
                  <a:schemeClr val="bg1"/>
                </a:solidFill>
                <a:effectLst/>
                <a:latin typeface="Calibri" panose="020F0502020204030204" pitchFamily="34" charset="0"/>
              </a:defRPr>
            </a:lvl1pPr>
          </a:lstStyle>
          <a:p>
            <a:pPr lvl="0">
              <a:lnSpc>
                <a:spcPct val="100000"/>
              </a:lnSpc>
              <a:spcBef>
                <a:spcPts val="0"/>
              </a:spcBef>
            </a:pPr>
            <a:r>
              <a:rPr lang="en-US">
                <a:effectLst/>
              </a:rPr>
              <a:t>JANUARY 2023</a:t>
            </a:r>
            <a:endParaRPr lang="en-US"/>
          </a:p>
        </p:txBody>
      </p:sp>
      <p:sp>
        <p:nvSpPr>
          <p:cNvPr id="6" name="Title 2">
            <a:extLst>
              <a:ext uri="{FF2B5EF4-FFF2-40B4-BE49-F238E27FC236}">
                <a16:creationId xmlns:a16="http://schemas.microsoft.com/office/drawing/2014/main" id="{430FF820-B532-1296-E817-DF961B67DF09}"/>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pic>
        <p:nvPicPr>
          <p:cNvPr id="7" name="Picture 6">
            <a:extLst>
              <a:ext uri="{FF2B5EF4-FFF2-40B4-BE49-F238E27FC236}">
                <a16:creationId xmlns:a16="http://schemas.microsoft.com/office/drawing/2014/main" id="{5754D4BD-6E7A-841D-F70C-31FAEF56CD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913969521"/>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6096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6095998" y="0"/>
            <a:ext cx="6096001" cy="6858000"/>
          </a:xfrm>
          <a:prstGeom prst="rect">
            <a:avLst/>
          </a:prstGeom>
          <a:solidFill>
            <a:schemeClr val="bg2"/>
          </a:solidFill>
        </p:spPr>
        <p:txBody>
          <a:bodyPr/>
          <a:lstStyle>
            <a:lvl1pPr>
              <a:defRPr/>
            </a:lvl1pPr>
          </a:lstStyle>
          <a:p>
            <a:endParaRPr lang="en-US"/>
          </a:p>
        </p:txBody>
      </p:sp>
      <p:sp>
        <p:nvSpPr>
          <p:cNvPr id="3" name="Text Placeholder 4">
            <a:extLst>
              <a:ext uri="{FF2B5EF4-FFF2-40B4-BE49-F238E27FC236}">
                <a16:creationId xmlns:a16="http://schemas.microsoft.com/office/drawing/2014/main" id="{30094E5E-6EFF-CE7E-D775-2FA95EEE2F1D}"/>
              </a:ext>
            </a:extLst>
          </p:cNvPr>
          <p:cNvSpPr>
            <a:spLocks noGrp="1"/>
          </p:cNvSpPr>
          <p:nvPr>
            <p:ph type="body" sz="quarter" idx="11" hasCustomPrompt="1"/>
          </p:nvPr>
        </p:nvSpPr>
        <p:spPr>
          <a:xfrm>
            <a:off x="468775" y="4663440"/>
            <a:ext cx="5309027"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4" name="Text Placeholder 4">
            <a:extLst>
              <a:ext uri="{FF2B5EF4-FFF2-40B4-BE49-F238E27FC236}">
                <a16:creationId xmlns:a16="http://schemas.microsoft.com/office/drawing/2014/main" id="{4E632B84-D810-D682-26F1-538579099EAB}"/>
              </a:ext>
            </a:extLst>
          </p:cNvPr>
          <p:cNvSpPr>
            <a:spLocks noGrp="1"/>
          </p:cNvSpPr>
          <p:nvPr>
            <p:ph type="body" sz="quarter" idx="12" hasCustomPrompt="1"/>
          </p:nvPr>
        </p:nvSpPr>
        <p:spPr>
          <a:xfrm>
            <a:off x="468775" y="5245390"/>
            <a:ext cx="5309027" cy="184666"/>
          </a:xfrm>
          <a:prstGeom prst="rect">
            <a:avLst/>
          </a:prstGeom>
        </p:spPr>
        <p:txBody>
          <a:bodyPr vert="horz" wrap="square" lIns="0" tIns="0" rIns="0" bIns="0" rtlCol="0">
            <a:spAutoFit/>
          </a:bodyPr>
          <a:lstStyle>
            <a:lvl1pPr>
              <a:defRPr lang="en-US" sz="1200" b="1" spc="400" baseline="0" dirty="0">
                <a:solidFill>
                  <a:schemeClr val="bg1"/>
                </a:solidFill>
                <a:effectLst/>
                <a:latin typeface="Calibri" panose="020F0502020204030204" pitchFamily="34" charset="0"/>
              </a:defRPr>
            </a:lvl1pPr>
          </a:lstStyle>
          <a:p>
            <a:pPr lvl="0">
              <a:lnSpc>
                <a:spcPct val="100000"/>
              </a:lnSpc>
              <a:spcBef>
                <a:spcPts val="0"/>
              </a:spcBef>
            </a:pPr>
            <a:r>
              <a:rPr lang="en-US">
                <a:effectLst/>
              </a:rPr>
              <a:t>JANUARY 2023</a:t>
            </a:r>
            <a:endParaRPr lang="en-US"/>
          </a:p>
        </p:txBody>
      </p:sp>
      <p:sp>
        <p:nvSpPr>
          <p:cNvPr id="5" name="Title 2">
            <a:extLst>
              <a:ext uri="{FF2B5EF4-FFF2-40B4-BE49-F238E27FC236}">
                <a16:creationId xmlns:a16="http://schemas.microsoft.com/office/drawing/2014/main" id="{7E6BD730-15BB-8DAE-B807-85A733E0F752}"/>
              </a:ext>
            </a:extLst>
          </p:cNvPr>
          <p:cNvSpPr>
            <a:spLocks noGrp="1"/>
          </p:cNvSpPr>
          <p:nvPr>
            <p:ph type="title"/>
          </p:nvPr>
        </p:nvSpPr>
        <p:spPr>
          <a:xfrm>
            <a:off x="466165" y="1696496"/>
            <a:ext cx="5311637" cy="1846659"/>
          </a:xfrm>
        </p:spPr>
        <p:txBody>
          <a:bodyPr vert="horz" wrap="square" lIns="0" tIns="0" rIns="0" bIns="0" rtlCol="0">
            <a:spAutoFit/>
          </a:bodyPr>
          <a:lstStyle>
            <a:lvl1pPr>
              <a:defRPr lang="en-US" sz="6000" b="0" dirty="0">
                <a:solidFill>
                  <a:schemeClr val="bg1"/>
                </a:solidFill>
                <a:latin typeface="Calibri Light" panose="020F0302020204030204" pitchFamily="34" charset="0"/>
                <a:cs typeface="Calibri Light" panose="020F0302020204030204" pitchFamily="34" charset="0"/>
              </a:defRPr>
            </a:lvl1pPr>
          </a:lstStyle>
          <a:p>
            <a:pPr marL="0" lvl="0" indent="0">
              <a:spcBef>
                <a:spcPts val="0"/>
              </a:spcBef>
              <a:spcAft>
                <a:spcPts val="0"/>
              </a:spcAft>
              <a:buFont typeface="Arial" panose="020B0604020202020204" pitchFamily="34" charset="0"/>
            </a:pPr>
            <a:r>
              <a:rPr lang="en-US"/>
              <a:t>Click to edit Master title style</a:t>
            </a:r>
          </a:p>
        </p:txBody>
      </p:sp>
      <p:pic>
        <p:nvPicPr>
          <p:cNvPr id="2" name="Picture 1">
            <a:extLst>
              <a:ext uri="{FF2B5EF4-FFF2-40B4-BE49-F238E27FC236}">
                <a16:creationId xmlns:a16="http://schemas.microsoft.com/office/drawing/2014/main" id="{58229A6F-36FA-05D5-E223-1581D31CE2D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337948064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Tree>
    <p:extLst>
      <p:ext uri="{BB962C8B-B14F-4D97-AF65-F5344CB8AC3E}">
        <p14:creationId xmlns:p14="http://schemas.microsoft.com/office/powerpoint/2010/main" val="340750264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s-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23" name="TextBox 22">
            <a:extLst>
              <a:ext uri="{FF2B5EF4-FFF2-40B4-BE49-F238E27FC236}">
                <a16:creationId xmlns:a16="http://schemas.microsoft.com/office/drawing/2014/main" id="{05DCFC83-97AB-BE40-9059-9CE8B2021737}"/>
              </a:ext>
            </a:extLst>
          </p:cNvPr>
          <p:cNvSpPr txBox="1"/>
          <p:nvPr userDrawn="1"/>
        </p:nvSpPr>
        <p:spPr>
          <a:xfrm>
            <a:off x="10505872" y="6406591"/>
            <a:ext cx="939818"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CONFIDENTIAL. Copyright ©</a:t>
            </a:r>
          </a:p>
        </p:txBody>
      </p:sp>
      <p:sp>
        <p:nvSpPr>
          <p:cNvPr id="26" name="Text Placeholder 3">
            <a:extLst>
              <a:ext uri="{FF2B5EF4-FFF2-40B4-BE49-F238E27FC236}">
                <a16:creationId xmlns:a16="http://schemas.microsoft.com/office/drawing/2014/main" id="{AE04C751-FBC9-3B46-AAD4-46BD8DFA5D3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2" name="Title 2">
            <a:extLst>
              <a:ext uri="{FF2B5EF4-FFF2-40B4-BE49-F238E27FC236}">
                <a16:creationId xmlns:a16="http://schemas.microsoft.com/office/drawing/2014/main" id="{37B4F039-C58D-468E-394C-C92CD517A82F}"/>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dirty="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Contents</a:t>
            </a:r>
          </a:p>
        </p:txBody>
      </p:sp>
      <p:sp>
        <p:nvSpPr>
          <p:cNvPr id="7" name="Text Placeholder 4">
            <a:extLst>
              <a:ext uri="{FF2B5EF4-FFF2-40B4-BE49-F238E27FC236}">
                <a16:creationId xmlns:a16="http://schemas.microsoft.com/office/drawing/2014/main" id="{EEBDF361-F375-D313-8D06-BDA2782784FE}"/>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01</a:t>
            </a:r>
          </a:p>
        </p:txBody>
      </p:sp>
      <p:sp>
        <p:nvSpPr>
          <p:cNvPr id="8" name="Text Placeholder 4">
            <a:extLst>
              <a:ext uri="{FF2B5EF4-FFF2-40B4-BE49-F238E27FC236}">
                <a16:creationId xmlns:a16="http://schemas.microsoft.com/office/drawing/2014/main" id="{BBC6E842-5D88-CC5C-F1DA-808D61BEE757}"/>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02</a:t>
            </a:r>
          </a:p>
        </p:txBody>
      </p:sp>
      <p:sp>
        <p:nvSpPr>
          <p:cNvPr id="11" name="Text Placeholder 4">
            <a:extLst>
              <a:ext uri="{FF2B5EF4-FFF2-40B4-BE49-F238E27FC236}">
                <a16:creationId xmlns:a16="http://schemas.microsoft.com/office/drawing/2014/main" id="{CD37A923-9C8E-6CA3-1F51-1680DBD25361}"/>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03</a:t>
            </a:r>
          </a:p>
        </p:txBody>
      </p:sp>
      <p:sp>
        <p:nvSpPr>
          <p:cNvPr id="12" name="Text Placeholder 4">
            <a:extLst>
              <a:ext uri="{FF2B5EF4-FFF2-40B4-BE49-F238E27FC236}">
                <a16:creationId xmlns:a16="http://schemas.microsoft.com/office/drawing/2014/main" id="{3DB5EB1A-8556-A82E-AC69-301BA431D9AC}"/>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04</a:t>
            </a:r>
          </a:p>
        </p:txBody>
      </p:sp>
      <p:sp>
        <p:nvSpPr>
          <p:cNvPr id="24" name="Text Placeholder 4">
            <a:extLst>
              <a:ext uri="{FF2B5EF4-FFF2-40B4-BE49-F238E27FC236}">
                <a16:creationId xmlns:a16="http://schemas.microsoft.com/office/drawing/2014/main" id="{11E3B50A-6363-7824-DFC1-3035609DF67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05</a:t>
            </a:r>
          </a:p>
        </p:txBody>
      </p:sp>
      <p:sp>
        <p:nvSpPr>
          <p:cNvPr id="27" name="Text Placeholder 4">
            <a:extLst>
              <a:ext uri="{FF2B5EF4-FFF2-40B4-BE49-F238E27FC236}">
                <a16:creationId xmlns:a16="http://schemas.microsoft.com/office/drawing/2014/main" id="{13E6F179-1003-654A-7321-F8FE6D12AC32}"/>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06</a:t>
            </a:r>
          </a:p>
        </p:txBody>
      </p:sp>
      <p:sp>
        <p:nvSpPr>
          <p:cNvPr id="28" name="Text Placeholder 4">
            <a:extLst>
              <a:ext uri="{FF2B5EF4-FFF2-40B4-BE49-F238E27FC236}">
                <a16:creationId xmlns:a16="http://schemas.microsoft.com/office/drawing/2014/main" id="{9A7166E3-13D7-44C2-45BA-F8800FCD1D93}"/>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9" name="Text Placeholder 4">
            <a:extLst>
              <a:ext uri="{FF2B5EF4-FFF2-40B4-BE49-F238E27FC236}">
                <a16:creationId xmlns:a16="http://schemas.microsoft.com/office/drawing/2014/main" id="{342EBD53-BF92-55A6-E85A-50AD5A80A5B1}"/>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0" name="Text Placeholder 4">
            <a:extLst>
              <a:ext uri="{FF2B5EF4-FFF2-40B4-BE49-F238E27FC236}">
                <a16:creationId xmlns:a16="http://schemas.microsoft.com/office/drawing/2014/main" id="{41709A76-8AD3-E8A8-447B-E2C8D00A4A1D}"/>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1" name="Text Placeholder 4">
            <a:extLst>
              <a:ext uri="{FF2B5EF4-FFF2-40B4-BE49-F238E27FC236}">
                <a16:creationId xmlns:a16="http://schemas.microsoft.com/office/drawing/2014/main" id="{FA4DA4A4-AEAC-105E-34C0-12EBA35F10E6}"/>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2" name="Text Placeholder 4">
            <a:extLst>
              <a:ext uri="{FF2B5EF4-FFF2-40B4-BE49-F238E27FC236}">
                <a16:creationId xmlns:a16="http://schemas.microsoft.com/office/drawing/2014/main" id="{B6DD83F2-9BFD-E0B8-4706-D7200B45DE3C}"/>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3" name="Text Placeholder 4">
            <a:extLst>
              <a:ext uri="{FF2B5EF4-FFF2-40B4-BE49-F238E27FC236}">
                <a16:creationId xmlns:a16="http://schemas.microsoft.com/office/drawing/2014/main" id="{0D94FEEB-2EA8-081B-0B69-F0ED7A8348AC}"/>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Tree>
    <p:extLst>
      <p:ext uri="{BB962C8B-B14F-4D97-AF65-F5344CB8AC3E}">
        <p14:creationId xmlns:p14="http://schemas.microsoft.com/office/powerpoint/2010/main" val="262978464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dirty="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Agenda</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 name="Text Placeholder 4">
            <a:extLst>
              <a:ext uri="{FF2B5EF4-FFF2-40B4-BE49-F238E27FC236}">
                <a16:creationId xmlns:a16="http://schemas.microsoft.com/office/drawing/2014/main" id="{749D503E-C57A-9E5B-19CF-94AF46BB63B3}"/>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6" name="Text Placeholder 4">
            <a:extLst>
              <a:ext uri="{FF2B5EF4-FFF2-40B4-BE49-F238E27FC236}">
                <a16:creationId xmlns:a16="http://schemas.microsoft.com/office/drawing/2014/main" id="{42BD3FFC-05D4-6AF7-0434-C1AC0298E5CD}"/>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7" name="Text Placeholder 4">
            <a:extLst>
              <a:ext uri="{FF2B5EF4-FFF2-40B4-BE49-F238E27FC236}">
                <a16:creationId xmlns:a16="http://schemas.microsoft.com/office/drawing/2014/main" id="{D0952C60-604F-9F1A-9D20-17D094CE4831}"/>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8" name="Text Placeholder 4">
            <a:extLst>
              <a:ext uri="{FF2B5EF4-FFF2-40B4-BE49-F238E27FC236}">
                <a16:creationId xmlns:a16="http://schemas.microsoft.com/office/drawing/2014/main" id="{BD164F81-CDD1-C1B4-ED55-A3321E1032B0}"/>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1" name="Text Placeholder 4">
            <a:extLst>
              <a:ext uri="{FF2B5EF4-FFF2-40B4-BE49-F238E27FC236}">
                <a16:creationId xmlns:a16="http://schemas.microsoft.com/office/drawing/2014/main" id="{7DF71D53-1D3F-D8F8-96D5-6DE13F1A9CC8}"/>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2" name="Text Placeholder 4">
            <a:extLst>
              <a:ext uri="{FF2B5EF4-FFF2-40B4-BE49-F238E27FC236}">
                <a16:creationId xmlns:a16="http://schemas.microsoft.com/office/drawing/2014/main" id="{142F11AF-BF37-8BBB-B5E7-A8655CF9477B}"/>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Tree>
    <p:extLst>
      <p:ext uri="{BB962C8B-B14F-4D97-AF65-F5344CB8AC3E}">
        <p14:creationId xmlns:p14="http://schemas.microsoft.com/office/powerpoint/2010/main" val="425414651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Agenda-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dirty="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Agenda</a:t>
            </a:r>
          </a:p>
        </p:txBody>
      </p:sp>
      <p:pic>
        <p:nvPicPr>
          <p:cNvPr id="27" name="Graphic 26">
            <a:extLst>
              <a:ext uri="{FF2B5EF4-FFF2-40B4-BE49-F238E27FC236}">
                <a16:creationId xmlns:a16="http://schemas.microsoft.com/office/drawing/2014/main" id="{404C027E-E5F6-C4D1-7BE4-B87D52F48E6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28" name="TextBox 27">
            <a:extLst>
              <a:ext uri="{FF2B5EF4-FFF2-40B4-BE49-F238E27FC236}">
                <a16:creationId xmlns:a16="http://schemas.microsoft.com/office/drawing/2014/main" id="{5696A0CB-1C78-8CBF-08C6-7CD08CF1D191}"/>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29" name="Text Placeholder 3">
            <a:extLst>
              <a:ext uri="{FF2B5EF4-FFF2-40B4-BE49-F238E27FC236}">
                <a16:creationId xmlns:a16="http://schemas.microsoft.com/office/drawing/2014/main" id="{328107B5-87E9-D299-9F61-658CFC39E3B4}"/>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5" name="Text Placeholder 4">
            <a:extLst>
              <a:ext uri="{FF2B5EF4-FFF2-40B4-BE49-F238E27FC236}">
                <a16:creationId xmlns:a16="http://schemas.microsoft.com/office/drawing/2014/main" id="{6672B4D0-A39C-FAF6-B1FC-E8138006004A}"/>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9" name="Text Placeholder 4">
            <a:extLst>
              <a:ext uri="{FF2B5EF4-FFF2-40B4-BE49-F238E27FC236}">
                <a16:creationId xmlns:a16="http://schemas.microsoft.com/office/drawing/2014/main" id="{A00A134C-93F9-0B06-D8F4-9B3C7532A426}"/>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0" name="Text Placeholder 4">
            <a:extLst>
              <a:ext uri="{FF2B5EF4-FFF2-40B4-BE49-F238E27FC236}">
                <a16:creationId xmlns:a16="http://schemas.microsoft.com/office/drawing/2014/main" id="{E37B92C4-122A-5377-7B74-D58A2319E90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3" name="Text Placeholder 4">
            <a:extLst>
              <a:ext uri="{FF2B5EF4-FFF2-40B4-BE49-F238E27FC236}">
                <a16:creationId xmlns:a16="http://schemas.microsoft.com/office/drawing/2014/main" id="{D28A167B-CD8D-159B-58DB-AD9C0600F651}"/>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4" name="Text Placeholder 4">
            <a:extLst>
              <a:ext uri="{FF2B5EF4-FFF2-40B4-BE49-F238E27FC236}">
                <a16:creationId xmlns:a16="http://schemas.microsoft.com/office/drawing/2014/main" id="{D3238DD8-4A7D-554B-8216-37EA1F023174}"/>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5" name="Text Placeholder 4">
            <a:extLst>
              <a:ext uri="{FF2B5EF4-FFF2-40B4-BE49-F238E27FC236}">
                <a16:creationId xmlns:a16="http://schemas.microsoft.com/office/drawing/2014/main" id="{11D58AB5-54CF-F584-79F8-821E69DF6010}"/>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6" name="Text Placeholder 4">
            <a:extLst>
              <a:ext uri="{FF2B5EF4-FFF2-40B4-BE49-F238E27FC236}">
                <a16:creationId xmlns:a16="http://schemas.microsoft.com/office/drawing/2014/main" id="{6367AC01-84C2-7E8C-3BF8-201856803E21}"/>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3" name="Text Placeholder 4">
            <a:extLst>
              <a:ext uri="{FF2B5EF4-FFF2-40B4-BE49-F238E27FC236}">
                <a16:creationId xmlns:a16="http://schemas.microsoft.com/office/drawing/2014/main" id="{60B1A9C8-7F43-7DB1-4F91-53075745C4B6}"/>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4" name="Text Placeholder 4">
            <a:extLst>
              <a:ext uri="{FF2B5EF4-FFF2-40B4-BE49-F238E27FC236}">
                <a16:creationId xmlns:a16="http://schemas.microsoft.com/office/drawing/2014/main" id="{46C8629B-DFA8-41AA-9C67-96D3D02BED28}"/>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6" name="Text Placeholder 4">
            <a:extLst>
              <a:ext uri="{FF2B5EF4-FFF2-40B4-BE49-F238E27FC236}">
                <a16:creationId xmlns:a16="http://schemas.microsoft.com/office/drawing/2014/main" id="{11CC2B96-A6B1-5232-3AEE-F9B7FDBBC137}"/>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0" name="Text Placeholder 4">
            <a:extLst>
              <a:ext uri="{FF2B5EF4-FFF2-40B4-BE49-F238E27FC236}">
                <a16:creationId xmlns:a16="http://schemas.microsoft.com/office/drawing/2014/main" id="{7A18B250-73F5-69E3-5878-B1D8C984F427}"/>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1" name="Text Placeholder 4">
            <a:extLst>
              <a:ext uri="{FF2B5EF4-FFF2-40B4-BE49-F238E27FC236}">
                <a16:creationId xmlns:a16="http://schemas.microsoft.com/office/drawing/2014/main" id="{462FE180-ECE1-55D7-0248-053AC1E99B1F}"/>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Tree>
    <p:extLst>
      <p:ext uri="{BB962C8B-B14F-4D97-AF65-F5344CB8AC3E}">
        <p14:creationId xmlns:p14="http://schemas.microsoft.com/office/powerpoint/2010/main" val="3521564650"/>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Section_Header_Custom_1">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19866F5-F57A-6C40-4D30-D67CB6A3D24E}"/>
              </a:ext>
            </a:extLst>
          </p:cNvPr>
          <p:cNvSpPr>
            <a:spLocks noGrp="1"/>
          </p:cNvSpPr>
          <p:nvPr>
            <p:ph type="title" hasCustomPrompt="1"/>
          </p:nvPr>
        </p:nvSpPr>
        <p:spPr>
          <a:xfrm>
            <a:off x="481265" y="1793240"/>
            <a:ext cx="5640805" cy="923330"/>
          </a:xfrm>
          <a:prstGeom prst="rect">
            <a:avLst/>
          </a:prstGeom>
        </p:spPr>
        <p:txBody>
          <a:bodyPr wrap="square">
            <a:spAutoFit/>
          </a:bodyPr>
          <a:lstStyle>
            <a:lvl1pPr>
              <a:defRPr sz="6000" b="1" i="0">
                <a:solidFill>
                  <a:schemeClr val="bg1"/>
                </a:solidFill>
                <a:latin typeface="+mj-lt"/>
                <a:cs typeface="Calibri Light" panose="020F0302020204030204" pitchFamily="34" charset="0"/>
              </a:defRPr>
            </a:lvl1pPr>
          </a:lstStyle>
          <a:p>
            <a:r>
              <a:rPr lang="en-US"/>
              <a:t>Section Header</a:t>
            </a:r>
          </a:p>
        </p:txBody>
      </p:sp>
      <p:sp>
        <p:nvSpPr>
          <p:cNvPr id="3" name="Text Placeholder 4">
            <a:extLst>
              <a:ext uri="{FF2B5EF4-FFF2-40B4-BE49-F238E27FC236}">
                <a16:creationId xmlns:a16="http://schemas.microsoft.com/office/drawing/2014/main" id="{B0EC5345-D2D0-6B03-7DDB-B62AB64329C8}"/>
              </a:ext>
            </a:extLst>
          </p:cNvPr>
          <p:cNvSpPr>
            <a:spLocks noGrp="1"/>
          </p:cNvSpPr>
          <p:nvPr>
            <p:ph type="body" sz="quarter" idx="10" hasCustomPrompt="1"/>
          </p:nvPr>
        </p:nvSpPr>
        <p:spPr>
          <a:xfrm>
            <a:off x="481265" y="1336040"/>
            <a:ext cx="498928" cy="321627"/>
          </a:xfrm>
          <a:prstGeom prst="rect">
            <a:avLst/>
          </a:prstGeom>
        </p:spPr>
        <p:txBody>
          <a:bodyPr wrap="square" anchor="t" anchorCtr="0">
            <a:spAutoFit/>
          </a:bodyPr>
          <a:lstStyle>
            <a:lvl1pPr algn="l">
              <a:defRPr sz="2000" b="1">
                <a:solidFill>
                  <a:schemeClr val="bg1"/>
                </a:solidFill>
              </a:defRPr>
            </a:lvl1pPr>
          </a:lstStyle>
          <a:p>
            <a:pPr lvl="0"/>
            <a:r>
              <a:rPr lang="en-US"/>
              <a:t>01</a:t>
            </a:r>
          </a:p>
        </p:txBody>
      </p:sp>
      <p:sp>
        <p:nvSpPr>
          <p:cNvPr id="4" name="Text Placeholder 4">
            <a:extLst>
              <a:ext uri="{FF2B5EF4-FFF2-40B4-BE49-F238E27FC236}">
                <a16:creationId xmlns:a16="http://schemas.microsoft.com/office/drawing/2014/main" id="{CB32F50E-D900-4FFA-87A8-502151FBE20C}"/>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5" name="Graphic 4">
            <a:extLst>
              <a:ext uri="{FF2B5EF4-FFF2-40B4-BE49-F238E27FC236}">
                <a16:creationId xmlns:a16="http://schemas.microsoft.com/office/drawing/2014/main" id="{7BA73176-A11D-D62A-EC12-39C3DF983B1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DDED43E1-5036-AF03-3AFC-AC404D716E4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7" name="Text Placeholder 3">
            <a:extLst>
              <a:ext uri="{FF2B5EF4-FFF2-40B4-BE49-F238E27FC236}">
                <a16:creationId xmlns:a16="http://schemas.microsoft.com/office/drawing/2014/main" id="{B4AFFE7B-BAB3-2BE6-68C7-82413494811D}"/>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273611460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Section_Header_Custiom_2">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5BDBBF2-452B-8A53-D3BC-946EEC403099}"/>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dirty="0">
                <a:solidFill>
                  <a:schemeClr val="bg1"/>
                </a:solidFill>
                <a:latin typeface="+mj-lt"/>
                <a:cs typeface="Calibri Light" panose="020F0302020204030204" pitchFamily="34" charset="0"/>
              </a:defRPr>
            </a:lvl1pPr>
          </a:lstStyle>
          <a:p>
            <a:pPr lvl="0"/>
            <a:r>
              <a:rPr lang="en-US"/>
              <a:t>Section Header</a:t>
            </a:r>
          </a:p>
        </p:txBody>
      </p:sp>
      <p:sp>
        <p:nvSpPr>
          <p:cNvPr id="9" name="Text Placeholder 4">
            <a:extLst>
              <a:ext uri="{FF2B5EF4-FFF2-40B4-BE49-F238E27FC236}">
                <a16:creationId xmlns:a16="http://schemas.microsoft.com/office/drawing/2014/main" id="{2CA620CE-1B8B-D388-B43E-902BAFDB8F31}"/>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solidFill>
                  <a:schemeClr val="bg1"/>
                </a:solidFill>
              </a:defRPr>
            </a:lvl1pPr>
          </a:lstStyle>
          <a:p>
            <a:pPr lvl="0"/>
            <a:r>
              <a:rPr lang="en-US"/>
              <a:t>01</a:t>
            </a:r>
          </a:p>
        </p:txBody>
      </p:sp>
      <p:sp>
        <p:nvSpPr>
          <p:cNvPr id="10" name="Text Placeholder 4">
            <a:extLst>
              <a:ext uri="{FF2B5EF4-FFF2-40B4-BE49-F238E27FC236}">
                <a16:creationId xmlns:a16="http://schemas.microsoft.com/office/drawing/2014/main" id="{9B21D373-42F2-86AB-3F79-81C1BE348209}"/>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8720EBE-A59D-52D5-044F-DF5C07F83D7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3F31129-9154-6101-E99F-40D9C428A70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BF7BD8E2-6131-A98D-36C8-080B716E4D6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3207312826"/>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Section_Header_Custiom_3">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BEA6F8A-F8D2-0E03-127C-C4C39351EE62}"/>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F86F72EA-0ABE-9A8E-4E77-930AA5496A56}"/>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solidFill>
                  <a:schemeClr val="bg1"/>
                </a:solidFill>
              </a:defRPr>
            </a:lvl1pPr>
          </a:lstStyle>
          <a:p>
            <a:pPr lvl="0"/>
            <a:r>
              <a:rPr lang="en-US"/>
              <a:t>01</a:t>
            </a:r>
          </a:p>
        </p:txBody>
      </p:sp>
      <p:sp>
        <p:nvSpPr>
          <p:cNvPr id="7" name="Text Placeholder 4">
            <a:extLst>
              <a:ext uri="{FF2B5EF4-FFF2-40B4-BE49-F238E27FC236}">
                <a16:creationId xmlns:a16="http://schemas.microsoft.com/office/drawing/2014/main" id="{A5E6E347-3D84-596D-2504-6BB7F3483113}"/>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5684E56-61FE-0760-81FB-D738FF31CE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4AFDEA9-4B5D-18D7-3B7C-ADC156E9EFC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1C818241-0582-A630-8CB0-7598682D85EA}"/>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132032259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Section_Header_Custiom_4">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8956E04-CBD7-E482-8975-949516BE35C7}"/>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4DF04DE8-18FA-CC1C-A2E5-416F24CA0863}"/>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solidFill>
                  <a:schemeClr val="bg1"/>
                </a:solidFill>
              </a:defRPr>
            </a:lvl1pPr>
          </a:lstStyle>
          <a:p>
            <a:pPr lvl="0"/>
            <a:r>
              <a:rPr lang="en-US"/>
              <a:t>01</a:t>
            </a:r>
          </a:p>
        </p:txBody>
      </p:sp>
      <p:sp>
        <p:nvSpPr>
          <p:cNvPr id="7" name="Text Placeholder 4">
            <a:extLst>
              <a:ext uri="{FF2B5EF4-FFF2-40B4-BE49-F238E27FC236}">
                <a16:creationId xmlns:a16="http://schemas.microsoft.com/office/drawing/2014/main" id="{6BD1EAAB-FF14-59B6-EB7C-E327DBE47644}"/>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53ED1D57-42C1-01EC-FDEC-8930A13F028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FA158379-42B6-CCBC-ACEF-3055CDBB2D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48C1715E-3786-F104-88AB-8B85E2F6D918}"/>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14383703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Disclaimer">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BC286D-0325-2652-6DE3-BC17B7921CDE}"/>
              </a:ext>
            </a:extLst>
          </p:cNvPr>
          <p:cNvSpPr txBox="1">
            <a:spLocks/>
          </p:cNvSpPr>
          <p:nvPr userDrawn="1"/>
        </p:nvSpPr>
        <p:spPr>
          <a:xfrm>
            <a:off x="481264" y="1667844"/>
            <a:ext cx="4403565" cy="1015663"/>
          </a:xfrm>
          <a:prstGeom prst="rect">
            <a:avLst/>
          </a:prstGeom>
        </p:spPr>
        <p:txBody>
          <a:bodyPr vert="horz" wrap="square" lIns="0" tIns="0" rIns="0" bIns="0" rtlCol="0" anchor="t">
            <a:spAutoFit/>
          </a:bodyPr>
          <a:lstStyle>
            <a:lvl1pPr>
              <a:lnSpc>
                <a:spcPct val="100000"/>
              </a:lnSpc>
              <a:spcBef>
                <a:spcPct val="0"/>
              </a:spcBef>
              <a:buNone/>
              <a:defRPr lang="en-US" sz="6000" b="1" i="0" dirty="0">
                <a:solidFill>
                  <a:schemeClr val="bg1"/>
                </a:solidFill>
                <a:latin typeface="+mj-lt"/>
                <a:ea typeface="Calibri" panose="020F0502020204030204" pitchFamily="34" charset="0"/>
                <a:cs typeface="Calibri Light" panose="020F0302020204030204" pitchFamily="34"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6000" b="1" i="0" u="none" strike="noStrike" kern="1200" cap="none" spc="0" normalizeH="0" baseline="0" noProof="0">
                <a:ln>
                  <a:noFill/>
                </a:ln>
                <a:solidFill>
                  <a:srgbClr val="FFFFFF"/>
                </a:solidFill>
                <a:effectLst/>
                <a:uLnTx/>
                <a:uFillTx/>
                <a:latin typeface="Calibri Bold"/>
                <a:cs typeface="Calibri Light" panose="020F0302020204030204" pitchFamily="34" charset="0"/>
              </a:rPr>
              <a:t>Disclaimer</a:t>
            </a:r>
          </a:p>
        </p:txBody>
      </p:sp>
      <p:sp>
        <p:nvSpPr>
          <p:cNvPr id="6" name="Rectangle 5">
            <a:extLst>
              <a:ext uri="{FF2B5EF4-FFF2-40B4-BE49-F238E27FC236}">
                <a16:creationId xmlns:a16="http://schemas.microsoft.com/office/drawing/2014/main" id="{EDA858F5-1B5C-FD7A-432D-19F62375A90D}"/>
              </a:ext>
            </a:extLst>
          </p:cNvPr>
          <p:cNvSpPr/>
          <p:nvPr userDrawn="1"/>
        </p:nvSpPr>
        <p:spPr>
          <a:xfrm>
            <a:off x="481264" y="4759456"/>
            <a:ext cx="4267462" cy="986010"/>
          </a:xfrm>
          <a:prstGeom prst="rect">
            <a:avLst/>
          </a:prstGeom>
          <a:noFill/>
          <a:ln>
            <a:noFill/>
          </a:ln>
          <a:extLst>
            <a:ext uri="{909E8E84-426E-40DD-AFC4-6F175D3DCCD1}">
              <a14:hiddenFill xmlns:a14="http://schemas.microsoft.com/office/drawing/2010/main">
                <a:solidFill>
                  <a:schemeClr val="bg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354"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418DFF"/>
                </a:solidFill>
                <a:effectLst/>
                <a:uLnTx/>
                <a:uFillTx/>
                <a:latin typeface="Calibri"/>
                <a:ea typeface="+mn-ea"/>
                <a:cs typeface="+mn-cs"/>
              </a:rPr>
              <a:t>This presentation was downloaded from Presales Stories. </a:t>
            </a:r>
          </a:p>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418DFF"/>
                </a:solidFill>
                <a:effectLst/>
                <a:uLnTx/>
                <a:uFillTx/>
                <a:latin typeface="Calibri"/>
                <a:ea typeface="+mn-ea"/>
                <a:cs typeface="+mn-cs"/>
              </a:rPr>
              <a:t>Discover more content about EPAM’s Capabilities at </a:t>
            </a:r>
            <a:br>
              <a:rPr kumimoji="0" lang="en-US" sz="1200" b="1" i="0" u="none" strike="noStrike" kern="1200" cap="none" spc="0" normalizeH="0" baseline="0" noProof="0">
                <a:ln>
                  <a:noFill/>
                </a:ln>
                <a:solidFill>
                  <a:srgbClr val="418DFF"/>
                </a:solidFill>
                <a:effectLst/>
                <a:uLnTx/>
                <a:uFillTx/>
                <a:latin typeface="Calibri"/>
                <a:ea typeface="+mn-ea"/>
                <a:cs typeface="+mn-cs"/>
              </a:rPr>
            </a:br>
            <a:r>
              <a:rPr kumimoji="0" lang="en-US" sz="1200" b="1" i="0" u="sng" strike="noStrike" kern="1200" cap="none" spc="0" normalizeH="0" baseline="0" noProof="0">
                <a:ln>
                  <a:noFill/>
                </a:ln>
                <a:solidFill>
                  <a:srgbClr val="418DFF"/>
                </a:solidFill>
                <a:effectLst/>
                <a:uLnTx/>
                <a:uFillTx/>
                <a:latin typeface="Calibri"/>
                <a:ea typeface="+mn-ea"/>
                <a:cs typeface="+mn-cs"/>
                <a:hlinkClick r:id="rId3">
                  <a:extLst>
                    <a:ext uri="{A12FA001-AC4F-418D-AE19-62706E023703}">
                      <ahyp:hlinkClr xmlns:ahyp="http://schemas.microsoft.com/office/drawing/2018/hyperlinkcolor" val="tx"/>
                    </a:ext>
                  </a:extLst>
                </a:hlinkClick>
              </a:rPr>
              <a:t>https://epa.ms/stories</a:t>
            </a:r>
            <a:endParaRPr kumimoji="0" lang="en-US" sz="1200" b="1" i="0" u="none" strike="noStrike" kern="1200" cap="none" spc="0" normalizeH="0" baseline="0" noProof="0">
              <a:ln>
                <a:noFill/>
              </a:ln>
              <a:solidFill>
                <a:srgbClr val="418DFF"/>
              </a:solidFill>
              <a:effectLst/>
              <a:uLnTx/>
              <a:uFillTx/>
              <a:latin typeface="Calibri"/>
              <a:ea typeface="+mn-ea"/>
              <a:cs typeface="+mn-cs"/>
            </a:endParaRPr>
          </a:p>
        </p:txBody>
      </p:sp>
      <p:sp>
        <p:nvSpPr>
          <p:cNvPr id="7" name="Title 4">
            <a:extLst>
              <a:ext uri="{FF2B5EF4-FFF2-40B4-BE49-F238E27FC236}">
                <a16:creationId xmlns:a16="http://schemas.microsoft.com/office/drawing/2014/main" id="{5C60129C-ED73-46C0-0FB7-BB32CA2BD978}"/>
              </a:ext>
            </a:extLst>
          </p:cNvPr>
          <p:cNvSpPr txBox="1">
            <a:spLocks/>
          </p:cNvSpPr>
          <p:nvPr userDrawn="1"/>
        </p:nvSpPr>
        <p:spPr>
          <a:xfrm>
            <a:off x="481264" y="2919114"/>
            <a:ext cx="6388966" cy="1604735"/>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Light" panose="020F0302020204030204" pitchFamily="34" charset="0"/>
                <a:cs typeface="Calibri" panose="020F0502020204030204" pitchFamily="34" charset="0"/>
              </a:rPr>
              <a:t>All provided material can only be used under NDA</a:t>
            </a:r>
            <a:br>
              <a:rPr kumimoji="0" lang="en-US" sz="2400" b="0" i="0" u="none" strike="noStrike" kern="1200" cap="none" spc="0" normalizeH="0" baseline="0" noProof="0">
                <a:ln>
                  <a:noFill/>
                </a:ln>
                <a:solidFill>
                  <a:srgbClr val="FFFFFF"/>
                </a:solidFill>
                <a:effectLst/>
                <a:uLnTx/>
                <a:uFillTx/>
                <a:latin typeface="Calibri Light" panose="020F0302020204030204" pitchFamily="34" charset="0"/>
                <a:cs typeface="Calibri" panose="020F0502020204030204" pitchFamily="34" charset="0"/>
              </a:rPr>
            </a:br>
            <a:r>
              <a:rPr kumimoji="0" lang="en-US" sz="2400" b="0" i="0" u="none" strike="noStrike" kern="1200" cap="none" spc="0" normalizeH="0" baseline="0" noProof="0">
                <a:ln>
                  <a:noFill/>
                </a:ln>
                <a:solidFill>
                  <a:srgbClr val="FFFFFF"/>
                </a:solidFill>
                <a:effectLst/>
                <a:uLnTx/>
                <a:uFillTx/>
                <a:latin typeface="Calibri Light" panose="020F0302020204030204" pitchFamily="34" charset="0"/>
                <a:cs typeface="Calibri" panose="020F0502020204030204" pitchFamily="34" charset="0"/>
              </a:rPr>
              <a:t>Slides can contain confidential notes</a:t>
            </a:r>
            <a:br>
              <a:rPr kumimoji="0" lang="en-US" sz="2400" b="0" i="0" u="none" strike="noStrike" kern="1200" cap="none" spc="0" normalizeH="0" baseline="0" noProof="0">
                <a:ln>
                  <a:noFill/>
                </a:ln>
                <a:solidFill>
                  <a:srgbClr val="FFFFFF"/>
                </a:solidFill>
                <a:effectLst/>
                <a:uLnTx/>
                <a:uFillTx/>
                <a:latin typeface="Calibri Light" panose="020F0302020204030204" pitchFamily="34" charset="0"/>
                <a:cs typeface="Calibri" panose="020F0502020204030204" pitchFamily="34" charset="0"/>
              </a:rPr>
            </a:br>
            <a:r>
              <a:rPr kumimoji="0" lang="en-US" sz="2400" b="0" i="0" u="none" strike="noStrike" kern="1200" cap="none" spc="0" normalizeH="0" baseline="0" noProof="0">
                <a:ln>
                  <a:noFill/>
                </a:ln>
                <a:solidFill>
                  <a:srgbClr val="FFFFFF"/>
                </a:solidFill>
                <a:effectLst/>
                <a:uLnTx/>
                <a:uFillTx/>
                <a:latin typeface="Calibri Light" panose="020F0302020204030204" pitchFamily="34" charset="0"/>
                <a:cs typeface="Calibri" panose="020F0502020204030204" pitchFamily="34" charset="0"/>
              </a:rPr>
              <a:t>Convert to PDF before sharing</a:t>
            </a:r>
          </a:p>
        </p:txBody>
      </p:sp>
      <p:pic>
        <p:nvPicPr>
          <p:cNvPr id="8" name="Picture 7">
            <a:extLst>
              <a:ext uri="{FF2B5EF4-FFF2-40B4-BE49-F238E27FC236}">
                <a16:creationId xmlns:a16="http://schemas.microsoft.com/office/drawing/2014/main" id="{EF3464A0-B9BD-B9A5-38BA-45F5800B2DA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481264" y="872962"/>
            <a:ext cx="668294" cy="622205"/>
          </a:xfrm>
          <a:prstGeom prst="rect">
            <a:avLst/>
          </a:prstGeom>
        </p:spPr>
      </p:pic>
      <p:pic>
        <p:nvPicPr>
          <p:cNvPr id="2" name="Graphic 1">
            <a:extLst>
              <a:ext uri="{FF2B5EF4-FFF2-40B4-BE49-F238E27FC236}">
                <a16:creationId xmlns:a16="http://schemas.microsoft.com/office/drawing/2014/main" id="{C9E71BD3-C16B-E833-87BA-15C30377643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D42082F-236C-033C-4BB1-ED91055E10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43DDC278-1F97-461F-020F-97C4F17BCD4E}"/>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426896899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Divider-Light">
    <p:spTree>
      <p:nvGrpSpPr>
        <p:cNvPr id="1" name=""/>
        <p:cNvGrpSpPr/>
        <p:nvPr/>
      </p:nvGrpSpPr>
      <p:grpSpPr>
        <a:xfrm>
          <a:off x="0" y="0"/>
          <a:ext cx="0" cy="0"/>
          <a:chOff x="0" y="0"/>
          <a:chExt cx="0" cy="0"/>
        </a:xfrm>
      </p:grpSpPr>
      <p:pic>
        <p:nvPicPr>
          <p:cNvPr id="4" name="Picture 3" descr="Background pattern  Description automatically generated with medium confidence">
            <a:extLst>
              <a:ext uri="{FF2B5EF4-FFF2-40B4-BE49-F238E27FC236}">
                <a16:creationId xmlns:a16="http://schemas.microsoft.com/office/drawing/2014/main" id="{93E89BDD-DFE0-2F52-8234-B4BA719C24D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45299"/>
          </a:xfrm>
          <a:prstGeom prst="rect">
            <a:avLst/>
          </a:prstGeom>
        </p:spPr>
      </p:pic>
      <p:pic>
        <p:nvPicPr>
          <p:cNvPr id="5" name="Graphic 4">
            <a:extLst>
              <a:ext uri="{FF2B5EF4-FFF2-40B4-BE49-F238E27FC236}">
                <a16:creationId xmlns:a16="http://schemas.microsoft.com/office/drawing/2014/main" id="{BAB1331E-AD8D-C6DD-2EB9-162F1E8744C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38E73F41-F196-FE58-99BD-8AFA2B909861}"/>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8" name="Text Placeholder 3">
            <a:extLst>
              <a:ext uri="{FF2B5EF4-FFF2-40B4-BE49-F238E27FC236}">
                <a16:creationId xmlns:a16="http://schemas.microsoft.com/office/drawing/2014/main" id="{ECA775BE-E377-94D3-AEB3-0F6AC5EABBE8}"/>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
        <p:nvSpPr>
          <p:cNvPr id="2" name="Text Placeholder 7">
            <a:extLst>
              <a:ext uri="{FF2B5EF4-FFF2-40B4-BE49-F238E27FC236}">
                <a16:creationId xmlns:a16="http://schemas.microsoft.com/office/drawing/2014/main" id="{51296AC5-6772-5447-9F7F-930222E7DD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3" name="Title 8">
            <a:extLst>
              <a:ext uri="{FF2B5EF4-FFF2-40B4-BE49-F238E27FC236}">
                <a16:creationId xmlns:a16="http://schemas.microsoft.com/office/drawing/2014/main" id="{522FF93D-C8A6-33EF-5BC7-877E52BEE05B}"/>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dirty="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7" name="Text Placeholder 4">
            <a:extLst>
              <a:ext uri="{FF2B5EF4-FFF2-40B4-BE49-F238E27FC236}">
                <a16:creationId xmlns:a16="http://schemas.microsoft.com/office/drawing/2014/main" id="{FA81627C-09AF-5EC8-CA35-DF312ECADD9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322251276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Divider-Light-2">
    <p:spTree>
      <p:nvGrpSpPr>
        <p:cNvPr id="1" name=""/>
        <p:cNvGrpSpPr/>
        <p:nvPr/>
      </p:nvGrpSpPr>
      <p:grpSpPr>
        <a:xfrm>
          <a:off x="0" y="0"/>
          <a:ext cx="0" cy="0"/>
          <a:chOff x="0" y="0"/>
          <a:chExt cx="0" cy="0"/>
        </a:xfrm>
      </p:grpSpPr>
      <p:pic>
        <p:nvPicPr>
          <p:cNvPr id="6" name="Picture 5" descr="Background pattern  Description automatically generated">
            <a:extLst>
              <a:ext uri="{FF2B5EF4-FFF2-40B4-BE49-F238E27FC236}">
                <a16:creationId xmlns:a16="http://schemas.microsoft.com/office/drawing/2014/main" id="{8E60C0F2-79B7-EE1B-6041-90317B3CB1E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5199D6FE-5F94-4710-8291-B3438158799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13F08F0-0194-EA75-42BA-A0773D6D3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5EBCD999-82B2-EE7A-6B7F-62E9DF0FC3BB}"/>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
        <p:nvSpPr>
          <p:cNvPr id="5" name="Text Placeholder 7">
            <a:extLst>
              <a:ext uri="{FF2B5EF4-FFF2-40B4-BE49-F238E27FC236}">
                <a16:creationId xmlns:a16="http://schemas.microsoft.com/office/drawing/2014/main" id="{F60BC1F9-F5BB-BACB-98D9-6B1EA76689A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21A2213A-A5D0-F62A-BDB3-8BB538A659C6}"/>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dirty="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500BD8D1-BEE3-CC7B-18BC-B2C6739412DA}"/>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365029087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Divider-Light-3">
    <p:spTree>
      <p:nvGrpSpPr>
        <p:cNvPr id="1" name=""/>
        <p:cNvGrpSpPr/>
        <p:nvPr/>
      </p:nvGrpSpPr>
      <p:grpSpPr>
        <a:xfrm>
          <a:off x="0" y="0"/>
          <a:ext cx="0" cy="0"/>
          <a:chOff x="0" y="0"/>
          <a:chExt cx="0" cy="0"/>
        </a:xfrm>
      </p:grpSpPr>
      <p:pic>
        <p:nvPicPr>
          <p:cNvPr id="6" name="Picture 5" descr="Background pattern  Description automatically generated">
            <a:extLst>
              <a:ext uri="{FF2B5EF4-FFF2-40B4-BE49-F238E27FC236}">
                <a16:creationId xmlns:a16="http://schemas.microsoft.com/office/drawing/2014/main" id="{47254E77-EA64-0D5B-1B56-09AF228EFA4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41AD50E6-D58E-3D8C-41A0-48F21CC758C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BEC493A-D2B3-E243-2D3B-B6C3183A317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0AF48D13-7FE0-0CB2-89F9-E7AA85593DB9}"/>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
        <p:nvSpPr>
          <p:cNvPr id="5" name="Text Placeholder 7">
            <a:extLst>
              <a:ext uri="{FF2B5EF4-FFF2-40B4-BE49-F238E27FC236}">
                <a16:creationId xmlns:a16="http://schemas.microsoft.com/office/drawing/2014/main" id="{7D221B2F-F01A-3D8B-58F3-2E0CD57769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7" name="Title 8">
            <a:extLst>
              <a:ext uri="{FF2B5EF4-FFF2-40B4-BE49-F238E27FC236}">
                <a16:creationId xmlns:a16="http://schemas.microsoft.com/office/drawing/2014/main" id="{5E154CAE-C4D8-C2A0-6BE8-461C3B8FA5B3}"/>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dirty="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8" name="Text Placeholder 4">
            <a:extLst>
              <a:ext uri="{FF2B5EF4-FFF2-40B4-BE49-F238E27FC236}">
                <a16:creationId xmlns:a16="http://schemas.microsoft.com/office/drawing/2014/main" id="{702DE92A-A744-9D66-5950-661ECF019C8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16922011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Divider-Light-4">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5381F3-7ADD-A798-2917-70C400E5FC0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704668" y="2820541"/>
            <a:ext cx="4487332" cy="4037459"/>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
        <p:nvSpPr>
          <p:cNvPr id="9" name="Text Placeholder 7">
            <a:extLst>
              <a:ext uri="{FF2B5EF4-FFF2-40B4-BE49-F238E27FC236}">
                <a16:creationId xmlns:a16="http://schemas.microsoft.com/office/drawing/2014/main" id="{5747460E-84D6-E4C7-66CE-0A88D0D3B7E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4C926E2E-67D5-D03F-CAF1-D936DD3C015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dirty="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470B9D3F-8FFD-EE49-3B30-05286E2EBB66}"/>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403323456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Divider-Light-5">
    <p:spTree>
      <p:nvGrpSpPr>
        <p:cNvPr id="1" name=""/>
        <p:cNvGrpSpPr/>
        <p:nvPr/>
      </p:nvGrpSpPr>
      <p:grpSpPr>
        <a:xfrm>
          <a:off x="0" y="0"/>
          <a:ext cx="0" cy="0"/>
          <a:chOff x="0" y="0"/>
          <a:chExt cx="0" cy="0"/>
        </a:xfrm>
      </p:grpSpPr>
      <p:pic>
        <p:nvPicPr>
          <p:cNvPr id="7" name="Picture 6" descr="Background pattern  Description automatically generated">
            <a:extLst>
              <a:ext uri="{FF2B5EF4-FFF2-40B4-BE49-F238E27FC236}">
                <a16:creationId xmlns:a16="http://schemas.microsoft.com/office/drawing/2014/main" id="{35273E55-8F47-AC18-08B7-C31C53E2A27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
        <p:nvSpPr>
          <p:cNvPr id="9" name="Text Placeholder 7">
            <a:extLst>
              <a:ext uri="{FF2B5EF4-FFF2-40B4-BE49-F238E27FC236}">
                <a16:creationId xmlns:a16="http://schemas.microsoft.com/office/drawing/2014/main" id="{CBBCDB36-A5F4-DF81-FE84-1CBB0550822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36520FD8-AF16-A7D1-FBFD-C07B1B5276A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dirty="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BEA145C4-F1AE-010B-FC94-C27466A668E5}"/>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2101120849"/>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1896"/>
            <a:ext cx="11274552" cy="457200"/>
          </a:xfrm>
        </p:spPr>
        <p:txBody>
          <a:bodyPr/>
          <a:lstStyle>
            <a:lvl1pPr>
              <a:defRPr b="1">
                <a:latin typeface="+mn-lt"/>
              </a:defRPr>
            </a:lvl1pPr>
          </a:lstStyle>
          <a:p>
            <a:r>
              <a:rPr lang="en-US"/>
              <a:t>Click to edit Master title style</a:t>
            </a:r>
          </a:p>
        </p:txBody>
      </p:sp>
    </p:spTree>
    <p:extLst>
      <p:ext uri="{BB962C8B-B14F-4D97-AF65-F5344CB8AC3E}">
        <p14:creationId xmlns:p14="http://schemas.microsoft.com/office/powerpoint/2010/main" val="31037432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797884110"/>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ts val="0"/>
              </a:spcBef>
              <a:buNone/>
              <a:defRPr sz="1600" b="1" i="0">
                <a:solidFill>
                  <a:schemeClr val="tx1"/>
                </a:solidFill>
              </a:defRPr>
            </a:lvl1pPr>
          </a:lstStyle>
          <a:p>
            <a:pPr lvl="0"/>
            <a:r>
              <a:rPr lang="en-US"/>
              <a:t>Edit Master text styles</a:t>
            </a:r>
          </a:p>
        </p:txBody>
      </p:sp>
      <p:sp>
        <p:nvSpPr>
          <p:cNvPr id="2" name="Title 1">
            <a:extLst>
              <a:ext uri="{FF2B5EF4-FFF2-40B4-BE49-F238E27FC236}">
                <a16:creationId xmlns:a16="http://schemas.microsoft.com/office/drawing/2014/main" id="{51B4284D-C7B7-AF33-505C-3BCE705434E9}"/>
              </a:ext>
            </a:extLst>
          </p:cNvPr>
          <p:cNvSpPr>
            <a:spLocks noGrp="1"/>
          </p:cNvSpPr>
          <p:nvPr>
            <p:ph type="title"/>
          </p:nvPr>
        </p:nvSpPr>
        <p:spPr>
          <a:xfrm>
            <a:off x="457200" y="723900"/>
            <a:ext cx="11274552" cy="457200"/>
          </a:xfrm>
        </p:spPr>
        <p:txBody>
          <a:bodyPr/>
          <a:lstStyle>
            <a:lvl1pPr>
              <a:defRPr b="1">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8CBF3641-43B5-6FAC-E7AA-3C2E1B68684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80296950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76922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353452522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itle-Sub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7" name="Text Placeholder 8">
            <a:extLst>
              <a:ext uri="{FF2B5EF4-FFF2-40B4-BE49-F238E27FC236}">
                <a16:creationId xmlns:a16="http://schemas.microsoft.com/office/drawing/2014/main" id="{AA4049EA-1C80-CEF2-C39E-9249C1D295FE}"/>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ts val="0"/>
              </a:spcBef>
              <a:buNone/>
              <a:defRPr sz="1600" b="1" i="0">
                <a:solidFill>
                  <a:schemeClr val="bg1"/>
                </a:solidFill>
              </a:defRPr>
            </a:lvl1pPr>
          </a:lstStyle>
          <a:p>
            <a:pPr lvl="0"/>
            <a:r>
              <a:rPr lang="en-US"/>
              <a:t>Edit Master text styles</a:t>
            </a:r>
          </a:p>
        </p:txBody>
      </p:sp>
    </p:spTree>
    <p:extLst>
      <p:ext uri="{BB962C8B-B14F-4D97-AF65-F5344CB8AC3E}">
        <p14:creationId xmlns:p14="http://schemas.microsoft.com/office/powerpoint/2010/main" val="7642970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6022081"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pic>
        <p:nvPicPr>
          <p:cNvPr id="2" name="Graphic 1">
            <a:extLst>
              <a:ext uri="{FF2B5EF4-FFF2-40B4-BE49-F238E27FC236}">
                <a16:creationId xmlns:a16="http://schemas.microsoft.com/office/drawing/2014/main" id="{9D2FFF58-70EB-C86F-9E59-1581F18B872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bg1"/>
                </a:solidFill>
                <a:latin typeface="+mn-lt"/>
              </a:defRPr>
            </a:lvl1pPr>
          </a:lstStyle>
          <a:p>
            <a:r>
              <a:rPr lang="en-US"/>
              <a:t>Click to edit Master title style</a:t>
            </a:r>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8"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924932763"/>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Arrow-Two">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891C23-3EE8-0CED-28FE-170D18A2D615}"/>
              </a:ext>
            </a:extLst>
          </p:cNvPr>
          <p:cNvGrpSpPr/>
          <p:nvPr userDrawn="1"/>
        </p:nvGrpSpPr>
        <p:grpSpPr>
          <a:xfrm>
            <a:off x="3909694" y="-2"/>
            <a:ext cx="4653972" cy="6858002"/>
            <a:chOff x="3300840" y="-2"/>
            <a:chExt cx="4653972" cy="6858002"/>
          </a:xfrm>
          <a:solidFill>
            <a:schemeClr val="bg1">
              <a:lumMod val="95000"/>
            </a:schemeClr>
          </a:solidFill>
        </p:grpSpPr>
        <p:sp>
          <p:nvSpPr>
            <p:cNvPr id="10" name="Rectangle 9">
              <a:extLst>
                <a:ext uri="{FF2B5EF4-FFF2-40B4-BE49-F238E27FC236}">
                  <a16:creationId xmlns:a16="http://schemas.microsoft.com/office/drawing/2014/main" id="{3E4E5E53-9F1A-D61C-9EEB-E1510482E5BF}"/>
                </a:ext>
              </a:extLst>
            </p:cNvPr>
            <p:cNvSpPr/>
            <p:nvPr userDrawn="1"/>
          </p:nvSpPr>
          <p:spPr bwMode="auto">
            <a:xfrm>
              <a:off x="3300840" y="0"/>
              <a:ext cx="4110732" cy="6858000"/>
            </a:xfrm>
            <a:prstGeom prst="rect">
              <a:avLst/>
            </a:prstGeom>
            <a:grp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3" name="Isosceles Triangle 13">
              <a:extLst>
                <a:ext uri="{FF2B5EF4-FFF2-40B4-BE49-F238E27FC236}">
                  <a16:creationId xmlns:a16="http://schemas.microsoft.com/office/drawing/2014/main" id="{DF41968F-990C-67B1-0475-04E0249E281A}"/>
                </a:ext>
              </a:extLst>
            </p:cNvPr>
            <p:cNvSpPr/>
            <p:nvPr userDrawn="1"/>
          </p:nvSpPr>
          <p:spPr>
            <a:xfrm rot="5400000" flipH="1">
              <a:off x="4249415" y="3152602"/>
              <a:ext cx="6858002" cy="55279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grpSp>
      <p:sp>
        <p:nvSpPr>
          <p:cNvPr id="5" name="Rectangle 4">
            <a:extLst>
              <a:ext uri="{FF2B5EF4-FFF2-40B4-BE49-F238E27FC236}">
                <a16:creationId xmlns:a16="http://schemas.microsoft.com/office/drawing/2014/main" id="{B17DFB89-A9BD-47AC-B57A-7869039229B5}"/>
              </a:ext>
            </a:extLst>
          </p:cNvPr>
          <p:cNvSpPr/>
          <p:nvPr userDrawn="1"/>
        </p:nvSpPr>
        <p:spPr bwMode="auto">
          <a:xfrm>
            <a:off x="-1" y="0"/>
            <a:ext cx="4076701"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936060" y="3152602"/>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 name="Title 1">
            <a:extLst>
              <a:ext uri="{FF2B5EF4-FFF2-40B4-BE49-F238E27FC236}">
                <a16:creationId xmlns:a16="http://schemas.microsoft.com/office/drawing/2014/main" id="{180E4AD9-5B60-F04F-FEE1-80647A0EADEE}"/>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189EAA6-8653-D9C5-4653-C4B7BB2BB32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40193833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AD091D4E-6AE3-3F04-D0A0-8C96044CC29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6" name="Text Placeholder 3">
            <a:extLst>
              <a:ext uri="{FF2B5EF4-FFF2-40B4-BE49-F238E27FC236}">
                <a16:creationId xmlns:a16="http://schemas.microsoft.com/office/drawing/2014/main" id="{5678EB0A-0FF2-079E-6368-97511A388F28}"/>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2318471840"/>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Case Study-1/6-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0FD50C-06F7-21CC-1F6A-D75586A5063A}"/>
              </a:ext>
            </a:extLst>
          </p:cNvPr>
          <p:cNvSpPr/>
          <p:nvPr userDrawn="1"/>
        </p:nvSpPr>
        <p:spPr bwMode="auto">
          <a:xfrm>
            <a:off x="5166"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56866651-9DE6-3C00-E38E-CCE80D60499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62367" y="6438901"/>
            <a:ext cx="540540" cy="190499"/>
          </a:xfrm>
          <a:prstGeom prst="rect">
            <a:avLst/>
          </a:prstGeom>
        </p:spPr>
      </p:pic>
      <p:sp>
        <p:nvSpPr>
          <p:cNvPr id="9" name="TextBox 8">
            <a:extLst>
              <a:ext uri="{FF2B5EF4-FFF2-40B4-BE49-F238E27FC236}">
                <a16:creationId xmlns:a16="http://schemas.microsoft.com/office/drawing/2014/main" id="{70991B0C-C540-A449-1C7D-F3AE627558A1}"/>
              </a:ext>
            </a:extLst>
          </p:cNvPr>
          <p:cNvSpPr txBox="1"/>
          <p:nvPr userDrawn="1"/>
        </p:nvSpPr>
        <p:spPr>
          <a:xfrm>
            <a:off x="10054041"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10" name="Text Placeholder 3">
            <a:extLst>
              <a:ext uri="{FF2B5EF4-FFF2-40B4-BE49-F238E27FC236}">
                <a16:creationId xmlns:a16="http://schemas.microsoft.com/office/drawing/2014/main" id="{19382AE5-9D01-6839-5979-7A3921E0574F}"/>
              </a:ext>
            </a:extLst>
          </p:cNvPr>
          <p:cNvSpPr txBox="1">
            <a:spLocks/>
          </p:cNvSpPr>
          <p:nvPr userDrawn="1"/>
        </p:nvSpPr>
        <p:spPr>
          <a:xfrm>
            <a:off x="11503260"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tx1">
              <a:lumMod val="85000"/>
              <a:lumOff val="1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AD091D4E-6AE3-3F04-D0A0-8C96044CC29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6" name="Text Placeholder 3">
            <a:extLst>
              <a:ext uri="{FF2B5EF4-FFF2-40B4-BE49-F238E27FC236}">
                <a16:creationId xmlns:a16="http://schemas.microsoft.com/office/drawing/2014/main" id="{5678EB0A-0FF2-079E-6368-97511A388F28}"/>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2374784563"/>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FF6CAB9-3229-A377-2782-A27CB6B30495}"/>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6" name="Text Placeholder 3">
            <a:extLst>
              <a:ext uri="{FF2B5EF4-FFF2-40B4-BE49-F238E27FC236}">
                <a16:creationId xmlns:a16="http://schemas.microsoft.com/office/drawing/2014/main" id="{1B5412B9-D91D-8002-0693-897E81DD8C8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218273913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Case Study-1/3-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441E88-7FE8-D22E-100F-B090659320A1}"/>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BFA5AB7F-48A8-2636-3278-4702BB8C575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9" name="TextBox 8">
            <a:extLst>
              <a:ext uri="{FF2B5EF4-FFF2-40B4-BE49-F238E27FC236}">
                <a16:creationId xmlns:a16="http://schemas.microsoft.com/office/drawing/2014/main" id="{F1B4A2EA-2922-26E5-D797-A05E70DB9B02}"/>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10" name="Text Placeholder 3">
            <a:extLst>
              <a:ext uri="{FF2B5EF4-FFF2-40B4-BE49-F238E27FC236}">
                <a16:creationId xmlns:a16="http://schemas.microsoft.com/office/drawing/2014/main" id="{9C8D5290-AB1A-98C0-647E-05F429722DED}"/>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tx1">
              <a:lumMod val="85000"/>
              <a:lumOff val="1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FF6CAB9-3229-A377-2782-A27CB6B30495}"/>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6" name="Text Placeholder 3">
            <a:extLst>
              <a:ext uri="{FF2B5EF4-FFF2-40B4-BE49-F238E27FC236}">
                <a16:creationId xmlns:a16="http://schemas.microsoft.com/office/drawing/2014/main" id="{1B5412B9-D91D-8002-0693-897E81DD8C8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33598037"/>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3291840" cy="246221"/>
          </a:xfrm>
          <a:prstGeom prst="rect">
            <a:avLst/>
          </a:prstGeom>
          <a:noFill/>
        </p:spPr>
        <p:txBody>
          <a:bodyPr vert="horz" wrap="none" lIns="0" tIns="0" rIns="0" bIns="0" rtlCol="0" anchor="ctr">
            <a:spAutoFit/>
          </a:bodyPr>
          <a:lstStyle>
            <a:lvl1pPr>
              <a:defRPr lang="en-US" sz="1600" b="1" cap="none" spc="10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2572188152"/>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ase Study-1/2-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C5343-68AD-9879-2727-7ECBCB6A1B23}"/>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BEF0FAA-381C-3A89-42AF-830EF59119A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56236"/>
            <a:ext cx="540540" cy="190499"/>
          </a:xfrm>
          <a:prstGeom prst="rect">
            <a:avLst/>
          </a:prstGeom>
        </p:spPr>
      </p:pic>
      <p:sp>
        <p:nvSpPr>
          <p:cNvPr id="11" name="TextBox 10">
            <a:extLst>
              <a:ext uri="{FF2B5EF4-FFF2-40B4-BE49-F238E27FC236}">
                <a16:creationId xmlns:a16="http://schemas.microsoft.com/office/drawing/2014/main" id="{8B24921F-F7DB-7A40-465F-85F610FC20C6}"/>
              </a:ext>
            </a:extLst>
          </p:cNvPr>
          <p:cNvSpPr txBox="1"/>
          <p:nvPr userDrawn="1"/>
        </p:nvSpPr>
        <p:spPr>
          <a:xfrm>
            <a:off x="10048875" y="6423925"/>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12" name="Text Placeholder 3">
            <a:extLst>
              <a:ext uri="{FF2B5EF4-FFF2-40B4-BE49-F238E27FC236}">
                <a16:creationId xmlns:a16="http://schemas.microsoft.com/office/drawing/2014/main" id="{64F018D9-6B5F-8BCB-BD75-7816BF58C56F}"/>
              </a:ext>
            </a:extLst>
          </p:cNvPr>
          <p:cNvSpPr txBox="1">
            <a:spLocks/>
          </p:cNvSpPr>
          <p:nvPr userDrawn="1"/>
        </p:nvSpPr>
        <p:spPr>
          <a:xfrm>
            <a:off x="11498094" y="6423926"/>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lumMod val="85000"/>
              <a:lumOff val="1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396924457"/>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2" name="Title 1">
            <a:extLst>
              <a:ext uri="{FF2B5EF4-FFF2-40B4-BE49-F238E27FC236}">
                <a16:creationId xmlns:a16="http://schemas.microsoft.com/office/drawing/2014/main" id="{E740C5E2-D359-5FED-B284-19CF47A418DC}"/>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A60CDFE-3A94-5F3A-0523-ABA56078007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E7052EF-2C83-09DE-9638-F3492217FF7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8" name="Text Placeholder 3">
            <a:extLst>
              <a:ext uri="{FF2B5EF4-FFF2-40B4-BE49-F238E27FC236}">
                <a16:creationId xmlns:a16="http://schemas.microsoft.com/office/drawing/2014/main" id="{997612B5-8615-3AC0-8239-012312B6FD99}"/>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944080907"/>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Case Study-1/2 Picture-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2960BA-AA0C-9715-43A2-22B9050A4780}"/>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9" name="Graphic 8">
            <a:extLst>
              <a:ext uri="{FF2B5EF4-FFF2-40B4-BE49-F238E27FC236}">
                <a16:creationId xmlns:a16="http://schemas.microsoft.com/office/drawing/2014/main" id="{81783F67-AD13-06FC-C79E-DE6FBF4D057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a:solidFill>
            <a:schemeClr val="tx1">
              <a:lumMod val="85000"/>
              <a:lumOff val="15000"/>
            </a:schemeClr>
          </a:solidFill>
        </p:spPr>
        <p:txBody>
          <a:bodyPr/>
          <a:lstStyle/>
          <a:p>
            <a:endParaRPr lang="en-US"/>
          </a:p>
        </p:txBody>
      </p:sp>
      <p:sp>
        <p:nvSpPr>
          <p:cNvPr id="2" name="Title 1">
            <a:extLst>
              <a:ext uri="{FF2B5EF4-FFF2-40B4-BE49-F238E27FC236}">
                <a16:creationId xmlns:a16="http://schemas.microsoft.com/office/drawing/2014/main" id="{B2F414E4-F961-7DD4-8CFB-7B93DD10B689}"/>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2BE525B-A1C0-1DD5-E075-79F96E71ED4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0" name="TextBox 9">
            <a:extLst>
              <a:ext uri="{FF2B5EF4-FFF2-40B4-BE49-F238E27FC236}">
                <a16:creationId xmlns:a16="http://schemas.microsoft.com/office/drawing/2014/main" id="{5067A229-8E7F-A1E8-7492-218AEFB06B0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11" name="Text Placeholder 3">
            <a:extLst>
              <a:ext uri="{FF2B5EF4-FFF2-40B4-BE49-F238E27FC236}">
                <a16:creationId xmlns:a16="http://schemas.microsoft.com/office/drawing/2014/main" id="{371751A4-BF09-09F2-77C6-42F2F2AEB24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3129012256"/>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endParaRPr lang="en-US"/>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1031678274"/>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Case Study-2/3 Pictur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63925-928E-4FE1-B9E5-B83141A2C221}"/>
              </a:ext>
            </a:extLst>
          </p:cNvPr>
          <p:cNvSpPr/>
          <p:nvPr userDrawn="1"/>
        </p:nvSpPr>
        <p:spPr bwMode="auto">
          <a:xfrm>
            <a:off x="-1"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C169AD5E-5F94-E6C0-0DB3-77E8A5A0D3C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0" y="6438901"/>
            <a:ext cx="540540" cy="190499"/>
          </a:xfrm>
          <a:prstGeom prst="rect">
            <a:avLst/>
          </a:prstGeom>
        </p:spPr>
      </p:pic>
      <p:sp>
        <p:nvSpPr>
          <p:cNvPr id="8" name="TextBox 7">
            <a:extLst>
              <a:ext uri="{FF2B5EF4-FFF2-40B4-BE49-F238E27FC236}">
                <a16:creationId xmlns:a16="http://schemas.microsoft.com/office/drawing/2014/main" id="{D63DBF0C-CA25-003D-B5D8-6EE24C1F808C}"/>
              </a:ext>
            </a:extLst>
          </p:cNvPr>
          <p:cNvSpPr txBox="1"/>
          <p:nvPr userDrawn="1"/>
        </p:nvSpPr>
        <p:spPr>
          <a:xfrm>
            <a:off x="10048874"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10" name="Text Placeholder 3">
            <a:extLst>
              <a:ext uri="{FF2B5EF4-FFF2-40B4-BE49-F238E27FC236}">
                <a16:creationId xmlns:a16="http://schemas.microsoft.com/office/drawing/2014/main" id="{697B36E0-E687-34C7-ACB3-F681FF77C582}"/>
              </a:ext>
            </a:extLst>
          </p:cNvPr>
          <p:cNvSpPr txBox="1">
            <a:spLocks/>
          </p:cNvSpPr>
          <p:nvPr userDrawn="1"/>
        </p:nvSpPr>
        <p:spPr>
          <a:xfrm>
            <a:off x="11498093"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a:solidFill>
            <a:schemeClr val="tx1">
              <a:lumMod val="85000"/>
              <a:lumOff val="15000"/>
            </a:schemeClr>
          </a:solidFill>
        </p:spPr>
        <p:txBody>
          <a:bodyPr/>
          <a:lstStyle/>
          <a:p>
            <a:endParaRPr lang="en-US"/>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bg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312389983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634477942"/>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ase Study-MockUp-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D6310AE-15DA-337B-9B5E-33A904BF3549}"/>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lumMod val="85000"/>
              <a:lumOff val="1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4" name="Graphic 3">
            <a:extLst>
              <a:ext uri="{FF2B5EF4-FFF2-40B4-BE49-F238E27FC236}">
                <a16:creationId xmlns:a16="http://schemas.microsoft.com/office/drawing/2014/main" id="{C4F314DE-C7E3-7237-4318-0407E44F572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5" name="TextBox 4">
            <a:extLst>
              <a:ext uri="{FF2B5EF4-FFF2-40B4-BE49-F238E27FC236}">
                <a16:creationId xmlns:a16="http://schemas.microsoft.com/office/drawing/2014/main" id="{9A5B1A98-E850-C3DE-38BF-EFAE0A2DC98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6" name="Text Placeholder 3">
            <a:extLst>
              <a:ext uri="{FF2B5EF4-FFF2-40B4-BE49-F238E27FC236}">
                <a16:creationId xmlns:a16="http://schemas.microsoft.com/office/drawing/2014/main" id="{6E6FC5F8-7CE5-D29D-2CCA-C5715CDD43BD}"/>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1870954117"/>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49988594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Case Study-Mock Up Left-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9C4A8F-5B1E-7B0E-CAF7-B9F33D92C844}"/>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lumMod val="85000"/>
              <a:lumOff val="1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6" name="Graphic 5">
            <a:extLst>
              <a:ext uri="{FF2B5EF4-FFF2-40B4-BE49-F238E27FC236}">
                <a16:creationId xmlns:a16="http://schemas.microsoft.com/office/drawing/2014/main" id="{1D6F42AB-F517-759C-A3C4-63443ED771D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TextBox 6">
            <a:extLst>
              <a:ext uri="{FF2B5EF4-FFF2-40B4-BE49-F238E27FC236}">
                <a16:creationId xmlns:a16="http://schemas.microsoft.com/office/drawing/2014/main" id="{714E9D77-5CF8-5131-6018-48DF58117EC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9" name="Text Placeholder 3">
            <a:extLst>
              <a:ext uri="{FF2B5EF4-FFF2-40B4-BE49-F238E27FC236}">
                <a16:creationId xmlns:a16="http://schemas.microsoft.com/office/drawing/2014/main" id="{334280A7-4796-759A-6B00-0444E865A6A0}"/>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184468544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4918841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endParaRPr lang="en-US"/>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62668829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62904587"/>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700771F-7FE8-2510-0C0E-734572A38145}"/>
              </a:ext>
            </a:extLst>
          </p:cNvPr>
          <p:cNvSpPr>
            <a:spLocks noGrp="1"/>
          </p:cNvSpPr>
          <p:nvPr>
            <p:ph type="title"/>
          </p:nvPr>
        </p:nvSpPr>
        <p:spPr>
          <a:xfrm>
            <a:off x="457200" y="723900"/>
            <a:ext cx="5764213" cy="457200"/>
          </a:xfrm>
        </p:spPr>
        <p:txBody>
          <a:bodyPr/>
          <a:lstStyle>
            <a:lvl1pPr>
              <a:defRPr b="1">
                <a:solidFill>
                  <a:schemeClr val="bg1"/>
                </a:solidFill>
                <a:latin typeface="+mn-lt"/>
              </a:defRPr>
            </a:lvl1pPr>
          </a:lstStyle>
          <a:p>
            <a:r>
              <a:rPr lang="en-US"/>
              <a:t>Click to edit Master title style</a:t>
            </a:r>
          </a:p>
        </p:txBody>
      </p:sp>
      <p:sp>
        <p:nvSpPr>
          <p:cNvPr id="5" name="Text Placeholder 10">
            <a:extLst>
              <a:ext uri="{FF2B5EF4-FFF2-40B4-BE49-F238E27FC236}">
                <a16:creationId xmlns:a16="http://schemas.microsoft.com/office/drawing/2014/main" id="{E1513A24-C9FD-06A1-1015-D9656D68B888}"/>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7909309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3108325" y="0"/>
            <a:ext cx="9083675"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1C45522-9A1C-E9EB-4D96-B0CFFD2F7212}"/>
              </a:ext>
            </a:extLst>
          </p:cNvPr>
          <p:cNvSpPr>
            <a:spLocks noGrp="1"/>
          </p:cNvSpPr>
          <p:nvPr>
            <p:ph type="title"/>
          </p:nvPr>
        </p:nvSpPr>
        <p:spPr>
          <a:xfrm>
            <a:off x="457201" y="723900"/>
            <a:ext cx="2502567"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E2E6E8F6-4D6C-2884-0A7D-72BB39B21D6B}"/>
              </a:ext>
            </a:extLst>
          </p:cNvPr>
          <p:cNvSpPr>
            <a:spLocks noGrp="1"/>
          </p:cNvSpPr>
          <p:nvPr>
            <p:ph type="body" sz="quarter" idx="15" hasCustomPrompt="1"/>
          </p:nvPr>
        </p:nvSpPr>
        <p:spPr>
          <a:xfrm>
            <a:off x="457200" y="382447"/>
            <a:ext cx="2502567"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6" name="TextBox 5">
            <a:extLst>
              <a:ext uri="{FF2B5EF4-FFF2-40B4-BE49-F238E27FC236}">
                <a16:creationId xmlns:a16="http://schemas.microsoft.com/office/drawing/2014/main" id="{A3A07FC1-18DF-2355-0123-10BF2390C02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7" name="Text Placeholder 3">
            <a:extLst>
              <a:ext uri="{FF2B5EF4-FFF2-40B4-BE49-F238E27FC236}">
                <a16:creationId xmlns:a16="http://schemas.microsoft.com/office/drawing/2014/main" id="{7B024407-B901-7B1F-04F9-932983C670E0}"/>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3666875391"/>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4" name="TextBox 3">
            <a:extLst>
              <a:ext uri="{FF2B5EF4-FFF2-40B4-BE49-F238E27FC236}">
                <a16:creationId xmlns:a16="http://schemas.microsoft.com/office/drawing/2014/main" id="{ACB7486B-35A7-A3FF-6F44-2159B1E9FAD3}"/>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5" name="Text Placeholder 3">
            <a:extLst>
              <a:ext uri="{FF2B5EF4-FFF2-40B4-BE49-F238E27FC236}">
                <a16:creationId xmlns:a16="http://schemas.microsoft.com/office/drawing/2014/main" id="{B82A7F25-3763-4002-A844-19432F963122}"/>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6" name="Title 1">
            <a:extLst>
              <a:ext uri="{FF2B5EF4-FFF2-40B4-BE49-F238E27FC236}">
                <a16:creationId xmlns:a16="http://schemas.microsoft.com/office/drawing/2014/main" id="{9EBC1AB0-2CF4-70A1-0BD7-A9A57D9F98BB}"/>
              </a:ext>
            </a:extLst>
          </p:cNvPr>
          <p:cNvSpPr>
            <a:spLocks noGrp="1"/>
          </p:cNvSpPr>
          <p:nvPr>
            <p:ph type="title"/>
          </p:nvPr>
        </p:nvSpPr>
        <p:spPr>
          <a:xfrm>
            <a:off x="457200" y="723900"/>
            <a:ext cx="5342021" cy="457200"/>
          </a:xfrm>
        </p:spPr>
        <p:txBody>
          <a:bodyPr/>
          <a:lstStyle>
            <a:lvl1pPr>
              <a:defRPr b="1">
                <a:solidFill>
                  <a:schemeClr val="tx1"/>
                </a:solidFill>
                <a:latin typeface="+mn-lt"/>
              </a:defRPr>
            </a:lvl1pPr>
          </a:lstStyle>
          <a:p>
            <a:r>
              <a:rPr lang="en-US"/>
              <a:t>Click to edit Master title style</a:t>
            </a:r>
          </a:p>
        </p:txBody>
      </p:sp>
      <p:sp>
        <p:nvSpPr>
          <p:cNvPr id="8" name="Text Placeholder 10">
            <a:extLst>
              <a:ext uri="{FF2B5EF4-FFF2-40B4-BE49-F238E27FC236}">
                <a16:creationId xmlns:a16="http://schemas.microsoft.com/office/drawing/2014/main" id="{9B299D4E-38EF-AC64-7836-1AD1E87996BE}"/>
              </a:ext>
            </a:extLst>
          </p:cNvPr>
          <p:cNvSpPr>
            <a:spLocks noGrp="1"/>
          </p:cNvSpPr>
          <p:nvPr>
            <p:ph type="body" sz="quarter" idx="15" hasCustomPrompt="1"/>
          </p:nvPr>
        </p:nvSpPr>
        <p:spPr>
          <a:xfrm>
            <a:off x="457200" y="382446"/>
            <a:ext cx="5342021"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004447087"/>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C79FDF51-3B9F-C5D8-7A84-09B7B6CB9E8B}"/>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AFD3A15A-582D-3DDB-CC40-43726E84CA43}"/>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5" name="Title 1">
            <a:extLst>
              <a:ext uri="{FF2B5EF4-FFF2-40B4-BE49-F238E27FC236}">
                <a16:creationId xmlns:a16="http://schemas.microsoft.com/office/drawing/2014/main" id="{7D8F2DF5-DE6F-E2FC-0057-63CC04174C3F}"/>
              </a:ext>
            </a:extLst>
          </p:cNvPr>
          <p:cNvSpPr>
            <a:spLocks noGrp="1"/>
          </p:cNvSpPr>
          <p:nvPr>
            <p:ph type="title"/>
          </p:nvPr>
        </p:nvSpPr>
        <p:spPr>
          <a:xfrm>
            <a:off x="457200" y="723900"/>
            <a:ext cx="5764213" cy="457200"/>
          </a:xfrm>
        </p:spPr>
        <p:txBody>
          <a:bodyPr/>
          <a:lstStyle>
            <a:lvl1pPr>
              <a:defRPr b="1">
                <a:solidFill>
                  <a:schemeClr val="tx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74897430-924B-CB14-9A94-8DB20A76C701}"/>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18544099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ase Study-1/6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5" y="0"/>
            <a:ext cx="2371722"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B1E6AE37-FC1E-5269-1E83-C3E9928ED25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607A8488-5F43-686E-E10B-16D16E352EED}"/>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5" name="Title 1">
            <a:extLst>
              <a:ext uri="{FF2B5EF4-FFF2-40B4-BE49-F238E27FC236}">
                <a16:creationId xmlns:a16="http://schemas.microsoft.com/office/drawing/2014/main" id="{7B7DE099-ACDF-D41B-FBC3-5EE9A76F4C28}"/>
              </a:ext>
            </a:extLst>
          </p:cNvPr>
          <p:cNvSpPr>
            <a:spLocks noGrp="1"/>
          </p:cNvSpPr>
          <p:nvPr>
            <p:ph type="title"/>
          </p:nvPr>
        </p:nvSpPr>
        <p:spPr>
          <a:xfrm>
            <a:off x="457200" y="723900"/>
            <a:ext cx="7450138" cy="457200"/>
          </a:xfrm>
        </p:spPr>
        <p:txBody>
          <a:bodyPr/>
          <a:lstStyle>
            <a:lvl1pPr>
              <a:defRPr b="1">
                <a:solidFill>
                  <a:schemeClr val="tx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AF7055BE-CD0F-6E9E-5992-4C7B9EF5FAB5}"/>
              </a:ext>
            </a:extLst>
          </p:cNvPr>
          <p:cNvSpPr>
            <a:spLocks noGrp="1"/>
          </p:cNvSpPr>
          <p:nvPr>
            <p:ph type="body" sz="quarter" idx="15" hasCustomPrompt="1"/>
          </p:nvPr>
        </p:nvSpPr>
        <p:spPr>
          <a:xfrm>
            <a:off x="457200" y="382446"/>
            <a:ext cx="3600000"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866718560"/>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6096000" y="0"/>
            <a:ext cx="6096000" cy="6858000"/>
          </a:xfrm>
          <a:prstGeom prst="rect">
            <a:avLst/>
          </a:prstGeom>
        </p:spPr>
        <p:txBody>
          <a:bodyPr/>
          <a:lstStyle/>
          <a:p>
            <a:endParaRPr lang="en-US"/>
          </a:p>
        </p:txBody>
      </p:sp>
      <p:sp>
        <p:nvSpPr>
          <p:cNvPr id="3" name="TextBox 2">
            <a:extLst>
              <a:ext uri="{FF2B5EF4-FFF2-40B4-BE49-F238E27FC236}">
                <a16:creationId xmlns:a16="http://schemas.microsoft.com/office/drawing/2014/main" id="{90C6BA4E-CBCB-554D-CA98-146A521CFDF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E9BB62B8-4926-8E23-51B4-D8AC31708BB8}"/>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
        <p:nvSpPr>
          <p:cNvPr id="5" name="Title 1">
            <a:extLst>
              <a:ext uri="{FF2B5EF4-FFF2-40B4-BE49-F238E27FC236}">
                <a16:creationId xmlns:a16="http://schemas.microsoft.com/office/drawing/2014/main" id="{5A808058-9E6F-F0D8-A385-7B4C54766A2E}"/>
              </a:ext>
            </a:extLst>
          </p:cNvPr>
          <p:cNvSpPr>
            <a:spLocks noGrp="1"/>
          </p:cNvSpPr>
          <p:nvPr>
            <p:ph type="title"/>
          </p:nvPr>
        </p:nvSpPr>
        <p:spPr>
          <a:xfrm>
            <a:off x="457200" y="723900"/>
            <a:ext cx="5005137" cy="457200"/>
          </a:xfrm>
        </p:spPr>
        <p:txBody>
          <a:bodyPr/>
          <a:lstStyle>
            <a:lvl1pPr>
              <a:defRPr b="1">
                <a:solidFill>
                  <a:schemeClr val="bg1"/>
                </a:solidFill>
                <a:latin typeface="+mn-lt"/>
              </a:defRPr>
            </a:lvl1pPr>
          </a:lstStyle>
          <a:p>
            <a:r>
              <a:rPr lang="en-US"/>
              <a:t>Click to edit Master title style</a:t>
            </a:r>
          </a:p>
        </p:txBody>
      </p:sp>
      <p:sp>
        <p:nvSpPr>
          <p:cNvPr id="6" name="Text Placeholder 10">
            <a:extLst>
              <a:ext uri="{FF2B5EF4-FFF2-40B4-BE49-F238E27FC236}">
                <a16:creationId xmlns:a16="http://schemas.microsoft.com/office/drawing/2014/main" id="{93D95AB9-CE03-7AFD-DBBE-C67756B352CB}"/>
              </a:ext>
            </a:extLst>
          </p:cNvPr>
          <p:cNvSpPr>
            <a:spLocks noGrp="1"/>
          </p:cNvSpPr>
          <p:nvPr>
            <p:ph type="body" sz="quarter" idx="15" hasCustomPrompt="1"/>
          </p:nvPr>
        </p:nvSpPr>
        <p:spPr>
          <a:xfrm>
            <a:off x="457200" y="382446"/>
            <a:ext cx="5005137"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40272660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Case Study-Statemen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err="1"/>
              <a:t>popularised</a:t>
            </a:r>
            <a:r>
              <a:rPr lang="en-US"/>
              <a:t> in the 1960s with the release of Letraset sheets containing Lorem Ipsum passages, and more recently with desktop publishing software like Aldus PageMaker including versions of Lorem Ipsum.</a:t>
            </a:r>
          </a:p>
        </p:txBody>
      </p:sp>
      <p:pic>
        <p:nvPicPr>
          <p:cNvPr id="7" name="Graphic 6">
            <a:extLst>
              <a:ext uri="{FF2B5EF4-FFF2-40B4-BE49-F238E27FC236}">
                <a16:creationId xmlns:a16="http://schemas.microsoft.com/office/drawing/2014/main" id="{6E44CDB4-CF54-423C-9681-C9AAACA56BA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32F6686-8C0A-120D-0C06-1F8DA97E3C4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FFFFFF"/>
                </a:solidFill>
                <a:effectLst/>
                <a:uLnTx/>
                <a:uFillTx/>
                <a:latin typeface="Calibri"/>
                <a:cs typeface="Calibri" panose="020F0502020204030204" pitchFamily="34" charset="0"/>
              </a:rPr>
              <a:t>EPAM Proprietary &amp; Confidential.</a:t>
            </a:r>
          </a:p>
        </p:txBody>
      </p:sp>
      <p:sp>
        <p:nvSpPr>
          <p:cNvPr id="4" name="Text Placeholder 3">
            <a:extLst>
              <a:ext uri="{FF2B5EF4-FFF2-40B4-BE49-F238E27FC236}">
                <a16:creationId xmlns:a16="http://schemas.microsoft.com/office/drawing/2014/main" id="{5E465D26-CB94-F414-6836-638151C91C4F}"/>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FFFFFF"/>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FFFFFF"/>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1176815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41376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41376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7032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7032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932688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932688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31" y="1389801"/>
            <a:ext cx="2408238" cy="1371600"/>
          </a:xfrm>
          <a:prstGeom prst="rect">
            <a:avLst/>
          </a:prstGeom>
          <a:solidFill>
            <a:schemeClr val="bg1">
              <a:lumMod val="95000"/>
            </a:schemeClr>
          </a:solidFill>
        </p:spPr>
        <p:txBody>
          <a:bodyPr/>
          <a:lstStyle/>
          <a:p>
            <a:endParaRPr lang="en-US"/>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3413442" y="1389801"/>
            <a:ext cx="2408238" cy="1371600"/>
          </a:xfrm>
          <a:prstGeom prst="rect">
            <a:avLst/>
          </a:prstGeom>
          <a:solidFill>
            <a:schemeClr val="bg1">
              <a:lumMod val="95000"/>
            </a:schemeClr>
          </a:solidFill>
        </p:spPr>
        <p:txBody>
          <a:bodyPr/>
          <a:lstStyle/>
          <a:p>
            <a:endParaRPr lang="en-US"/>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6363153" y="1389801"/>
            <a:ext cx="2408238" cy="1371600"/>
          </a:xfrm>
          <a:prstGeom prst="rect">
            <a:avLst/>
          </a:prstGeom>
          <a:solidFill>
            <a:schemeClr val="bg1">
              <a:lumMod val="95000"/>
            </a:schemeClr>
          </a:solidFill>
        </p:spPr>
        <p:txBody>
          <a:bodyPr/>
          <a:lstStyle/>
          <a:p>
            <a:endParaRPr lang="en-US"/>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9312864" y="1389801"/>
            <a:ext cx="2408238" cy="1371600"/>
          </a:xfrm>
          <a:prstGeom prst="rect">
            <a:avLst/>
          </a:prstGeom>
          <a:solidFill>
            <a:schemeClr val="bg1">
              <a:lumMod val="95000"/>
            </a:schemeClr>
          </a:solidFill>
        </p:spPr>
        <p:txBody>
          <a:bodyPr/>
          <a:lstStyle/>
          <a:p>
            <a:endParaRPr lang="en-US"/>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US"/>
              <a:t>Click to edit Master title style</a:t>
            </a:r>
          </a:p>
        </p:txBody>
      </p:sp>
      <p:sp>
        <p:nvSpPr>
          <p:cNvPr id="4" name="Text Placeholder 10">
            <a:extLst>
              <a:ext uri="{FF2B5EF4-FFF2-40B4-BE49-F238E27FC236}">
                <a16:creationId xmlns:a16="http://schemas.microsoft.com/office/drawing/2014/main" id="{293C67F9-F2A6-3918-0A8D-555112C9F469}"/>
              </a:ext>
            </a:extLst>
          </p:cNvPr>
          <p:cNvSpPr>
            <a:spLocks noGrp="1"/>
          </p:cNvSpPr>
          <p:nvPr>
            <p:ph type="body" sz="quarter" idx="15" hasCustomPrompt="1"/>
          </p:nvPr>
        </p:nvSpPr>
        <p:spPr>
          <a:xfrm>
            <a:off x="457201" y="382446"/>
            <a:ext cx="2695074" cy="207101"/>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2852413614"/>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p:spPr>
        <p:txBody>
          <a:bodyPr>
            <a:spAutoFit/>
          </a:bodyPr>
          <a:lstStyle>
            <a:lvl1pPr>
              <a:defRPr sz="1600" b="1">
                <a:solidFill>
                  <a:schemeClr val="tx1"/>
                </a:solidFill>
                <a:latin typeface="+mn-lt"/>
              </a:defRPr>
            </a:lvl1pPr>
          </a:lstStyle>
          <a:p>
            <a:r>
              <a:rPr lang="en-US"/>
              <a:t>Click to edit Master title style</a:t>
            </a:r>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endParaRPr lang="en-US"/>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US"/>
              <a:t>Click to edit Master text styles</a:t>
            </a:r>
          </a:p>
        </p:txBody>
      </p:sp>
    </p:spTree>
    <p:extLst>
      <p:ext uri="{BB962C8B-B14F-4D97-AF65-F5344CB8AC3E}">
        <p14:creationId xmlns:p14="http://schemas.microsoft.com/office/powerpoint/2010/main" val="49343681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endParaRPr lang="en-US"/>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endParaRPr lang="en-US"/>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endParaRPr lang="en-US"/>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endParaRPr lang="en-US"/>
          </a:p>
        </p:txBody>
      </p:sp>
      <p:pic>
        <p:nvPicPr>
          <p:cNvPr id="2" name="Graphic 1">
            <a:extLst>
              <a:ext uri="{FF2B5EF4-FFF2-40B4-BE49-F238E27FC236}">
                <a16:creationId xmlns:a16="http://schemas.microsoft.com/office/drawing/2014/main" id="{0F219C23-5248-6A23-1656-7F24D37DB20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9D0F7879-EF16-5C25-BC5F-DF85AD10BA3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5" name="Text Placeholder 3">
            <a:extLst>
              <a:ext uri="{FF2B5EF4-FFF2-40B4-BE49-F238E27FC236}">
                <a16:creationId xmlns:a16="http://schemas.microsoft.com/office/drawing/2014/main" id="{47931746-EE72-E501-E583-1218E82991FF}"/>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908880661"/>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388956072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Thank_you">
    <p:bg>
      <p:bgPr>
        <a:solidFill>
          <a:schemeClr val="tx1"/>
        </a:solid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r>
              <a:rPr lang="en-US"/>
              <a:t>For more information, contact</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Insert email</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+1 000 000 000</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a:cxnSpLocks/>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397075"/>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Thank_you_photo">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474663" y="1035424"/>
            <a:ext cx="4648200" cy="1107996"/>
          </a:xfrm>
          <a:prstGeom prst="rect">
            <a:avLst/>
          </a:prstGeom>
        </p:spPr>
        <p:txBody>
          <a:bodyPr vert="horz" wrap="square" lIns="0" tIns="0" rIns="0" bIns="0" rtlCol="0" anchor="t">
            <a:spAutoFit/>
          </a:bodyPr>
          <a:lstStyle>
            <a:lvl1pPr>
              <a:defRPr lang="en-US" sz="7200" b="0" dirty="0">
                <a:gradFill>
                  <a:gsLst>
                    <a:gs pos="50000">
                      <a:schemeClr val="accent2"/>
                    </a:gs>
                    <a:gs pos="70000">
                      <a:schemeClr val="accent5"/>
                    </a:gs>
                    <a:gs pos="100000">
                      <a:schemeClr val="accent4"/>
                    </a:gs>
                  </a:gsLst>
                  <a:lin ang="1200000" scaled="0"/>
                </a:gradFill>
                <a:latin typeface="Calibri" panose="020F0502020204030204" pitchFamily="34" charset="0"/>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474663" y="2540616"/>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r>
              <a:rPr lang="en-US"/>
              <a:t>For more information, contact</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474663" y="3313799"/>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474663" y="3672220"/>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474663" y="420130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Insert email</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474663" y="448823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+1 000 000 000</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474663" y="4897078"/>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11" name="Straight Connector 10">
            <a:extLst>
              <a:ext uri="{FF2B5EF4-FFF2-40B4-BE49-F238E27FC236}">
                <a16:creationId xmlns:a16="http://schemas.microsoft.com/office/drawing/2014/main" id="{68FF80AE-E38B-EC18-E1B5-2B5AAE36C2F4}"/>
              </a:ext>
            </a:extLst>
          </p:cNvPr>
          <p:cNvCxnSpPr>
            <a:cxnSpLocks/>
          </p:cNvCxnSpPr>
          <p:nvPr userDrawn="1"/>
        </p:nvCxnSpPr>
        <p:spPr>
          <a:xfrm>
            <a:off x="474663"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9876047"/>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endParaRPr lang="en-US"/>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rgbClr val="161616"/>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userDrawn="1"/>
        </p:nvSpPr>
        <p:spPr bwMode="auto">
          <a:xfrm>
            <a:off x="-2151983" y="5103629"/>
            <a:ext cx="3848986" cy="3848986"/>
          </a:xfrm>
          <a:prstGeom prst="ellipse">
            <a:avLst/>
          </a:prstGeom>
          <a:solidFill>
            <a:srgbClr val="8B97FF">
              <a:alpha val="65000"/>
            </a:srgbClr>
          </a:solidFill>
          <a:ln>
            <a:noFill/>
          </a:ln>
          <a:effectLst>
            <a:softEdge rad="805949"/>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Calibri" panose="020F0502020204030204" pitchFamily="34"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1169551"/>
          </a:xfrm>
          <a:prstGeom prst="rect">
            <a:avLst/>
          </a:prstGeom>
        </p:spPr>
        <p:txBody>
          <a:bodyPr wrap="square">
            <a:spAutoFit/>
          </a:bodyPr>
          <a:lstStyle>
            <a:lvl1pPr>
              <a:lnSpc>
                <a:spcPct val="100000"/>
              </a:lnSpc>
              <a:spcBef>
                <a:spcPts val="0"/>
              </a:spcBef>
              <a:defRPr sz="38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Caption with two or more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ts val="0"/>
              </a:spcBef>
              <a:defRPr sz="1200" b="1" spc="300">
                <a:solidFill>
                  <a:schemeClr val="bg1"/>
                </a:solidFill>
                <a:latin typeface="+mj-lt"/>
                <a:cs typeface="Calibri Light" panose="020F0302020204030204" pitchFamily="34" charset="0"/>
              </a:defRPr>
            </a:lvl1pPr>
            <a:lvl2pPr>
              <a:buNone/>
              <a:defRPr/>
            </a:lvl2pPr>
          </a:lstStyle>
          <a:p>
            <a:pPr lvl="0"/>
            <a:r>
              <a:rPr lang="en-US">
                <a:effectLst/>
              </a:rPr>
              <a:t>PREHEADER</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a:off x="2271713" y="-857250"/>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10000"/>
              </a:lnSpc>
              <a:spcBef>
                <a:spcPts val="600"/>
              </a:spcBef>
              <a:spcAft>
                <a:spcPts val="0"/>
              </a:spcAft>
              <a:buClrTx/>
              <a:buSzTx/>
              <a:buFontTx/>
              <a:buNone/>
              <a:tabLst/>
              <a:defRPr/>
            </a:pPr>
            <a:endParaRPr kumimoji="0" lang="en-US" sz="1200" b="0" i="0" u="none" strike="noStrike" kern="1200" cap="none" spc="0" normalizeH="0" baseline="0" noProof="0" err="1">
              <a:ln>
                <a:noFill/>
              </a:ln>
              <a:solidFill>
                <a:srgbClr val="000000"/>
              </a:solidFill>
              <a:effectLst/>
              <a:uLnTx/>
              <a:uFillTx/>
              <a:latin typeface="Calibri"/>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E5AA398A-2E47-0C00-F4A0-87498FC7BBC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10" name="Text Placeholder 3">
            <a:extLst>
              <a:ext uri="{FF2B5EF4-FFF2-40B4-BE49-F238E27FC236}">
                <a16:creationId xmlns:a16="http://schemas.microsoft.com/office/drawing/2014/main" id="{E8E7F306-CD25-215E-BBB0-42720869F90C}"/>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800" b="0" i="0" u="none" strike="noStrike" kern="1200" cap="none" spc="0" normalizeH="0" baseline="0" noProof="0" smtClean="0">
                <a:ln>
                  <a:noFill/>
                </a:ln>
                <a:solidFill>
                  <a:srgbClr val="000000"/>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000000"/>
              </a:solidFill>
              <a:effectLst/>
              <a:uLnTx/>
              <a:uFillTx/>
              <a:latin typeface="Calibri"/>
              <a:cs typeface="Calibri" panose="020F0502020204030204" pitchFamily="34" charset="0"/>
            </a:endParaRPr>
          </a:p>
        </p:txBody>
      </p:sp>
    </p:spTree>
    <p:extLst>
      <p:ext uri="{BB962C8B-B14F-4D97-AF65-F5344CB8AC3E}">
        <p14:creationId xmlns:p14="http://schemas.microsoft.com/office/powerpoint/2010/main" val="412121783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userDrawn="1">
  <p:cSld name="Narrow-Gre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bg1">
              <a:lumMod val="95000"/>
            </a:schemeClr>
          </a:solidFill>
          <a:ln>
            <a:noFill/>
          </a:ln>
          <a:effectLst/>
        </p:spPr>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4" name="Graphic 3">
            <a:extLst>
              <a:ext uri="{FF2B5EF4-FFF2-40B4-BE49-F238E27FC236}">
                <a16:creationId xmlns:a16="http://schemas.microsoft.com/office/drawing/2014/main" id="{D5325495-8AB0-354C-B08E-DEBACB7A60F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18328652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Cover-BG">
    <p:bg>
      <p:bgPr>
        <a:solidFill>
          <a:schemeClr val="bg1"/>
        </a:solidFill>
        <a:effectLst/>
      </p:bgPr>
    </p:bg>
    <p:spTree>
      <p:nvGrpSpPr>
        <p:cNvPr id="1" name=""/>
        <p:cNvGrpSpPr/>
        <p:nvPr/>
      </p:nvGrpSpPr>
      <p:grpSpPr>
        <a:xfrm>
          <a:off x="0" y="0"/>
          <a:ext cx="0" cy="0"/>
          <a:chOff x="0" y="0"/>
          <a:chExt cx="0" cy="0"/>
        </a:xfrm>
      </p:grpSpPr>
      <p:pic>
        <p:nvPicPr>
          <p:cNvPr id="4" name="Picture 3" descr="A bright light in the dark  Description automatically generated with medium confidence">
            <a:extLst>
              <a:ext uri="{FF2B5EF4-FFF2-40B4-BE49-F238E27FC236}">
                <a16:creationId xmlns:a16="http://schemas.microsoft.com/office/drawing/2014/main" id="{292D94B7-0233-C940-0B7E-BB187340B7C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
            <a:ext cx="12192000" cy="6858001"/>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GB"/>
              <a:t>Click to edit Master title style</a:t>
            </a:r>
            <a:endParaRPr lang="en-US"/>
          </a:p>
        </p:txBody>
      </p:sp>
      <p:pic>
        <p:nvPicPr>
          <p:cNvPr id="8" name="Picture 7">
            <a:extLst>
              <a:ext uri="{FF2B5EF4-FFF2-40B4-BE49-F238E27FC236}">
                <a16:creationId xmlns:a16="http://schemas.microsoft.com/office/drawing/2014/main" id="{3AAC7376-20F0-E0B1-E7D5-414FC5DC35F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2694802863"/>
      </p:ext>
    </p:extLst>
  </p:cSld>
  <p:clrMapOvr>
    <a:masterClrMapping/>
  </p:clrMapOvr>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Cover-BG-Light">
    <p:bg>
      <p:bgPr>
        <a:solidFill>
          <a:schemeClr val="bg1"/>
        </a:solidFill>
        <a:effectLst/>
      </p:bgPr>
    </p:bg>
    <p:spTree>
      <p:nvGrpSpPr>
        <p:cNvPr id="1" name=""/>
        <p:cNvGrpSpPr/>
        <p:nvPr/>
      </p:nvGrpSpPr>
      <p:grpSpPr>
        <a:xfrm>
          <a:off x="0" y="0"/>
          <a:ext cx="0" cy="0"/>
          <a:chOff x="0" y="0"/>
          <a:chExt cx="0" cy="0"/>
        </a:xfrm>
      </p:grpSpPr>
      <p:pic>
        <p:nvPicPr>
          <p:cNvPr id="2" name="Picture 1" descr="Background pattern  Description automatically generated">
            <a:extLst>
              <a:ext uri="{FF2B5EF4-FFF2-40B4-BE49-F238E27FC236}">
                <a16:creationId xmlns:a16="http://schemas.microsoft.com/office/drawing/2014/main" id="{DE3A7CEE-E1C9-5E29-7BD1-4DC1A1B47F8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sp>
        <p:nvSpPr>
          <p:cNvPr id="5" name="Text Placeholder 4">
            <a:extLst>
              <a:ext uri="{FF2B5EF4-FFF2-40B4-BE49-F238E27FC236}">
                <a16:creationId xmlns:a16="http://schemas.microsoft.com/office/drawing/2014/main" id="{4448AADE-3723-5675-1E93-91E2083DA966}"/>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tx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6" name="Text Placeholder 4">
            <a:extLst>
              <a:ext uri="{FF2B5EF4-FFF2-40B4-BE49-F238E27FC236}">
                <a16:creationId xmlns:a16="http://schemas.microsoft.com/office/drawing/2014/main" id="{72020841-C9E1-4289-E94E-04CC0C8D6EAB}"/>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tx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7" name="Title 2">
            <a:extLst>
              <a:ext uri="{FF2B5EF4-FFF2-40B4-BE49-F238E27FC236}">
                <a16:creationId xmlns:a16="http://schemas.microsoft.com/office/drawing/2014/main" id="{1E233166-418F-6386-079E-CEDA3BF9846B}"/>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tx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GB"/>
              <a:t>Click to edit Master title style</a:t>
            </a:r>
            <a:endParaRPr lang="en-US"/>
          </a:p>
        </p:txBody>
      </p:sp>
      <p:pic>
        <p:nvPicPr>
          <p:cNvPr id="3" name="Graphic 2">
            <a:extLst>
              <a:ext uri="{FF2B5EF4-FFF2-40B4-BE49-F238E27FC236}">
                <a16:creationId xmlns:a16="http://schemas.microsoft.com/office/drawing/2014/main" id="{D046FBA0-34E7-8BA0-8C70-B6AFD4D64D8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5414" y="748727"/>
            <a:ext cx="1226857" cy="432373"/>
          </a:xfrm>
          <a:prstGeom prst="rect">
            <a:avLst/>
          </a:prstGeom>
        </p:spPr>
      </p:pic>
      <p:pic>
        <p:nvPicPr>
          <p:cNvPr id="4" name="Picture 2">
            <a:extLst>
              <a:ext uri="{FF2B5EF4-FFF2-40B4-BE49-F238E27FC236}">
                <a16:creationId xmlns:a16="http://schemas.microsoft.com/office/drawing/2014/main" id="{CBF502CF-1A1A-CC59-E387-0D13F988CF5D}"/>
              </a:ext>
            </a:extLst>
          </p:cNvPr>
          <p:cNvPicPr>
            <a:picLocks noChangeAspect="1" noChangeArrowheads="1"/>
          </p:cNvPicPr>
          <p:nvPr userDrawn="1"/>
        </p:nvPicPr>
        <p:blipFill>
          <a:blip r:embed="rId4">
            <a:biLevel thresh="50000"/>
            <a:extLst>
              <a:ext uri="{28A0092B-C50C-407E-A947-70E740481C1C}">
                <a14:useLocalDpi xmlns:a14="http://schemas.microsoft.com/office/drawing/2010/main" val="0"/>
              </a:ext>
            </a:extLst>
          </a:blip>
          <a:srcRect/>
          <a:stretch>
            <a:fillRect/>
          </a:stretch>
        </p:blipFill>
        <p:spPr bwMode="auto">
          <a:xfrm>
            <a:off x="2067622" y="720619"/>
            <a:ext cx="1658252" cy="391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0313667"/>
      </p:ext>
    </p:extLst>
  </p:cSld>
  <p:clrMapOvr>
    <a:masterClrMapping/>
  </p:clrMapOvr>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Cover-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188486-1E04-4170-877E-F561315E0FFC}"/>
              </a:ext>
            </a:extLst>
          </p:cNvPr>
          <p:cNvSpPr>
            <a:spLocks noGrp="1"/>
          </p:cNvSpPr>
          <p:nvPr>
            <p:ph type="pic" sz="quarter" idx="13"/>
          </p:nvPr>
        </p:nvSpPr>
        <p:spPr>
          <a:xfrm>
            <a:off x="0" y="0"/>
            <a:ext cx="12192000" cy="6858000"/>
          </a:xfrm>
          <a:prstGeom prst="rect">
            <a:avLst/>
          </a:prstGeom>
          <a:solidFill>
            <a:schemeClr val="bg1">
              <a:lumMod val="65000"/>
            </a:schemeClr>
          </a:solidFill>
        </p:spPr>
        <p:txBody>
          <a:bodyPr/>
          <a:lstStyle>
            <a:lvl1pPr>
              <a:defRPr/>
            </a:lvl1pPr>
          </a:lstStyle>
          <a:p>
            <a:r>
              <a:rPr lang="en-GB"/>
              <a:t>Click icon to add picture</a:t>
            </a:r>
            <a:endParaRPr lang="en-US"/>
          </a:p>
        </p:txBody>
      </p:sp>
      <p:sp>
        <p:nvSpPr>
          <p:cNvPr id="4" name="Text Placeholder 4">
            <a:extLst>
              <a:ext uri="{FF2B5EF4-FFF2-40B4-BE49-F238E27FC236}">
                <a16:creationId xmlns:a16="http://schemas.microsoft.com/office/drawing/2014/main" id="{0BD2E969-F100-6B32-8DFD-11A45E5E43FA}"/>
              </a:ext>
            </a:extLst>
          </p:cNvPr>
          <p:cNvSpPr>
            <a:spLocks noGrp="1"/>
          </p:cNvSpPr>
          <p:nvPr>
            <p:ph type="body" sz="quarter" idx="11" hasCustomPrompt="1"/>
          </p:nvPr>
        </p:nvSpPr>
        <p:spPr>
          <a:xfrm>
            <a:off x="468775" y="4663440"/>
            <a:ext cx="6489700" cy="276999"/>
          </a:xfrm>
          <a:prstGeom prst="rect">
            <a:avLst/>
          </a:prstGeom>
        </p:spPr>
        <p:txBody>
          <a:bodyPr>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5" name="Text Placeholder 4">
            <a:extLst>
              <a:ext uri="{FF2B5EF4-FFF2-40B4-BE49-F238E27FC236}">
                <a16:creationId xmlns:a16="http://schemas.microsoft.com/office/drawing/2014/main" id="{2C67B491-F517-CB8D-96B1-B02A50D72325}"/>
              </a:ext>
            </a:extLst>
          </p:cNvPr>
          <p:cNvSpPr>
            <a:spLocks noGrp="1"/>
          </p:cNvSpPr>
          <p:nvPr>
            <p:ph type="body" sz="quarter" idx="12" hasCustomPrompt="1"/>
          </p:nvPr>
        </p:nvSpPr>
        <p:spPr>
          <a:xfrm>
            <a:off x="468775" y="5245390"/>
            <a:ext cx="6489700"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6" name="Title 2">
            <a:extLst>
              <a:ext uri="{FF2B5EF4-FFF2-40B4-BE49-F238E27FC236}">
                <a16:creationId xmlns:a16="http://schemas.microsoft.com/office/drawing/2014/main" id="{430FF820-B532-1296-E817-DF961B67DF09}"/>
              </a:ext>
            </a:extLst>
          </p:cNvPr>
          <p:cNvSpPr>
            <a:spLocks noGrp="1"/>
          </p:cNvSpPr>
          <p:nvPr>
            <p:ph type="title"/>
          </p:nvPr>
        </p:nvSpPr>
        <p:spPr>
          <a:xfrm>
            <a:off x="466165" y="1696496"/>
            <a:ext cx="7843822" cy="2462213"/>
          </a:xfrm>
        </p:spPr>
        <p:txBody>
          <a:bodyPr vert="horz" wrap="square" lIns="0" tIns="0" rIns="0" bIns="0" rtlCol="0">
            <a:spAutoFit/>
          </a:bodyPr>
          <a:lstStyle>
            <a:lvl1pPr>
              <a:defRPr lang="en-US" sz="8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GB"/>
              <a:t>Click to edit Master title style</a:t>
            </a:r>
            <a:endParaRPr lang="en-US"/>
          </a:p>
        </p:txBody>
      </p:sp>
      <p:pic>
        <p:nvPicPr>
          <p:cNvPr id="7" name="Picture 6">
            <a:extLst>
              <a:ext uri="{FF2B5EF4-FFF2-40B4-BE49-F238E27FC236}">
                <a16:creationId xmlns:a16="http://schemas.microsoft.com/office/drawing/2014/main" id="{5754D4BD-6E7A-841D-F70C-31FAEF56CD6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4040502134"/>
      </p:ext>
    </p:extLst>
  </p:cSld>
  <p:clrMapOvr>
    <a:masterClrMapping/>
  </p:clrMapOvr>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Cover-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39377C-8642-441F-BDC6-500DB01AD362}"/>
              </a:ext>
            </a:extLst>
          </p:cNvPr>
          <p:cNvSpPr/>
          <p:nvPr userDrawn="1"/>
        </p:nvSpPr>
        <p:spPr bwMode="auto">
          <a:xfrm>
            <a:off x="0"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11A216CA-E680-42EB-BC45-95A09D62759B}"/>
              </a:ext>
            </a:extLst>
          </p:cNvPr>
          <p:cNvSpPr>
            <a:spLocks noGrp="1"/>
          </p:cNvSpPr>
          <p:nvPr>
            <p:ph type="pic" sz="quarter" idx="13"/>
          </p:nvPr>
        </p:nvSpPr>
        <p:spPr>
          <a:xfrm>
            <a:off x="6095998" y="0"/>
            <a:ext cx="6096001" cy="6858000"/>
          </a:xfrm>
          <a:prstGeom prst="rect">
            <a:avLst/>
          </a:prstGeom>
          <a:solidFill>
            <a:schemeClr val="bg2"/>
          </a:solidFill>
        </p:spPr>
        <p:txBody>
          <a:bodyPr/>
          <a:lstStyle>
            <a:lvl1pPr>
              <a:defRPr/>
            </a:lvl1pPr>
          </a:lstStyle>
          <a:p>
            <a:r>
              <a:rPr lang="en-GB"/>
              <a:t>Click icon to add picture</a:t>
            </a:r>
            <a:endParaRPr lang="en-US"/>
          </a:p>
        </p:txBody>
      </p:sp>
      <p:sp>
        <p:nvSpPr>
          <p:cNvPr id="3" name="Text Placeholder 4">
            <a:extLst>
              <a:ext uri="{FF2B5EF4-FFF2-40B4-BE49-F238E27FC236}">
                <a16:creationId xmlns:a16="http://schemas.microsoft.com/office/drawing/2014/main" id="{30094E5E-6EFF-CE7E-D775-2FA95EEE2F1D}"/>
              </a:ext>
            </a:extLst>
          </p:cNvPr>
          <p:cNvSpPr>
            <a:spLocks noGrp="1"/>
          </p:cNvSpPr>
          <p:nvPr>
            <p:ph type="body" sz="quarter" idx="11" hasCustomPrompt="1"/>
          </p:nvPr>
        </p:nvSpPr>
        <p:spPr>
          <a:xfrm>
            <a:off x="468775" y="4663440"/>
            <a:ext cx="5309027" cy="276999"/>
          </a:xfrm>
          <a:prstGeom prst="rect">
            <a:avLst/>
          </a:prstGeom>
        </p:spPr>
        <p:txBody>
          <a:bodyPr wrap="square">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4" name="Text Placeholder 4">
            <a:extLst>
              <a:ext uri="{FF2B5EF4-FFF2-40B4-BE49-F238E27FC236}">
                <a16:creationId xmlns:a16="http://schemas.microsoft.com/office/drawing/2014/main" id="{4E632B84-D810-D682-26F1-538579099EAB}"/>
              </a:ext>
            </a:extLst>
          </p:cNvPr>
          <p:cNvSpPr>
            <a:spLocks noGrp="1"/>
          </p:cNvSpPr>
          <p:nvPr>
            <p:ph type="body" sz="quarter" idx="12" hasCustomPrompt="1"/>
          </p:nvPr>
        </p:nvSpPr>
        <p:spPr>
          <a:xfrm>
            <a:off x="468775" y="5245390"/>
            <a:ext cx="5309027" cy="184666"/>
          </a:xfrm>
          <a:prstGeom prst="rect">
            <a:avLst/>
          </a:prstGeom>
        </p:spPr>
        <p:txBody>
          <a:bodyPr vert="horz" wrap="square" lIns="0" tIns="0" rIns="0" bIns="0" rtlCol="0">
            <a:spAutoFit/>
          </a:bodyPr>
          <a:lstStyle>
            <a:lvl1pPr>
              <a:defRPr lang="en-US" sz="1200" b="1" spc="400" baseline="0">
                <a:solidFill>
                  <a:schemeClr val="bg1"/>
                </a:solidFill>
                <a:effectLst/>
                <a:latin typeface="Calibri" panose="020F0502020204030204" pitchFamily="34" charset="0"/>
              </a:defRPr>
            </a:lvl1pPr>
          </a:lstStyle>
          <a:p>
            <a:pPr lvl="0">
              <a:lnSpc>
                <a:spcPct val="100000"/>
              </a:lnSpc>
              <a:spcBef>
                <a:spcPct val="0"/>
              </a:spcBef>
            </a:pPr>
            <a:r>
              <a:rPr lang="en-US">
                <a:effectLst/>
              </a:rPr>
              <a:t>JANUARY 2023</a:t>
            </a:r>
            <a:endParaRPr lang="en-US"/>
          </a:p>
        </p:txBody>
      </p:sp>
      <p:sp>
        <p:nvSpPr>
          <p:cNvPr id="5" name="Title 2">
            <a:extLst>
              <a:ext uri="{FF2B5EF4-FFF2-40B4-BE49-F238E27FC236}">
                <a16:creationId xmlns:a16="http://schemas.microsoft.com/office/drawing/2014/main" id="{7E6BD730-15BB-8DAE-B807-85A733E0F752}"/>
              </a:ext>
            </a:extLst>
          </p:cNvPr>
          <p:cNvSpPr>
            <a:spLocks noGrp="1"/>
          </p:cNvSpPr>
          <p:nvPr>
            <p:ph type="title"/>
          </p:nvPr>
        </p:nvSpPr>
        <p:spPr>
          <a:xfrm>
            <a:off x="466165" y="1696496"/>
            <a:ext cx="5311637" cy="1846659"/>
          </a:xfrm>
        </p:spPr>
        <p:txBody>
          <a:bodyPr vert="horz" wrap="square" lIns="0" tIns="0" rIns="0" bIns="0" rtlCol="0">
            <a:spAutoFit/>
          </a:bodyPr>
          <a:lstStyle>
            <a:lvl1pPr>
              <a:defRPr lang="en-US" sz="6000" b="0">
                <a:solidFill>
                  <a:schemeClr val="bg1"/>
                </a:solidFill>
                <a:latin typeface="Calibri Light" panose="020F0302020204030204" pitchFamily="34" charset="0"/>
                <a:cs typeface="Calibri Light" panose="020F0302020204030204" pitchFamily="34" charset="0"/>
              </a:defRPr>
            </a:lvl1pPr>
          </a:lstStyle>
          <a:p>
            <a:pPr marL="0" lvl="0" indent="0">
              <a:spcBef>
                <a:spcPct val="0"/>
              </a:spcBef>
              <a:spcAft>
                <a:spcPct val="0"/>
              </a:spcAft>
              <a:buFont typeface="Arial" panose="020B0604020202020204" pitchFamily="34" charset="0"/>
            </a:pPr>
            <a:r>
              <a:rPr lang="en-GB"/>
              <a:t>Click to edit Master title style</a:t>
            </a:r>
            <a:endParaRPr lang="en-US"/>
          </a:p>
        </p:txBody>
      </p:sp>
      <p:pic>
        <p:nvPicPr>
          <p:cNvPr id="2" name="Picture 1">
            <a:extLst>
              <a:ext uri="{FF2B5EF4-FFF2-40B4-BE49-F238E27FC236}">
                <a16:creationId xmlns:a16="http://schemas.microsoft.com/office/drawing/2014/main" id="{58229A6F-36FA-05D5-E223-1581D31CE2D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5414" y="740715"/>
            <a:ext cx="1226857" cy="451050"/>
          </a:xfrm>
          <a:prstGeom prst="rect">
            <a:avLst/>
          </a:prstGeom>
        </p:spPr>
      </p:pic>
    </p:spTree>
    <p:extLst>
      <p:ext uri="{BB962C8B-B14F-4D97-AF65-F5344CB8AC3E}">
        <p14:creationId xmlns:p14="http://schemas.microsoft.com/office/powerpoint/2010/main" val="537534567"/>
      </p:ext>
    </p:extLst>
  </p:cSld>
  <p:clrMapOvr>
    <a:masterClrMapping/>
  </p:clrMapOvr>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3" name="Title 2">
            <a:extLst>
              <a:ext uri="{FF2B5EF4-FFF2-40B4-BE49-F238E27FC236}">
                <a16:creationId xmlns:a16="http://schemas.microsoft.com/office/drawing/2014/main" id="{7D36EB9C-BBDB-7447-884B-AC6C7C7D1DA2}"/>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Contents</a:t>
            </a:r>
          </a:p>
        </p:txBody>
      </p:sp>
      <p:sp>
        <p:nvSpPr>
          <p:cNvPr id="24" name="Text Placeholder 4">
            <a:extLst>
              <a:ext uri="{FF2B5EF4-FFF2-40B4-BE49-F238E27FC236}">
                <a16:creationId xmlns:a16="http://schemas.microsoft.com/office/drawing/2014/main" id="{ECE784D3-D287-664F-80A6-CBA29DD12FE1}"/>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01</a:t>
            </a:r>
          </a:p>
        </p:txBody>
      </p:sp>
      <p:sp>
        <p:nvSpPr>
          <p:cNvPr id="25" name="Text Placeholder 4">
            <a:extLst>
              <a:ext uri="{FF2B5EF4-FFF2-40B4-BE49-F238E27FC236}">
                <a16:creationId xmlns:a16="http://schemas.microsoft.com/office/drawing/2014/main" id="{29A1CE94-599A-5146-9EFB-9AEECE436784}"/>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02</a:t>
            </a:r>
          </a:p>
        </p:txBody>
      </p:sp>
      <p:sp>
        <p:nvSpPr>
          <p:cNvPr id="26" name="Text Placeholder 4">
            <a:extLst>
              <a:ext uri="{FF2B5EF4-FFF2-40B4-BE49-F238E27FC236}">
                <a16:creationId xmlns:a16="http://schemas.microsoft.com/office/drawing/2014/main" id="{B0E828E5-70FD-D449-B964-390D8366EA4E}"/>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03</a:t>
            </a:r>
          </a:p>
        </p:txBody>
      </p:sp>
      <p:sp>
        <p:nvSpPr>
          <p:cNvPr id="27" name="Text Placeholder 4">
            <a:extLst>
              <a:ext uri="{FF2B5EF4-FFF2-40B4-BE49-F238E27FC236}">
                <a16:creationId xmlns:a16="http://schemas.microsoft.com/office/drawing/2014/main" id="{23D1ADF7-7F17-9F4A-A000-26CFD756A34B}"/>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04</a:t>
            </a:r>
          </a:p>
        </p:txBody>
      </p:sp>
      <p:sp>
        <p:nvSpPr>
          <p:cNvPr id="28" name="Text Placeholder 4">
            <a:extLst>
              <a:ext uri="{FF2B5EF4-FFF2-40B4-BE49-F238E27FC236}">
                <a16:creationId xmlns:a16="http://schemas.microsoft.com/office/drawing/2014/main" id="{C8974FB4-0DC4-9A48-849B-3445C17323D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05</a:t>
            </a:r>
          </a:p>
        </p:txBody>
      </p:sp>
      <p:sp>
        <p:nvSpPr>
          <p:cNvPr id="29" name="Text Placeholder 4">
            <a:extLst>
              <a:ext uri="{FF2B5EF4-FFF2-40B4-BE49-F238E27FC236}">
                <a16:creationId xmlns:a16="http://schemas.microsoft.com/office/drawing/2014/main" id="{3B70AEBB-A750-864B-B6BD-21B4D0EFE2A7}"/>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tx1"/>
                </a:solidFill>
              </a:defRPr>
            </a:lvl1pPr>
          </a:lstStyle>
          <a:p>
            <a:pPr lvl="0"/>
            <a:r>
              <a:rPr lang="en-US"/>
              <a:t>06</a:t>
            </a:r>
          </a:p>
        </p:txBody>
      </p:sp>
      <p:sp>
        <p:nvSpPr>
          <p:cNvPr id="30" name="Text Placeholder 4">
            <a:extLst>
              <a:ext uri="{FF2B5EF4-FFF2-40B4-BE49-F238E27FC236}">
                <a16:creationId xmlns:a16="http://schemas.microsoft.com/office/drawing/2014/main" id="{B6A80AC0-F1D6-7541-A91C-C279FD194827}"/>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1" name="Text Placeholder 4">
            <a:extLst>
              <a:ext uri="{FF2B5EF4-FFF2-40B4-BE49-F238E27FC236}">
                <a16:creationId xmlns:a16="http://schemas.microsoft.com/office/drawing/2014/main" id="{48BEB51A-F18F-5749-809D-EC078A513A09}"/>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2" name="Text Placeholder 4">
            <a:extLst>
              <a:ext uri="{FF2B5EF4-FFF2-40B4-BE49-F238E27FC236}">
                <a16:creationId xmlns:a16="http://schemas.microsoft.com/office/drawing/2014/main" id="{C6735154-D863-074C-BEF0-25E8F0836038}"/>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3" name="Text Placeholder 4">
            <a:extLst>
              <a:ext uri="{FF2B5EF4-FFF2-40B4-BE49-F238E27FC236}">
                <a16:creationId xmlns:a16="http://schemas.microsoft.com/office/drawing/2014/main" id="{C373B72A-00B1-9E4F-BC7F-202B2AC57FCC}"/>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4" name="Text Placeholder 4">
            <a:extLst>
              <a:ext uri="{FF2B5EF4-FFF2-40B4-BE49-F238E27FC236}">
                <a16:creationId xmlns:a16="http://schemas.microsoft.com/office/drawing/2014/main" id="{A584DDAC-74C3-8649-AA09-BE37E59266EB}"/>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35" name="Text Placeholder 4">
            <a:extLst>
              <a:ext uri="{FF2B5EF4-FFF2-40B4-BE49-F238E27FC236}">
                <a16:creationId xmlns:a16="http://schemas.microsoft.com/office/drawing/2014/main" id="{4BE98457-B105-874C-9706-66BA69C1AFC7}"/>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Tree>
    <p:extLst>
      <p:ext uri="{BB962C8B-B14F-4D97-AF65-F5344CB8AC3E}">
        <p14:creationId xmlns:p14="http://schemas.microsoft.com/office/powerpoint/2010/main" val="2155033612"/>
      </p:ext>
    </p:extLst>
  </p:cSld>
  <p:clrMapOvr>
    <a:masterClrMapping/>
  </p:clrMapOvr>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Contents-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10" name="Graphic 9">
            <a:extLst>
              <a:ext uri="{FF2B5EF4-FFF2-40B4-BE49-F238E27FC236}">
                <a16:creationId xmlns:a16="http://schemas.microsoft.com/office/drawing/2014/main" id="{7F2C7208-C4AB-4962-96F0-F897DFFC37C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2" name="Title 2">
            <a:extLst>
              <a:ext uri="{FF2B5EF4-FFF2-40B4-BE49-F238E27FC236}">
                <a16:creationId xmlns:a16="http://schemas.microsoft.com/office/drawing/2014/main" id="{37B4F039-C58D-468E-394C-C92CD517A82F}"/>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Contents</a:t>
            </a:r>
          </a:p>
        </p:txBody>
      </p:sp>
      <p:sp>
        <p:nvSpPr>
          <p:cNvPr id="7" name="Text Placeholder 4">
            <a:extLst>
              <a:ext uri="{FF2B5EF4-FFF2-40B4-BE49-F238E27FC236}">
                <a16:creationId xmlns:a16="http://schemas.microsoft.com/office/drawing/2014/main" id="{EEBDF361-F375-D313-8D06-BDA2782784FE}"/>
              </a:ext>
            </a:extLst>
          </p:cNvPr>
          <p:cNvSpPr>
            <a:spLocks noGrp="1"/>
          </p:cNvSpPr>
          <p:nvPr>
            <p:ph type="body" sz="quarter" idx="10" hasCustomPrompt="1"/>
          </p:nvPr>
        </p:nvSpPr>
        <p:spPr>
          <a:xfrm>
            <a:off x="4324216" y="152141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01</a:t>
            </a:r>
          </a:p>
        </p:txBody>
      </p:sp>
      <p:sp>
        <p:nvSpPr>
          <p:cNvPr id="8" name="Text Placeholder 4">
            <a:extLst>
              <a:ext uri="{FF2B5EF4-FFF2-40B4-BE49-F238E27FC236}">
                <a16:creationId xmlns:a16="http://schemas.microsoft.com/office/drawing/2014/main" id="{BBC6E842-5D88-CC5C-F1DA-808D61BEE757}"/>
              </a:ext>
            </a:extLst>
          </p:cNvPr>
          <p:cNvSpPr>
            <a:spLocks noGrp="1"/>
          </p:cNvSpPr>
          <p:nvPr>
            <p:ph type="body" sz="quarter" idx="11" hasCustomPrompt="1"/>
          </p:nvPr>
        </p:nvSpPr>
        <p:spPr>
          <a:xfrm>
            <a:off x="4324216" y="2214485"/>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02</a:t>
            </a:r>
          </a:p>
        </p:txBody>
      </p:sp>
      <p:sp>
        <p:nvSpPr>
          <p:cNvPr id="11" name="Text Placeholder 4">
            <a:extLst>
              <a:ext uri="{FF2B5EF4-FFF2-40B4-BE49-F238E27FC236}">
                <a16:creationId xmlns:a16="http://schemas.microsoft.com/office/drawing/2014/main" id="{CD37A923-9C8E-6CA3-1F51-1680DBD25361}"/>
              </a:ext>
            </a:extLst>
          </p:cNvPr>
          <p:cNvSpPr>
            <a:spLocks noGrp="1"/>
          </p:cNvSpPr>
          <p:nvPr>
            <p:ph type="body" sz="quarter" idx="12" hasCustomPrompt="1"/>
          </p:nvPr>
        </p:nvSpPr>
        <p:spPr>
          <a:xfrm>
            <a:off x="4324216" y="289739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03</a:t>
            </a:r>
          </a:p>
        </p:txBody>
      </p:sp>
      <p:sp>
        <p:nvSpPr>
          <p:cNvPr id="12" name="Text Placeholder 4">
            <a:extLst>
              <a:ext uri="{FF2B5EF4-FFF2-40B4-BE49-F238E27FC236}">
                <a16:creationId xmlns:a16="http://schemas.microsoft.com/office/drawing/2014/main" id="{3DB5EB1A-8556-A82E-AC69-301BA431D9AC}"/>
              </a:ext>
            </a:extLst>
          </p:cNvPr>
          <p:cNvSpPr>
            <a:spLocks noGrp="1"/>
          </p:cNvSpPr>
          <p:nvPr>
            <p:ph type="body" sz="quarter" idx="13" hasCustomPrompt="1"/>
          </p:nvPr>
        </p:nvSpPr>
        <p:spPr>
          <a:xfrm>
            <a:off x="4324216" y="3590458"/>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04</a:t>
            </a:r>
          </a:p>
        </p:txBody>
      </p:sp>
      <p:sp>
        <p:nvSpPr>
          <p:cNvPr id="24" name="Text Placeholder 4">
            <a:extLst>
              <a:ext uri="{FF2B5EF4-FFF2-40B4-BE49-F238E27FC236}">
                <a16:creationId xmlns:a16="http://schemas.microsoft.com/office/drawing/2014/main" id="{11E3B50A-6363-7824-DFC1-3035609DF678}"/>
              </a:ext>
            </a:extLst>
          </p:cNvPr>
          <p:cNvSpPr>
            <a:spLocks noGrp="1"/>
          </p:cNvSpPr>
          <p:nvPr>
            <p:ph type="body" sz="quarter" idx="14" hasCustomPrompt="1"/>
          </p:nvPr>
        </p:nvSpPr>
        <p:spPr>
          <a:xfrm>
            <a:off x="4324216" y="4273364"/>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05</a:t>
            </a:r>
          </a:p>
        </p:txBody>
      </p:sp>
      <p:sp>
        <p:nvSpPr>
          <p:cNvPr id="27" name="Text Placeholder 4">
            <a:extLst>
              <a:ext uri="{FF2B5EF4-FFF2-40B4-BE49-F238E27FC236}">
                <a16:creationId xmlns:a16="http://schemas.microsoft.com/office/drawing/2014/main" id="{13E6F179-1003-654A-7321-F8FE6D12AC32}"/>
              </a:ext>
            </a:extLst>
          </p:cNvPr>
          <p:cNvSpPr>
            <a:spLocks noGrp="1"/>
          </p:cNvSpPr>
          <p:nvPr>
            <p:ph type="body" sz="quarter" idx="15" hasCustomPrompt="1"/>
          </p:nvPr>
        </p:nvSpPr>
        <p:spPr>
          <a:xfrm>
            <a:off x="4324216" y="4956271"/>
            <a:ext cx="498928" cy="321627"/>
          </a:xfrm>
          <a:prstGeom prst="rect">
            <a:avLst/>
          </a:prstGeom>
        </p:spPr>
        <p:txBody>
          <a:bodyPr wrap="square" anchor="t" anchorCtr="0">
            <a:spAutoFit/>
          </a:bodyPr>
          <a:lstStyle>
            <a:lvl1pPr algn="r">
              <a:defRPr sz="2000" b="0">
                <a:solidFill>
                  <a:schemeClr val="bg1"/>
                </a:solidFill>
              </a:defRPr>
            </a:lvl1pPr>
          </a:lstStyle>
          <a:p>
            <a:pPr lvl="0"/>
            <a:r>
              <a:rPr lang="en-US"/>
              <a:t>06</a:t>
            </a:r>
          </a:p>
        </p:txBody>
      </p:sp>
      <p:sp>
        <p:nvSpPr>
          <p:cNvPr id="28" name="Text Placeholder 4">
            <a:extLst>
              <a:ext uri="{FF2B5EF4-FFF2-40B4-BE49-F238E27FC236}">
                <a16:creationId xmlns:a16="http://schemas.microsoft.com/office/drawing/2014/main" id="{9A7166E3-13D7-44C2-45BA-F8800FCD1D93}"/>
              </a:ext>
            </a:extLst>
          </p:cNvPr>
          <p:cNvSpPr>
            <a:spLocks noGrp="1"/>
          </p:cNvSpPr>
          <p:nvPr>
            <p:ph type="body" sz="quarter" idx="16" hasCustomPrompt="1"/>
          </p:nvPr>
        </p:nvSpPr>
        <p:spPr>
          <a:xfrm>
            <a:off x="5056507" y="152141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29" name="Text Placeholder 4">
            <a:extLst>
              <a:ext uri="{FF2B5EF4-FFF2-40B4-BE49-F238E27FC236}">
                <a16:creationId xmlns:a16="http://schemas.microsoft.com/office/drawing/2014/main" id="{342EBD53-BF92-55A6-E85A-50AD5A80A5B1}"/>
              </a:ext>
            </a:extLst>
          </p:cNvPr>
          <p:cNvSpPr>
            <a:spLocks noGrp="1"/>
          </p:cNvSpPr>
          <p:nvPr>
            <p:ph type="body" sz="quarter" idx="17" hasCustomPrompt="1"/>
          </p:nvPr>
        </p:nvSpPr>
        <p:spPr>
          <a:xfrm>
            <a:off x="5056507" y="221448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0" name="Text Placeholder 4">
            <a:extLst>
              <a:ext uri="{FF2B5EF4-FFF2-40B4-BE49-F238E27FC236}">
                <a16:creationId xmlns:a16="http://schemas.microsoft.com/office/drawing/2014/main" id="{41709A76-8AD3-E8A8-447B-E2C8D00A4A1D}"/>
              </a:ext>
            </a:extLst>
          </p:cNvPr>
          <p:cNvSpPr>
            <a:spLocks noGrp="1"/>
          </p:cNvSpPr>
          <p:nvPr>
            <p:ph type="body" sz="quarter" idx="18" hasCustomPrompt="1"/>
          </p:nvPr>
        </p:nvSpPr>
        <p:spPr>
          <a:xfrm>
            <a:off x="5056507" y="289739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1" name="Text Placeholder 4">
            <a:extLst>
              <a:ext uri="{FF2B5EF4-FFF2-40B4-BE49-F238E27FC236}">
                <a16:creationId xmlns:a16="http://schemas.microsoft.com/office/drawing/2014/main" id="{FA4DA4A4-AEAC-105E-34C0-12EBA35F10E6}"/>
              </a:ext>
            </a:extLst>
          </p:cNvPr>
          <p:cNvSpPr>
            <a:spLocks noGrp="1"/>
          </p:cNvSpPr>
          <p:nvPr>
            <p:ph type="body" sz="quarter" idx="19" hasCustomPrompt="1"/>
          </p:nvPr>
        </p:nvSpPr>
        <p:spPr>
          <a:xfrm>
            <a:off x="5056507" y="359045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2" name="Text Placeholder 4">
            <a:extLst>
              <a:ext uri="{FF2B5EF4-FFF2-40B4-BE49-F238E27FC236}">
                <a16:creationId xmlns:a16="http://schemas.microsoft.com/office/drawing/2014/main" id="{B6DD83F2-9BFD-E0B8-4706-D7200B45DE3C}"/>
              </a:ext>
            </a:extLst>
          </p:cNvPr>
          <p:cNvSpPr>
            <a:spLocks noGrp="1"/>
          </p:cNvSpPr>
          <p:nvPr>
            <p:ph type="body" sz="quarter" idx="20" hasCustomPrompt="1"/>
          </p:nvPr>
        </p:nvSpPr>
        <p:spPr>
          <a:xfrm>
            <a:off x="5056507" y="4273364"/>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3" name="Text Placeholder 4">
            <a:extLst>
              <a:ext uri="{FF2B5EF4-FFF2-40B4-BE49-F238E27FC236}">
                <a16:creationId xmlns:a16="http://schemas.microsoft.com/office/drawing/2014/main" id="{0D94FEEB-2EA8-081B-0B69-F0ED7A8348AC}"/>
              </a:ext>
            </a:extLst>
          </p:cNvPr>
          <p:cNvSpPr>
            <a:spLocks noGrp="1"/>
          </p:cNvSpPr>
          <p:nvPr>
            <p:ph type="body" sz="quarter" idx="21" hasCustomPrompt="1"/>
          </p:nvPr>
        </p:nvSpPr>
        <p:spPr>
          <a:xfrm>
            <a:off x="5056507" y="495627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3" name="TextBox 2">
            <a:extLst>
              <a:ext uri="{FF2B5EF4-FFF2-40B4-BE49-F238E27FC236}">
                <a16:creationId xmlns:a16="http://schemas.microsoft.com/office/drawing/2014/main" id="{A90CA163-9EEA-54E4-57D2-BFE989F6F9C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8A0B6ADF-5C55-9945-3F05-7FFC190F1FD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178355418"/>
      </p:ext>
    </p:extLst>
  </p:cSld>
  <p:clrMapOvr>
    <a:masterClrMapping/>
  </p:clrMapOvr>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Agenda</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tx1"/>
                </a:solidFill>
              </a:defRPr>
            </a:lvl1pPr>
          </a:lstStyle>
          <a:p>
            <a:pPr lvl="0"/>
            <a:r>
              <a:rPr lang="en-US"/>
              <a:t>Section header here</a:t>
            </a:r>
          </a:p>
        </p:txBody>
      </p:sp>
      <p:sp>
        <p:nvSpPr>
          <p:cNvPr id="2" name="Text Placeholder 4">
            <a:extLst>
              <a:ext uri="{FF2B5EF4-FFF2-40B4-BE49-F238E27FC236}">
                <a16:creationId xmlns:a16="http://schemas.microsoft.com/office/drawing/2014/main" id="{749D503E-C57A-9E5B-19CF-94AF46BB63B3}"/>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6" name="Text Placeholder 4">
            <a:extLst>
              <a:ext uri="{FF2B5EF4-FFF2-40B4-BE49-F238E27FC236}">
                <a16:creationId xmlns:a16="http://schemas.microsoft.com/office/drawing/2014/main" id="{42BD3FFC-05D4-6AF7-0434-C1AC0298E5CD}"/>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7" name="Text Placeholder 4">
            <a:extLst>
              <a:ext uri="{FF2B5EF4-FFF2-40B4-BE49-F238E27FC236}">
                <a16:creationId xmlns:a16="http://schemas.microsoft.com/office/drawing/2014/main" id="{D0952C60-604F-9F1A-9D20-17D094CE4831}"/>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8" name="Text Placeholder 4">
            <a:extLst>
              <a:ext uri="{FF2B5EF4-FFF2-40B4-BE49-F238E27FC236}">
                <a16:creationId xmlns:a16="http://schemas.microsoft.com/office/drawing/2014/main" id="{BD164F81-CDD1-C1B4-ED55-A3321E1032B0}"/>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1" name="Text Placeholder 4">
            <a:extLst>
              <a:ext uri="{FF2B5EF4-FFF2-40B4-BE49-F238E27FC236}">
                <a16:creationId xmlns:a16="http://schemas.microsoft.com/office/drawing/2014/main" id="{7DF71D53-1D3F-D8F8-96D5-6DE13F1A9CC8}"/>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12" name="Text Placeholder 4">
            <a:extLst>
              <a:ext uri="{FF2B5EF4-FFF2-40B4-BE49-F238E27FC236}">
                <a16:creationId xmlns:a16="http://schemas.microsoft.com/office/drawing/2014/main" id="{142F11AF-BF37-8BBB-B5E7-A8655CF9477B}"/>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Tree>
    <p:extLst>
      <p:ext uri="{BB962C8B-B14F-4D97-AF65-F5344CB8AC3E}">
        <p14:creationId xmlns:p14="http://schemas.microsoft.com/office/powerpoint/2010/main" val="2434639255"/>
      </p:ext>
    </p:extLst>
  </p:cSld>
  <p:clrMapOvr>
    <a:masterClrMapping/>
  </p:clrMapOvr>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Agenda-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51F759-2C51-4E26-B317-26DFEBAE952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467140" y="1191039"/>
            <a:ext cx="3024846" cy="923330"/>
          </a:xfrm>
        </p:spPr>
        <p:txBody>
          <a:bodyPr vert="horz" wrap="square" lIns="0" tIns="0" rIns="0" bIns="0" rtlCol="0" anchor="t">
            <a:spAutoFit/>
          </a:bodyPr>
          <a:lstStyle>
            <a:lvl1pPr>
              <a:defRPr lang="en-US" sz="6000" b="1" i="0" kern="1200" spc="0">
                <a:gradFill>
                  <a:gsLst>
                    <a:gs pos="50000">
                      <a:schemeClr val="accent2"/>
                    </a:gs>
                    <a:gs pos="70000">
                      <a:schemeClr val="accent5"/>
                    </a:gs>
                    <a:gs pos="100000">
                      <a:schemeClr val="accent4"/>
                    </a:gs>
                  </a:gsLst>
                  <a:lin ang="1200000" scaled="0"/>
                </a:gradFill>
                <a:effectLst/>
                <a:latin typeface="Calibri" panose="020F0502020204030204" pitchFamily="34" charset="0"/>
                <a:ea typeface="Calibri" panose="020F0502020204030204" pitchFamily="34" charset="0"/>
                <a:cs typeface="Calibri" panose="020F0502020204030204" pitchFamily="34" charset="0"/>
              </a:defRPr>
            </a:lvl1pPr>
          </a:lstStyle>
          <a:p>
            <a:pPr lvl="0" algn="l" defTabSz="914400" rtl="0" eaLnBrk="1" latinLnBrk="0" hangingPunct="1">
              <a:lnSpc>
                <a:spcPct val="100000"/>
              </a:lnSpc>
              <a:spcBef>
                <a:spcPct val="0"/>
              </a:spcBef>
              <a:buNone/>
            </a:pPr>
            <a:r>
              <a:rPr lang="en-US"/>
              <a:t>Agenda</a:t>
            </a:r>
          </a:p>
        </p:txBody>
      </p:sp>
      <p:pic>
        <p:nvPicPr>
          <p:cNvPr id="27" name="Graphic 26">
            <a:extLst>
              <a:ext uri="{FF2B5EF4-FFF2-40B4-BE49-F238E27FC236}">
                <a16:creationId xmlns:a16="http://schemas.microsoft.com/office/drawing/2014/main" id="{404C027E-E5F6-C4D1-7BE4-B87D52F48E6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5" name="Text Placeholder 4">
            <a:extLst>
              <a:ext uri="{FF2B5EF4-FFF2-40B4-BE49-F238E27FC236}">
                <a16:creationId xmlns:a16="http://schemas.microsoft.com/office/drawing/2014/main" id="{6672B4D0-A39C-FAF6-B1FC-E8138006004A}"/>
              </a:ext>
            </a:extLst>
          </p:cNvPr>
          <p:cNvSpPr>
            <a:spLocks noGrp="1"/>
          </p:cNvSpPr>
          <p:nvPr>
            <p:ph type="body" sz="quarter" idx="16" hasCustomPrompt="1"/>
          </p:nvPr>
        </p:nvSpPr>
        <p:spPr>
          <a:xfrm>
            <a:off x="6030496" y="1541587"/>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9" name="Text Placeholder 4">
            <a:extLst>
              <a:ext uri="{FF2B5EF4-FFF2-40B4-BE49-F238E27FC236}">
                <a16:creationId xmlns:a16="http://schemas.microsoft.com/office/drawing/2014/main" id="{A00A134C-93F9-0B06-D8F4-9B3C7532A426}"/>
              </a:ext>
            </a:extLst>
          </p:cNvPr>
          <p:cNvSpPr>
            <a:spLocks noGrp="1"/>
          </p:cNvSpPr>
          <p:nvPr>
            <p:ph type="body" sz="quarter" idx="17" hasCustomPrompt="1"/>
          </p:nvPr>
        </p:nvSpPr>
        <p:spPr>
          <a:xfrm>
            <a:off x="6030496" y="2231845"/>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0" name="Text Placeholder 4">
            <a:extLst>
              <a:ext uri="{FF2B5EF4-FFF2-40B4-BE49-F238E27FC236}">
                <a16:creationId xmlns:a16="http://schemas.microsoft.com/office/drawing/2014/main" id="{E37B92C4-122A-5377-7B74-D58A2319E90C}"/>
              </a:ext>
            </a:extLst>
          </p:cNvPr>
          <p:cNvSpPr>
            <a:spLocks noGrp="1"/>
          </p:cNvSpPr>
          <p:nvPr>
            <p:ph type="body" sz="quarter" idx="18" hasCustomPrompt="1"/>
          </p:nvPr>
        </p:nvSpPr>
        <p:spPr>
          <a:xfrm>
            <a:off x="6030496" y="2922103"/>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3" name="Text Placeholder 4">
            <a:extLst>
              <a:ext uri="{FF2B5EF4-FFF2-40B4-BE49-F238E27FC236}">
                <a16:creationId xmlns:a16="http://schemas.microsoft.com/office/drawing/2014/main" id="{D28A167B-CD8D-159B-58DB-AD9C0600F651}"/>
              </a:ext>
            </a:extLst>
          </p:cNvPr>
          <p:cNvSpPr>
            <a:spLocks noGrp="1"/>
          </p:cNvSpPr>
          <p:nvPr>
            <p:ph type="body" sz="quarter" idx="19" hasCustomPrompt="1"/>
          </p:nvPr>
        </p:nvSpPr>
        <p:spPr>
          <a:xfrm>
            <a:off x="6030496" y="3612361"/>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4" name="Text Placeholder 4">
            <a:extLst>
              <a:ext uri="{FF2B5EF4-FFF2-40B4-BE49-F238E27FC236}">
                <a16:creationId xmlns:a16="http://schemas.microsoft.com/office/drawing/2014/main" id="{D3238DD8-4A7D-554B-8216-37EA1F023174}"/>
              </a:ext>
            </a:extLst>
          </p:cNvPr>
          <p:cNvSpPr>
            <a:spLocks noGrp="1"/>
          </p:cNvSpPr>
          <p:nvPr>
            <p:ph type="body" sz="quarter" idx="20" hasCustomPrompt="1"/>
          </p:nvPr>
        </p:nvSpPr>
        <p:spPr>
          <a:xfrm>
            <a:off x="6030496" y="4302619"/>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5" name="Text Placeholder 4">
            <a:extLst>
              <a:ext uri="{FF2B5EF4-FFF2-40B4-BE49-F238E27FC236}">
                <a16:creationId xmlns:a16="http://schemas.microsoft.com/office/drawing/2014/main" id="{11D58AB5-54CF-F584-79F8-821E69DF6010}"/>
              </a:ext>
            </a:extLst>
          </p:cNvPr>
          <p:cNvSpPr>
            <a:spLocks noGrp="1"/>
          </p:cNvSpPr>
          <p:nvPr>
            <p:ph type="body" sz="quarter" idx="21" hasCustomPrompt="1"/>
          </p:nvPr>
        </p:nvSpPr>
        <p:spPr>
          <a:xfrm>
            <a:off x="6030496" y="4992878"/>
            <a:ext cx="4554537" cy="321627"/>
          </a:xfrm>
          <a:prstGeom prst="rect">
            <a:avLst/>
          </a:prstGeom>
        </p:spPr>
        <p:txBody>
          <a:bodyPr wrap="square" anchor="t" anchorCtr="0">
            <a:spAutoFit/>
          </a:bodyPr>
          <a:lstStyle>
            <a:lvl1pPr>
              <a:defRPr sz="2000" b="0">
                <a:solidFill>
                  <a:schemeClr val="bg1"/>
                </a:solidFill>
              </a:defRPr>
            </a:lvl1pPr>
          </a:lstStyle>
          <a:p>
            <a:pPr lvl="0"/>
            <a:r>
              <a:rPr lang="en-US"/>
              <a:t>Section header here</a:t>
            </a:r>
          </a:p>
        </p:txBody>
      </p:sp>
      <p:sp>
        <p:nvSpPr>
          <p:cNvPr id="16" name="Text Placeholder 4">
            <a:extLst>
              <a:ext uri="{FF2B5EF4-FFF2-40B4-BE49-F238E27FC236}">
                <a16:creationId xmlns:a16="http://schemas.microsoft.com/office/drawing/2014/main" id="{6367AC01-84C2-7E8C-3BF8-201856803E21}"/>
              </a:ext>
            </a:extLst>
          </p:cNvPr>
          <p:cNvSpPr>
            <a:spLocks noGrp="1"/>
          </p:cNvSpPr>
          <p:nvPr>
            <p:ph type="body" sz="quarter" idx="10" hasCustomPrompt="1"/>
          </p:nvPr>
        </p:nvSpPr>
        <p:spPr>
          <a:xfrm>
            <a:off x="4101160" y="154158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3" name="Text Placeholder 4">
            <a:extLst>
              <a:ext uri="{FF2B5EF4-FFF2-40B4-BE49-F238E27FC236}">
                <a16:creationId xmlns:a16="http://schemas.microsoft.com/office/drawing/2014/main" id="{60B1A9C8-7F43-7DB1-4F91-53075745C4B6}"/>
              </a:ext>
            </a:extLst>
          </p:cNvPr>
          <p:cNvSpPr>
            <a:spLocks noGrp="1"/>
          </p:cNvSpPr>
          <p:nvPr>
            <p:ph type="body" sz="quarter" idx="24" hasCustomPrompt="1"/>
          </p:nvPr>
        </p:nvSpPr>
        <p:spPr>
          <a:xfrm>
            <a:off x="4101160" y="2234115"/>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4" name="Text Placeholder 4">
            <a:extLst>
              <a:ext uri="{FF2B5EF4-FFF2-40B4-BE49-F238E27FC236}">
                <a16:creationId xmlns:a16="http://schemas.microsoft.com/office/drawing/2014/main" id="{46C8629B-DFA8-41AA-9C67-96D3D02BED28}"/>
              </a:ext>
            </a:extLst>
          </p:cNvPr>
          <p:cNvSpPr>
            <a:spLocks noGrp="1"/>
          </p:cNvSpPr>
          <p:nvPr>
            <p:ph type="body" sz="quarter" idx="26" hasCustomPrompt="1"/>
          </p:nvPr>
        </p:nvSpPr>
        <p:spPr>
          <a:xfrm>
            <a:off x="4101160" y="2923806"/>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6" name="Text Placeholder 4">
            <a:extLst>
              <a:ext uri="{FF2B5EF4-FFF2-40B4-BE49-F238E27FC236}">
                <a16:creationId xmlns:a16="http://schemas.microsoft.com/office/drawing/2014/main" id="{11CC2B96-A6B1-5232-3AEE-F9B7FDBBC137}"/>
              </a:ext>
            </a:extLst>
          </p:cNvPr>
          <p:cNvSpPr>
            <a:spLocks noGrp="1"/>
          </p:cNvSpPr>
          <p:nvPr>
            <p:ph type="body" sz="quarter" idx="28" hasCustomPrompt="1"/>
          </p:nvPr>
        </p:nvSpPr>
        <p:spPr>
          <a:xfrm>
            <a:off x="4101160" y="3613497"/>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0" name="Text Placeholder 4">
            <a:extLst>
              <a:ext uri="{FF2B5EF4-FFF2-40B4-BE49-F238E27FC236}">
                <a16:creationId xmlns:a16="http://schemas.microsoft.com/office/drawing/2014/main" id="{7A18B250-73F5-69E3-5878-B1D8C984F427}"/>
              </a:ext>
            </a:extLst>
          </p:cNvPr>
          <p:cNvSpPr>
            <a:spLocks noGrp="1"/>
          </p:cNvSpPr>
          <p:nvPr>
            <p:ph type="body" sz="quarter" idx="30" hasCustomPrompt="1"/>
          </p:nvPr>
        </p:nvSpPr>
        <p:spPr>
          <a:xfrm>
            <a:off x="4101160" y="430318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31" name="Text Placeholder 4">
            <a:extLst>
              <a:ext uri="{FF2B5EF4-FFF2-40B4-BE49-F238E27FC236}">
                <a16:creationId xmlns:a16="http://schemas.microsoft.com/office/drawing/2014/main" id="{462FE180-ECE1-55D7-0248-053AC1E99B1F}"/>
              </a:ext>
            </a:extLst>
          </p:cNvPr>
          <p:cNvSpPr>
            <a:spLocks noGrp="1"/>
          </p:cNvSpPr>
          <p:nvPr>
            <p:ph type="body" sz="quarter" idx="32" hasCustomPrompt="1"/>
          </p:nvPr>
        </p:nvSpPr>
        <p:spPr>
          <a:xfrm>
            <a:off x="4101160" y="4992878"/>
            <a:ext cx="1679576" cy="321627"/>
          </a:xfrm>
          <a:prstGeom prst="rect">
            <a:avLst/>
          </a:prstGeom>
        </p:spPr>
        <p:txBody>
          <a:bodyPr wrap="square" anchor="t" anchorCtr="0">
            <a:spAutoFit/>
          </a:bodyPr>
          <a:lstStyle>
            <a:lvl1pPr algn="r">
              <a:defRPr sz="2000" b="0">
                <a:solidFill>
                  <a:schemeClr val="accent5"/>
                </a:solidFill>
              </a:defRPr>
            </a:lvl1pPr>
          </a:lstStyle>
          <a:p>
            <a:pPr lvl="0"/>
            <a:r>
              <a:rPr lang="en-US"/>
              <a:t>00:00 – 00:00</a:t>
            </a:r>
          </a:p>
        </p:txBody>
      </p:sp>
      <p:sp>
        <p:nvSpPr>
          <p:cNvPr id="2" name="TextBox 1">
            <a:extLst>
              <a:ext uri="{FF2B5EF4-FFF2-40B4-BE49-F238E27FC236}">
                <a16:creationId xmlns:a16="http://schemas.microsoft.com/office/drawing/2014/main" id="{D3634F95-D03F-BB17-0BA8-0AB623989FD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50C2139A-0FDA-8116-257B-67457AE6A971}"/>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684245527"/>
      </p:ext>
    </p:extLst>
  </p:cSld>
  <p:clrMapOvr>
    <a:masterClrMapping/>
  </p:clrMapOvr>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Section_Header_Custom_1">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19866F5-F57A-6C40-4D30-D67CB6A3D24E}"/>
              </a:ext>
            </a:extLst>
          </p:cNvPr>
          <p:cNvSpPr>
            <a:spLocks noGrp="1"/>
          </p:cNvSpPr>
          <p:nvPr>
            <p:ph type="title" hasCustomPrompt="1"/>
          </p:nvPr>
        </p:nvSpPr>
        <p:spPr>
          <a:xfrm>
            <a:off x="481265" y="1793240"/>
            <a:ext cx="5640805" cy="923330"/>
          </a:xfrm>
          <a:prstGeom prst="rect">
            <a:avLst/>
          </a:prstGeom>
        </p:spPr>
        <p:txBody>
          <a:bodyPr wrap="square">
            <a:spAutoFit/>
          </a:bodyPr>
          <a:lstStyle>
            <a:lvl1pPr>
              <a:defRPr sz="6000" b="1" i="0">
                <a:solidFill>
                  <a:schemeClr val="bg1"/>
                </a:solidFill>
                <a:latin typeface="+mj-lt"/>
                <a:cs typeface="Calibri Light" panose="020F0302020204030204" pitchFamily="34" charset="0"/>
              </a:defRPr>
            </a:lvl1pPr>
          </a:lstStyle>
          <a:p>
            <a:r>
              <a:rPr lang="en-US"/>
              <a:t>Section Header</a:t>
            </a:r>
          </a:p>
        </p:txBody>
      </p:sp>
      <p:sp>
        <p:nvSpPr>
          <p:cNvPr id="3" name="Text Placeholder 4">
            <a:extLst>
              <a:ext uri="{FF2B5EF4-FFF2-40B4-BE49-F238E27FC236}">
                <a16:creationId xmlns:a16="http://schemas.microsoft.com/office/drawing/2014/main" id="{B0EC5345-D2D0-6B03-7DDB-B62AB64329C8}"/>
              </a:ext>
            </a:extLst>
          </p:cNvPr>
          <p:cNvSpPr>
            <a:spLocks noGrp="1"/>
          </p:cNvSpPr>
          <p:nvPr>
            <p:ph type="body" sz="quarter" idx="10" hasCustomPrompt="1"/>
          </p:nvPr>
        </p:nvSpPr>
        <p:spPr>
          <a:xfrm>
            <a:off x="481265" y="1336040"/>
            <a:ext cx="498928" cy="321627"/>
          </a:xfrm>
          <a:prstGeom prst="rect">
            <a:avLst/>
          </a:prstGeom>
        </p:spPr>
        <p:txBody>
          <a:bodyPr wrap="square" anchor="t" anchorCtr="0">
            <a:spAutoFit/>
          </a:bodyPr>
          <a:lstStyle>
            <a:lvl1pPr algn="l">
              <a:defRPr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4" name="Text Placeholder 4">
            <a:extLst>
              <a:ext uri="{FF2B5EF4-FFF2-40B4-BE49-F238E27FC236}">
                <a16:creationId xmlns:a16="http://schemas.microsoft.com/office/drawing/2014/main" id="{CB32F50E-D900-4FFA-87A8-502151FBE20C}"/>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5" name="Graphic 4">
            <a:extLst>
              <a:ext uri="{FF2B5EF4-FFF2-40B4-BE49-F238E27FC236}">
                <a16:creationId xmlns:a16="http://schemas.microsoft.com/office/drawing/2014/main" id="{7BA73176-A11D-D62A-EC12-39C3DF983B1B}"/>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DDED43E1-5036-AF03-3AFC-AC404D716E4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B4AFFE7B-BAB3-2BE6-68C7-82413494811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133732388"/>
      </p:ext>
    </p:extLst>
  </p:cSld>
  <p:clrMapOvr>
    <a:masterClrMapping/>
  </p:clrMapOvr>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Section_Header_Custiom_2">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5BDBBF2-452B-8A53-D3BC-946EEC403099}"/>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9" name="Text Placeholder 4">
            <a:extLst>
              <a:ext uri="{FF2B5EF4-FFF2-40B4-BE49-F238E27FC236}">
                <a16:creationId xmlns:a16="http://schemas.microsoft.com/office/drawing/2014/main" id="{2CA620CE-1B8B-D388-B43E-902BAFDB8F31}"/>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10" name="Text Placeholder 4">
            <a:extLst>
              <a:ext uri="{FF2B5EF4-FFF2-40B4-BE49-F238E27FC236}">
                <a16:creationId xmlns:a16="http://schemas.microsoft.com/office/drawing/2014/main" id="{9B21D373-42F2-86AB-3F79-81C1BE348209}"/>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8720EBE-A59D-52D5-044F-DF5C07F83D7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3F31129-9154-6101-E99F-40D9C428A70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BF7BD8E2-6131-A98D-36C8-080B716E4D6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318384777"/>
      </p:ext>
    </p:extLst>
  </p:cSld>
  <p:clrMapOvr>
    <a:masterClrMapping/>
  </p:clrMapOvr>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Section_Header_Custiom_3">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8BEA6F8A-F8D2-0E03-127C-C4C39351EE62}"/>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F86F72EA-0ABE-9A8E-4E77-930AA5496A56}"/>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7" name="Text Placeholder 4">
            <a:extLst>
              <a:ext uri="{FF2B5EF4-FFF2-40B4-BE49-F238E27FC236}">
                <a16:creationId xmlns:a16="http://schemas.microsoft.com/office/drawing/2014/main" id="{A5E6E347-3D84-596D-2504-6BB7F3483113}"/>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75684E56-61FE-0760-81FB-D738FF31CED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4AFDEA9-4B5D-18D7-3B7C-ADC156E9EFC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1C818241-0582-A630-8CB0-7598682D85E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035082586"/>
      </p:ext>
    </p:extLst>
  </p:cSld>
  <p:clrMapOvr>
    <a:masterClrMapping/>
  </p:clrMapOvr>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Section_Header_Custiom_4">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8956E04-CBD7-E482-8975-949516BE35C7}"/>
              </a:ext>
            </a:extLst>
          </p:cNvPr>
          <p:cNvSpPr>
            <a:spLocks noGrp="1"/>
          </p:cNvSpPr>
          <p:nvPr>
            <p:ph type="title" hasCustomPrompt="1"/>
          </p:nvPr>
        </p:nvSpPr>
        <p:spPr>
          <a:xfrm>
            <a:off x="481265" y="1793240"/>
            <a:ext cx="5640805" cy="923330"/>
          </a:xfrm>
          <a:prstGeom prst="rect">
            <a:avLst/>
          </a:prstGeom>
        </p:spPr>
        <p:txBody>
          <a:bodyPr vert="horz" wrap="square" lIns="0" tIns="0" rIns="0" bIns="0" rtlCol="0" anchor="t">
            <a:spAutoFit/>
          </a:bodyPr>
          <a:lstStyle>
            <a:lvl1pPr>
              <a:defRPr lang="en-US" sz="6000">
                <a:solidFill>
                  <a:schemeClr val="bg1"/>
                </a:solidFill>
                <a:latin typeface="+mj-lt"/>
                <a:cs typeface="Calibri Light" panose="020F0302020204030204" pitchFamily="34" charset="0"/>
              </a:defRPr>
            </a:lvl1pPr>
          </a:lstStyle>
          <a:p>
            <a:pPr lvl="0"/>
            <a:r>
              <a:rPr lang="en-US"/>
              <a:t>Section Header</a:t>
            </a:r>
          </a:p>
        </p:txBody>
      </p:sp>
      <p:sp>
        <p:nvSpPr>
          <p:cNvPr id="6" name="Text Placeholder 4">
            <a:extLst>
              <a:ext uri="{FF2B5EF4-FFF2-40B4-BE49-F238E27FC236}">
                <a16:creationId xmlns:a16="http://schemas.microsoft.com/office/drawing/2014/main" id="{4DF04DE8-18FA-CC1C-A2E5-416F24CA0863}"/>
              </a:ext>
            </a:extLst>
          </p:cNvPr>
          <p:cNvSpPr>
            <a:spLocks noGrp="1"/>
          </p:cNvSpPr>
          <p:nvPr>
            <p:ph type="body" sz="quarter" idx="10" hasCustomPrompt="1"/>
          </p:nvPr>
        </p:nvSpPr>
        <p:spPr>
          <a:xfrm>
            <a:off x="481265" y="1336040"/>
            <a:ext cx="498928" cy="321627"/>
          </a:xfrm>
          <a:prstGeom prst="rect">
            <a:avLst/>
          </a:prstGeom>
        </p:spPr>
        <p:txBody>
          <a:bodyPr vert="horz" wrap="square" lIns="0" tIns="0" rIns="0" bIns="0" rtlCol="0" anchor="t" anchorCtr="0">
            <a:spAutoFit/>
          </a:bodyPr>
          <a:lstStyle>
            <a:lvl1pPr>
              <a:defRPr lang="en-US" sz="2000" b="1">
                <a:gradFill>
                  <a:gsLst>
                    <a:gs pos="76000">
                      <a:schemeClr val="accent5"/>
                    </a:gs>
                    <a:gs pos="0">
                      <a:schemeClr val="accent2"/>
                    </a:gs>
                    <a:gs pos="100000">
                      <a:schemeClr val="accent4"/>
                    </a:gs>
                  </a:gsLst>
                  <a:lin ang="1800000" scaled="0"/>
                </a:gradFill>
              </a:defRPr>
            </a:lvl1pPr>
          </a:lstStyle>
          <a:p>
            <a:pPr lvl="0"/>
            <a:r>
              <a:rPr lang="en-US"/>
              <a:t>01</a:t>
            </a:r>
          </a:p>
        </p:txBody>
      </p:sp>
      <p:sp>
        <p:nvSpPr>
          <p:cNvPr id="7" name="Text Placeholder 4">
            <a:extLst>
              <a:ext uri="{FF2B5EF4-FFF2-40B4-BE49-F238E27FC236}">
                <a16:creationId xmlns:a16="http://schemas.microsoft.com/office/drawing/2014/main" id="{6BD1EAAB-FF14-59B6-EB7C-E327DBE47644}"/>
              </a:ext>
            </a:extLst>
          </p:cNvPr>
          <p:cNvSpPr>
            <a:spLocks noGrp="1"/>
          </p:cNvSpPr>
          <p:nvPr>
            <p:ph type="body" sz="quarter" idx="16" hasCustomPrompt="1"/>
          </p:nvPr>
        </p:nvSpPr>
        <p:spPr>
          <a:xfrm>
            <a:off x="481265" y="3126991"/>
            <a:ext cx="4554537" cy="289438"/>
          </a:xfrm>
          <a:prstGeom prst="rect">
            <a:avLst/>
          </a:prstGeom>
        </p:spPr>
        <p:txBody>
          <a:bodyPr wrap="square" anchor="t" anchorCtr="0">
            <a:spAutoFit/>
          </a:bodyPr>
          <a:lstStyle>
            <a:lvl1pPr>
              <a:defRPr sz="1800" b="0" i="0">
                <a:solidFill>
                  <a:schemeClr val="bg1"/>
                </a:solidFill>
                <a:latin typeface="Calibri Light" panose="020F0302020204030204" pitchFamily="34" charset="0"/>
                <a:cs typeface="Calibri Light" panose="020F0302020204030204" pitchFamily="34" charset="0"/>
              </a:defRPr>
            </a:lvl1pPr>
          </a:lstStyle>
          <a:p>
            <a:pPr lvl="0"/>
            <a:r>
              <a:rPr lang="en-US"/>
              <a:t>Section description</a:t>
            </a:r>
          </a:p>
        </p:txBody>
      </p:sp>
      <p:pic>
        <p:nvPicPr>
          <p:cNvPr id="2" name="Graphic 1">
            <a:extLst>
              <a:ext uri="{FF2B5EF4-FFF2-40B4-BE49-F238E27FC236}">
                <a16:creationId xmlns:a16="http://schemas.microsoft.com/office/drawing/2014/main" id="{53ED1D57-42C1-01EC-FDEC-8930A13F02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FA158379-42B6-CCBC-ACEF-3055CDBB2D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48C1715E-3786-F104-88AB-8B85E2F6D91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503341541"/>
      </p:ext>
    </p:extLst>
  </p:cSld>
  <p:clrMapOvr>
    <a:masterClrMapping/>
  </p:clrMapOvr>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Disclaimer">
    <p:bg>
      <p:bgPr>
        <a:blipFill dpi="0" rotWithShape="1">
          <a:blip r:embed="rId2">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BC286D-0325-2652-6DE3-BC17B7921CDE}"/>
              </a:ext>
            </a:extLst>
          </p:cNvPr>
          <p:cNvSpPr txBox="1"/>
          <p:nvPr userDrawn="1"/>
        </p:nvSpPr>
        <p:spPr>
          <a:xfrm>
            <a:off x="481264" y="1667844"/>
            <a:ext cx="4403565" cy="1015663"/>
          </a:xfrm>
          <a:prstGeom prst="rect">
            <a:avLst/>
          </a:prstGeom>
        </p:spPr>
        <p:txBody>
          <a:bodyPr vert="horz" wrap="square" lIns="0" tIns="0" rIns="0" bIns="0" rtlCol="0" anchor="t">
            <a:spAutoFit/>
          </a:bodyPr>
          <a:lstStyle>
            <a:lvl1pPr>
              <a:lnSpc>
                <a:spcPct val="100000"/>
              </a:lnSpc>
              <a:spcBef>
                <a:spcPct val="0"/>
              </a:spcBef>
              <a:buNone/>
              <a:defRPr lang="en-US" sz="6000" b="1" i="0">
                <a:solidFill>
                  <a:schemeClr val="bg1"/>
                </a:solidFill>
                <a:latin typeface="+mj-lt"/>
                <a:ea typeface="Calibri" panose="020F0502020204030204" pitchFamily="34" charset="0"/>
                <a:cs typeface="Calibri Light" panose="020F0302020204030204" pitchFamily="34" charset="0"/>
              </a:defRPr>
            </a:lvl1pPr>
          </a:lstStyle>
          <a:p>
            <a:pPr lvl="0"/>
            <a:r>
              <a:rPr lang="en-US"/>
              <a:t>Disclaimer</a:t>
            </a:r>
          </a:p>
        </p:txBody>
      </p:sp>
      <p:sp>
        <p:nvSpPr>
          <p:cNvPr id="7" name="Title 4">
            <a:extLst>
              <a:ext uri="{FF2B5EF4-FFF2-40B4-BE49-F238E27FC236}">
                <a16:creationId xmlns:a16="http://schemas.microsoft.com/office/drawing/2014/main" id="{5C60129C-ED73-46C0-0FB7-BB32CA2BD978}"/>
              </a:ext>
            </a:extLst>
          </p:cNvPr>
          <p:cNvSpPr txBox="1"/>
          <p:nvPr userDrawn="1"/>
        </p:nvSpPr>
        <p:spPr>
          <a:xfrm>
            <a:off x="481263" y="2919114"/>
            <a:ext cx="6664971" cy="1050737"/>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pPr>
              <a:lnSpc>
                <a:spcPct val="150000"/>
              </a:lnSpc>
            </a:pPr>
            <a:r>
              <a:rPr lang="en-US" sz="2400" b="0">
                <a:solidFill>
                  <a:schemeClr val="bg1"/>
                </a:solidFill>
                <a:latin typeface="Calibri Light"/>
                <a:cs typeface="Calibri Light"/>
              </a:rPr>
              <a:t>Do not share this presentation without a signed NDA.</a:t>
            </a:r>
            <a:endParaRPr lang="en-US" sz="2400">
              <a:solidFill>
                <a:schemeClr val="bg1"/>
              </a:solidFill>
              <a:latin typeface="Calibri Light"/>
              <a:cs typeface="Calibri Light"/>
            </a:endParaRPr>
          </a:p>
          <a:p>
            <a:pPr>
              <a:lnSpc>
                <a:spcPct val="150000"/>
              </a:lnSpc>
            </a:pPr>
            <a:r>
              <a:rPr lang="en-US" sz="2400" b="0">
                <a:solidFill>
                  <a:schemeClr val="bg1"/>
                </a:solidFill>
                <a:latin typeface="Calibri Light"/>
                <a:cs typeface="Calibri Light"/>
              </a:rPr>
              <a:t>Convert to PDF to protect sensitive slide notes.</a:t>
            </a:r>
            <a:endParaRPr lang="en-US" sz="2400">
              <a:solidFill>
                <a:schemeClr val="bg1"/>
              </a:solidFill>
              <a:latin typeface="Calibri Light"/>
              <a:cs typeface="Calibri Light"/>
            </a:endParaRPr>
          </a:p>
        </p:txBody>
      </p:sp>
      <p:pic>
        <p:nvPicPr>
          <p:cNvPr id="8" name="Picture 7">
            <a:extLst>
              <a:ext uri="{FF2B5EF4-FFF2-40B4-BE49-F238E27FC236}">
                <a16:creationId xmlns:a16="http://schemas.microsoft.com/office/drawing/2014/main" id="{EF3464A0-B9BD-B9A5-38BA-45F5800B2DA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1264" y="872962"/>
            <a:ext cx="668294" cy="622205"/>
          </a:xfrm>
          <a:prstGeom prst="rect">
            <a:avLst/>
          </a:prstGeom>
        </p:spPr>
      </p:pic>
      <p:pic>
        <p:nvPicPr>
          <p:cNvPr id="2" name="Graphic 1">
            <a:extLst>
              <a:ext uri="{FF2B5EF4-FFF2-40B4-BE49-F238E27FC236}">
                <a16:creationId xmlns:a16="http://schemas.microsoft.com/office/drawing/2014/main" id="{C9E71BD3-C16B-E833-87BA-15C30377643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D42082F-236C-033C-4BB1-ED91055E10D6}"/>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43DDC278-1F97-461F-020F-97C4F17BCD4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833522333"/>
      </p:ext>
    </p:extLst>
  </p:cSld>
  <p:clrMapOvr>
    <a:masterClrMapping/>
  </p:clrMapOvr>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Divider-Light">
    <p:spTree>
      <p:nvGrpSpPr>
        <p:cNvPr id="1" name=""/>
        <p:cNvGrpSpPr/>
        <p:nvPr/>
      </p:nvGrpSpPr>
      <p:grpSpPr>
        <a:xfrm>
          <a:off x="0" y="0"/>
          <a:ext cx="0" cy="0"/>
          <a:chOff x="0" y="0"/>
          <a:chExt cx="0" cy="0"/>
        </a:xfrm>
      </p:grpSpPr>
      <p:pic>
        <p:nvPicPr>
          <p:cNvPr id="4" name="Picture 3" descr="Background pattern  Description automatically generated with medium confidence">
            <a:extLst>
              <a:ext uri="{FF2B5EF4-FFF2-40B4-BE49-F238E27FC236}">
                <a16:creationId xmlns:a16="http://schemas.microsoft.com/office/drawing/2014/main" id="{93E89BDD-DFE0-2F52-8234-B4BA719C24D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45299"/>
          </a:xfrm>
          <a:prstGeom prst="rect">
            <a:avLst/>
          </a:prstGeom>
        </p:spPr>
      </p:pic>
      <p:pic>
        <p:nvPicPr>
          <p:cNvPr id="5" name="Graphic 4">
            <a:extLst>
              <a:ext uri="{FF2B5EF4-FFF2-40B4-BE49-F238E27FC236}">
                <a16:creationId xmlns:a16="http://schemas.microsoft.com/office/drawing/2014/main" id="{BAB1331E-AD8D-C6DD-2EB9-162F1E8744C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6" name="TextBox 5">
            <a:extLst>
              <a:ext uri="{FF2B5EF4-FFF2-40B4-BE49-F238E27FC236}">
                <a16:creationId xmlns:a16="http://schemas.microsoft.com/office/drawing/2014/main" id="{38E73F41-F196-FE58-99BD-8AFA2B909861}"/>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ECA775BE-E377-94D3-AEB3-0F6AC5EABBE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2" name="Text Placeholder 7">
            <a:extLst>
              <a:ext uri="{FF2B5EF4-FFF2-40B4-BE49-F238E27FC236}">
                <a16:creationId xmlns:a16="http://schemas.microsoft.com/office/drawing/2014/main" id="{51296AC5-6772-5447-9F7F-930222E7DD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3" name="Title 8">
            <a:extLst>
              <a:ext uri="{FF2B5EF4-FFF2-40B4-BE49-F238E27FC236}">
                <a16:creationId xmlns:a16="http://schemas.microsoft.com/office/drawing/2014/main" id="{522FF93D-C8A6-33EF-5BC7-877E52BEE05B}"/>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7" name="Text Placeholder 4">
            <a:extLst>
              <a:ext uri="{FF2B5EF4-FFF2-40B4-BE49-F238E27FC236}">
                <a16:creationId xmlns:a16="http://schemas.microsoft.com/office/drawing/2014/main" id="{FA81627C-09AF-5EC8-CA35-DF312ECADD9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pic>
        <p:nvPicPr>
          <p:cNvPr id="9" name="Picture 2">
            <a:extLst>
              <a:ext uri="{FF2B5EF4-FFF2-40B4-BE49-F238E27FC236}">
                <a16:creationId xmlns:a16="http://schemas.microsoft.com/office/drawing/2014/main" id="{349F0370-3C02-C444-CD0F-D08D4C64C812}"/>
              </a:ext>
            </a:extLst>
          </p:cNvPr>
          <p:cNvPicPr>
            <a:picLocks noChangeAspect="1" noChangeArrowheads="1"/>
          </p:cNvPicPr>
          <p:nvPr userDrawn="1"/>
        </p:nvPicPr>
        <p:blipFill>
          <a:blip r:embed="rId4">
            <a:biLevel thresh="50000"/>
            <a:extLst>
              <a:ext uri="{28A0092B-C50C-407E-A947-70E740481C1C}">
                <a14:useLocalDpi xmlns:a14="http://schemas.microsoft.com/office/drawing/2010/main" val="0"/>
              </a:ext>
            </a:extLst>
          </a:blip>
          <a:srcRect/>
          <a:stretch>
            <a:fillRect/>
          </a:stretch>
        </p:blipFill>
        <p:spPr bwMode="auto">
          <a:xfrm>
            <a:off x="1341856" y="6434742"/>
            <a:ext cx="807619" cy="19080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8B8C06E9-2078-665E-8F91-DD96B11840B5}"/>
              </a:ext>
            </a:extLst>
          </p:cNvPr>
          <p:cNvCxnSpPr/>
          <p:nvPr userDrawn="1"/>
        </p:nvCxnSpPr>
        <p:spPr>
          <a:xfrm>
            <a:off x="1169798" y="6434742"/>
            <a:ext cx="0" cy="1908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733420"/>
      </p:ext>
    </p:extLst>
  </p:cSld>
  <p:clrMapOvr>
    <a:masterClrMapping/>
  </p:clrMapOvr>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Divider-Light-2">
    <p:spTree>
      <p:nvGrpSpPr>
        <p:cNvPr id="1" name=""/>
        <p:cNvGrpSpPr/>
        <p:nvPr/>
      </p:nvGrpSpPr>
      <p:grpSpPr>
        <a:xfrm>
          <a:off x="0" y="0"/>
          <a:ext cx="0" cy="0"/>
          <a:chOff x="0" y="0"/>
          <a:chExt cx="0" cy="0"/>
        </a:xfrm>
      </p:grpSpPr>
      <p:pic>
        <p:nvPicPr>
          <p:cNvPr id="6" name="Picture 5" descr="Background pattern  Description automatically generated">
            <a:extLst>
              <a:ext uri="{FF2B5EF4-FFF2-40B4-BE49-F238E27FC236}">
                <a16:creationId xmlns:a16="http://schemas.microsoft.com/office/drawing/2014/main" id="{8E60C0F2-79B7-EE1B-6041-90317B3CB1E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5199D6FE-5F94-4710-8291-B3438158799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C13F08F0-0194-EA75-42BA-A0773D6D3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5EBCD999-82B2-EE7A-6B7F-62E9DF0FC3BB}"/>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5" name="Text Placeholder 7">
            <a:extLst>
              <a:ext uri="{FF2B5EF4-FFF2-40B4-BE49-F238E27FC236}">
                <a16:creationId xmlns:a16="http://schemas.microsoft.com/office/drawing/2014/main" id="{F60BC1F9-F5BB-BACB-98D9-6B1EA76689A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21A2213A-A5D0-F62A-BDB3-8BB538A659C6}"/>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500BD8D1-BEE3-CC7B-18BC-B2C6739412DA}"/>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pic>
        <p:nvPicPr>
          <p:cNvPr id="7" name="Picture 2">
            <a:extLst>
              <a:ext uri="{FF2B5EF4-FFF2-40B4-BE49-F238E27FC236}">
                <a16:creationId xmlns:a16="http://schemas.microsoft.com/office/drawing/2014/main" id="{6B0B6AD7-E17D-5B29-EE8B-DE7A43E27261}"/>
              </a:ext>
            </a:extLst>
          </p:cNvPr>
          <p:cNvPicPr>
            <a:picLocks noChangeAspect="1" noChangeArrowheads="1"/>
          </p:cNvPicPr>
          <p:nvPr userDrawn="1"/>
        </p:nvPicPr>
        <p:blipFill>
          <a:blip r:embed="rId4">
            <a:biLevel thresh="50000"/>
            <a:extLst>
              <a:ext uri="{28A0092B-C50C-407E-A947-70E740481C1C}">
                <a14:useLocalDpi xmlns:a14="http://schemas.microsoft.com/office/drawing/2010/main" val="0"/>
              </a:ext>
            </a:extLst>
          </a:blip>
          <a:srcRect/>
          <a:stretch>
            <a:fillRect/>
          </a:stretch>
        </p:blipFill>
        <p:spPr bwMode="auto">
          <a:xfrm>
            <a:off x="1341856" y="6434742"/>
            <a:ext cx="807619" cy="190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280268E6-2586-CF04-C3CF-40BE4A3273CD}"/>
              </a:ext>
            </a:extLst>
          </p:cNvPr>
          <p:cNvCxnSpPr/>
          <p:nvPr userDrawn="1"/>
        </p:nvCxnSpPr>
        <p:spPr>
          <a:xfrm>
            <a:off x="1169798" y="6434742"/>
            <a:ext cx="0" cy="1908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2846967"/>
      </p:ext>
    </p:extLst>
  </p:cSld>
  <p:clrMapOvr>
    <a:masterClrMapping/>
  </p:clrMapOvr>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Divider-Light-3">
    <p:spTree>
      <p:nvGrpSpPr>
        <p:cNvPr id="1" name=""/>
        <p:cNvGrpSpPr/>
        <p:nvPr/>
      </p:nvGrpSpPr>
      <p:grpSpPr>
        <a:xfrm>
          <a:off x="0" y="0"/>
          <a:ext cx="0" cy="0"/>
          <a:chOff x="0" y="0"/>
          <a:chExt cx="0" cy="0"/>
        </a:xfrm>
      </p:grpSpPr>
      <p:pic>
        <p:nvPicPr>
          <p:cNvPr id="6" name="Picture 5" descr="Background pattern  Description automatically generated">
            <a:extLst>
              <a:ext uri="{FF2B5EF4-FFF2-40B4-BE49-F238E27FC236}">
                <a16:creationId xmlns:a16="http://schemas.microsoft.com/office/drawing/2014/main" id="{47254E77-EA64-0D5B-1B56-09AF228EFA4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050" y="-1"/>
            <a:ext cx="12172950" cy="6868749"/>
          </a:xfrm>
          <a:prstGeom prst="rect">
            <a:avLst/>
          </a:prstGeom>
        </p:spPr>
      </p:pic>
      <p:pic>
        <p:nvPicPr>
          <p:cNvPr id="2" name="Graphic 1">
            <a:extLst>
              <a:ext uri="{FF2B5EF4-FFF2-40B4-BE49-F238E27FC236}">
                <a16:creationId xmlns:a16="http://schemas.microsoft.com/office/drawing/2014/main" id="{41AD50E6-D58E-3D8C-41A0-48F21CC758C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3BEC493A-D2B3-E243-2D3B-B6C3183A317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0AF48D13-7FE0-0CB2-89F9-E7AA85593DB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5" name="Text Placeholder 7">
            <a:extLst>
              <a:ext uri="{FF2B5EF4-FFF2-40B4-BE49-F238E27FC236}">
                <a16:creationId xmlns:a16="http://schemas.microsoft.com/office/drawing/2014/main" id="{7D221B2F-F01A-3D8B-58F3-2E0CD577691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7" name="Title 8">
            <a:extLst>
              <a:ext uri="{FF2B5EF4-FFF2-40B4-BE49-F238E27FC236}">
                <a16:creationId xmlns:a16="http://schemas.microsoft.com/office/drawing/2014/main" id="{5E154CAE-C4D8-C2A0-6BE8-461C3B8FA5B3}"/>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8" name="Text Placeholder 4">
            <a:extLst>
              <a:ext uri="{FF2B5EF4-FFF2-40B4-BE49-F238E27FC236}">
                <a16:creationId xmlns:a16="http://schemas.microsoft.com/office/drawing/2014/main" id="{702DE92A-A744-9D66-5950-661ECF019C8B}"/>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2330182175"/>
      </p:ext>
    </p:extLst>
  </p:cSld>
  <p:clrMapOvr>
    <a:masterClrMapping/>
  </p:clrMapOvr>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Divider-Light-4">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65381F3-7ADD-A798-2917-70C400E5FC0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704668" y="2820541"/>
            <a:ext cx="4487332" cy="4037459"/>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9" name="Text Placeholder 7">
            <a:extLst>
              <a:ext uri="{FF2B5EF4-FFF2-40B4-BE49-F238E27FC236}">
                <a16:creationId xmlns:a16="http://schemas.microsoft.com/office/drawing/2014/main" id="{5747460E-84D6-E4C7-66CE-0A88D0D3B7E5}"/>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4C926E2E-67D5-D03F-CAF1-D936DD3C015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470B9D3F-8FFD-EE49-3B30-05286E2EBB66}"/>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spTree>
    <p:extLst>
      <p:ext uri="{BB962C8B-B14F-4D97-AF65-F5344CB8AC3E}">
        <p14:creationId xmlns:p14="http://schemas.microsoft.com/office/powerpoint/2010/main" val="3825178884"/>
      </p:ext>
    </p:extLst>
  </p:cSld>
  <p:clrMapOvr>
    <a:masterClrMapping/>
  </p:clrMapOvr>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Divider-Light-5">
    <p:spTree>
      <p:nvGrpSpPr>
        <p:cNvPr id="1" name=""/>
        <p:cNvGrpSpPr/>
        <p:nvPr/>
      </p:nvGrpSpPr>
      <p:grpSpPr>
        <a:xfrm>
          <a:off x="0" y="0"/>
          <a:ext cx="0" cy="0"/>
          <a:chOff x="0" y="0"/>
          <a:chExt cx="0" cy="0"/>
        </a:xfrm>
      </p:grpSpPr>
      <p:pic>
        <p:nvPicPr>
          <p:cNvPr id="7" name="Picture 6" descr="Background pattern  Description automatically generated">
            <a:extLst>
              <a:ext uri="{FF2B5EF4-FFF2-40B4-BE49-F238E27FC236}">
                <a16:creationId xmlns:a16="http://schemas.microsoft.com/office/drawing/2014/main" id="{35273E55-8F47-AC18-08B7-C31C53E2A27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Graphic 2">
            <a:extLst>
              <a:ext uri="{FF2B5EF4-FFF2-40B4-BE49-F238E27FC236}">
                <a16:creationId xmlns:a16="http://schemas.microsoft.com/office/drawing/2014/main" id="{7ECD9392-FD78-BAFC-F25C-F397815B41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78C8D2A9-E7E5-3BDF-6F80-BF5E11614C79}"/>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562172F-E23C-EEAE-BC22-38510E2D106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9" name="Text Placeholder 7">
            <a:extLst>
              <a:ext uri="{FF2B5EF4-FFF2-40B4-BE49-F238E27FC236}">
                <a16:creationId xmlns:a16="http://schemas.microsoft.com/office/drawing/2014/main" id="{CBBCDB36-A5F4-DF81-FE84-1CBB05508220}"/>
              </a:ext>
            </a:extLst>
          </p:cNvPr>
          <p:cNvSpPr>
            <a:spLocks noGrp="1"/>
          </p:cNvSpPr>
          <p:nvPr>
            <p:ph type="body" sz="quarter" idx="10" hasCustomPrompt="1"/>
          </p:nvPr>
        </p:nvSpPr>
        <p:spPr>
          <a:xfrm>
            <a:off x="457277" y="3005339"/>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10" name="Title 8">
            <a:extLst>
              <a:ext uri="{FF2B5EF4-FFF2-40B4-BE49-F238E27FC236}">
                <a16:creationId xmlns:a16="http://schemas.microsoft.com/office/drawing/2014/main" id="{36520FD8-AF16-A7D1-FBFD-C07B1B5276AA}"/>
              </a:ext>
            </a:extLst>
          </p:cNvPr>
          <p:cNvSpPr>
            <a:spLocks noGrp="1"/>
          </p:cNvSpPr>
          <p:nvPr>
            <p:ph type="title" hasCustomPrompt="1"/>
          </p:nvPr>
        </p:nvSpPr>
        <p:spPr>
          <a:xfrm>
            <a:off x="457277" y="1751304"/>
            <a:ext cx="9601200" cy="923330"/>
          </a:xfrm>
          <a:prstGeom prst="rect">
            <a:avLst/>
          </a:prstGeom>
        </p:spPr>
        <p:txBody>
          <a:bodyPr vert="horz" wrap="square" lIns="0" tIns="0" rIns="0" bIns="0" rtlCol="0" anchor="t">
            <a:spAutoFit/>
          </a:bodyPr>
          <a:lstStyle>
            <a:lvl1pPr>
              <a:defRPr lang="en-US" sz="6000" b="1" spc="0">
                <a:gradFill>
                  <a:gsLst>
                    <a:gs pos="50000">
                      <a:schemeClr val="accent2"/>
                    </a:gs>
                    <a:gs pos="70000">
                      <a:schemeClr val="accent5"/>
                    </a:gs>
                    <a:gs pos="100000">
                      <a:schemeClr val="accent4"/>
                    </a:gs>
                  </a:gsLst>
                  <a:lin ang="1200000" scaled="0"/>
                </a:gradFill>
                <a:effectLst/>
                <a:latin typeface="Calibri" panose="020F0502020204030204" pitchFamily="34" charset="0"/>
              </a:defRPr>
            </a:lvl1pPr>
          </a:lstStyle>
          <a:p>
            <a:pPr lvl="0"/>
            <a:r>
              <a:rPr lang="en-US"/>
              <a:t>Section Header</a:t>
            </a:r>
          </a:p>
        </p:txBody>
      </p:sp>
      <p:sp>
        <p:nvSpPr>
          <p:cNvPr id="11" name="Text Placeholder 4">
            <a:extLst>
              <a:ext uri="{FF2B5EF4-FFF2-40B4-BE49-F238E27FC236}">
                <a16:creationId xmlns:a16="http://schemas.microsoft.com/office/drawing/2014/main" id="{BEA145C4-F1AE-010B-FC94-C27466A668E5}"/>
              </a:ext>
            </a:extLst>
          </p:cNvPr>
          <p:cNvSpPr>
            <a:spLocks noGrp="1"/>
          </p:cNvSpPr>
          <p:nvPr>
            <p:ph type="body" sz="quarter" idx="11" hasCustomPrompt="1"/>
          </p:nvPr>
        </p:nvSpPr>
        <p:spPr>
          <a:xfrm>
            <a:off x="457277" y="1356499"/>
            <a:ext cx="498928" cy="321627"/>
          </a:xfrm>
          <a:prstGeom prst="rect">
            <a:avLst/>
          </a:prstGeom>
        </p:spPr>
        <p:txBody>
          <a:bodyPr wrap="square" anchor="t" anchorCtr="0">
            <a:spAutoFit/>
          </a:bodyPr>
          <a:lstStyle>
            <a:lvl1pPr algn="l">
              <a:defRPr sz="2000" b="0">
                <a:solidFill>
                  <a:schemeClr val="tx1"/>
                </a:solidFill>
              </a:defRPr>
            </a:lvl1pPr>
          </a:lstStyle>
          <a:p>
            <a:pPr lvl="0"/>
            <a:r>
              <a:rPr lang="en-US"/>
              <a:t>01</a:t>
            </a:r>
          </a:p>
        </p:txBody>
      </p:sp>
      <p:pic>
        <p:nvPicPr>
          <p:cNvPr id="2" name="Picture 2">
            <a:extLst>
              <a:ext uri="{FF2B5EF4-FFF2-40B4-BE49-F238E27FC236}">
                <a16:creationId xmlns:a16="http://schemas.microsoft.com/office/drawing/2014/main" id="{4D99E3E8-278A-7766-B327-68617ED8B6D4}"/>
              </a:ext>
            </a:extLst>
          </p:cNvPr>
          <p:cNvPicPr>
            <a:picLocks noChangeAspect="1" noChangeArrowheads="1"/>
          </p:cNvPicPr>
          <p:nvPr userDrawn="1"/>
        </p:nvPicPr>
        <p:blipFill>
          <a:blip r:embed="rId4">
            <a:biLevel thresh="50000"/>
            <a:extLst>
              <a:ext uri="{28A0092B-C50C-407E-A947-70E740481C1C}">
                <a14:useLocalDpi xmlns:a14="http://schemas.microsoft.com/office/drawing/2010/main" val="0"/>
              </a:ext>
            </a:extLst>
          </a:blip>
          <a:srcRect/>
          <a:stretch>
            <a:fillRect/>
          </a:stretch>
        </p:blipFill>
        <p:spPr bwMode="auto">
          <a:xfrm>
            <a:off x="1341856" y="6434742"/>
            <a:ext cx="807619" cy="1908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91B8E301-B96C-BCEE-DBCB-1F1C7C748F69}"/>
              </a:ext>
            </a:extLst>
          </p:cNvPr>
          <p:cNvCxnSpPr/>
          <p:nvPr userDrawn="1"/>
        </p:nvCxnSpPr>
        <p:spPr>
          <a:xfrm>
            <a:off x="1169798" y="6434742"/>
            <a:ext cx="0" cy="1908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1819629"/>
      </p:ext>
    </p:extLst>
  </p:cSld>
  <p:clrMapOvr>
    <a:masterClrMapping/>
  </p:clrMapOvr>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1896"/>
            <a:ext cx="11274552" cy="457200"/>
          </a:xfrm>
        </p:spPr>
        <p:txBody>
          <a:bodyPr/>
          <a:lstStyle>
            <a:lvl1pPr>
              <a:defRPr b="1">
                <a:latin typeface="+mn-lt"/>
              </a:defRPr>
            </a:lvl1pPr>
          </a:lstStyle>
          <a:p>
            <a:r>
              <a:rPr lang="en-GB"/>
              <a:t>Click to edit Master title style</a:t>
            </a:r>
            <a:endParaRPr lang="en-US"/>
          </a:p>
        </p:txBody>
      </p:sp>
    </p:spTree>
    <p:extLst>
      <p:ext uri="{BB962C8B-B14F-4D97-AF65-F5344CB8AC3E}">
        <p14:creationId xmlns:p14="http://schemas.microsoft.com/office/powerpoint/2010/main" val="231450848"/>
      </p:ext>
    </p:extLst>
  </p:cSld>
  <p:clrMapOvr>
    <a:masterClrMapping/>
  </p:clrMapOvr>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itle+UpSubtitle">
    <p:spTree>
      <p:nvGrpSpPr>
        <p:cNvPr id="1" name=""/>
        <p:cNvGrpSpPr/>
        <p:nvPr/>
      </p:nvGrpSpPr>
      <p:grpSpPr>
        <a:xfrm>
          <a:off x="0" y="0"/>
          <a:ext cx="0" cy="0"/>
          <a:chOff x="0" y="0"/>
          <a:chExt cx="0" cy="0"/>
        </a:xfrm>
      </p:grpSpPr>
      <p:sp>
        <p:nvSpPr>
          <p:cNvPr id="11" name="Title 1"/>
          <p:cNvSpPr>
            <a:spLocks noGrp="1"/>
          </p:cNvSpPr>
          <p:nvPr>
            <p:ph type="title"/>
          </p:nvPr>
        </p:nvSpPr>
        <p:spPr>
          <a:xfrm>
            <a:off x="457200" y="723900"/>
            <a:ext cx="11274552" cy="457200"/>
          </a:xfrm>
        </p:spPr>
        <p:txBody>
          <a:bodyPr/>
          <a:lstStyle>
            <a:lvl1pPr>
              <a:defRPr b="1">
                <a:latin typeface="+mn-lt"/>
              </a:defRPr>
            </a:lvl1pPr>
          </a:lstStyle>
          <a:p>
            <a:r>
              <a:rPr lang="en-GB"/>
              <a:t>Click to edit Master title style</a:t>
            </a:r>
            <a:endParaRPr lang="en-US"/>
          </a:p>
        </p:txBody>
      </p:sp>
      <p:sp>
        <p:nvSpPr>
          <p:cNvPr id="12" name="Text Placeholder 10"/>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951538398"/>
      </p:ext>
    </p:extLst>
  </p:cSld>
  <p:clrMapOvr>
    <a:masterClrMapping/>
  </p:clrMapOvr>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E4F57360-96E0-124A-8B27-F0C4589ED94D}"/>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ct val="0"/>
              </a:spcBef>
              <a:buNone/>
              <a:defRPr sz="1600" b="1" i="0">
                <a:solidFill>
                  <a:schemeClr val="tx1"/>
                </a:solidFill>
              </a:defRPr>
            </a:lvl1pPr>
          </a:lstStyle>
          <a:p>
            <a:pPr lvl="0"/>
            <a:r>
              <a:rPr lang="en-US"/>
              <a:t>Edit Master text styles</a:t>
            </a:r>
          </a:p>
        </p:txBody>
      </p:sp>
      <p:sp>
        <p:nvSpPr>
          <p:cNvPr id="2" name="Title 1">
            <a:extLst>
              <a:ext uri="{FF2B5EF4-FFF2-40B4-BE49-F238E27FC236}">
                <a16:creationId xmlns:a16="http://schemas.microsoft.com/office/drawing/2014/main" id="{51B4284D-C7B7-AF33-505C-3BCE705434E9}"/>
              </a:ext>
            </a:extLst>
          </p:cNvPr>
          <p:cNvSpPr>
            <a:spLocks noGrp="1"/>
          </p:cNvSpPr>
          <p:nvPr>
            <p:ph type="title"/>
          </p:nvPr>
        </p:nvSpPr>
        <p:spPr>
          <a:xfrm>
            <a:off x="457200" y="723900"/>
            <a:ext cx="11274552" cy="457200"/>
          </a:xfrm>
        </p:spPr>
        <p:txBody>
          <a:bodyPr/>
          <a:lstStyle>
            <a:lvl1pPr>
              <a:defRPr b="1">
                <a:latin typeface="+mn-lt"/>
              </a:defRPr>
            </a:lvl1pPr>
          </a:lstStyle>
          <a:p>
            <a:r>
              <a:rPr lang="en-GB"/>
              <a:t>Click to edit Master title style</a:t>
            </a:r>
            <a:endParaRPr lang="en-US"/>
          </a:p>
        </p:txBody>
      </p:sp>
      <p:sp>
        <p:nvSpPr>
          <p:cNvPr id="3" name="Text Placeholder 10">
            <a:extLst>
              <a:ext uri="{FF2B5EF4-FFF2-40B4-BE49-F238E27FC236}">
                <a16:creationId xmlns:a16="http://schemas.microsoft.com/office/drawing/2014/main" id="{8CBF3641-43B5-6FAC-E7AA-3C2E1B68684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880123782"/>
      </p:ext>
    </p:extLst>
  </p:cSld>
  <p:clrMapOvr>
    <a:masterClrMapping/>
  </p:clrMapOvr>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3028170"/>
      </p:ext>
    </p:extLst>
  </p:cSld>
  <p:clrMapOvr>
    <a:masterClrMapping/>
  </p:clrMapOvr>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919541210"/>
      </p:ext>
    </p:extLst>
  </p:cSld>
  <p:clrMapOvr>
    <a:masterClrMapping/>
  </p:clrMapOvr>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Title-Subtitl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90717A-8E85-0A40-B27D-E9A4F8826E8E}"/>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D0D8E0D9-9406-08F5-F3AB-192276B840AD}"/>
              </a:ext>
            </a:extLst>
          </p:cNvPr>
          <p:cNvSpPr>
            <a:spLocks noGrp="1"/>
          </p:cNvSpPr>
          <p:nvPr>
            <p:ph type="title"/>
          </p:nvPr>
        </p:nvSpPr>
        <p:spPr>
          <a:xfrm>
            <a:off x="457200" y="723900"/>
            <a:ext cx="11274552"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23010F0C-E353-B615-EE43-DC7134E728C4}"/>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828E7F92-C4B1-FD15-88E1-E80C3CABEB75}"/>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97BE634E-7C12-4735-5F97-ACA0CB41F52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891A8E84-4915-F847-688F-F749F3B632B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7" name="Text Placeholder 8">
            <a:extLst>
              <a:ext uri="{FF2B5EF4-FFF2-40B4-BE49-F238E27FC236}">
                <a16:creationId xmlns:a16="http://schemas.microsoft.com/office/drawing/2014/main" id="{AA4049EA-1C80-CEF2-C39E-9249C1D295FE}"/>
              </a:ext>
            </a:extLst>
          </p:cNvPr>
          <p:cNvSpPr>
            <a:spLocks noGrp="1"/>
          </p:cNvSpPr>
          <p:nvPr>
            <p:ph type="body" sz="quarter" idx="11" hasCustomPrompt="1"/>
          </p:nvPr>
        </p:nvSpPr>
        <p:spPr>
          <a:xfrm>
            <a:off x="457200" y="1195614"/>
            <a:ext cx="11274552" cy="246221"/>
          </a:xfrm>
          <a:prstGeom prst="rect">
            <a:avLst/>
          </a:prstGeom>
        </p:spPr>
        <p:txBody>
          <a:bodyPr wrap="square" lIns="0" tIns="0" rIns="0" bIns="0" anchor="t" anchorCtr="0">
            <a:noAutofit/>
          </a:bodyPr>
          <a:lstStyle>
            <a:lvl1pPr marL="0" indent="0">
              <a:lnSpc>
                <a:spcPct val="100000"/>
              </a:lnSpc>
              <a:spcBef>
                <a:spcPct val="0"/>
              </a:spcBef>
              <a:buNone/>
              <a:defRPr sz="1600" b="1" i="0">
                <a:solidFill>
                  <a:schemeClr val="bg1"/>
                </a:solidFill>
              </a:defRPr>
            </a:lvl1pPr>
          </a:lstStyle>
          <a:p>
            <a:pPr lvl="0"/>
            <a:r>
              <a:rPr lang="en-US"/>
              <a:t>Edit Master text styles</a:t>
            </a:r>
          </a:p>
        </p:txBody>
      </p:sp>
    </p:spTree>
    <p:extLst>
      <p:ext uri="{BB962C8B-B14F-4D97-AF65-F5344CB8AC3E}">
        <p14:creationId xmlns:p14="http://schemas.microsoft.com/office/powerpoint/2010/main" val="2309905968"/>
      </p:ext>
    </p:extLst>
  </p:cSld>
  <p:clrMapOvr>
    <a:masterClrMapping/>
  </p:clrMapOvr>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5988049"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5"/>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9D2FFF58-70EB-C86F-9E59-1581F18B872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bg1"/>
                </a:solidFill>
                <a:latin typeface="+mn-lt"/>
              </a:defRPr>
            </a:lvl1pPr>
          </a:lstStyle>
          <a:p>
            <a:r>
              <a:rPr lang="en-GB"/>
              <a:t>Click to edit Master title style</a:t>
            </a:r>
            <a:endParaRPr lang="en-US"/>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8"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270810068"/>
      </p:ext>
    </p:extLst>
  </p:cSld>
  <p:clrMapOvr>
    <a:masterClrMapping/>
  </p:clrMapOvr>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Arrow-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5988049"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FF9120F-E29C-8B3A-D5EB-E673F7B24C97}"/>
              </a:ext>
            </a:extLst>
          </p:cNvPr>
          <p:cNvSpPr>
            <a:spLocks noGrp="1"/>
          </p:cNvSpPr>
          <p:nvPr>
            <p:ph type="title"/>
          </p:nvPr>
        </p:nvSpPr>
        <p:spPr>
          <a:xfrm>
            <a:off x="472698" y="723900"/>
            <a:ext cx="5530849" cy="457200"/>
          </a:xfrm>
        </p:spPr>
        <p:txBody>
          <a:bodyPr/>
          <a:lstStyle>
            <a:lvl1pPr>
              <a:defRPr b="1">
                <a:solidFill>
                  <a:schemeClr val="tx1"/>
                </a:solidFill>
                <a:latin typeface="+mn-lt"/>
              </a:defRPr>
            </a:lvl1pPr>
          </a:lstStyle>
          <a:p>
            <a:r>
              <a:rPr lang="en-GB"/>
              <a:t>Click to edit Master title style</a:t>
            </a:r>
            <a:endParaRPr lang="en-US"/>
          </a:p>
        </p:txBody>
      </p:sp>
      <p:sp>
        <p:nvSpPr>
          <p:cNvPr id="10" name="Text Placeholder 10">
            <a:extLst>
              <a:ext uri="{FF2B5EF4-FFF2-40B4-BE49-F238E27FC236}">
                <a16:creationId xmlns:a16="http://schemas.microsoft.com/office/drawing/2014/main" id="{8A6D870D-A9F4-488C-8ECB-5016711134CD}"/>
              </a:ext>
            </a:extLst>
          </p:cNvPr>
          <p:cNvSpPr>
            <a:spLocks noGrp="1"/>
          </p:cNvSpPr>
          <p:nvPr>
            <p:ph type="body" sz="quarter" idx="15" hasCustomPrompt="1"/>
          </p:nvPr>
        </p:nvSpPr>
        <p:spPr>
          <a:xfrm>
            <a:off x="472698"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3" name="Graphic 2">
            <a:extLst>
              <a:ext uri="{FF2B5EF4-FFF2-40B4-BE49-F238E27FC236}">
                <a16:creationId xmlns:a16="http://schemas.microsoft.com/office/drawing/2014/main" id="{99CE1444-B151-5430-2753-A94BFE59863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2058051714"/>
      </p:ext>
    </p:extLst>
  </p:cSld>
  <p:clrMapOvr>
    <a:masterClrMapping/>
  </p:clrMapOvr>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Arrow-Two">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891C23-3EE8-0CED-28FE-170D18A2D615}"/>
              </a:ext>
            </a:extLst>
          </p:cNvPr>
          <p:cNvGrpSpPr/>
          <p:nvPr userDrawn="1"/>
        </p:nvGrpSpPr>
        <p:grpSpPr>
          <a:xfrm>
            <a:off x="3909694" y="-2"/>
            <a:ext cx="4653972" cy="6858002"/>
            <a:chOff x="3300840" y="-2"/>
            <a:chExt cx="4653972" cy="6858002"/>
          </a:xfrm>
          <a:solidFill>
            <a:schemeClr val="bg1">
              <a:lumMod val="95000"/>
            </a:schemeClr>
          </a:solidFill>
        </p:grpSpPr>
        <p:sp>
          <p:nvSpPr>
            <p:cNvPr id="10" name="Rectangle 9">
              <a:extLst>
                <a:ext uri="{FF2B5EF4-FFF2-40B4-BE49-F238E27FC236}">
                  <a16:creationId xmlns:a16="http://schemas.microsoft.com/office/drawing/2014/main" id="{3E4E5E53-9F1A-D61C-9EEB-E1510482E5BF}"/>
                </a:ext>
              </a:extLst>
            </p:cNvPr>
            <p:cNvSpPr/>
            <p:nvPr userDrawn="1"/>
          </p:nvSpPr>
          <p:spPr bwMode="auto">
            <a:xfrm>
              <a:off x="3300840" y="0"/>
              <a:ext cx="4110732" cy="6858000"/>
            </a:xfrm>
            <a:prstGeom prst="rect">
              <a:avLst/>
            </a:prstGeom>
            <a:grp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Isosceles Triangle 13">
              <a:extLst>
                <a:ext uri="{FF2B5EF4-FFF2-40B4-BE49-F238E27FC236}">
                  <a16:creationId xmlns:a16="http://schemas.microsoft.com/office/drawing/2014/main" id="{DF41968F-990C-67B1-0475-04E0249E281A}"/>
                </a:ext>
              </a:extLst>
            </p:cNvPr>
            <p:cNvSpPr/>
            <p:nvPr userDrawn="1"/>
          </p:nvSpPr>
          <p:spPr>
            <a:xfrm rot="5400000" flipH="1">
              <a:off x="4249415" y="3152602"/>
              <a:ext cx="6858002" cy="552793"/>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Rectangle 4">
            <a:extLst>
              <a:ext uri="{FF2B5EF4-FFF2-40B4-BE49-F238E27FC236}">
                <a16:creationId xmlns:a16="http://schemas.microsoft.com/office/drawing/2014/main" id="{B17DFB89-A9BD-47AC-B57A-7869039229B5}"/>
              </a:ext>
            </a:extLst>
          </p:cNvPr>
          <p:cNvSpPr/>
          <p:nvPr userDrawn="1"/>
        </p:nvSpPr>
        <p:spPr bwMode="auto">
          <a:xfrm>
            <a:off x="-1" y="0"/>
            <a:ext cx="4076701"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925900" y="3152602"/>
            <a:ext cx="6858002" cy="552793"/>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180E4AD9-5B60-F04F-FEE1-80647A0EADEE}"/>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B189EAA6-8653-D9C5-4653-C4B7BB2BB328}"/>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969631191"/>
      </p:ext>
    </p:extLst>
  </p:cSld>
  <p:clrMapOvr>
    <a:masterClrMapping/>
  </p:clrMapOvr>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AD091D4E-6AE3-3F04-D0A0-8C96044CC29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5678EB0A-0FF2-079E-6368-97511A388F2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2256062868"/>
      </p:ext>
    </p:extLst>
  </p:cSld>
  <p:clrMapOvr>
    <a:masterClrMapping/>
  </p:clrMapOvr>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tudy-1/6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5" y="0"/>
            <a:ext cx="2371722"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B1E6AE37-FC1E-5269-1E83-C3E9928ED250}"/>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607A8488-5F43-686E-E10B-16D16E352EE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7B7DE099-ACDF-D41B-FBC3-5EE9A76F4C28}"/>
              </a:ext>
            </a:extLst>
          </p:cNvPr>
          <p:cNvSpPr>
            <a:spLocks noGrp="1"/>
          </p:cNvSpPr>
          <p:nvPr>
            <p:ph type="title"/>
          </p:nvPr>
        </p:nvSpPr>
        <p:spPr>
          <a:xfrm>
            <a:off x="457200" y="723900"/>
            <a:ext cx="7450138" cy="457200"/>
          </a:xfrm>
        </p:spPr>
        <p:txBody>
          <a:bodyPr/>
          <a:lstStyle>
            <a:lvl1pPr>
              <a:defRPr b="1">
                <a:solidFill>
                  <a:schemeClr val="tx1"/>
                </a:solidFill>
                <a:latin typeface="+mn-lt"/>
              </a:defRPr>
            </a:lvl1pPr>
          </a:lstStyle>
          <a:p>
            <a:r>
              <a:rPr lang="en-GB"/>
              <a:t>Click to edit Master title style</a:t>
            </a:r>
            <a:endParaRPr lang="en-US"/>
          </a:p>
        </p:txBody>
      </p:sp>
      <p:sp>
        <p:nvSpPr>
          <p:cNvPr id="6" name="Text Placeholder 10">
            <a:extLst>
              <a:ext uri="{FF2B5EF4-FFF2-40B4-BE49-F238E27FC236}">
                <a16:creationId xmlns:a16="http://schemas.microsoft.com/office/drawing/2014/main" id="{AF7055BE-CD0F-6E9E-5992-4C7B9EF5FAB5}"/>
              </a:ext>
            </a:extLst>
          </p:cNvPr>
          <p:cNvSpPr>
            <a:spLocks noGrp="1"/>
          </p:cNvSpPr>
          <p:nvPr>
            <p:ph type="body" sz="quarter" idx="15" hasCustomPrompt="1"/>
          </p:nvPr>
        </p:nvSpPr>
        <p:spPr>
          <a:xfrm>
            <a:off x="457200" y="382446"/>
            <a:ext cx="3600000"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3405966486"/>
      </p:ext>
    </p:extLst>
  </p:cSld>
  <p:clrMapOvr>
    <a:masterClrMapping/>
  </p:clrMapOvr>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tudy-1/6-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0FD50C-06F7-21CC-1F6A-D75586A5063A}"/>
              </a:ext>
            </a:extLst>
          </p:cNvPr>
          <p:cNvSpPr/>
          <p:nvPr userDrawn="1"/>
        </p:nvSpPr>
        <p:spPr bwMode="auto">
          <a:xfrm>
            <a:off x="5166"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56866651-9DE6-3C00-E38E-CCE80D60499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62367" y="6438901"/>
            <a:ext cx="540540" cy="190499"/>
          </a:xfrm>
          <a:prstGeom prst="rect">
            <a:avLst/>
          </a:prstGeom>
        </p:spPr>
      </p:pic>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9820274" y="0"/>
            <a:ext cx="2371723"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0894D8D-7B75-A627-E4B9-1C694A55CED1}"/>
              </a:ext>
            </a:extLst>
          </p:cNvPr>
          <p:cNvSpPr>
            <a:spLocks noGrp="1"/>
          </p:cNvSpPr>
          <p:nvPr>
            <p:ph type="title"/>
          </p:nvPr>
        </p:nvSpPr>
        <p:spPr>
          <a:xfrm>
            <a:off x="457200" y="723900"/>
            <a:ext cx="8252847"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E205EF53-7E88-FC61-2AD6-524C99515525}"/>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1" name="TextBox 10">
            <a:extLst>
              <a:ext uri="{FF2B5EF4-FFF2-40B4-BE49-F238E27FC236}">
                <a16:creationId xmlns:a16="http://schemas.microsoft.com/office/drawing/2014/main" id="{07BD1CA3-DE0B-7A9B-CE98-826ACE3DFEB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05F033AD-4765-5FA3-B45B-9232B4A16A8B}"/>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920671219"/>
      </p:ext>
    </p:extLst>
  </p:cSld>
  <p:clrMapOvr>
    <a:masterClrMapping/>
  </p:clrMapOvr>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FF6CAB9-3229-A377-2782-A27CB6B30495}"/>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1B5412B9-D91D-8002-0693-897E81DD8C8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1875880171"/>
      </p:ext>
    </p:extLst>
  </p:cSld>
  <p:clrMapOvr>
    <a:masterClrMapping/>
  </p:clrMapOvr>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ase Study-1/3-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441E88-7FE8-D22E-100F-B090659320A1}"/>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BFA5AB7F-48A8-2636-3278-4702BB8C575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1"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AC395CC0-872C-69F3-88ED-BEF3B6BA98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84DF7A43-01BC-022E-268E-6B2F50E13A7E}"/>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1" name="TextBox 10">
            <a:extLst>
              <a:ext uri="{FF2B5EF4-FFF2-40B4-BE49-F238E27FC236}">
                <a16:creationId xmlns:a16="http://schemas.microsoft.com/office/drawing/2014/main" id="{64ACC802-5D81-6EBD-4496-14A01AE49DB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E233E5D9-D527-CAC4-3B1E-44AA802D724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39122009"/>
      </p:ext>
    </p:extLst>
  </p:cSld>
  <p:clrMapOvr>
    <a:masterClrMapping/>
  </p:clrMapOvr>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Case Study-1/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7907337" y="0"/>
            <a:ext cx="428466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C79FDF51-3B9F-C5D8-7A84-09B7B6CB9E8B}"/>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AFD3A15A-582D-3DDB-CC40-43726E84CA43}"/>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7D8F2DF5-DE6F-E2FC-0057-63CC04174C3F}"/>
              </a:ext>
            </a:extLst>
          </p:cNvPr>
          <p:cNvSpPr>
            <a:spLocks noGrp="1"/>
          </p:cNvSpPr>
          <p:nvPr>
            <p:ph type="title"/>
          </p:nvPr>
        </p:nvSpPr>
        <p:spPr>
          <a:xfrm>
            <a:off x="457200" y="723900"/>
            <a:ext cx="5764213" cy="457200"/>
          </a:xfrm>
        </p:spPr>
        <p:txBody>
          <a:bodyPr/>
          <a:lstStyle>
            <a:lvl1pPr>
              <a:defRPr b="1">
                <a:solidFill>
                  <a:schemeClr val="tx1"/>
                </a:solidFill>
                <a:latin typeface="+mn-lt"/>
              </a:defRPr>
            </a:lvl1pPr>
          </a:lstStyle>
          <a:p>
            <a:r>
              <a:rPr lang="en-GB"/>
              <a:t>Click to edit Master title style</a:t>
            </a:r>
            <a:endParaRPr lang="en-US"/>
          </a:p>
        </p:txBody>
      </p:sp>
      <p:sp>
        <p:nvSpPr>
          <p:cNvPr id="6" name="Text Placeholder 10">
            <a:extLst>
              <a:ext uri="{FF2B5EF4-FFF2-40B4-BE49-F238E27FC236}">
                <a16:creationId xmlns:a16="http://schemas.microsoft.com/office/drawing/2014/main" id="{74897430-924B-CB14-9A94-8DB20A76C701}"/>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734956762"/>
      </p:ext>
    </p:extLst>
  </p:cSld>
  <p:clrMapOvr>
    <a:masterClrMapping/>
  </p:clrMapOvr>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Case Study-1/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302297" cy="246221"/>
          </a:xfrm>
          <a:prstGeom prst="rect">
            <a:avLst/>
          </a:prstGeom>
          <a:noFill/>
        </p:spPr>
        <p:txBody>
          <a:bodyPr vert="horz" wrap="none" lIns="0" tIns="0" rIns="0" bIns="0" rtlCol="0" anchor="ctr">
            <a:spAutoFit/>
          </a:bodyPr>
          <a:lstStyle>
            <a:lvl1pPr>
              <a:defRPr lang="en-US" sz="1600" b="1" kern="800" cap="none" spc="13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302297" cy="246221"/>
          </a:xfrm>
          <a:prstGeom prst="rect">
            <a:avLst/>
          </a:prstGeom>
          <a:noFill/>
        </p:spPr>
        <p:txBody>
          <a:bodyPr vert="horz" wrap="none" lIns="0" tIns="0" rIns="0" bIns="0" rtlCol="0" anchor="ctr">
            <a:spAutoFit/>
          </a:bodyPr>
          <a:lstStyle>
            <a:lvl1pPr>
              <a:defRPr lang="en-US" sz="1600" b="1" kern="800" cap="none" spc="130" baseline="0" smtClean="0">
                <a:solidFill>
                  <a:schemeClr val="tx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1038812970"/>
      </p:ext>
    </p:extLst>
  </p:cSld>
  <p:clrMapOvr>
    <a:masterClrMapping/>
  </p:clrMapOvr>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Case Study-1/2-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6C5343-68AD-9879-2727-7ECBCB6A1B23}"/>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BEF0FAA-381C-3A89-42AF-830EF59119AC}"/>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56236"/>
            <a:ext cx="540540" cy="190499"/>
          </a:xfrm>
          <a:prstGeom prst="rect">
            <a:avLst/>
          </a:prstGeom>
        </p:spPr>
      </p:pic>
      <p:sp>
        <p:nvSpPr>
          <p:cNvPr id="11" name="TextBox 10">
            <a:extLst>
              <a:ext uri="{FF2B5EF4-FFF2-40B4-BE49-F238E27FC236}">
                <a16:creationId xmlns:a16="http://schemas.microsoft.com/office/drawing/2014/main" id="{8B24921F-F7DB-7A40-465F-85F610FC20C6}"/>
              </a:ext>
            </a:extLst>
          </p:cNvPr>
          <p:cNvSpPr txBox="1"/>
          <p:nvPr userDrawn="1"/>
        </p:nvSpPr>
        <p:spPr>
          <a:xfrm>
            <a:off x="10048875" y="6423925"/>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64F018D9-6B5F-8BCB-BD75-7816BF58C56F}"/>
              </a:ext>
            </a:extLst>
          </p:cNvPr>
          <p:cNvSpPr txBox="1"/>
          <p:nvPr userDrawn="1"/>
        </p:nvSpPr>
        <p:spPr>
          <a:xfrm>
            <a:off x="11498094" y="6423926"/>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723900"/>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3" name="Title 1">
            <a:extLst>
              <a:ext uri="{FF2B5EF4-FFF2-40B4-BE49-F238E27FC236}">
                <a16:creationId xmlns:a16="http://schemas.microsoft.com/office/drawing/2014/main" id="{1ED9D0C0-2EBB-53F1-FD7B-7BFF49053303}"/>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EBF6AFA3-4B0B-A44E-C32C-9E35F112D736}"/>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2D7A437B-1C43-BD15-538B-E37E3F956D9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023EDF6C-81ED-D75B-14CE-F3906A1FF5D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3695534371"/>
      </p:ext>
    </p:extLst>
  </p:cSld>
  <p:clrMapOvr>
    <a:masterClrMapping/>
  </p:clrMapOvr>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Case Study-1/2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p:spPr>
        <p:txBody>
          <a:bodyPr/>
          <a:lstStyle/>
          <a:p>
            <a:r>
              <a:rPr lang="en-GB"/>
              <a:t>Click icon to add picture</a:t>
            </a:r>
            <a:endParaRPr lang="en-US"/>
          </a:p>
        </p:txBody>
      </p:sp>
      <p:sp>
        <p:nvSpPr>
          <p:cNvPr id="2" name="Title 1">
            <a:extLst>
              <a:ext uri="{FF2B5EF4-FFF2-40B4-BE49-F238E27FC236}">
                <a16:creationId xmlns:a16="http://schemas.microsoft.com/office/drawing/2014/main" id="{E740C5E2-D359-5FED-B284-19CF47A418DC}"/>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EA60CDFE-3A94-5F3A-0523-ABA56078007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5" name="TextBox 4">
            <a:extLst>
              <a:ext uri="{FF2B5EF4-FFF2-40B4-BE49-F238E27FC236}">
                <a16:creationId xmlns:a16="http://schemas.microsoft.com/office/drawing/2014/main" id="{1E7052EF-2C83-09DE-9638-F3492217FF7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997612B5-8615-3AC0-8239-012312B6FD9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3856165808"/>
      </p:ext>
    </p:extLst>
  </p:cSld>
  <p:clrMapOvr>
    <a:masterClrMapping/>
  </p:clrMapOvr>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Case Study-1/2 Picture-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2960BA-AA0C-9715-43A2-22B9050A4780}"/>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9" name="Graphic 8">
            <a:extLst>
              <a:ext uri="{FF2B5EF4-FFF2-40B4-BE49-F238E27FC236}">
                <a16:creationId xmlns:a16="http://schemas.microsoft.com/office/drawing/2014/main" id="{81783F67-AD13-06FC-C79E-DE6FBF4D057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6" name="Rectangle 5">
            <a:extLst>
              <a:ext uri="{FF2B5EF4-FFF2-40B4-BE49-F238E27FC236}">
                <a16:creationId xmlns:a16="http://schemas.microsoft.com/office/drawing/2014/main" id="{49870588-DEAA-3B45-9A4B-86DCE176308E}"/>
              </a:ext>
            </a:extLst>
          </p:cNvPr>
          <p:cNvSpPr/>
          <p:nvPr userDrawn="1"/>
        </p:nvSpPr>
        <p:spPr bwMode="auto">
          <a:xfrm flipH="1">
            <a:off x="6095999" y="0"/>
            <a:ext cx="6096000"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Picture Placeholder 2">
            <a:extLst>
              <a:ext uri="{FF2B5EF4-FFF2-40B4-BE49-F238E27FC236}">
                <a16:creationId xmlns:a16="http://schemas.microsoft.com/office/drawing/2014/main" id="{4571F9CF-CDF3-4EE6-A083-D93A58113454}"/>
              </a:ext>
            </a:extLst>
          </p:cNvPr>
          <p:cNvSpPr>
            <a:spLocks noGrp="1"/>
          </p:cNvSpPr>
          <p:nvPr>
            <p:ph type="pic" sz="quarter" idx="16"/>
          </p:nvPr>
        </p:nvSpPr>
        <p:spPr>
          <a:xfrm>
            <a:off x="6096000" y="0"/>
            <a:ext cx="6096000" cy="6858000"/>
          </a:xfrm>
          <a:prstGeom prst="rect">
            <a:avLst/>
          </a:prstGeom>
          <a:solidFill>
            <a:schemeClr val="tx1">
              <a:lumMod val="85000"/>
              <a:lumOff val="15000"/>
            </a:schemeClr>
          </a:solidFill>
        </p:spPr>
        <p:txBody>
          <a:bodyPr/>
          <a:lstStyle/>
          <a:p>
            <a:r>
              <a:rPr lang="en-GB"/>
              <a:t>Click icon to add picture</a:t>
            </a:r>
            <a:endParaRPr lang="en-US"/>
          </a:p>
        </p:txBody>
      </p:sp>
      <p:sp>
        <p:nvSpPr>
          <p:cNvPr id="2" name="Title 1">
            <a:extLst>
              <a:ext uri="{FF2B5EF4-FFF2-40B4-BE49-F238E27FC236}">
                <a16:creationId xmlns:a16="http://schemas.microsoft.com/office/drawing/2014/main" id="{B2F414E4-F961-7DD4-8CFB-7B93DD10B689}"/>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B2BE525B-A1C0-1DD5-E075-79F96E71ED40}"/>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10" name="TextBox 9">
            <a:extLst>
              <a:ext uri="{FF2B5EF4-FFF2-40B4-BE49-F238E27FC236}">
                <a16:creationId xmlns:a16="http://schemas.microsoft.com/office/drawing/2014/main" id="{5067A229-8E7F-A1E8-7492-218AEFB06B0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1" name="Text Placeholder 3">
            <a:extLst>
              <a:ext uri="{FF2B5EF4-FFF2-40B4-BE49-F238E27FC236}">
                <a16:creationId xmlns:a16="http://schemas.microsoft.com/office/drawing/2014/main" id="{371751A4-BF09-09F2-77C6-42F2F2AEB24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6364103"/>
      </p:ext>
    </p:extLst>
  </p:cSld>
  <p:clrMapOvr>
    <a:masterClrMapping/>
  </p:clrMapOvr>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Case Study-1/2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 name="TextBox 3">
            <a:extLst>
              <a:ext uri="{FF2B5EF4-FFF2-40B4-BE49-F238E27FC236}">
                <a16:creationId xmlns:a16="http://schemas.microsoft.com/office/drawing/2014/main" id="{ACB7486B-35A7-A3FF-6F44-2159B1E9FAD3}"/>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B82A7F25-3763-4002-A844-19432F963122}"/>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6" name="Title 1">
            <a:extLst>
              <a:ext uri="{FF2B5EF4-FFF2-40B4-BE49-F238E27FC236}">
                <a16:creationId xmlns:a16="http://schemas.microsoft.com/office/drawing/2014/main" id="{9EBC1AB0-2CF4-70A1-0BD7-A9A57D9F98BB}"/>
              </a:ext>
            </a:extLst>
          </p:cNvPr>
          <p:cNvSpPr>
            <a:spLocks noGrp="1"/>
          </p:cNvSpPr>
          <p:nvPr>
            <p:ph type="title"/>
          </p:nvPr>
        </p:nvSpPr>
        <p:spPr>
          <a:xfrm>
            <a:off x="457200" y="723900"/>
            <a:ext cx="5342021" cy="457200"/>
          </a:xfrm>
        </p:spPr>
        <p:txBody>
          <a:bodyPr/>
          <a:lstStyle>
            <a:lvl1pPr>
              <a:defRPr b="1">
                <a:solidFill>
                  <a:schemeClr val="tx1"/>
                </a:solidFill>
                <a:latin typeface="+mn-lt"/>
              </a:defRPr>
            </a:lvl1pPr>
          </a:lstStyle>
          <a:p>
            <a:r>
              <a:rPr lang="en-GB"/>
              <a:t>Click to edit Master title style</a:t>
            </a:r>
            <a:endParaRPr lang="en-US"/>
          </a:p>
        </p:txBody>
      </p:sp>
      <p:sp>
        <p:nvSpPr>
          <p:cNvPr id="8" name="Text Placeholder 10">
            <a:extLst>
              <a:ext uri="{FF2B5EF4-FFF2-40B4-BE49-F238E27FC236}">
                <a16:creationId xmlns:a16="http://schemas.microsoft.com/office/drawing/2014/main" id="{9B299D4E-38EF-AC64-7836-1AD1E87996BE}"/>
              </a:ext>
            </a:extLst>
          </p:cNvPr>
          <p:cNvSpPr>
            <a:spLocks noGrp="1"/>
          </p:cNvSpPr>
          <p:nvPr>
            <p:ph type="body" sz="quarter" idx="15" hasCustomPrompt="1"/>
          </p:nvPr>
        </p:nvSpPr>
        <p:spPr>
          <a:xfrm>
            <a:off x="457200" y="382446"/>
            <a:ext cx="5342021"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237514984"/>
      </p:ext>
    </p:extLst>
  </p:cSld>
  <p:clrMapOvr>
    <a:masterClrMapping/>
  </p:clrMapOvr>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Case Study-1/2 Picture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D4D51ED0-4D08-4641-87AC-8F2B5E2A3B9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3" name="Picture Placeholder 2">
            <a:extLst>
              <a:ext uri="{FF2B5EF4-FFF2-40B4-BE49-F238E27FC236}">
                <a16:creationId xmlns:a16="http://schemas.microsoft.com/office/drawing/2014/main" id="{091CD3F7-14AE-A849-9B73-75D2354D4845}"/>
              </a:ext>
            </a:extLst>
          </p:cNvPr>
          <p:cNvSpPr>
            <a:spLocks noGrp="1"/>
          </p:cNvSpPr>
          <p:nvPr>
            <p:ph type="pic" sz="quarter" idx="16"/>
          </p:nvPr>
        </p:nvSpPr>
        <p:spPr>
          <a:xfrm>
            <a:off x="6096000" y="0"/>
            <a:ext cx="6096000" cy="6858000"/>
          </a:xfrm>
          <a:prstGeom prst="rect">
            <a:avLst/>
          </a:prstGeom>
        </p:spPr>
        <p:txBody>
          <a:bodyPr/>
          <a:lstStyle/>
          <a:p>
            <a:r>
              <a:rPr lang="en-GB"/>
              <a:t>Click icon to add picture</a:t>
            </a:r>
            <a:endParaRPr lang="en-US"/>
          </a:p>
        </p:txBody>
      </p:sp>
      <p:sp>
        <p:nvSpPr>
          <p:cNvPr id="3" name="TextBox 2">
            <a:extLst>
              <a:ext uri="{FF2B5EF4-FFF2-40B4-BE49-F238E27FC236}">
                <a16:creationId xmlns:a16="http://schemas.microsoft.com/office/drawing/2014/main" id="{90C6BA4E-CBCB-554D-CA98-146A521CFDF4}"/>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E9BB62B8-4926-8E23-51B4-D8AC31708BB8}"/>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5" name="Title 1">
            <a:extLst>
              <a:ext uri="{FF2B5EF4-FFF2-40B4-BE49-F238E27FC236}">
                <a16:creationId xmlns:a16="http://schemas.microsoft.com/office/drawing/2014/main" id="{5A808058-9E6F-F0D8-A385-7B4C54766A2E}"/>
              </a:ext>
            </a:extLst>
          </p:cNvPr>
          <p:cNvSpPr>
            <a:spLocks noGrp="1"/>
          </p:cNvSpPr>
          <p:nvPr>
            <p:ph type="title"/>
          </p:nvPr>
        </p:nvSpPr>
        <p:spPr>
          <a:xfrm>
            <a:off x="457200" y="723900"/>
            <a:ext cx="5005137" cy="457200"/>
          </a:xfrm>
        </p:spPr>
        <p:txBody>
          <a:bodyPr/>
          <a:lstStyle>
            <a:lvl1pPr>
              <a:defRPr b="1">
                <a:solidFill>
                  <a:schemeClr val="bg1"/>
                </a:solidFill>
                <a:latin typeface="+mn-lt"/>
              </a:defRPr>
            </a:lvl1pPr>
          </a:lstStyle>
          <a:p>
            <a:r>
              <a:rPr lang="en-GB"/>
              <a:t>Click to edit Master title style</a:t>
            </a:r>
            <a:endParaRPr lang="en-US"/>
          </a:p>
        </p:txBody>
      </p:sp>
      <p:sp>
        <p:nvSpPr>
          <p:cNvPr id="6" name="Text Placeholder 10">
            <a:extLst>
              <a:ext uri="{FF2B5EF4-FFF2-40B4-BE49-F238E27FC236}">
                <a16:creationId xmlns:a16="http://schemas.microsoft.com/office/drawing/2014/main" id="{93D95AB9-CE03-7AFD-DBBE-C67756B352CB}"/>
              </a:ext>
            </a:extLst>
          </p:cNvPr>
          <p:cNvSpPr>
            <a:spLocks noGrp="1"/>
          </p:cNvSpPr>
          <p:nvPr>
            <p:ph type="body" sz="quarter" idx="15" hasCustomPrompt="1"/>
          </p:nvPr>
        </p:nvSpPr>
        <p:spPr>
          <a:xfrm>
            <a:off x="457200" y="382446"/>
            <a:ext cx="5005137"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750272952"/>
      </p:ext>
    </p:extLst>
  </p:cSld>
  <p:clrMapOvr>
    <a:masterClrMapping/>
  </p:clrMapOvr>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p:spPr>
        <p:txBody>
          <a:bodyPr/>
          <a:lstStyle/>
          <a:p>
            <a:r>
              <a:rPr lang="en-GB"/>
              <a:t>Click icon to add picture</a:t>
            </a:r>
            <a:endParaRPr lang="en-US"/>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tx1"/>
                </a:solidFill>
                <a:latin typeface="+mn-lt"/>
              </a:defRPr>
            </a:lvl1pPr>
          </a:lstStyle>
          <a:p>
            <a:r>
              <a:rPr lang="en-GB"/>
              <a:t>Click to edit Master title style</a:t>
            </a:r>
            <a:endParaRPr lang="en-US"/>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2401347417"/>
      </p:ext>
    </p:extLst>
  </p:cSld>
  <p:clrMapOvr>
    <a:masterClrMapping/>
  </p:clrMapOvr>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Case Study-2/3 Picture-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463925-928E-4FE1-B9E5-B83141A2C221}"/>
              </a:ext>
            </a:extLst>
          </p:cNvPr>
          <p:cNvSpPr/>
          <p:nvPr userDrawn="1"/>
        </p:nvSpPr>
        <p:spPr bwMode="auto">
          <a:xfrm>
            <a:off x="-1"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7" name="Graphic 6">
            <a:extLst>
              <a:ext uri="{FF2B5EF4-FFF2-40B4-BE49-F238E27FC236}">
                <a16:creationId xmlns:a16="http://schemas.microsoft.com/office/drawing/2014/main" id="{C169AD5E-5F94-E6C0-0DB3-77E8A5A0D3C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0" y="6438901"/>
            <a:ext cx="540540" cy="190499"/>
          </a:xfrm>
          <a:prstGeom prst="rect">
            <a:avLst/>
          </a:prstGeom>
        </p:spPr>
      </p:pic>
      <p:sp>
        <p:nvSpPr>
          <p:cNvPr id="8" name="TextBox 7">
            <a:extLst>
              <a:ext uri="{FF2B5EF4-FFF2-40B4-BE49-F238E27FC236}">
                <a16:creationId xmlns:a16="http://schemas.microsoft.com/office/drawing/2014/main" id="{D63DBF0C-CA25-003D-B5D8-6EE24C1F808C}"/>
              </a:ext>
            </a:extLst>
          </p:cNvPr>
          <p:cNvSpPr txBox="1"/>
          <p:nvPr userDrawn="1"/>
        </p:nvSpPr>
        <p:spPr>
          <a:xfrm>
            <a:off x="10048874"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0" name="Text Placeholder 3">
            <a:extLst>
              <a:ext uri="{FF2B5EF4-FFF2-40B4-BE49-F238E27FC236}">
                <a16:creationId xmlns:a16="http://schemas.microsoft.com/office/drawing/2014/main" id="{697B36E0-E687-34C7-ACB3-F681FF77C582}"/>
              </a:ext>
            </a:extLst>
          </p:cNvPr>
          <p:cNvSpPr txBox="1"/>
          <p:nvPr userDrawn="1"/>
        </p:nvSpPr>
        <p:spPr>
          <a:xfrm>
            <a:off x="11498093"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
        <p:nvSpPr>
          <p:cNvPr id="9" name="Rectangle 8">
            <a:extLst>
              <a:ext uri="{FF2B5EF4-FFF2-40B4-BE49-F238E27FC236}">
                <a16:creationId xmlns:a16="http://schemas.microsoft.com/office/drawing/2014/main" id="{1657C14D-88D4-2E4E-B3D4-C2C8ABFC1A31}"/>
              </a:ext>
            </a:extLst>
          </p:cNvPr>
          <p:cNvSpPr/>
          <p:nvPr userDrawn="1"/>
        </p:nvSpPr>
        <p:spPr bwMode="auto">
          <a:xfrm>
            <a:off x="4302124" y="0"/>
            <a:ext cx="78898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14697" y="0"/>
            <a:ext cx="7877303" cy="6858000"/>
          </a:xfrm>
          <a:prstGeom prst="rect">
            <a:avLst/>
          </a:prstGeom>
          <a:solidFill>
            <a:schemeClr val="tx1">
              <a:lumMod val="85000"/>
              <a:lumOff val="15000"/>
            </a:schemeClr>
          </a:solidFill>
        </p:spPr>
        <p:txBody>
          <a:bodyPr/>
          <a:lstStyle/>
          <a:p>
            <a:r>
              <a:rPr lang="en-GB"/>
              <a:t>Click icon to add picture</a:t>
            </a:r>
            <a:endParaRPr lang="en-US"/>
          </a:p>
        </p:txBody>
      </p:sp>
      <p:sp>
        <p:nvSpPr>
          <p:cNvPr id="2" name="Title 1">
            <a:extLst>
              <a:ext uri="{FF2B5EF4-FFF2-40B4-BE49-F238E27FC236}">
                <a16:creationId xmlns:a16="http://schemas.microsoft.com/office/drawing/2014/main" id="{5CC81004-83D3-1FD9-8DEB-8753B675234C}"/>
              </a:ext>
            </a:extLst>
          </p:cNvPr>
          <p:cNvSpPr>
            <a:spLocks noGrp="1"/>
          </p:cNvSpPr>
          <p:nvPr>
            <p:ph type="title"/>
          </p:nvPr>
        </p:nvSpPr>
        <p:spPr>
          <a:xfrm>
            <a:off x="457201" y="723900"/>
            <a:ext cx="3611880" cy="457200"/>
          </a:xfrm>
        </p:spPr>
        <p:txBody>
          <a:bodyPr/>
          <a:lstStyle>
            <a:lvl1pPr>
              <a:defRPr b="1">
                <a:solidFill>
                  <a:schemeClr val="bg1"/>
                </a:solidFill>
                <a:latin typeface="+mn-lt"/>
              </a:defRPr>
            </a:lvl1pPr>
          </a:lstStyle>
          <a:p>
            <a:r>
              <a:rPr lang="en-GB"/>
              <a:t>Click to edit Master title style</a:t>
            </a:r>
            <a:endParaRPr lang="en-US"/>
          </a:p>
        </p:txBody>
      </p:sp>
      <p:sp>
        <p:nvSpPr>
          <p:cNvPr id="3" name="Text Placeholder 10">
            <a:extLst>
              <a:ext uri="{FF2B5EF4-FFF2-40B4-BE49-F238E27FC236}">
                <a16:creationId xmlns:a16="http://schemas.microsoft.com/office/drawing/2014/main" id="{6B05C9E2-FF8C-3AB5-99B5-2786F045CA73}"/>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
        <p:nvSpPr>
          <p:cNvPr id="4" name="TextBox 3">
            <a:extLst>
              <a:ext uri="{FF2B5EF4-FFF2-40B4-BE49-F238E27FC236}">
                <a16:creationId xmlns:a16="http://schemas.microsoft.com/office/drawing/2014/main" id="{7093178D-6CC8-41D7-8CEB-9ED5EE67A4B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5" name="Text Placeholder 3">
            <a:extLst>
              <a:ext uri="{FF2B5EF4-FFF2-40B4-BE49-F238E27FC236}">
                <a16:creationId xmlns:a16="http://schemas.microsoft.com/office/drawing/2014/main" id="{ACC52C08-BA77-F41F-7A2A-48DD915C7E8E}"/>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645765844"/>
      </p:ext>
    </p:extLst>
  </p:cSld>
  <p:clrMapOvr>
    <a:masterClrMapping/>
  </p:clrMapOvr>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Case Study-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GB"/>
              <a:t>Click to edit Master title style</a:t>
            </a:r>
            <a:endParaRPr lang="en-US"/>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15EB0785-A8B2-B844-97DC-362F6DEDBA7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462490085"/>
      </p:ext>
    </p:extLst>
  </p:cSld>
  <p:clrMapOvr>
    <a:masterClrMapping/>
  </p:clrMapOvr>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Case Study-MockUp-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D6310AE-15DA-337B-9B5E-33A904BF3549}"/>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GB"/>
              <a:t>Click to edit Master title style</a:t>
            </a:r>
            <a:endParaRPr lang="en-US"/>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4" name="Graphic 3">
            <a:extLst>
              <a:ext uri="{FF2B5EF4-FFF2-40B4-BE49-F238E27FC236}">
                <a16:creationId xmlns:a16="http://schemas.microsoft.com/office/drawing/2014/main" id="{C4F314DE-C7E3-7237-4318-0407E44F572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5" name="TextBox 4">
            <a:extLst>
              <a:ext uri="{FF2B5EF4-FFF2-40B4-BE49-F238E27FC236}">
                <a16:creationId xmlns:a16="http://schemas.microsoft.com/office/drawing/2014/main" id="{9A5B1A98-E850-C3DE-38BF-EFAE0A2DC98C}"/>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6" name="Text Placeholder 3">
            <a:extLst>
              <a:ext uri="{FF2B5EF4-FFF2-40B4-BE49-F238E27FC236}">
                <a16:creationId xmlns:a16="http://schemas.microsoft.com/office/drawing/2014/main" id="{6E6FC5F8-7CE5-D29D-2CCA-C5715CDD43BD}"/>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453752613"/>
      </p:ext>
    </p:extLst>
  </p:cSld>
  <p:clrMapOvr>
    <a:masterClrMapping/>
  </p:clrMapOvr>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Case Study-Mock Up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CD48285-8885-4D22-8AE4-172AF611419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5" name="Picture 2">
            <a:extLst>
              <a:ext uri="{FF2B5EF4-FFF2-40B4-BE49-F238E27FC236}">
                <a16:creationId xmlns:a16="http://schemas.microsoft.com/office/drawing/2014/main" id="{C0C50A8A-9A68-8867-6063-F396C14291FA}"/>
              </a:ext>
            </a:extLst>
          </p:cNvPr>
          <p:cNvPicPr>
            <a:picLocks noChangeAspect="1" noChangeArrowheads="1"/>
          </p:cNvPicPr>
          <p:nvPr userDrawn="1"/>
        </p:nvPicPr>
        <p:blipFill>
          <a:blip r:embed="rId3">
            <a:biLevel thresh="50000"/>
            <a:extLst>
              <a:ext uri="{28A0092B-C50C-407E-A947-70E740481C1C}">
                <a14:useLocalDpi xmlns:a14="http://schemas.microsoft.com/office/drawing/2010/main" val="0"/>
              </a:ext>
            </a:extLst>
          </a:blip>
          <a:srcRect/>
          <a:stretch>
            <a:fillRect/>
          </a:stretch>
        </p:blipFill>
        <p:spPr bwMode="auto">
          <a:xfrm>
            <a:off x="1341856" y="6434742"/>
            <a:ext cx="807619" cy="19080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a:extLst>
              <a:ext uri="{FF2B5EF4-FFF2-40B4-BE49-F238E27FC236}">
                <a16:creationId xmlns:a16="http://schemas.microsoft.com/office/drawing/2014/main" id="{B7E2FC71-43F2-A59B-16E6-F20AFDCEFA56}"/>
              </a:ext>
            </a:extLst>
          </p:cNvPr>
          <p:cNvCxnSpPr/>
          <p:nvPr userDrawn="1"/>
        </p:nvCxnSpPr>
        <p:spPr>
          <a:xfrm>
            <a:off x="1169798" y="6434742"/>
            <a:ext cx="0" cy="1908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6738609"/>
      </p:ext>
    </p:extLst>
  </p:cSld>
  <p:clrMapOvr>
    <a:masterClrMapping/>
  </p:clrMapOvr>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Case Study-Mock Up Left-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69C4A8F-5B1E-7B0E-CAF7-B9F33D92C844}"/>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lumMod val="85000"/>
              <a:lumOff val="1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15F520A7-9AB7-29A3-F6E1-6EDE842DFA3A}"/>
              </a:ext>
            </a:extLst>
          </p:cNvPr>
          <p:cNvSpPr>
            <a:spLocks noGrp="1"/>
          </p:cNvSpPr>
          <p:nvPr>
            <p:ph type="title"/>
          </p:nvPr>
        </p:nvSpPr>
        <p:spPr>
          <a:xfrm>
            <a:off x="457200" y="723900"/>
            <a:ext cx="5530849"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B35B6FBE-AD77-73FE-AB75-C5B0A0FF3DDF}"/>
              </a:ext>
            </a:extLst>
          </p:cNvPr>
          <p:cNvSpPr>
            <a:spLocks noGrp="1"/>
          </p:cNvSpPr>
          <p:nvPr>
            <p:ph type="body" sz="quarter" idx="15" hasCustomPrompt="1"/>
          </p:nvPr>
        </p:nvSpPr>
        <p:spPr>
          <a:xfrm>
            <a:off x="457200" y="382447"/>
            <a:ext cx="3611880" cy="225706"/>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pic>
        <p:nvPicPr>
          <p:cNvPr id="6" name="Graphic 5">
            <a:extLst>
              <a:ext uri="{FF2B5EF4-FFF2-40B4-BE49-F238E27FC236}">
                <a16:creationId xmlns:a16="http://schemas.microsoft.com/office/drawing/2014/main" id="{1D6F42AB-F517-759C-A3C4-63443ED771D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TextBox 6">
            <a:extLst>
              <a:ext uri="{FF2B5EF4-FFF2-40B4-BE49-F238E27FC236}">
                <a16:creationId xmlns:a16="http://schemas.microsoft.com/office/drawing/2014/main" id="{714E9D77-5CF8-5131-6018-48DF58117ECE}"/>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9" name="Text Placeholder 3">
            <a:extLst>
              <a:ext uri="{FF2B5EF4-FFF2-40B4-BE49-F238E27FC236}">
                <a16:creationId xmlns:a16="http://schemas.microsoft.com/office/drawing/2014/main" id="{334280A7-4796-759A-6B00-0444E865A6A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602611254"/>
      </p:ext>
    </p:extLst>
  </p:cSld>
  <p:clrMapOvr>
    <a:masterClrMapping/>
  </p:clrMapOvr>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Case Study-Mock Up Left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7180263"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4" name="Graphic 3">
            <a:extLst>
              <a:ext uri="{FF2B5EF4-FFF2-40B4-BE49-F238E27FC236}">
                <a16:creationId xmlns:a16="http://schemas.microsoft.com/office/drawing/2014/main" id="{FF61EEF5-D25E-43F9-9DE7-B0D48CE58D19}"/>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700771F-7FE8-2510-0C0E-734572A38145}"/>
              </a:ext>
            </a:extLst>
          </p:cNvPr>
          <p:cNvSpPr>
            <a:spLocks noGrp="1"/>
          </p:cNvSpPr>
          <p:nvPr>
            <p:ph type="title"/>
          </p:nvPr>
        </p:nvSpPr>
        <p:spPr>
          <a:xfrm>
            <a:off x="457200" y="723900"/>
            <a:ext cx="5764213" cy="457200"/>
          </a:xfrm>
        </p:spPr>
        <p:txBody>
          <a:bodyPr/>
          <a:lstStyle>
            <a:lvl1pPr>
              <a:defRPr b="1">
                <a:solidFill>
                  <a:schemeClr val="bg1"/>
                </a:solidFill>
                <a:latin typeface="+mn-lt"/>
              </a:defRPr>
            </a:lvl1pPr>
          </a:lstStyle>
          <a:p>
            <a:r>
              <a:rPr lang="en-GB"/>
              <a:t>Click to edit Master title style</a:t>
            </a:r>
            <a:endParaRPr lang="en-US"/>
          </a:p>
        </p:txBody>
      </p:sp>
      <p:sp>
        <p:nvSpPr>
          <p:cNvPr id="5" name="Text Placeholder 10">
            <a:extLst>
              <a:ext uri="{FF2B5EF4-FFF2-40B4-BE49-F238E27FC236}">
                <a16:creationId xmlns:a16="http://schemas.microsoft.com/office/drawing/2014/main" id="{E1513A24-C9FD-06A1-1015-D9656D68B888}"/>
              </a:ext>
            </a:extLst>
          </p:cNvPr>
          <p:cNvSpPr>
            <a:spLocks noGrp="1"/>
          </p:cNvSpPr>
          <p:nvPr>
            <p:ph type="body" sz="quarter" idx="15" hasCustomPrompt="1"/>
          </p:nvPr>
        </p:nvSpPr>
        <p:spPr>
          <a:xfrm>
            <a:off x="457200" y="382446"/>
            <a:ext cx="5764213"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049040808"/>
      </p:ext>
    </p:extLst>
  </p:cSld>
  <p:clrMapOvr>
    <a:masterClrMapping/>
  </p:clrMapOvr>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Case Study-Mock Up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23780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tx1"/>
                </a:solidFill>
                <a:latin typeface="+mn-lt"/>
              </a:defRPr>
            </a:lvl1pPr>
          </a:lstStyle>
          <a:p>
            <a:r>
              <a:rPr lang="en-GB"/>
              <a:t>Click to edit Master title style</a:t>
            </a:r>
            <a:endParaRPr lang="en-US"/>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12" name="Graphic 11">
            <a:extLst>
              <a:ext uri="{FF2B5EF4-FFF2-40B4-BE49-F238E27FC236}">
                <a16:creationId xmlns:a16="http://schemas.microsoft.com/office/drawing/2014/main" id="{E5D96D1E-C1BD-6F40-A978-D03F53CD4A4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1407480216"/>
      </p:ext>
    </p:extLst>
  </p:cSld>
  <p:clrMapOvr>
    <a:masterClrMapping/>
  </p:clrMapOvr>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EE036E7A-2B84-45D1-985C-C2AD71420C4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r>
              <a:rPr lang="en-GB"/>
              <a:t>Click icon to add picture</a:t>
            </a:r>
            <a:endParaRPr lang="en-US"/>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GB"/>
              <a:t>Click to edit Master title style</a:t>
            </a:r>
            <a:endParaRPr lang="en-US"/>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893720160"/>
      </p:ext>
    </p:extLst>
  </p:cSld>
  <p:clrMapOvr>
    <a:masterClrMapping/>
  </p:clrMapOvr>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Narrow-L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108325" y="0"/>
            <a:ext cx="9083675" cy="6858000"/>
          </a:xfrm>
          <a:prstGeom prst="rect">
            <a:avLst/>
          </a:prstGeom>
        </p:spPr>
        <p:txBody>
          <a:bodyPr/>
          <a:lstStyle/>
          <a:p>
            <a:r>
              <a:rPr lang="en-GB"/>
              <a:t>Click icon to add picture</a:t>
            </a:r>
            <a:endParaRPr lang="en-US"/>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GB"/>
              <a:t>Click to edit Master title style</a:t>
            </a:r>
            <a:endParaRPr lang="en-US"/>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4" name="Graphic 3">
            <a:extLst>
              <a:ext uri="{FF2B5EF4-FFF2-40B4-BE49-F238E27FC236}">
                <a16:creationId xmlns:a16="http://schemas.microsoft.com/office/drawing/2014/main" id="{E104305F-427E-7B08-9801-43AF5256FF7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pic>
        <p:nvPicPr>
          <p:cNvPr id="6" name="Picture 2">
            <a:extLst>
              <a:ext uri="{FF2B5EF4-FFF2-40B4-BE49-F238E27FC236}">
                <a16:creationId xmlns:a16="http://schemas.microsoft.com/office/drawing/2014/main" id="{CC22BEC5-5214-0AD1-E19D-3BAABAC83BD6}"/>
              </a:ext>
            </a:extLst>
          </p:cNvPr>
          <p:cNvPicPr>
            <a:picLocks noChangeAspect="1" noChangeArrowheads="1"/>
          </p:cNvPicPr>
          <p:nvPr userDrawn="1"/>
        </p:nvPicPr>
        <p:blipFill>
          <a:blip r:embed="rId3">
            <a:biLevel thresh="50000"/>
            <a:extLst>
              <a:ext uri="{28A0092B-C50C-407E-A947-70E740481C1C}">
                <a14:useLocalDpi xmlns:a14="http://schemas.microsoft.com/office/drawing/2010/main" val="0"/>
              </a:ext>
            </a:extLst>
          </a:blip>
          <a:srcRect/>
          <a:stretch>
            <a:fillRect/>
          </a:stretch>
        </p:blipFill>
        <p:spPr bwMode="auto">
          <a:xfrm>
            <a:off x="1341856" y="6434742"/>
            <a:ext cx="807619" cy="1908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C04544DD-03A3-1973-04BC-E0B48594B4EA}"/>
              </a:ext>
            </a:extLst>
          </p:cNvPr>
          <p:cNvCxnSpPr/>
          <p:nvPr userDrawn="1"/>
        </p:nvCxnSpPr>
        <p:spPr>
          <a:xfrm>
            <a:off x="1169798" y="6434742"/>
            <a:ext cx="0" cy="1908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795057"/>
      </p:ext>
    </p:extLst>
  </p:cSld>
  <p:clrMapOvr>
    <a:masterClrMapping/>
  </p:clrMapOvr>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Narrow-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0227B-1090-48E9-B33D-CB9CA73DF05F}"/>
              </a:ext>
            </a:extLst>
          </p:cNvPr>
          <p:cNvSpPr/>
          <p:nvPr userDrawn="1"/>
        </p:nvSpPr>
        <p:spPr bwMode="auto">
          <a:xfrm flipH="1">
            <a:off x="3108325" y="0"/>
            <a:ext cx="908367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31C45522-9A1C-E9EB-4D96-B0CFFD2F7212}"/>
              </a:ext>
            </a:extLst>
          </p:cNvPr>
          <p:cNvSpPr>
            <a:spLocks noGrp="1"/>
          </p:cNvSpPr>
          <p:nvPr>
            <p:ph type="title"/>
          </p:nvPr>
        </p:nvSpPr>
        <p:spPr>
          <a:xfrm>
            <a:off x="457201" y="723900"/>
            <a:ext cx="2502567"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E2E6E8F6-4D6C-2884-0A7D-72BB39B21D6B}"/>
              </a:ext>
            </a:extLst>
          </p:cNvPr>
          <p:cNvSpPr>
            <a:spLocks noGrp="1"/>
          </p:cNvSpPr>
          <p:nvPr>
            <p:ph type="body" sz="quarter" idx="15" hasCustomPrompt="1"/>
          </p:nvPr>
        </p:nvSpPr>
        <p:spPr>
          <a:xfrm>
            <a:off x="457200" y="382447"/>
            <a:ext cx="2502567" cy="225706"/>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
        <p:nvSpPr>
          <p:cNvPr id="6" name="TextBox 5">
            <a:extLst>
              <a:ext uri="{FF2B5EF4-FFF2-40B4-BE49-F238E27FC236}">
                <a16:creationId xmlns:a16="http://schemas.microsoft.com/office/drawing/2014/main" id="{A3A07FC1-18DF-2355-0123-10BF2390C02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7B024407-B901-7B1F-04F9-932983C670E0}"/>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853147867"/>
      </p:ext>
    </p:extLst>
  </p:cSld>
  <p:clrMapOvr>
    <a:masterClrMapping/>
  </p:clrMapOvr>
  <p:transition/>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8" name="Graphic 7">
            <a:extLst>
              <a:ext uri="{FF2B5EF4-FFF2-40B4-BE49-F238E27FC236}">
                <a16:creationId xmlns:a16="http://schemas.microsoft.com/office/drawing/2014/main" id="{7A9547FE-7857-4A70-ACDF-06ACC0CC381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2586789" cy="457200"/>
          </a:xfrm>
        </p:spPr>
        <p:txBody>
          <a:bodyPr/>
          <a:lstStyle>
            <a:lvl1pPr>
              <a:defRPr b="1">
                <a:solidFill>
                  <a:schemeClr val="bg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bg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771930555"/>
      </p:ext>
    </p:extLst>
  </p:cSld>
  <p:clrMapOvr>
    <a:masterClrMapping/>
  </p:clrMapOvr>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Case Study-2/3 Black-L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02125"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itle 1">
            <a:extLst>
              <a:ext uri="{FF2B5EF4-FFF2-40B4-BE49-F238E27FC236}">
                <a16:creationId xmlns:a16="http://schemas.microsoft.com/office/drawing/2014/main" id="{C0096CA2-6B8E-1E0B-7446-BC5F37E73D34}"/>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50402405-4264-41C3-7E10-6A2AF1A46193}"/>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5" name="Graphic 4">
            <a:extLst>
              <a:ext uri="{FF2B5EF4-FFF2-40B4-BE49-F238E27FC236}">
                <a16:creationId xmlns:a16="http://schemas.microsoft.com/office/drawing/2014/main" id="{75DC425F-9CC1-9DF3-3F54-17DAA0EB5E7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cxnSp>
        <p:nvCxnSpPr>
          <p:cNvPr id="7" name="Straight Connector 6">
            <a:extLst>
              <a:ext uri="{FF2B5EF4-FFF2-40B4-BE49-F238E27FC236}">
                <a16:creationId xmlns:a16="http://schemas.microsoft.com/office/drawing/2014/main" id="{53EACEBC-C641-FA16-DA3A-4422E44228CB}"/>
              </a:ext>
            </a:extLst>
          </p:cNvPr>
          <p:cNvCxnSpPr/>
          <p:nvPr userDrawn="1"/>
        </p:nvCxnSpPr>
        <p:spPr>
          <a:xfrm>
            <a:off x="1169798" y="6434742"/>
            <a:ext cx="0" cy="1908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523124"/>
      </p:ext>
    </p:extLst>
  </p:cSld>
  <p:clrMapOvr>
    <a:masterClrMapping/>
  </p:clrMapOvr>
  <p:transition/>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Case Study-Statemen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12192000" cy="6858000"/>
          </a:xfrm>
          <a:prstGeom prst="rect">
            <a:avLst/>
          </a:prstGeom>
          <a:solidFill>
            <a:schemeClr val="tx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Title 1"/>
          <p:cNvSpPr>
            <a:spLocks noGrp="1"/>
          </p:cNvSpPr>
          <p:nvPr>
            <p:ph type="title"/>
          </p:nvPr>
        </p:nvSpPr>
        <p:spPr>
          <a:xfrm>
            <a:off x="4303841" y="1600200"/>
            <a:ext cx="4797425" cy="338554"/>
          </a:xfrm>
        </p:spPr>
        <p:txBody>
          <a:bodyPr>
            <a:spAutoFit/>
          </a:bodyPr>
          <a:lstStyle>
            <a:lvl1pPr>
              <a:defRPr b="1">
                <a:solidFill>
                  <a:schemeClr val="bg1"/>
                </a:solidFill>
                <a:latin typeface="+mn-lt"/>
              </a:defRPr>
            </a:lvl1pPr>
          </a:lstStyle>
          <a:p>
            <a:r>
              <a:rPr lang="en-GB"/>
              <a:t>Click to edit Master title style</a:t>
            </a:r>
            <a:endParaRPr lang="en-US"/>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316414" y="2286000"/>
            <a:ext cx="4784852" cy="3657600"/>
          </a:xfrm>
          <a:prstGeom prst="rect">
            <a:avLst/>
          </a:prstGeom>
        </p:spPr>
        <p:txBody>
          <a:bodyPr/>
          <a:lstStyle>
            <a:lvl1pPr>
              <a:defRPr sz="1600">
                <a:solidFill>
                  <a:schemeClr val="bg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pic>
        <p:nvPicPr>
          <p:cNvPr id="7" name="Graphic 6">
            <a:extLst>
              <a:ext uri="{FF2B5EF4-FFF2-40B4-BE49-F238E27FC236}">
                <a16:creationId xmlns:a16="http://schemas.microsoft.com/office/drawing/2014/main" id="{6E44CDB4-CF54-423C-9681-C9AAACA56BA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432F6686-8C0A-120D-0C06-1F8DA97E3C4D}"/>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5E465D26-CB94-F414-6836-638151C91C4F}"/>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653299339"/>
      </p:ext>
    </p:extLst>
  </p:cSld>
  <p:clrMapOvr>
    <a:masterClrMapping/>
  </p:clrMapOvr>
  <p:transition/>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4-Column Pictures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20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20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341376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341376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637032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637032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9" name="Text Placeholder 2">
            <a:extLst>
              <a:ext uri="{FF2B5EF4-FFF2-40B4-BE49-F238E27FC236}">
                <a16:creationId xmlns:a16="http://schemas.microsoft.com/office/drawing/2014/main" id="{0D35C967-D122-42CE-BDAF-F34B55F00EA2}"/>
              </a:ext>
            </a:extLst>
          </p:cNvPr>
          <p:cNvSpPr>
            <a:spLocks noGrp="1"/>
          </p:cNvSpPr>
          <p:nvPr>
            <p:ph type="body" sz="quarter" idx="23" hasCustomPrompt="1"/>
          </p:nvPr>
        </p:nvSpPr>
        <p:spPr>
          <a:xfrm>
            <a:off x="9326880" y="2921251"/>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20" name="Text Placeholder 2">
            <a:extLst>
              <a:ext uri="{FF2B5EF4-FFF2-40B4-BE49-F238E27FC236}">
                <a16:creationId xmlns:a16="http://schemas.microsoft.com/office/drawing/2014/main" id="{54FDC613-45BE-47C3-82C5-FC027C2DE43E}"/>
              </a:ext>
            </a:extLst>
          </p:cNvPr>
          <p:cNvSpPr>
            <a:spLocks noGrp="1"/>
          </p:cNvSpPr>
          <p:nvPr>
            <p:ph type="body" sz="quarter" idx="24" hasCustomPrompt="1"/>
          </p:nvPr>
        </p:nvSpPr>
        <p:spPr>
          <a:xfrm>
            <a:off x="9326880" y="3543216"/>
            <a:ext cx="2407920" cy="2630592"/>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31" y="1389801"/>
            <a:ext cx="2408238" cy="1371600"/>
          </a:xfrm>
          <a:prstGeom prst="rect">
            <a:avLst/>
          </a:prstGeom>
          <a:solidFill>
            <a:schemeClr val="bg1">
              <a:lumMod val="95000"/>
            </a:schemeClr>
          </a:solidFill>
        </p:spPr>
        <p:txBody>
          <a:bodyPr/>
          <a:lstStyle/>
          <a:p>
            <a:r>
              <a:rPr lang="en-GB"/>
              <a:t>Click icon to add picture</a:t>
            </a:r>
            <a:endParaRPr lang="en-US"/>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3413442" y="1389801"/>
            <a:ext cx="2408238" cy="1371600"/>
          </a:xfrm>
          <a:prstGeom prst="rect">
            <a:avLst/>
          </a:prstGeom>
          <a:solidFill>
            <a:schemeClr val="bg1">
              <a:lumMod val="95000"/>
            </a:schemeClr>
          </a:solidFill>
        </p:spPr>
        <p:txBody>
          <a:bodyPr/>
          <a:lstStyle/>
          <a:p>
            <a:r>
              <a:rPr lang="en-GB"/>
              <a:t>Click icon to add picture</a:t>
            </a:r>
            <a:endParaRPr lang="en-US"/>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6363153" y="1389801"/>
            <a:ext cx="2408238" cy="1371600"/>
          </a:xfrm>
          <a:prstGeom prst="rect">
            <a:avLst/>
          </a:prstGeom>
          <a:solidFill>
            <a:schemeClr val="bg1">
              <a:lumMod val="95000"/>
            </a:schemeClr>
          </a:solidFill>
        </p:spPr>
        <p:txBody>
          <a:bodyPr/>
          <a:lstStyle/>
          <a:p>
            <a:r>
              <a:rPr lang="en-GB"/>
              <a:t>Click icon to add picture</a:t>
            </a:r>
            <a:endParaRPr lang="en-US"/>
          </a:p>
        </p:txBody>
      </p:sp>
      <p:sp>
        <p:nvSpPr>
          <p:cNvPr id="27" name="Picture Placeholder 23">
            <a:extLst>
              <a:ext uri="{FF2B5EF4-FFF2-40B4-BE49-F238E27FC236}">
                <a16:creationId xmlns:a16="http://schemas.microsoft.com/office/drawing/2014/main" id="{5145A383-DF32-4D59-98B6-07591E0CE3E3}"/>
              </a:ext>
            </a:extLst>
          </p:cNvPr>
          <p:cNvSpPr>
            <a:spLocks noGrp="1"/>
          </p:cNvSpPr>
          <p:nvPr>
            <p:ph type="pic" sz="quarter" idx="30"/>
          </p:nvPr>
        </p:nvSpPr>
        <p:spPr>
          <a:xfrm>
            <a:off x="9312864" y="1389801"/>
            <a:ext cx="2408238" cy="1371600"/>
          </a:xfrm>
          <a:prstGeom prst="rect">
            <a:avLst/>
          </a:prstGeom>
          <a:solidFill>
            <a:schemeClr val="bg1">
              <a:lumMod val="95000"/>
            </a:schemeClr>
          </a:solidFill>
        </p:spPr>
        <p:txBody>
          <a:bodyPr/>
          <a:lstStyle/>
          <a:p>
            <a:r>
              <a:rPr lang="en-GB"/>
              <a:t>Click icon to add picture</a:t>
            </a:r>
            <a:endParaRPr lang="en-US"/>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293C67F9-F2A6-3918-0A8D-555112C9F469}"/>
              </a:ext>
            </a:extLst>
          </p:cNvPr>
          <p:cNvSpPr>
            <a:spLocks noGrp="1"/>
          </p:cNvSpPr>
          <p:nvPr>
            <p:ph type="body" sz="quarter" idx="15" hasCustomPrompt="1"/>
          </p:nvPr>
        </p:nvSpPr>
        <p:spPr>
          <a:xfrm>
            <a:off x="457201" y="382446"/>
            <a:ext cx="2695074" cy="207101"/>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414723857"/>
      </p:ext>
    </p:extLst>
  </p:cSld>
  <p:clrMapOvr>
    <a:masterClrMapping/>
  </p:clrMapOvr>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3-Column Pictures-Leila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4B02766-9497-4A26-BB62-880E91855227}"/>
              </a:ext>
            </a:extLst>
          </p:cNvPr>
          <p:cNvSpPr>
            <a:spLocks noGrp="1"/>
          </p:cNvSpPr>
          <p:nvPr>
            <p:ph type="body" sz="quarter" idx="16" hasCustomPrompt="1"/>
          </p:nvPr>
        </p:nvSpPr>
        <p:spPr>
          <a:xfrm>
            <a:off x="457192"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6" name="Text Placeholder 2">
            <a:extLst>
              <a:ext uri="{FF2B5EF4-FFF2-40B4-BE49-F238E27FC236}">
                <a16:creationId xmlns:a16="http://schemas.microsoft.com/office/drawing/2014/main" id="{14ACCEEE-9EE8-4BBF-B992-09ACA791A933}"/>
              </a:ext>
            </a:extLst>
          </p:cNvPr>
          <p:cNvSpPr>
            <a:spLocks noGrp="1"/>
          </p:cNvSpPr>
          <p:nvPr>
            <p:ph type="body" sz="quarter" idx="18" hasCustomPrompt="1"/>
          </p:nvPr>
        </p:nvSpPr>
        <p:spPr>
          <a:xfrm>
            <a:off x="457192"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9" name="Text Placeholder 2">
            <a:extLst>
              <a:ext uri="{FF2B5EF4-FFF2-40B4-BE49-F238E27FC236}">
                <a16:creationId xmlns:a16="http://schemas.microsoft.com/office/drawing/2014/main" id="{D2C8C061-6443-461A-A052-E19A46AADCA8}"/>
              </a:ext>
            </a:extLst>
          </p:cNvPr>
          <p:cNvSpPr>
            <a:spLocks noGrp="1"/>
          </p:cNvSpPr>
          <p:nvPr>
            <p:ph type="body" sz="quarter" idx="19" hasCustomPrompt="1"/>
          </p:nvPr>
        </p:nvSpPr>
        <p:spPr>
          <a:xfrm>
            <a:off x="4307656"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0" name="Text Placeholder 2">
            <a:extLst>
              <a:ext uri="{FF2B5EF4-FFF2-40B4-BE49-F238E27FC236}">
                <a16:creationId xmlns:a16="http://schemas.microsoft.com/office/drawing/2014/main" id="{626FC49A-5396-46E4-8A00-C0A017834ED3}"/>
              </a:ext>
            </a:extLst>
          </p:cNvPr>
          <p:cNvSpPr>
            <a:spLocks noGrp="1"/>
          </p:cNvSpPr>
          <p:nvPr>
            <p:ph type="body" sz="quarter" idx="20" hasCustomPrompt="1"/>
          </p:nvPr>
        </p:nvSpPr>
        <p:spPr>
          <a:xfrm>
            <a:off x="4307656"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13" name="Text Placeholder 2">
            <a:extLst>
              <a:ext uri="{FF2B5EF4-FFF2-40B4-BE49-F238E27FC236}">
                <a16:creationId xmlns:a16="http://schemas.microsoft.com/office/drawing/2014/main" id="{AEEE17DA-6635-495B-A481-BBD7188AD456}"/>
              </a:ext>
            </a:extLst>
          </p:cNvPr>
          <p:cNvSpPr>
            <a:spLocks noGrp="1"/>
          </p:cNvSpPr>
          <p:nvPr>
            <p:ph type="body" sz="quarter" idx="21" hasCustomPrompt="1"/>
          </p:nvPr>
        </p:nvSpPr>
        <p:spPr>
          <a:xfrm>
            <a:off x="8147867" y="2921251"/>
            <a:ext cx="3600000" cy="462114"/>
          </a:xfrm>
          <a:prstGeom prst="rect">
            <a:avLst/>
          </a:prstGeom>
        </p:spPr>
        <p:txBody>
          <a:bodyPr wrap="square">
            <a:no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4" name="Text Placeholder 2">
            <a:extLst>
              <a:ext uri="{FF2B5EF4-FFF2-40B4-BE49-F238E27FC236}">
                <a16:creationId xmlns:a16="http://schemas.microsoft.com/office/drawing/2014/main" id="{BF29616B-A8DB-42A6-A277-8CAE573E985F}"/>
              </a:ext>
            </a:extLst>
          </p:cNvPr>
          <p:cNvSpPr>
            <a:spLocks noGrp="1"/>
          </p:cNvSpPr>
          <p:nvPr>
            <p:ph type="body" sz="quarter" idx="22" hasCustomPrompt="1"/>
          </p:nvPr>
        </p:nvSpPr>
        <p:spPr>
          <a:xfrm>
            <a:off x="8147867" y="3543216"/>
            <a:ext cx="3600000" cy="2630592"/>
          </a:xfrm>
          <a:prstGeom prst="rect">
            <a:avLst/>
          </a:prstGeom>
        </p:spPr>
        <p:txBody>
          <a:bodyPr wrap="square">
            <a:no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24" name="Picture Placeholder 23">
            <a:extLst>
              <a:ext uri="{FF2B5EF4-FFF2-40B4-BE49-F238E27FC236}">
                <a16:creationId xmlns:a16="http://schemas.microsoft.com/office/drawing/2014/main" id="{F84AF8F5-D562-4FBF-9069-09A640AACD09}"/>
              </a:ext>
            </a:extLst>
          </p:cNvPr>
          <p:cNvSpPr>
            <a:spLocks noGrp="1"/>
          </p:cNvSpPr>
          <p:nvPr>
            <p:ph type="pic" sz="quarter" idx="27"/>
          </p:nvPr>
        </p:nvSpPr>
        <p:spPr>
          <a:xfrm>
            <a:off x="463723" y="1389801"/>
            <a:ext cx="3600000" cy="1371600"/>
          </a:xfrm>
          <a:prstGeom prst="rect">
            <a:avLst/>
          </a:prstGeom>
          <a:solidFill>
            <a:schemeClr val="bg1">
              <a:lumMod val="95000"/>
            </a:schemeClr>
          </a:solidFill>
        </p:spPr>
        <p:txBody>
          <a:bodyPr>
            <a:noAutofit/>
          </a:bodyPr>
          <a:lstStyle/>
          <a:p>
            <a:r>
              <a:rPr lang="en-GB"/>
              <a:t>Click icon to add picture</a:t>
            </a:r>
            <a:endParaRPr lang="en-US"/>
          </a:p>
        </p:txBody>
      </p:sp>
      <p:sp>
        <p:nvSpPr>
          <p:cNvPr id="25" name="Picture Placeholder 23">
            <a:extLst>
              <a:ext uri="{FF2B5EF4-FFF2-40B4-BE49-F238E27FC236}">
                <a16:creationId xmlns:a16="http://schemas.microsoft.com/office/drawing/2014/main" id="{4F5537FA-B25A-4A75-AFE8-CB3D2D4EA781}"/>
              </a:ext>
            </a:extLst>
          </p:cNvPr>
          <p:cNvSpPr>
            <a:spLocks noGrp="1"/>
          </p:cNvSpPr>
          <p:nvPr>
            <p:ph type="pic" sz="quarter" idx="28"/>
          </p:nvPr>
        </p:nvSpPr>
        <p:spPr>
          <a:xfrm>
            <a:off x="4307338" y="1389801"/>
            <a:ext cx="3600000" cy="1371600"/>
          </a:xfrm>
          <a:prstGeom prst="rect">
            <a:avLst/>
          </a:prstGeom>
          <a:solidFill>
            <a:schemeClr val="bg1">
              <a:lumMod val="95000"/>
            </a:schemeClr>
          </a:solidFill>
        </p:spPr>
        <p:txBody>
          <a:bodyPr>
            <a:noAutofit/>
          </a:bodyPr>
          <a:lstStyle/>
          <a:p>
            <a:r>
              <a:rPr lang="en-GB"/>
              <a:t>Click icon to add picture</a:t>
            </a:r>
            <a:endParaRPr lang="en-US"/>
          </a:p>
        </p:txBody>
      </p:sp>
      <p:sp>
        <p:nvSpPr>
          <p:cNvPr id="26" name="Picture Placeholder 23">
            <a:extLst>
              <a:ext uri="{FF2B5EF4-FFF2-40B4-BE49-F238E27FC236}">
                <a16:creationId xmlns:a16="http://schemas.microsoft.com/office/drawing/2014/main" id="{62EC0755-06FE-418F-830B-3953EAC2B2B8}"/>
              </a:ext>
            </a:extLst>
          </p:cNvPr>
          <p:cNvSpPr>
            <a:spLocks noGrp="1"/>
          </p:cNvSpPr>
          <p:nvPr>
            <p:ph type="pic" sz="quarter" idx="29"/>
          </p:nvPr>
        </p:nvSpPr>
        <p:spPr>
          <a:xfrm>
            <a:off x="8140700" y="1389801"/>
            <a:ext cx="3600000" cy="1371600"/>
          </a:xfrm>
          <a:prstGeom prst="rect">
            <a:avLst/>
          </a:prstGeom>
          <a:solidFill>
            <a:schemeClr val="bg1">
              <a:lumMod val="95000"/>
            </a:schemeClr>
          </a:solidFill>
        </p:spPr>
        <p:txBody>
          <a:bodyPr>
            <a:noAutofit/>
          </a:bodyPr>
          <a:lstStyle/>
          <a:p>
            <a:r>
              <a:rPr lang="en-GB"/>
              <a:t>Click icon to add picture</a:t>
            </a:r>
            <a:endParaRPr lang="en-US"/>
          </a:p>
        </p:txBody>
      </p:sp>
      <p:sp>
        <p:nvSpPr>
          <p:cNvPr id="2" name="Title 1">
            <a:extLst>
              <a:ext uri="{FF2B5EF4-FFF2-40B4-BE49-F238E27FC236}">
                <a16:creationId xmlns:a16="http://schemas.microsoft.com/office/drawing/2014/main" id="{A1E02B5D-C175-DE3C-BEC7-EB4A41870F21}"/>
              </a:ext>
            </a:extLst>
          </p:cNvPr>
          <p:cNvSpPr>
            <a:spLocks noGrp="1"/>
          </p:cNvSpPr>
          <p:nvPr>
            <p:ph type="title"/>
          </p:nvPr>
        </p:nvSpPr>
        <p:spPr>
          <a:xfrm>
            <a:off x="457200" y="723900"/>
            <a:ext cx="11271069" cy="457200"/>
          </a:xfrm>
        </p:spPr>
        <p:txBody>
          <a:bodyPr/>
          <a:lstStyle>
            <a:lvl1pPr>
              <a:defRPr b="1">
                <a:solidFill>
                  <a:schemeClr val="tx1"/>
                </a:solidFill>
                <a:latin typeface="+mn-lt"/>
              </a:defRPr>
            </a:lvl1pPr>
          </a:lstStyle>
          <a:p>
            <a:r>
              <a:rPr lang="en-GB"/>
              <a:t>Click to edit Master title style</a:t>
            </a:r>
            <a:endParaRPr lang="en-US"/>
          </a:p>
        </p:txBody>
      </p:sp>
      <p:sp>
        <p:nvSpPr>
          <p:cNvPr id="4" name="Text Placeholder 10">
            <a:extLst>
              <a:ext uri="{FF2B5EF4-FFF2-40B4-BE49-F238E27FC236}">
                <a16:creationId xmlns:a16="http://schemas.microsoft.com/office/drawing/2014/main" id="{293C67F9-F2A6-3918-0A8D-555112C9F469}"/>
              </a:ext>
            </a:extLst>
          </p:cNvPr>
          <p:cNvSpPr>
            <a:spLocks noGrp="1"/>
          </p:cNvSpPr>
          <p:nvPr>
            <p:ph type="body" sz="quarter" idx="15" hasCustomPrompt="1"/>
          </p:nvPr>
        </p:nvSpPr>
        <p:spPr>
          <a:xfrm>
            <a:off x="457201" y="382446"/>
            <a:ext cx="2695074" cy="207101"/>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spTree>
    <p:extLst>
      <p:ext uri="{BB962C8B-B14F-4D97-AF65-F5344CB8AC3E}">
        <p14:creationId xmlns:p14="http://schemas.microsoft.com/office/powerpoint/2010/main" val="1176408271"/>
      </p:ext>
    </p:extLst>
  </p:cSld>
  <p:clrMapOvr>
    <a:masterClrMapping/>
  </p:clrMapOvr>
  <p:transition/>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ase Study-3 Pictures">
    <p:spTree>
      <p:nvGrpSpPr>
        <p:cNvPr id="1" name=""/>
        <p:cNvGrpSpPr/>
        <p:nvPr/>
      </p:nvGrpSpPr>
      <p:grpSpPr>
        <a:xfrm>
          <a:off x="0" y="0"/>
          <a:ext cx="0" cy="0"/>
          <a:chOff x="0" y="0"/>
          <a:chExt cx="0" cy="0"/>
        </a:xfrm>
      </p:grpSpPr>
      <p:sp>
        <p:nvSpPr>
          <p:cNvPr id="11" name="Title 1"/>
          <p:cNvSpPr>
            <a:spLocks noGrp="1"/>
          </p:cNvSpPr>
          <p:nvPr>
            <p:ph type="title"/>
          </p:nvPr>
        </p:nvSpPr>
        <p:spPr>
          <a:xfrm>
            <a:off x="457201" y="4124960"/>
            <a:ext cx="3312160" cy="246221"/>
          </a:xfrm>
        </p:spPr>
        <p:txBody>
          <a:bodyPr>
            <a:spAutoFit/>
          </a:bodyPr>
          <a:lstStyle>
            <a:lvl1pPr>
              <a:defRPr sz="1600" b="1">
                <a:solidFill>
                  <a:schemeClr val="tx1"/>
                </a:solidFill>
                <a:latin typeface="+mn-lt"/>
              </a:defRPr>
            </a:lvl1pPr>
          </a:lstStyle>
          <a:p>
            <a:r>
              <a:rPr lang="en-GB"/>
              <a:t>Click to edit Master title style</a:t>
            </a:r>
            <a:endParaRPr lang="en-US"/>
          </a:p>
        </p:txBody>
      </p:sp>
      <p:sp>
        <p:nvSpPr>
          <p:cNvPr id="10" name="Text Placeholder 2">
            <a:extLst>
              <a:ext uri="{FF2B5EF4-FFF2-40B4-BE49-F238E27FC236}">
                <a16:creationId xmlns:a16="http://schemas.microsoft.com/office/drawing/2014/main" id="{DCFE7496-2B11-468F-A424-81EF7552D417}"/>
              </a:ext>
            </a:extLst>
          </p:cNvPr>
          <p:cNvSpPr>
            <a:spLocks noGrp="1"/>
          </p:cNvSpPr>
          <p:nvPr>
            <p:ph type="body" sz="quarter" idx="17" hasCustomPrompt="1"/>
          </p:nvPr>
        </p:nvSpPr>
        <p:spPr>
          <a:xfrm>
            <a:off x="469773"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0" y="0"/>
            <a:ext cx="4076700" cy="3429000"/>
          </a:xfrm>
          <a:prstGeom prst="rect">
            <a:avLst/>
          </a:prstGeom>
          <a:solidFill>
            <a:schemeClr val="bg2"/>
          </a:solidFill>
        </p:spPr>
        <p:txBody>
          <a:bodyPr/>
          <a:lstStyle/>
          <a:p>
            <a:r>
              <a:rPr lang="en-GB"/>
              <a:t>Click icon to add picture</a:t>
            </a:r>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4076700" y="0"/>
            <a:ext cx="4064000" cy="3429000"/>
          </a:xfrm>
          <a:prstGeom prst="rect">
            <a:avLst/>
          </a:prstGeom>
          <a:solidFill>
            <a:schemeClr val="bg2"/>
          </a:solidFill>
        </p:spPr>
        <p:txBody>
          <a:bodyPr/>
          <a:lstStyle/>
          <a:p>
            <a:r>
              <a:rPr lang="en-GB"/>
              <a:t>Click icon to add picture</a:t>
            </a:r>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8140700" y="0"/>
            <a:ext cx="4064000" cy="3429000"/>
          </a:xfrm>
          <a:prstGeom prst="rect">
            <a:avLst/>
          </a:prstGeom>
          <a:solidFill>
            <a:schemeClr val="bg2"/>
          </a:solidFill>
        </p:spPr>
        <p:txBody>
          <a:bodyPr/>
          <a:lstStyle/>
          <a:p>
            <a:r>
              <a:rPr lang="en-GB"/>
              <a:t>Click icon to add picture</a:t>
            </a:r>
            <a:endParaRPr lang="en-US"/>
          </a:p>
        </p:txBody>
      </p:sp>
      <p:sp>
        <p:nvSpPr>
          <p:cNvPr id="17" name="Text Placeholder 2">
            <a:extLst>
              <a:ext uri="{FF2B5EF4-FFF2-40B4-BE49-F238E27FC236}">
                <a16:creationId xmlns:a16="http://schemas.microsoft.com/office/drawing/2014/main" id="{97BF9D5A-73E5-43EB-95F4-FF5636951647}"/>
              </a:ext>
            </a:extLst>
          </p:cNvPr>
          <p:cNvSpPr>
            <a:spLocks noGrp="1"/>
          </p:cNvSpPr>
          <p:nvPr>
            <p:ph type="body" sz="quarter" idx="21" hasCustomPrompt="1"/>
          </p:nvPr>
        </p:nvSpPr>
        <p:spPr>
          <a:xfrm>
            <a:off x="4314697"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19" name="Text Placeholder 2">
            <a:extLst>
              <a:ext uri="{FF2B5EF4-FFF2-40B4-BE49-F238E27FC236}">
                <a16:creationId xmlns:a16="http://schemas.microsoft.com/office/drawing/2014/main" id="{6AC52B6B-2068-4BD5-8D7B-E2AA5CC142A6}"/>
              </a:ext>
            </a:extLst>
          </p:cNvPr>
          <p:cNvSpPr>
            <a:spLocks noGrp="1"/>
          </p:cNvSpPr>
          <p:nvPr>
            <p:ph type="body" sz="quarter" idx="22" hasCustomPrompt="1"/>
          </p:nvPr>
        </p:nvSpPr>
        <p:spPr>
          <a:xfrm>
            <a:off x="8406449" y="4502295"/>
            <a:ext cx="3299588" cy="802399"/>
          </a:xfrm>
          <a:prstGeom prst="rect">
            <a:avLst/>
          </a:prstGeom>
        </p:spPr>
        <p:txBody>
          <a:bodyPr wrap="square">
            <a:spAutoFit/>
          </a:bodyPr>
          <a:lstStyle>
            <a:lvl1pPr>
              <a:defRPr sz="1200">
                <a:solidFill>
                  <a:schemeClr val="tx1"/>
                </a:solidFill>
                <a:latin typeface="+mn-lt"/>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a:t>
            </a:r>
          </a:p>
        </p:txBody>
      </p:sp>
      <p:sp>
        <p:nvSpPr>
          <p:cNvPr id="4" name="Text Placeholder 3">
            <a:extLst>
              <a:ext uri="{FF2B5EF4-FFF2-40B4-BE49-F238E27FC236}">
                <a16:creationId xmlns:a16="http://schemas.microsoft.com/office/drawing/2014/main" id="{AC56DCAB-CD09-4E29-A907-70E7EBE0E688}"/>
              </a:ext>
            </a:extLst>
          </p:cNvPr>
          <p:cNvSpPr>
            <a:spLocks noGrp="1"/>
          </p:cNvSpPr>
          <p:nvPr>
            <p:ph type="body" sz="quarter" idx="23"/>
          </p:nvPr>
        </p:nvSpPr>
        <p:spPr>
          <a:xfrm>
            <a:off x="4302125" y="4124325"/>
            <a:ext cx="3311525"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GB"/>
              <a:t>Click to edit Master text styles</a:t>
            </a:r>
          </a:p>
        </p:txBody>
      </p:sp>
      <p:sp>
        <p:nvSpPr>
          <p:cNvPr id="6" name="Text Placeholder 5">
            <a:extLst>
              <a:ext uri="{FF2B5EF4-FFF2-40B4-BE49-F238E27FC236}">
                <a16:creationId xmlns:a16="http://schemas.microsoft.com/office/drawing/2014/main" id="{AC9A5C7D-52BE-42FF-9382-B63BBD810FDD}"/>
              </a:ext>
            </a:extLst>
          </p:cNvPr>
          <p:cNvSpPr>
            <a:spLocks noGrp="1"/>
          </p:cNvSpPr>
          <p:nvPr>
            <p:ph type="body" sz="quarter" idx="24"/>
          </p:nvPr>
        </p:nvSpPr>
        <p:spPr>
          <a:xfrm>
            <a:off x="8406449" y="4114800"/>
            <a:ext cx="3312160" cy="246221"/>
          </a:xfrm>
          <a:prstGeom prst="rect">
            <a:avLst/>
          </a:prstGeom>
        </p:spPr>
        <p:txBody>
          <a:bodyPr vert="horz" lIns="0" tIns="0" rIns="0" bIns="0" rtlCol="0" anchor="t">
            <a:spAutoFit/>
          </a:bodyPr>
          <a:lstStyle>
            <a:lvl1pPr>
              <a:defRPr lang="en-US" sz="1600" b="1" smtClean="0"/>
            </a:lvl1pPr>
            <a:lvl2pPr>
              <a:defRPr lang="en-US" smtClean="0"/>
            </a:lvl2pPr>
            <a:lvl3pPr>
              <a:defRPr lang="en-US" smtClean="0"/>
            </a:lvl3pPr>
            <a:lvl4pPr>
              <a:defRPr lang="en-US" smtClean="0"/>
            </a:lvl4pPr>
            <a:lvl5pPr>
              <a:defRPr lang="en-US"/>
            </a:lvl5pPr>
          </a:lstStyle>
          <a:p>
            <a:pPr lvl="0">
              <a:lnSpc>
                <a:spcPct val="100000"/>
              </a:lnSpc>
              <a:spcBef>
                <a:spcPct val="0"/>
              </a:spcBef>
            </a:pPr>
            <a:r>
              <a:rPr lang="en-GB"/>
              <a:t>Click to edit Master text styles</a:t>
            </a:r>
          </a:p>
        </p:txBody>
      </p:sp>
    </p:spTree>
    <p:extLst>
      <p:ext uri="{BB962C8B-B14F-4D97-AF65-F5344CB8AC3E}">
        <p14:creationId xmlns:p14="http://schemas.microsoft.com/office/powerpoint/2010/main" val="780417994"/>
      </p:ext>
    </p:extLst>
  </p:cSld>
  <p:clrMapOvr>
    <a:masterClrMapping/>
  </p:clrMapOvr>
  <p:transition/>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Case Study-4 Pictures-Leila">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60000" cy="3429000"/>
          </a:xfrm>
          <a:prstGeom prst="rect">
            <a:avLst/>
          </a:prstGeom>
          <a:solidFill>
            <a:schemeClr val="bg2"/>
          </a:solidFill>
        </p:spPr>
        <p:txBody>
          <a:bodyPr/>
          <a:lstStyle/>
          <a:p>
            <a:r>
              <a:rPr lang="en-GB"/>
              <a:t>Click icon to add picture</a:t>
            </a:r>
            <a:endParaRPr lang="en-US"/>
          </a:p>
        </p:txBody>
      </p:sp>
      <p:sp>
        <p:nvSpPr>
          <p:cNvPr id="14" name="Picture Placeholder 12">
            <a:extLst>
              <a:ext uri="{FF2B5EF4-FFF2-40B4-BE49-F238E27FC236}">
                <a16:creationId xmlns:a16="http://schemas.microsoft.com/office/drawing/2014/main" id="{2F7B19A9-71C0-403D-B507-22838A53F144}"/>
              </a:ext>
            </a:extLst>
          </p:cNvPr>
          <p:cNvSpPr>
            <a:spLocks noGrp="1"/>
          </p:cNvSpPr>
          <p:nvPr>
            <p:ph type="pic" sz="quarter" idx="19"/>
          </p:nvPr>
        </p:nvSpPr>
        <p:spPr>
          <a:xfrm>
            <a:off x="3043999" y="0"/>
            <a:ext cx="3060000" cy="3429000"/>
          </a:xfrm>
          <a:prstGeom prst="rect">
            <a:avLst/>
          </a:prstGeom>
          <a:solidFill>
            <a:schemeClr val="bg2"/>
          </a:solidFill>
        </p:spPr>
        <p:txBody>
          <a:bodyPr/>
          <a:lstStyle/>
          <a:p>
            <a:r>
              <a:rPr lang="en-GB"/>
              <a:t>Click icon to add picture</a:t>
            </a:r>
            <a:endParaRPr lang="en-US"/>
          </a:p>
        </p:txBody>
      </p:sp>
      <p:sp>
        <p:nvSpPr>
          <p:cNvPr id="15" name="Picture Placeholder 12">
            <a:extLst>
              <a:ext uri="{FF2B5EF4-FFF2-40B4-BE49-F238E27FC236}">
                <a16:creationId xmlns:a16="http://schemas.microsoft.com/office/drawing/2014/main" id="{584A1708-3D5F-4AC2-B35F-FB446EFEB7C2}"/>
              </a:ext>
            </a:extLst>
          </p:cNvPr>
          <p:cNvSpPr>
            <a:spLocks noGrp="1"/>
          </p:cNvSpPr>
          <p:nvPr>
            <p:ph type="pic" sz="quarter" idx="20"/>
          </p:nvPr>
        </p:nvSpPr>
        <p:spPr>
          <a:xfrm>
            <a:off x="6087999" y="0"/>
            <a:ext cx="3060000" cy="3429000"/>
          </a:xfrm>
          <a:prstGeom prst="rect">
            <a:avLst/>
          </a:prstGeom>
          <a:solidFill>
            <a:schemeClr val="bg2"/>
          </a:solidFill>
        </p:spPr>
        <p:txBody>
          <a:bodyPr/>
          <a:lstStyle/>
          <a:p>
            <a:r>
              <a:rPr lang="en-GB"/>
              <a:t>Click icon to add picture</a:t>
            </a:r>
            <a:endParaRPr lang="en-US"/>
          </a:p>
        </p:txBody>
      </p:sp>
      <p:sp>
        <p:nvSpPr>
          <p:cNvPr id="2" name="Picture Placeholder 12">
            <a:extLst>
              <a:ext uri="{FF2B5EF4-FFF2-40B4-BE49-F238E27FC236}">
                <a16:creationId xmlns:a16="http://schemas.microsoft.com/office/drawing/2014/main" id="{4C3044EB-579C-1960-F9EB-F116665A7292}"/>
              </a:ext>
            </a:extLst>
          </p:cNvPr>
          <p:cNvSpPr>
            <a:spLocks noGrp="1"/>
          </p:cNvSpPr>
          <p:nvPr>
            <p:ph type="pic" sz="quarter" idx="25"/>
          </p:nvPr>
        </p:nvSpPr>
        <p:spPr>
          <a:xfrm>
            <a:off x="9132000" y="0"/>
            <a:ext cx="3060000" cy="3429000"/>
          </a:xfrm>
          <a:prstGeom prst="rect">
            <a:avLst/>
          </a:prstGeom>
          <a:solidFill>
            <a:schemeClr val="bg2"/>
          </a:solidFill>
        </p:spPr>
        <p:txBody>
          <a:bodyPr/>
          <a:lstStyle/>
          <a:p>
            <a:r>
              <a:rPr lang="en-GB"/>
              <a:t>Click icon to add picture</a:t>
            </a:r>
            <a:endParaRPr lang="en-US"/>
          </a:p>
        </p:txBody>
      </p:sp>
      <p:sp>
        <p:nvSpPr>
          <p:cNvPr id="3" name="Text Placeholder 2">
            <a:extLst>
              <a:ext uri="{FF2B5EF4-FFF2-40B4-BE49-F238E27FC236}">
                <a16:creationId xmlns:a16="http://schemas.microsoft.com/office/drawing/2014/main" id="{C9D6271A-50EF-A83C-8073-0A6628457E18}"/>
              </a:ext>
            </a:extLst>
          </p:cNvPr>
          <p:cNvSpPr>
            <a:spLocks noGrp="1"/>
          </p:cNvSpPr>
          <p:nvPr>
            <p:ph type="body" sz="quarter" idx="16" hasCustomPrompt="1"/>
          </p:nvPr>
        </p:nvSpPr>
        <p:spPr>
          <a:xfrm>
            <a:off x="457200"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5" name="Text Placeholder 2">
            <a:extLst>
              <a:ext uri="{FF2B5EF4-FFF2-40B4-BE49-F238E27FC236}">
                <a16:creationId xmlns:a16="http://schemas.microsoft.com/office/drawing/2014/main" id="{33A26170-4FED-69CC-E7CF-6F163320DA0C}"/>
              </a:ext>
            </a:extLst>
          </p:cNvPr>
          <p:cNvSpPr>
            <a:spLocks noGrp="1"/>
          </p:cNvSpPr>
          <p:nvPr>
            <p:ph type="body" sz="quarter" idx="26" hasCustomPrompt="1"/>
          </p:nvPr>
        </p:nvSpPr>
        <p:spPr>
          <a:xfrm>
            <a:off x="457200"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7" name="Text Placeholder 2">
            <a:extLst>
              <a:ext uri="{FF2B5EF4-FFF2-40B4-BE49-F238E27FC236}">
                <a16:creationId xmlns:a16="http://schemas.microsoft.com/office/drawing/2014/main" id="{EFF5574A-DA2F-79E2-5257-E464C4DCBED9}"/>
              </a:ext>
            </a:extLst>
          </p:cNvPr>
          <p:cNvSpPr>
            <a:spLocks noGrp="1"/>
          </p:cNvSpPr>
          <p:nvPr>
            <p:ph type="body" sz="quarter" idx="27" hasCustomPrompt="1"/>
          </p:nvPr>
        </p:nvSpPr>
        <p:spPr>
          <a:xfrm>
            <a:off x="3370039"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8" name="Text Placeholder 2">
            <a:extLst>
              <a:ext uri="{FF2B5EF4-FFF2-40B4-BE49-F238E27FC236}">
                <a16:creationId xmlns:a16="http://schemas.microsoft.com/office/drawing/2014/main" id="{2E50C4C1-6951-43AE-9158-49572E0C92C6}"/>
              </a:ext>
            </a:extLst>
          </p:cNvPr>
          <p:cNvSpPr>
            <a:spLocks noGrp="1"/>
          </p:cNvSpPr>
          <p:nvPr>
            <p:ph type="body" sz="quarter" idx="28" hasCustomPrompt="1"/>
          </p:nvPr>
        </p:nvSpPr>
        <p:spPr>
          <a:xfrm>
            <a:off x="3370039"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9" name="Text Placeholder 2">
            <a:extLst>
              <a:ext uri="{FF2B5EF4-FFF2-40B4-BE49-F238E27FC236}">
                <a16:creationId xmlns:a16="http://schemas.microsoft.com/office/drawing/2014/main" id="{7000C3D5-7B7C-EDA2-9F53-869EC3327CCF}"/>
              </a:ext>
            </a:extLst>
          </p:cNvPr>
          <p:cNvSpPr>
            <a:spLocks noGrp="1"/>
          </p:cNvSpPr>
          <p:nvPr>
            <p:ph type="body" sz="quarter" idx="21" hasCustomPrompt="1"/>
          </p:nvPr>
        </p:nvSpPr>
        <p:spPr>
          <a:xfrm>
            <a:off x="6414039"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2" name="Text Placeholder 2">
            <a:extLst>
              <a:ext uri="{FF2B5EF4-FFF2-40B4-BE49-F238E27FC236}">
                <a16:creationId xmlns:a16="http://schemas.microsoft.com/office/drawing/2014/main" id="{E9AE19AD-1845-6345-DD33-3FC9CF1784E4}"/>
              </a:ext>
            </a:extLst>
          </p:cNvPr>
          <p:cNvSpPr>
            <a:spLocks noGrp="1"/>
          </p:cNvSpPr>
          <p:nvPr>
            <p:ph type="body" sz="quarter" idx="22" hasCustomPrompt="1"/>
          </p:nvPr>
        </p:nvSpPr>
        <p:spPr>
          <a:xfrm>
            <a:off x="6414039"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
        <p:nvSpPr>
          <p:cNvPr id="16" name="Text Placeholder 2">
            <a:extLst>
              <a:ext uri="{FF2B5EF4-FFF2-40B4-BE49-F238E27FC236}">
                <a16:creationId xmlns:a16="http://schemas.microsoft.com/office/drawing/2014/main" id="{EFF38F98-219B-60E4-DEE4-A49FED7181F5}"/>
              </a:ext>
            </a:extLst>
          </p:cNvPr>
          <p:cNvSpPr>
            <a:spLocks noGrp="1"/>
          </p:cNvSpPr>
          <p:nvPr>
            <p:ph type="body" sz="quarter" idx="23" hasCustomPrompt="1"/>
          </p:nvPr>
        </p:nvSpPr>
        <p:spPr>
          <a:xfrm>
            <a:off x="9326880" y="3731479"/>
            <a:ext cx="2407920" cy="462114"/>
          </a:xfrm>
          <a:prstGeom prst="rect">
            <a:avLst/>
          </a:prstGeom>
        </p:spPr>
        <p:txBody>
          <a:bodyPr wrap="square">
            <a:spAutoFit/>
          </a:bodyPr>
          <a:lstStyle>
            <a:lvl1pPr>
              <a:defRPr sz="1400" b="1">
                <a:latin typeface="+mn-lt"/>
                <a:cs typeface="Calibri Light" panose="020F0302020204030204" pitchFamily="34" charset="0"/>
              </a:defRPr>
            </a:lvl1pPr>
          </a:lstStyle>
          <a:p>
            <a:pPr lvl="0"/>
            <a:r>
              <a:rPr lang="en-US"/>
              <a:t>Lorem ipsum dolor sit amet, consectetur adipiscing elit. </a:t>
            </a:r>
          </a:p>
        </p:txBody>
      </p:sp>
      <p:sp>
        <p:nvSpPr>
          <p:cNvPr id="18" name="Text Placeholder 2">
            <a:extLst>
              <a:ext uri="{FF2B5EF4-FFF2-40B4-BE49-F238E27FC236}">
                <a16:creationId xmlns:a16="http://schemas.microsoft.com/office/drawing/2014/main" id="{76073D28-63C4-4EAB-D10E-E4C9A179B803}"/>
              </a:ext>
            </a:extLst>
          </p:cNvPr>
          <p:cNvSpPr>
            <a:spLocks noGrp="1"/>
          </p:cNvSpPr>
          <p:nvPr>
            <p:ph type="body" sz="quarter" idx="24" hasCustomPrompt="1"/>
          </p:nvPr>
        </p:nvSpPr>
        <p:spPr>
          <a:xfrm>
            <a:off x="9326880" y="4353444"/>
            <a:ext cx="2407920" cy="1208664"/>
          </a:xfrm>
          <a:prstGeom prst="rect">
            <a:avLst/>
          </a:prstGeom>
        </p:spPr>
        <p:txBody>
          <a:bodyPr wrap="square">
            <a:spAutoFit/>
          </a:bodyPr>
          <a:lstStyle>
            <a:lvl1pPr>
              <a:defRPr sz="1200">
                <a:latin typeface="+mn-lt"/>
                <a:cs typeface="Calibri Light" panose="020F0302020204030204" pitchFamily="34" charset="0"/>
              </a:defRPr>
            </a:lvl1pPr>
          </a:lstStyle>
          <a:p>
            <a:pPr lvl="0"/>
            <a:r>
              <a:rPr lang="en-US"/>
              <a:t>Lorem ipsum dolor sit amet, consectetur adipiscing elit. Leo luctus adipiscing feugiat viverra facilisi. Tristique aliquet tempor, tortor amet scelerisque fermentum. Venenatis, quam consequat netus magna</a:t>
            </a:r>
          </a:p>
        </p:txBody>
      </p:sp>
    </p:spTree>
    <p:extLst>
      <p:ext uri="{BB962C8B-B14F-4D97-AF65-F5344CB8AC3E}">
        <p14:creationId xmlns:p14="http://schemas.microsoft.com/office/powerpoint/2010/main" val="2986077741"/>
      </p:ext>
    </p:extLst>
  </p:cSld>
  <p:clrMapOvr>
    <a:masterClrMapping/>
  </p:clrMapOvr>
  <p:transition/>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Case Study-4 Pictures">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256621FE-2493-434D-BD83-B0B78B101F25}"/>
              </a:ext>
            </a:extLst>
          </p:cNvPr>
          <p:cNvSpPr>
            <a:spLocks noGrp="1"/>
          </p:cNvSpPr>
          <p:nvPr>
            <p:ph type="pic" sz="quarter" idx="18"/>
          </p:nvPr>
        </p:nvSpPr>
        <p:spPr>
          <a:xfrm>
            <a:off x="-1" y="0"/>
            <a:ext cx="3045667" cy="6858000"/>
          </a:xfrm>
          <a:prstGeom prst="rect">
            <a:avLst/>
          </a:prstGeom>
          <a:solidFill>
            <a:schemeClr val="bg2"/>
          </a:solidFill>
        </p:spPr>
        <p:txBody>
          <a:bodyPr/>
          <a:lstStyle/>
          <a:p>
            <a:r>
              <a:rPr lang="en-GB"/>
              <a:t>Click icon to add picture</a:t>
            </a:r>
            <a:endParaRPr lang="en-US"/>
          </a:p>
        </p:txBody>
      </p:sp>
      <p:sp>
        <p:nvSpPr>
          <p:cNvPr id="16" name="Picture Placeholder 12">
            <a:extLst>
              <a:ext uri="{FF2B5EF4-FFF2-40B4-BE49-F238E27FC236}">
                <a16:creationId xmlns:a16="http://schemas.microsoft.com/office/drawing/2014/main" id="{95D56692-426B-4F40-8BC1-45B989D44140}"/>
              </a:ext>
            </a:extLst>
          </p:cNvPr>
          <p:cNvSpPr>
            <a:spLocks noGrp="1"/>
          </p:cNvSpPr>
          <p:nvPr>
            <p:ph type="pic" sz="quarter" idx="19"/>
          </p:nvPr>
        </p:nvSpPr>
        <p:spPr>
          <a:xfrm>
            <a:off x="3048777" y="0"/>
            <a:ext cx="3045667" cy="6858000"/>
          </a:xfrm>
          <a:prstGeom prst="rect">
            <a:avLst/>
          </a:prstGeom>
          <a:solidFill>
            <a:schemeClr val="bg2"/>
          </a:solidFill>
        </p:spPr>
        <p:txBody>
          <a:bodyPr/>
          <a:lstStyle/>
          <a:p>
            <a:r>
              <a:rPr lang="en-GB"/>
              <a:t>Click icon to add picture</a:t>
            </a:r>
            <a:endParaRPr lang="en-US"/>
          </a:p>
        </p:txBody>
      </p:sp>
      <p:sp>
        <p:nvSpPr>
          <p:cNvPr id="18" name="Picture Placeholder 12">
            <a:extLst>
              <a:ext uri="{FF2B5EF4-FFF2-40B4-BE49-F238E27FC236}">
                <a16:creationId xmlns:a16="http://schemas.microsoft.com/office/drawing/2014/main" id="{32D43E18-54F7-4125-A364-D733497B4F32}"/>
              </a:ext>
            </a:extLst>
          </p:cNvPr>
          <p:cNvSpPr>
            <a:spLocks noGrp="1"/>
          </p:cNvSpPr>
          <p:nvPr>
            <p:ph type="pic" sz="quarter" idx="20"/>
          </p:nvPr>
        </p:nvSpPr>
        <p:spPr>
          <a:xfrm>
            <a:off x="6097555" y="0"/>
            <a:ext cx="3045667" cy="6858000"/>
          </a:xfrm>
          <a:prstGeom prst="rect">
            <a:avLst/>
          </a:prstGeom>
          <a:solidFill>
            <a:schemeClr val="bg2"/>
          </a:solidFill>
        </p:spPr>
        <p:txBody>
          <a:bodyPr/>
          <a:lstStyle/>
          <a:p>
            <a:r>
              <a:rPr lang="en-GB"/>
              <a:t>Click icon to add picture</a:t>
            </a:r>
            <a:endParaRPr lang="en-US"/>
          </a:p>
        </p:txBody>
      </p:sp>
      <p:sp>
        <p:nvSpPr>
          <p:cNvPr id="20" name="Picture Placeholder 12">
            <a:extLst>
              <a:ext uri="{FF2B5EF4-FFF2-40B4-BE49-F238E27FC236}">
                <a16:creationId xmlns:a16="http://schemas.microsoft.com/office/drawing/2014/main" id="{0D751945-7936-4E08-A1DF-7F344072146F}"/>
              </a:ext>
            </a:extLst>
          </p:cNvPr>
          <p:cNvSpPr>
            <a:spLocks noGrp="1"/>
          </p:cNvSpPr>
          <p:nvPr>
            <p:ph type="pic" sz="quarter" idx="21"/>
          </p:nvPr>
        </p:nvSpPr>
        <p:spPr>
          <a:xfrm>
            <a:off x="9146333" y="0"/>
            <a:ext cx="3045667" cy="6858000"/>
          </a:xfrm>
          <a:prstGeom prst="rect">
            <a:avLst/>
          </a:prstGeom>
          <a:solidFill>
            <a:schemeClr val="bg2"/>
          </a:solidFill>
        </p:spPr>
        <p:txBody>
          <a:bodyPr/>
          <a:lstStyle/>
          <a:p>
            <a:r>
              <a:rPr lang="en-GB"/>
              <a:t>Click icon to add picture</a:t>
            </a:r>
            <a:endParaRPr lang="en-US"/>
          </a:p>
        </p:txBody>
      </p:sp>
      <p:pic>
        <p:nvPicPr>
          <p:cNvPr id="2" name="Graphic 1">
            <a:extLst>
              <a:ext uri="{FF2B5EF4-FFF2-40B4-BE49-F238E27FC236}">
                <a16:creationId xmlns:a16="http://schemas.microsoft.com/office/drawing/2014/main" id="{0F219C23-5248-6A23-1656-7F24D37DB20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4" name="TextBox 3">
            <a:extLst>
              <a:ext uri="{FF2B5EF4-FFF2-40B4-BE49-F238E27FC236}">
                <a16:creationId xmlns:a16="http://schemas.microsoft.com/office/drawing/2014/main" id="{9D0F7879-EF16-5C25-BC5F-DF85AD10BA3F}"/>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5" name="Text Placeholder 3">
            <a:extLst>
              <a:ext uri="{FF2B5EF4-FFF2-40B4-BE49-F238E27FC236}">
                <a16:creationId xmlns:a16="http://schemas.microsoft.com/office/drawing/2014/main" id="{47931746-EE72-E501-E583-1218E82991FF}"/>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Tree>
    <p:extLst>
      <p:ext uri="{BB962C8B-B14F-4D97-AF65-F5344CB8AC3E}">
        <p14:creationId xmlns:p14="http://schemas.microsoft.com/office/powerpoint/2010/main" val="480115392"/>
      </p:ext>
    </p:extLst>
  </p:cSld>
  <p:clrMapOvr>
    <a:masterClrMapping/>
  </p:clrMapOvr>
  <p:transition/>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Full 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BE84340-BD33-8E44-99AA-69963886122B}"/>
              </a:ext>
            </a:extLst>
          </p:cNvPr>
          <p:cNvSpPr>
            <a:spLocks noGrp="1"/>
          </p:cNvSpPr>
          <p:nvPr>
            <p:ph type="pic" sz="quarter" idx="10"/>
          </p:nvPr>
        </p:nvSpPr>
        <p:spPr>
          <a:xfrm>
            <a:off x="0" y="0"/>
            <a:ext cx="12192000" cy="6858000"/>
          </a:xfrm>
          <a:prstGeom prst="rect">
            <a:avLst/>
          </a:prstGeom>
        </p:spPr>
        <p:txBody>
          <a:bodyPr/>
          <a:lstStyle/>
          <a:p>
            <a:r>
              <a:rPr lang="en-GB"/>
              <a:t>Click icon to add picture</a:t>
            </a:r>
            <a:endParaRPr lang="en-US"/>
          </a:p>
        </p:txBody>
      </p:sp>
    </p:spTree>
    <p:extLst>
      <p:ext uri="{BB962C8B-B14F-4D97-AF65-F5344CB8AC3E}">
        <p14:creationId xmlns:p14="http://schemas.microsoft.com/office/powerpoint/2010/main" val="3219030050"/>
      </p:ext>
    </p:extLst>
  </p:cSld>
  <p:clrMapOvr>
    <a:masterClrMapping/>
  </p:clrMapOvr>
  <p:transition/>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32DEA7B-FE87-E4A3-0E28-5A6940077AAF}"/>
              </a:ext>
            </a:extLst>
          </p:cNvPr>
          <p:cNvSpPr/>
          <p:nvPr userDrawn="1"/>
        </p:nvSpPr>
        <p:spPr bwMode="auto">
          <a:xfrm>
            <a:off x="1020000" y="999000"/>
            <a:ext cx="10152000" cy="4860000"/>
          </a:xfrm>
          <a:prstGeom prst="rect">
            <a:avLst/>
          </a:prstGeom>
          <a:gradFill>
            <a:gsLst>
              <a:gs pos="66000">
                <a:schemeClr val="accent5"/>
              </a:gs>
              <a:gs pos="0">
                <a:schemeClr val="accent2"/>
              </a:gs>
              <a:gs pos="100000">
                <a:schemeClr val="accent4"/>
              </a:gs>
            </a:gsLst>
            <a:lin ang="1800000" scaled="0"/>
          </a:gradFill>
          <a:ln>
            <a:noFill/>
          </a:ln>
          <a:effectLst/>
        </p:spPr>
        <p:txBody>
          <a:bodyPr wrap="square" lIns="0" tIns="0" rIns="0" bIns="0" rtlCol="0" anchor="ctr"/>
          <a:lstStyle/>
          <a:p>
            <a:pPr lvl="0" algn="ctr"/>
            <a:endParaRPr lang="en-US" sz="2400">
              <a:solidFill>
                <a:schemeClr val="bg1"/>
              </a:solidFill>
              <a:latin typeface="Calibri Light" panose="020F0302020204030204" pitchFamily="34" charset="0"/>
              <a:ea typeface="Human Sans ExtraLight" charset="0"/>
              <a:cs typeface="Human Sans ExtraLight" charset="0"/>
            </a:endParaRPr>
          </a:p>
        </p:txBody>
      </p:sp>
      <p:sp>
        <p:nvSpPr>
          <p:cNvPr id="9" name="Title 8">
            <a:extLst>
              <a:ext uri="{FF2B5EF4-FFF2-40B4-BE49-F238E27FC236}">
                <a16:creationId xmlns:a16="http://schemas.microsoft.com/office/drawing/2014/main" id="{388A2ACC-EFED-3CEF-B58F-EA44CFA34596}"/>
              </a:ext>
            </a:extLst>
          </p:cNvPr>
          <p:cNvSpPr>
            <a:spLocks noGrp="1"/>
          </p:cNvSpPr>
          <p:nvPr>
            <p:ph type="title" hasCustomPrompt="1"/>
          </p:nvPr>
        </p:nvSpPr>
        <p:spPr>
          <a:xfrm>
            <a:off x="2149475" y="2464175"/>
            <a:ext cx="7899400" cy="615553"/>
          </a:xfrm>
          <a:prstGeom prst="rect">
            <a:avLst/>
          </a:prstGeom>
        </p:spPr>
        <p:txBody>
          <a:bodyPr vert="horz" wrap="square" lIns="0" tIns="0" rIns="0" bIns="0" rtlCol="0" anchor="t">
            <a:spAutoFit/>
          </a:bodyPr>
          <a:lstStyle>
            <a:lvl1pPr>
              <a:defRPr lang="en-US" sz="4000" b="0" i="0" spc="0">
                <a:solidFill>
                  <a:schemeClr val="bg1"/>
                </a:solidFill>
                <a:effectLst/>
                <a:latin typeface="Calibri Light" panose="020F0302020204030204" pitchFamily="34" charset="0"/>
                <a:cs typeface="Calibri Light" panose="020F0302020204030204" pitchFamily="34" charset="0"/>
              </a:defRPr>
            </a:lvl1pPr>
          </a:lstStyle>
          <a:p>
            <a:pPr lvl="0"/>
            <a:r>
              <a:rPr lang="en-US"/>
              <a:t>Insert your quote here</a:t>
            </a:r>
          </a:p>
        </p:txBody>
      </p:sp>
      <p:sp>
        <p:nvSpPr>
          <p:cNvPr id="2" name="Title 8">
            <a:extLst>
              <a:ext uri="{FF2B5EF4-FFF2-40B4-BE49-F238E27FC236}">
                <a16:creationId xmlns:a16="http://schemas.microsoft.com/office/drawing/2014/main" id="{A967559A-5EC8-8B92-65E3-76928C972876}"/>
              </a:ext>
            </a:extLst>
          </p:cNvPr>
          <p:cNvSpPr txBox="1"/>
          <p:nvPr userDrawn="1"/>
        </p:nvSpPr>
        <p:spPr>
          <a:xfrm>
            <a:off x="2062976" y="1531155"/>
            <a:ext cx="1248633" cy="147732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lang="en-US" sz="4000" b="0" i="0" kern="1200" spc="0">
                <a:gradFill>
                  <a:gsLst>
                    <a:gs pos="50000">
                      <a:schemeClr val="accent2"/>
                    </a:gs>
                    <a:gs pos="70000">
                      <a:schemeClr val="accent5"/>
                    </a:gs>
                    <a:gs pos="100000">
                      <a:schemeClr val="accent4"/>
                    </a:gs>
                  </a:gsLst>
                  <a:lin ang="1200000" scaled="0"/>
                </a:gradFill>
                <a:effectLst/>
                <a:latin typeface="Calibri Light" panose="020F0302020204030204" pitchFamily="34" charset="0"/>
                <a:ea typeface="Calibri" panose="020F0502020204030204" pitchFamily="34" charset="0"/>
                <a:cs typeface="Calibri Light" panose="020F0302020204030204" pitchFamily="34" charset="0"/>
              </a:defRPr>
            </a:lvl1pPr>
          </a:lstStyle>
          <a:p>
            <a:r>
              <a:rPr lang="en-GB" sz="9600">
                <a:solidFill>
                  <a:schemeClr val="bg1"/>
                </a:solidFill>
              </a:rPr>
              <a:t>“</a:t>
            </a:r>
          </a:p>
        </p:txBody>
      </p:sp>
    </p:spTree>
    <p:extLst>
      <p:ext uri="{BB962C8B-B14F-4D97-AF65-F5344CB8AC3E}">
        <p14:creationId xmlns:p14="http://schemas.microsoft.com/office/powerpoint/2010/main" val="3033242562"/>
      </p:ext>
    </p:extLst>
  </p:cSld>
  <p:clrMapOvr>
    <a:masterClrMapping/>
  </p:clrMapOvr>
  <p:transition/>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Thank_you">
    <p:bg>
      <p:bgPr>
        <a:solidFill>
          <a:schemeClr val="tx1"/>
        </a:solid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pPr lvl="0"/>
            <a:r>
              <a:rPr lang="en-GB"/>
              <a:t>Click to edit Master text styles</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GB"/>
              <a:t>Click to edit Master text styles</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84736574-B51A-9653-821A-E3F5C3FCDF5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3" name="TextBox 2">
            <a:extLst>
              <a:ext uri="{FF2B5EF4-FFF2-40B4-BE49-F238E27FC236}">
                <a16:creationId xmlns:a16="http://schemas.microsoft.com/office/drawing/2014/main" id="{6191EA3E-7B20-955D-0C59-DF85A9153658}"/>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A9BB0EE7-0219-6A5E-BA7F-872F2C48D7E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2480696283"/>
      </p:ext>
    </p:extLst>
  </p:cSld>
  <p:clrMapOvr>
    <a:masterClrMapping/>
  </p:clrMapOvr>
  <p:transition/>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hank_you-Light">
    <p:bg>
      <p:bgPr>
        <a:blipFill dpi="0" rotWithShape="1">
          <a:blip r:embed="rId2">
            <a:lum/>
          </a:blip>
          <a:stretch>
            <a:fillRect/>
          </a:stretch>
        </a:blipFill>
        <a:effectLst/>
      </p:bgPr>
    </p:bg>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solidFill>
                  <a:schemeClr val="tx1"/>
                </a:solidFill>
                <a:latin typeface="Calibri" panose="020F0502020204030204" pitchFamily="34" charset="0"/>
                <a:cs typeface="Calibri" panose="020F0502020204030204" pitchFamily="34" charset="0"/>
              </a:defRPr>
            </a:lvl1pPr>
          </a:lstStyle>
          <a:p>
            <a:pPr lvl="0"/>
            <a:r>
              <a:rPr lang="en-GB"/>
              <a:t>Click to edit Master text styles</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GB"/>
              <a:t>Click to edit Master text styles</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solidFill>
                  <a:schemeClr val="tx1"/>
                </a:solidFill>
                <a:latin typeface="Calibri Light" panose="020F0302020204030204" pitchFamily="34" charset="0"/>
                <a:cs typeface="Calibri Light" panose="020F0302020204030204" pitchFamily="34" charset="0"/>
              </a:defRPr>
            </a:lvl1pPr>
          </a:lstStyle>
          <a:p>
            <a:pPr lvl="0"/>
            <a:r>
              <a:rPr lang="en-GB"/>
              <a:t>Click to edit Master text styles</a:t>
            </a:r>
          </a:p>
          <a:p>
            <a:pPr lvl="1"/>
            <a:r>
              <a:rPr lang="en-GB"/>
              <a:t>Second level</a:t>
            </a:r>
          </a:p>
          <a:p>
            <a:pPr lvl="2"/>
            <a:r>
              <a:rPr lang="en-GB"/>
              <a:t>Third level</a:t>
            </a:r>
          </a:p>
          <a:p>
            <a:pPr lvl="3"/>
            <a:r>
              <a:rPr lang="en-GB"/>
              <a:t>Fourth level</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457200" y="1353882"/>
            <a:ext cx="4220135" cy="1107996"/>
          </a:xfrm>
          <a:prstGeom prst="rect">
            <a:avLst/>
          </a:prstGeom>
        </p:spPr>
        <p:txBody>
          <a:bodyPr wrap="square">
            <a:spAutoFit/>
          </a:bodyPr>
          <a:lstStyle>
            <a:lvl1pPr>
              <a:defRPr sz="7200" b="0" i="0">
                <a:gradFill>
                  <a:gsLst>
                    <a:gs pos="50000">
                      <a:schemeClr val="accent2"/>
                    </a:gs>
                    <a:gs pos="70000">
                      <a:schemeClr val="accent5"/>
                    </a:gs>
                    <a:gs pos="100000">
                      <a:schemeClr val="accent4"/>
                    </a:gs>
                  </a:gsLst>
                  <a:lin ang="120000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p:nvPr userDrawn="1"/>
        </p:nvCxnSpPr>
        <p:spPr>
          <a:xfrm>
            <a:off x="6008594" y="1981200"/>
            <a:ext cx="6248400" cy="0"/>
          </a:xfrm>
          <a:prstGeom prst="line">
            <a:avLst/>
          </a:prstGeom>
          <a:ln w="6350">
            <a:solidFill>
              <a:schemeClr val="tx2">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8544534"/>
      </p:ext>
    </p:extLst>
  </p:cSld>
  <p:clrMapOvr>
    <a:masterClrMapping/>
  </p:clrMapOvr>
  <p:transition/>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Thank_you_photo">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r>
              <a:rPr lang="en-GB"/>
              <a:t>Click icon to add picture</a:t>
            </a:r>
            <a:endParaRPr lang="en-US"/>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474663" y="1035424"/>
            <a:ext cx="4648200" cy="1107996"/>
          </a:xfrm>
          <a:prstGeom prst="rect">
            <a:avLst/>
          </a:prstGeom>
        </p:spPr>
        <p:txBody>
          <a:bodyPr vert="horz" wrap="square" lIns="0" tIns="0" rIns="0" bIns="0" rtlCol="0" anchor="t">
            <a:spAutoFit/>
          </a:bodyPr>
          <a:lstStyle>
            <a:lvl1pPr>
              <a:defRPr lang="en-US" sz="7200" b="0">
                <a:gradFill>
                  <a:gsLst>
                    <a:gs pos="50000">
                      <a:schemeClr val="accent2"/>
                    </a:gs>
                    <a:gs pos="70000">
                      <a:schemeClr val="accent5"/>
                    </a:gs>
                    <a:gs pos="100000">
                      <a:schemeClr val="accent4"/>
                    </a:gs>
                  </a:gsLst>
                  <a:lin ang="1200000" scaled="0"/>
                </a:gradFill>
                <a:latin typeface="Calibri" panose="020F0502020204030204" pitchFamily="34" charset="0"/>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474663" y="2540616"/>
            <a:ext cx="3827462" cy="257250"/>
          </a:xfrm>
          <a:prstGeom prst="rect">
            <a:avLst/>
          </a:prstGeom>
        </p:spPr>
        <p:txBody>
          <a:bodyPr/>
          <a:lstStyle>
            <a:lvl1pPr>
              <a:defRPr sz="1600" b="0" i="0">
                <a:solidFill>
                  <a:schemeClr val="bg1"/>
                </a:solidFill>
                <a:latin typeface="Calibri" panose="020F0502020204030204" pitchFamily="34" charset="0"/>
                <a:cs typeface="Calibri" panose="020F0502020204030204" pitchFamily="34" charset="0"/>
              </a:defRPr>
            </a:lvl1pPr>
          </a:lstStyle>
          <a:p>
            <a:pPr lvl="0"/>
            <a:r>
              <a:rPr lang="en-GB"/>
              <a:t>Click to edit Master text styles</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474663" y="3313799"/>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pPr lvl="0"/>
            <a:r>
              <a:rPr lang="en-GB"/>
              <a:t>Click to edit Master text styles</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474663" y="3672220"/>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474663" y="420130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474663" y="4488235"/>
            <a:ext cx="3827462" cy="225126"/>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GB"/>
              <a:t>Click to edit Master text styles</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474663" y="4897078"/>
            <a:ext cx="3827462" cy="1173078"/>
          </a:xfrm>
          <a:prstGeom prst="rect">
            <a:avLst/>
          </a:prstGeom>
        </p:spPr>
        <p:txBody>
          <a:bodyPr/>
          <a:lstStyle>
            <a:lvl1pPr>
              <a:defRPr sz="1400" b="0" i="0">
                <a:solidFill>
                  <a:schemeClr val="bg1"/>
                </a:solidFill>
                <a:latin typeface="Calibri Light" panose="020F0302020204030204" pitchFamily="34" charset="0"/>
                <a:cs typeface="Calibri Light" panose="020F0302020204030204" pitchFamily="34" charset="0"/>
              </a:defRPr>
            </a:lvl1pPr>
          </a:lstStyle>
          <a:p>
            <a:pPr lvl="0"/>
            <a:r>
              <a:rPr lang="en-GB"/>
              <a:t>Click to edit Master text styles</a:t>
            </a:r>
          </a:p>
          <a:p>
            <a:pPr lvl="1"/>
            <a:r>
              <a:rPr lang="en-GB"/>
              <a:t>Second level</a:t>
            </a:r>
          </a:p>
          <a:p>
            <a:pPr lvl="2"/>
            <a:r>
              <a:rPr lang="en-GB"/>
              <a:t>Third level</a:t>
            </a:r>
          </a:p>
          <a:p>
            <a:pPr lvl="3"/>
            <a:r>
              <a:rPr lang="en-GB"/>
              <a:t>Fourth level</a:t>
            </a:r>
          </a:p>
        </p:txBody>
      </p:sp>
      <p:cxnSp>
        <p:nvCxnSpPr>
          <p:cNvPr id="11" name="Straight Connector 10">
            <a:extLst>
              <a:ext uri="{FF2B5EF4-FFF2-40B4-BE49-F238E27FC236}">
                <a16:creationId xmlns:a16="http://schemas.microsoft.com/office/drawing/2014/main" id="{68FF80AE-E38B-EC18-E1B5-2B5AAE36C2F4}"/>
              </a:ext>
            </a:extLst>
          </p:cNvPr>
          <p:cNvCxnSpPr/>
          <p:nvPr userDrawn="1"/>
        </p:nvCxnSpPr>
        <p:spPr>
          <a:xfrm>
            <a:off x="474663"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B5E39841-8080-2E83-D8BB-7AD807F024A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
        <p:nvSpPr>
          <p:cNvPr id="12" name="TextBox 11">
            <a:extLst>
              <a:ext uri="{FF2B5EF4-FFF2-40B4-BE49-F238E27FC236}">
                <a16:creationId xmlns:a16="http://schemas.microsoft.com/office/drawing/2014/main" id="{598728A8-4504-9979-0928-94780E8A451A}"/>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3" name="Text Placeholder 3">
            <a:extLst>
              <a:ext uri="{FF2B5EF4-FFF2-40B4-BE49-F238E27FC236}">
                <a16:creationId xmlns:a16="http://schemas.microsoft.com/office/drawing/2014/main" id="{68625CBB-5BC8-9235-54D3-C8F265017D79}"/>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solidFill>
                  <a:schemeClr val="bg1"/>
                </a:solidFill>
              </a:rPr>
              <a:pPr lvl="0"/>
              <a:t>‹#›</a:t>
            </a:fld>
            <a:endParaRPr lang="en-US" sz="1000">
              <a:solidFill>
                <a:schemeClr val="bg1"/>
              </a:solidFill>
            </a:endParaRPr>
          </a:p>
        </p:txBody>
      </p:sp>
    </p:spTree>
    <p:extLst>
      <p:ext uri="{BB962C8B-B14F-4D97-AF65-F5344CB8AC3E}">
        <p14:creationId xmlns:p14="http://schemas.microsoft.com/office/powerpoint/2010/main" val="1211579025"/>
      </p:ext>
    </p:extLst>
  </p:cSld>
  <p:clrMapOvr>
    <a:masterClrMapping/>
  </p:clrMapOvr>
  <p:transition/>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r>
              <a:rPr lang="en-GB"/>
              <a:t>Click icon to add picture</a:t>
            </a:r>
            <a:endParaRPr lang="en-US"/>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rgbClr val="161616"/>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userDrawn="1"/>
        </p:nvSpPr>
        <p:spPr bwMode="auto">
          <a:xfrm>
            <a:off x="-2151983" y="5103629"/>
            <a:ext cx="3848986" cy="3848986"/>
          </a:xfrm>
          <a:prstGeom prst="ellipse">
            <a:avLst/>
          </a:prstGeom>
          <a:solidFill>
            <a:srgbClr val="8B97FF">
              <a:alpha val="65000"/>
            </a:srgbClr>
          </a:solidFill>
          <a:ln>
            <a:noFill/>
          </a:ln>
          <a:effectLst>
            <a:softEdge rad="80594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Calibri" panose="020F0502020204030204" pitchFamily="34"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584775"/>
          </a:xfrm>
          <a:prstGeom prst="rect">
            <a:avLst/>
          </a:prstGeom>
        </p:spPr>
        <p:txBody>
          <a:bodyPr wrap="square">
            <a:spAutoFit/>
          </a:bodyPr>
          <a:lstStyle>
            <a:lvl1pPr>
              <a:lnSpc>
                <a:spcPct val="100000"/>
              </a:lnSpc>
              <a:spcBef>
                <a:spcPct val="0"/>
              </a:spcBef>
              <a:defRPr sz="38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Thank you!</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ct val="0"/>
              </a:spcBef>
              <a:defRPr sz="1200" b="1" spc="300">
                <a:solidFill>
                  <a:schemeClr val="bg1"/>
                </a:solidFill>
                <a:latin typeface="+mj-lt"/>
                <a:cs typeface="Calibri Light" panose="020F0302020204030204" pitchFamily="34" charset="0"/>
              </a:defRPr>
            </a:lvl1pPr>
            <a:lvl2pPr>
              <a:buNone/>
              <a:defRPr/>
            </a:lvl2pPr>
          </a:lstStyle>
          <a:p>
            <a:pPr lvl="0"/>
            <a:r>
              <a:rPr lang="en-US">
                <a:effectLst/>
              </a:rPr>
              <a:t>EPAM</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ct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flipH="1">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E5AA398A-2E47-0C00-F4A0-87498FC7BBC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0" name="Text Placeholder 3">
            <a:extLst>
              <a:ext uri="{FF2B5EF4-FFF2-40B4-BE49-F238E27FC236}">
                <a16:creationId xmlns:a16="http://schemas.microsoft.com/office/drawing/2014/main" id="{E8E7F306-CD25-215E-BBB0-42720869F90C}"/>
              </a:ext>
            </a:extLst>
          </p:cNvPr>
          <p:cNvSpPr txBox="1"/>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a:t>
            </a:fld>
            <a:endParaRPr lang="en-US" sz="1000">
              <a:solidFill>
                <a:schemeClr val="tx1"/>
              </a:solidFill>
            </a:endParaRPr>
          </a:p>
        </p:txBody>
      </p:sp>
    </p:spTree>
    <p:extLst>
      <p:ext uri="{BB962C8B-B14F-4D97-AF65-F5344CB8AC3E}">
        <p14:creationId xmlns:p14="http://schemas.microsoft.com/office/powerpoint/2010/main" val="4048103568"/>
      </p:ext>
    </p:extLst>
  </p:cSld>
  <p:clrMapOvr>
    <a:masterClrMapping/>
  </p:clrMapOvr>
  <p:transition/>
</p:sldLayout>
</file>

<file path=ppt/slideLayouts/slideLayout281.xml><?xml version="1.0" encoding="utf-8"?>
<p:sldLayout xmlns:a="http://schemas.openxmlformats.org/drawingml/2006/main" xmlns:r="http://schemas.openxmlformats.org/officeDocument/2006/relationships" xmlns:p="http://schemas.openxmlformats.org/presentationml/2006/main" userDrawn="1">
  <p:cSld name="2_Custom Layout">
    <p:bg>
      <p:bgPr>
        <a:blipFill dpi="0" rotWithShape="1">
          <a:blip r:embed="rId2" cstate="email">
            <a:alphaModFix amt="97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7E287B6-2821-6380-6538-D34B5499079B}"/>
              </a:ext>
            </a:extLst>
          </p:cNvPr>
          <p:cNvSpPr>
            <a:spLocks noGrp="1"/>
          </p:cNvSpPr>
          <p:nvPr>
            <p:ph type="title" hasCustomPrompt="1"/>
          </p:nvPr>
        </p:nvSpPr>
        <p:spPr>
          <a:xfrm>
            <a:off x="639074" y="731520"/>
            <a:ext cx="10917926" cy="457200"/>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t>Title Goes Here</a:t>
            </a:r>
          </a:p>
        </p:txBody>
      </p:sp>
      <p:sp>
        <p:nvSpPr>
          <p:cNvPr id="4" name="Text Placeholder 10">
            <a:extLst>
              <a:ext uri="{FF2B5EF4-FFF2-40B4-BE49-F238E27FC236}">
                <a16:creationId xmlns:a16="http://schemas.microsoft.com/office/drawing/2014/main" id="{01126A01-3EE7-5F33-DA74-B4FF2B18EB2F}"/>
              </a:ext>
            </a:extLst>
          </p:cNvPr>
          <p:cNvSpPr>
            <a:spLocks noGrp="1"/>
          </p:cNvSpPr>
          <p:nvPr>
            <p:ph type="body" sz="quarter" idx="15" hasCustomPrompt="1"/>
          </p:nvPr>
        </p:nvSpPr>
        <p:spPr>
          <a:xfrm>
            <a:off x="639074" y="419100"/>
            <a:ext cx="10917926" cy="223451"/>
          </a:xfrm>
          <a:prstGeom prst="rect">
            <a:avLst/>
          </a:prstGeom>
        </p:spPr>
        <p:txBody>
          <a:bodyPr vert="horz" lIns="0" tIns="0" rIns="0" bIns="0" rtlCol="0">
            <a:noAutofit/>
          </a:bodyPr>
          <a:lstStyle>
            <a:lvl1pPr>
              <a:defRPr lang="en-US" sz="1000" b="1" cap="all" spc="300" baseline="0">
                <a:solidFill>
                  <a:schemeClr val="tx1"/>
                </a:solidFill>
                <a:latin typeface="Calibri" panose="020F0502020204030204" pitchFamily="34" charset="0"/>
              </a:defRPr>
            </a:lvl1pPr>
          </a:lstStyle>
          <a:p>
            <a:pPr lvl="0"/>
            <a:r>
              <a:rPr lang="en-US"/>
              <a:t>Click to add section title</a:t>
            </a:r>
          </a:p>
        </p:txBody>
      </p:sp>
    </p:spTree>
    <p:extLst>
      <p:ext uri="{BB962C8B-B14F-4D97-AF65-F5344CB8AC3E}">
        <p14:creationId xmlns:p14="http://schemas.microsoft.com/office/powerpoint/2010/main" val="4165034848"/>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667323A-6698-B4F8-D2C4-A0336BD7AE08}"/>
              </a:ext>
            </a:extLst>
          </p:cNvPr>
          <p:cNvSpPr>
            <a:spLocks noGrp="1"/>
          </p:cNvSpPr>
          <p:nvPr>
            <p:ph type="title" hasCustomPrompt="1"/>
          </p:nvPr>
        </p:nvSpPr>
        <p:spPr>
          <a:xfrm>
            <a:off x="627063" y="722843"/>
            <a:ext cx="10929937" cy="338554"/>
          </a:xfrm>
          <a:prstGeom prst="rect">
            <a:avLst/>
          </a:prstGeom>
        </p:spPr>
        <p:txBody>
          <a:bodyPr lIns="0" tIns="0" rIns="0" bIns="0">
            <a:noAutofit/>
          </a:bodyPr>
          <a:lstStyle>
            <a:lvl1pPr>
              <a:defRPr lang="en-US"/>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5" name="Text Placeholder 10">
            <a:extLst>
              <a:ext uri="{FF2B5EF4-FFF2-40B4-BE49-F238E27FC236}">
                <a16:creationId xmlns:a16="http://schemas.microsoft.com/office/drawing/2014/main" id="{E4BE38F8-DEB6-5998-7EB6-840C179B2EC8}"/>
              </a:ext>
            </a:extLst>
          </p:cNvPr>
          <p:cNvSpPr>
            <a:spLocks noGrp="1"/>
          </p:cNvSpPr>
          <p:nvPr>
            <p:ph type="body" sz="quarter" idx="28" hasCustomPrompt="1"/>
          </p:nvPr>
        </p:nvSpPr>
        <p:spPr>
          <a:xfrm>
            <a:off x="627063" y="419100"/>
            <a:ext cx="3632517" cy="225706"/>
          </a:xfrm>
          <a:prstGeom prst="rect">
            <a:avLst/>
          </a:prstGeom>
        </p:spPr>
        <p:txBody>
          <a:bodyPr/>
          <a:lstStyle>
            <a:lvl1pPr>
              <a:spcBef>
                <a:spcPts val="0"/>
              </a:spcBef>
              <a:defRPr lang="en-US" sz="1000" b="1" i="0" kern="1200" cap="all" spc="3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686994413"/>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userDrawn="1">
  <p:cSld name="Narrow-Gre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3142357"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2C54523F-EFD3-EDB0-4AF0-FB2421CCFFF3}"/>
              </a:ext>
            </a:extLst>
          </p:cNvPr>
          <p:cNvSpPr>
            <a:spLocks noGrp="1"/>
          </p:cNvSpPr>
          <p:nvPr>
            <p:ph type="title"/>
          </p:nvPr>
        </p:nvSpPr>
        <p:spPr>
          <a:xfrm>
            <a:off x="457200" y="723900"/>
            <a:ext cx="2586789" cy="457200"/>
          </a:xfrm>
        </p:spPr>
        <p:txBody>
          <a:bodyPr/>
          <a:lstStyle>
            <a:lvl1pPr>
              <a:defRPr b="1">
                <a:solidFill>
                  <a:schemeClr val="tx1"/>
                </a:solidFill>
                <a:latin typeface="+mn-lt"/>
              </a:defRPr>
            </a:lvl1pPr>
          </a:lstStyle>
          <a:p>
            <a:r>
              <a:rPr lang="en-US"/>
              <a:t>Click to edit Master title style</a:t>
            </a:r>
          </a:p>
        </p:txBody>
      </p:sp>
      <p:sp>
        <p:nvSpPr>
          <p:cNvPr id="3" name="Text Placeholder 10">
            <a:extLst>
              <a:ext uri="{FF2B5EF4-FFF2-40B4-BE49-F238E27FC236}">
                <a16:creationId xmlns:a16="http://schemas.microsoft.com/office/drawing/2014/main" id="{7DB8D92B-BDD7-86B1-A31A-C3740736BA65}"/>
              </a:ext>
            </a:extLst>
          </p:cNvPr>
          <p:cNvSpPr>
            <a:spLocks noGrp="1"/>
          </p:cNvSpPr>
          <p:nvPr>
            <p:ph type="body" sz="quarter" idx="15" hasCustomPrompt="1"/>
          </p:nvPr>
        </p:nvSpPr>
        <p:spPr>
          <a:xfrm>
            <a:off x="457200" y="382446"/>
            <a:ext cx="2586789" cy="255227"/>
          </a:xfrm>
          <a:prstGeom prst="rect">
            <a:avLst/>
          </a:prstGeom>
        </p:spPr>
        <p:txBody>
          <a:bodyPr vert="horz" lIns="0" tIns="0" rIns="0" bIns="0" rtlCol="0">
            <a:noAutofit/>
          </a:bodyPr>
          <a:lstStyle>
            <a:lvl1pPr>
              <a:defRPr lang="en-US" sz="1000" cap="all" spc="300" baseline="0">
                <a:solidFill>
                  <a:schemeClr val="tx1"/>
                </a:solidFill>
                <a:latin typeface="Calibri" panose="020F0502020204030204" pitchFamily="34" charset="0"/>
              </a:defRPr>
            </a:lvl1pPr>
          </a:lstStyle>
          <a:p>
            <a:pPr lvl="0">
              <a:lnSpc>
                <a:spcPct val="100000"/>
              </a:lnSpc>
            </a:pPr>
            <a:r>
              <a:rPr lang="en-US"/>
              <a:t>Click to add section title</a:t>
            </a:r>
          </a:p>
        </p:txBody>
      </p:sp>
      <p:pic>
        <p:nvPicPr>
          <p:cNvPr id="4" name="Graphic 3">
            <a:extLst>
              <a:ext uri="{FF2B5EF4-FFF2-40B4-BE49-F238E27FC236}">
                <a16:creationId xmlns:a16="http://schemas.microsoft.com/office/drawing/2014/main" id="{D5325495-8AB0-354C-B08E-DEBACB7A60F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57201" y="6438901"/>
            <a:ext cx="540540" cy="190499"/>
          </a:xfrm>
          <a:prstGeom prst="rect">
            <a:avLst/>
          </a:prstGeom>
        </p:spPr>
      </p:pic>
    </p:spTree>
    <p:extLst>
      <p:ext uri="{BB962C8B-B14F-4D97-AF65-F5344CB8AC3E}">
        <p14:creationId xmlns:p14="http://schemas.microsoft.com/office/powerpoint/2010/main" val="34885023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slideLayout" Target="../slideLayouts/slideLayout29.xml"/><Relationship Id="rId18" Type="http://schemas.openxmlformats.org/officeDocument/2006/relationships/slideLayout" Target="../slideLayouts/slideLayout30.xml"/><Relationship Id="rId19" Type="http://schemas.openxmlformats.org/officeDocument/2006/relationships/slideLayout" Target="../slideLayouts/slideLayout31.xml"/><Relationship Id="rId20" Type="http://schemas.openxmlformats.org/officeDocument/2006/relationships/slideLayout" Target="../slideLayouts/slideLayout32.xml"/><Relationship Id="rId21" Type="http://schemas.openxmlformats.org/officeDocument/2006/relationships/slideLayout" Target="../slideLayouts/slideLayout33.xml"/><Relationship Id="rId22" Type="http://schemas.openxmlformats.org/officeDocument/2006/relationships/slideLayout" Target="../slideLayouts/slideLayout34.xml"/><Relationship Id="rId23" Type="http://schemas.openxmlformats.org/officeDocument/2006/relationships/slideLayout" Target="../slideLayouts/slideLayout35.xml"/><Relationship Id="rId24" Type="http://schemas.openxmlformats.org/officeDocument/2006/relationships/slideLayout" Target="../slideLayouts/slideLayout36.xml"/><Relationship Id="rId25" Type="http://schemas.openxmlformats.org/officeDocument/2006/relationships/slideLayout" Target="../slideLayouts/slideLayout37.xml"/><Relationship Id="rId26" Type="http://schemas.openxmlformats.org/officeDocument/2006/relationships/slideLayout" Target="../slideLayouts/slideLayout38.xml"/><Relationship Id="rId27" Type="http://schemas.openxmlformats.org/officeDocument/2006/relationships/slideLayout" Target="../slideLayouts/slideLayout39.xml"/><Relationship Id="rId28" Type="http://schemas.openxmlformats.org/officeDocument/2006/relationships/slideLayout" Target="../slideLayouts/slideLayout40.xml"/><Relationship Id="rId29" Type="http://schemas.openxmlformats.org/officeDocument/2006/relationships/slideLayout" Target="../slideLayouts/slideLayout41.xml"/><Relationship Id="rId30" Type="http://schemas.openxmlformats.org/officeDocument/2006/relationships/slideLayout" Target="../slideLayouts/slideLayout42.xml"/><Relationship Id="rId31" Type="http://schemas.openxmlformats.org/officeDocument/2006/relationships/slideLayout" Target="../slideLayouts/slideLayout43.xml"/><Relationship Id="rId32" Type="http://schemas.openxmlformats.org/officeDocument/2006/relationships/slideLayout" Target="../slideLayouts/slideLayout44.xml"/><Relationship Id="rId33" Type="http://schemas.openxmlformats.org/officeDocument/2006/relationships/slideLayout" Target="../slideLayouts/slideLayout45.xml"/><Relationship Id="rId34" Type="http://schemas.openxmlformats.org/officeDocument/2006/relationships/slideLayout" Target="../slideLayouts/slideLayout46.xml"/><Relationship Id="rId35" Type="http://schemas.openxmlformats.org/officeDocument/2006/relationships/slideLayout" Target="../slideLayouts/slideLayout47.xml"/><Relationship Id="rId36" Type="http://schemas.openxmlformats.org/officeDocument/2006/relationships/slideLayout" Target="../slideLayouts/slideLayout48.xml"/><Relationship Id="rId37" Type="http://schemas.openxmlformats.org/officeDocument/2006/relationships/slideLayout" Target="../slideLayouts/slideLayout49.xml"/><Relationship Id="rId38" Type="http://schemas.openxmlformats.org/officeDocument/2006/relationships/slideLayout" Target="../slideLayouts/slideLayout50.xml"/><Relationship Id="rId39" Type="http://schemas.openxmlformats.org/officeDocument/2006/relationships/slideLayout" Target="../slideLayouts/slideLayout51.xml"/><Relationship Id="rId40" Type="http://schemas.openxmlformats.org/officeDocument/2006/relationships/slideLayout" Target="../slideLayouts/slideLayout52.xml"/><Relationship Id="rId41" Type="http://schemas.openxmlformats.org/officeDocument/2006/relationships/slideLayout" Target="../slideLayouts/slideLayout53.xml"/><Relationship Id="rId42" Type="http://schemas.openxmlformats.org/officeDocument/2006/relationships/slideLayout" Target="../slideLayouts/slideLayout54.xml"/><Relationship Id="rId43" Type="http://schemas.openxmlformats.org/officeDocument/2006/relationships/slideLayout" Target="../slideLayouts/slideLayout55.xml"/><Relationship Id="rId44" Type="http://schemas.openxmlformats.org/officeDocument/2006/relationships/slideLayout" Target="../slideLayouts/slideLayout56.xml"/><Relationship Id="rId45" Type="http://schemas.openxmlformats.org/officeDocument/2006/relationships/slideLayout" Target="../slideLayouts/slideLayout57.xml"/><Relationship Id="rId46" Type="http://schemas.openxmlformats.org/officeDocument/2006/relationships/slideLayout" Target="../slideLayouts/slideLayout58.xml"/><Relationship Id="rId47" Type="http://schemas.openxmlformats.org/officeDocument/2006/relationships/slideLayout" Target="../slideLayouts/slideLayout59.xml"/><Relationship Id="rId48" Type="http://schemas.openxmlformats.org/officeDocument/2006/relationships/slideLayout" Target="../slideLayouts/slideLayout60.xml"/><Relationship Id="rId49" Type="http://schemas.openxmlformats.org/officeDocument/2006/relationships/slideLayout" Target="../slideLayouts/slideLayout61.xml"/><Relationship Id="rId50" Type="http://schemas.openxmlformats.org/officeDocument/2006/relationships/slideLayout" Target="../slideLayouts/slideLayout62.xml"/><Relationship Id="rId51" Type="http://schemas.openxmlformats.org/officeDocument/2006/relationships/slideLayout" Target="../slideLayouts/slideLayout63.xml"/><Relationship Id="rId52" Type="http://schemas.openxmlformats.org/officeDocument/2006/relationships/slideLayout" Target="../slideLayouts/slideLayout64.xml"/><Relationship Id="rId53" Type="http://schemas.openxmlformats.org/officeDocument/2006/relationships/slideLayout" Target="../slideLayouts/slideLayout65.xml"/><Relationship Id="rId54" Type="http://schemas.openxmlformats.org/officeDocument/2006/relationships/slideLayout" Target="../slideLayouts/slideLayout66.xml"/><Relationship Id="rId55" Type="http://schemas.openxmlformats.org/officeDocument/2006/relationships/slideLayout" Target="../slideLayouts/slideLayout67.xml"/><Relationship Id="rId56" Type="http://schemas.openxmlformats.org/officeDocument/2006/relationships/slideLayout" Target="../slideLayouts/slideLayout68.xml"/><Relationship Id="rId57" Type="http://schemas.openxmlformats.org/officeDocument/2006/relationships/slideLayout" Target="../slideLayouts/slideLayout69.xml"/><Relationship Id="rId58" Type="http://schemas.openxmlformats.org/officeDocument/2006/relationships/slideLayout" Target="../slideLayouts/slideLayout70.xml"/><Relationship Id="rId59" Type="http://schemas.openxmlformats.org/officeDocument/2006/relationships/slideLayout" Target="../slideLayouts/slideLayout71.xml"/><Relationship Id="rId60" Type="http://schemas.openxmlformats.org/officeDocument/2006/relationships/slideLayout" Target="../slideLayouts/slideLayout72.xml"/><Relationship Id="rId61" Type="http://schemas.openxmlformats.org/officeDocument/2006/relationships/slideLayout" Target="../slideLayouts/slideLayout73.xml"/><Relationship Id="rId62" Type="http://schemas.openxmlformats.org/officeDocument/2006/relationships/slideLayout" Target="../slideLayouts/slideLayout74.xml"/><Relationship Id="rId63" Type="http://schemas.openxmlformats.org/officeDocument/2006/relationships/slideLayout" Target="../slideLayouts/slideLayout75.xml"/><Relationship Id="rId64" Type="http://schemas.openxmlformats.org/officeDocument/2006/relationships/slideLayout" Target="../slideLayouts/slideLayout76.xml"/><Relationship Id="rId65" Type="http://schemas.openxmlformats.org/officeDocument/2006/relationships/slideLayout" Target="../slideLayouts/slideLayout77.xml"/><Relationship Id="rId66" Type="http://schemas.openxmlformats.org/officeDocument/2006/relationships/slideLayout" Target="../slideLayouts/slideLayout78.xml"/><Relationship Id="rId67" Type="http://schemas.openxmlformats.org/officeDocument/2006/relationships/slideLayout" Target="../slideLayouts/slideLayout79.xml"/><Relationship Id="rId68" Type="http://schemas.openxmlformats.org/officeDocument/2006/relationships/slideLayout" Target="../slideLayouts/slideLayout80.xml"/><Relationship Id="rId69" Type="http://schemas.openxmlformats.org/officeDocument/2006/relationships/slideLayout" Target="../slideLayouts/slideLayout81.xml"/><Relationship Id="rId70" Type="http://schemas.openxmlformats.org/officeDocument/2006/relationships/slideLayout" Target="../slideLayouts/slideLayout82.xml"/><Relationship Id="rId71" Type="http://schemas.openxmlformats.org/officeDocument/2006/relationships/slideLayout" Target="../slideLayouts/slideLayout83.xml"/><Relationship Id="rId72" Type="http://schemas.openxmlformats.org/officeDocument/2006/relationships/slideLayout" Target="../slideLayouts/slideLayout84.xml"/><Relationship Id="rId73" Type="http://schemas.openxmlformats.org/officeDocument/2006/relationships/slideLayout" Target="../slideLayouts/slideLayout85.xml"/><Relationship Id="rId74" Type="http://schemas.openxmlformats.org/officeDocument/2006/relationships/slideLayout" Target="../slideLayouts/slideLayout86.xml"/><Relationship Id="rId75" Type="http://schemas.openxmlformats.org/officeDocument/2006/relationships/theme" Target="../theme/theme2.xml"/><Relationship Id="rId76" Type="http://schemas.openxmlformats.org/officeDocument/2006/relationships/image" Target="../media/image2.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slideLayout" Target="../slideLayouts/slideLayout88.xml"/><Relationship Id="rId3" Type="http://schemas.openxmlformats.org/officeDocument/2006/relationships/slideLayout" Target="../slideLayouts/slideLayout89.xml"/><Relationship Id="rId4" Type="http://schemas.openxmlformats.org/officeDocument/2006/relationships/slideLayout" Target="../slideLayouts/slideLayout90.xml"/><Relationship Id="rId5" Type="http://schemas.openxmlformats.org/officeDocument/2006/relationships/slideLayout" Target="../slideLayouts/slideLayout91.xml"/><Relationship Id="rId6" Type="http://schemas.openxmlformats.org/officeDocument/2006/relationships/slideLayout" Target="../slideLayouts/slideLayout92.xml"/><Relationship Id="rId7" Type="http://schemas.openxmlformats.org/officeDocument/2006/relationships/slideLayout" Target="../slideLayouts/slideLayout93.xml"/><Relationship Id="rId8" Type="http://schemas.openxmlformats.org/officeDocument/2006/relationships/slideLayout" Target="../slideLayouts/slideLayout94.xml"/><Relationship Id="rId9" Type="http://schemas.openxmlformats.org/officeDocument/2006/relationships/slideLayout" Target="../slideLayouts/slideLayout95.xml"/><Relationship Id="rId10" Type="http://schemas.openxmlformats.org/officeDocument/2006/relationships/slideLayout" Target="../slideLayouts/slideLayout96.xml"/><Relationship Id="rId11" Type="http://schemas.openxmlformats.org/officeDocument/2006/relationships/slideLayout" Target="../slideLayouts/slideLayout97.xml"/><Relationship Id="rId12" Type="http://schemas.openxmlformats.org/officeDocument/2006/relationships/slideLayout" Target="../slideLayouts/slideLayout98.xml"/><Relationship Id="rId13" Type="http://schemas.openxmlformats.org/officeDocument/2006/relationships/slideLayout" Target="../slideLayouts/slideLayout99.xml"/><Relationship Id="rId14" Type="http://schemas.openxmlformats.org/officeDocument/2006/relationships/slideLayout" Target="../slideLayouts/slideLayout100.xml"/><Relationship Id="rId15" Type="http://schemas.openxmlformats.org/officeDocument/2006/relationships/slideLayout" Target="../slideLayouts/slideLayout101.xml"/><Relationship Id="rId16" Type="http://schemas.openxmlformats.org/officeDocument/2006/relationships/slideLayout" Target="../slideLayouts/slideLayout102.xml"/><Relationship Id="rId17" Type="http://schemas.openxmlformats.org/officeDocument/2006/relationships/slideLayout" Target="../slideLayouts/slideLayout103.xml"/><Relationship Id="rId18" Type="http://schemas.openxmlformats.org/officeDocument/2006/relationships/slideLayout" Target="../slideLayouts/slideLayout104.xml"/><Relationship Id="rId19" Type="http://schemas.openxmlformats.org/officeDocument/2006/relationships/slideLayout" Target="../slideLayouts/slideLayout105.xml"/><Relationship Id="rId20" Type="http://schemas.openxmlformats.org/officeDocument/2006/relationships/slideLayout" Target="../slideLayouts/slideLayout106.xml"/><Relationship Id="rId21" Type="http://schemas.openxmlformats.org/officeDocument/2006/relationships/slideLayout" Target="../slideLayouts/slideLayout107.xml"/><Relationship Id="rId22" Type="http://schemas.openxmlformats.org/officeDocument/2006/relationships/slideLayout" Target="../slideLayouts/slideLayout108.xml"/><Relationship Id="rId23" Type="http://schemas.openxmlformats.org/officeDocument/2006/relationships/slideLayout" Target="../slideLayouts/slideLayout109.xml"/><Relationship Id="rId24" Type="http://schemas.openxmlformats.org/officeDocument/2006/relationships/slideLayout" Target="../slideLayouts/slideLayout110.xml"/><Relationship Id="rId25" Type="http://schemas.openxmlformats.org/officeDocument/2006/relationships/slideLayout" Target="../slideLayouts/slideLayout111.xml"/><Relationship Id="rId26" Type="http://schemas.openxmlformats.org/officeDocument/2006/relationships/slideLayout" Target="../slideLayouts/slideLayout112.xml"/><Relationship Id="rId27" Type="http://schemas.openxmlformats.org/officeDocument/2006/relationships/slideLayout" Target="../slideLayouts/slideLayout113.xml"/><Relationship Id="rId28" Type="http://schemas.openxmlformats.org/officeDocument/2006/relationships/slideLayout" Target="../slideLayouts/slideLayout114.xml"/><Relationship Id="rId29" Type="http://schemas.openxmlformats.org/officeDocument/2006/relationships/slideLayout" Target="../slideLayouts/slideLayout115.xml"/><Relationship Id="rId30" Type="http://schemas.openxmlformats.org/officeDocument/2006/relationships/slideLayout" Target="../slideLayouts/slideLayout116.xml"/><Relationship Id="rId31" Type="http://schemas.openxmlformats.org/officeDocument/2006/relationships/slideLayout" Target="../slideLayouts/slideLayout117.xml"/><Relationship Id="rId32" Type="http://schemas.openxmlformats.org/officeDocument/2006/relationships/slideLayout" Target="../slideLayouts/slideLayout118.xml"/><Relationship Id="rId33" Type="http://schemas.openxmlformats.org/officeDocument/2006/relationships/slideLayout" Target="../slideLayouts/slideLayout119.xml"/><Relationship Id="rId34" Type="http://schemas.openxmlformats.org/officeDocument/2006/relationships/slideLayout" Target="../slideLayouts/slideLayout120.xml"/><Relationship Id="rId35" Type="http://schemas.openxmlformats.org/officeDocument/2006/relationships/slideLayout" Target="../slideLayouts/slideLayout121.xml"/><Relationship Id="rId36" Type="http://schemas.openxmlformats.org/officeDocument/2006/relationships/slideLayout" Target="../slideLayouts/slideLayout122.xml"/><Relationship Id="rId37" Type="http://schemas.openxmlformats.org/officeDocument/2006/relationships/slideLayout" Target="../slideLayouts/slideLayout123.xml"/><Relationship Id="rId38" Type="http://schemas.openxmlformats.org/officeDocument/2006/relationships/slideLayout" Target="../slideLayouts/slideLayout124.xml"/><Relationship Id="rId39" Type="http://schemas.openxmlformats.org/officeDocument/2006/relationships/slideLayout" Target="../slideLayouts/slideLayout125.xml"/><Relationship Id="rId40" Type="http://schemas.openxmlformats.org/officeDocument/2006/relationships/slideLayout" Target="../slideLayouts/slideLayout126.xml"/><Relationship Id="rId41" Type="http://schemas.openxmlformats.org/officeDocument/2006/relationships/slideLayout" Target="../slideLayouts/slideLayout127.xml"/><Relationship Id="rId42" Type="http://schemas.openxmlformats.org/officeDocument/2006/relationships/slideLayout" Target="../slideLayouts/slideLayout128.xml"/><Relationship Id="rId43" Type="http://schemas.openxmlformats.org/officeDocument/2006/relationships/slideLayout" Target="../slideLayouts/slideLayout129.xml"/><Relationship Id="rId44" Type="http://schemas.openxmlformats.org/officeDocument/2006/relationships/slideLayout" Target="../slideLayouts/slideLayout130.xml"/><Relationship Id="rId45" Type="http://schemas.openxmlformats.org/officeDocument/2006/relationships/slideLayout" Target="../slideLayouts/slideLayout131.xml"/><Relationship Id="rId46" Type="http://schemas.openxmlformats.org/officeDocument/2006/relationships/slideLayout" Target="../slideLayouts/slideLayout132.xml"/><Relationship Id="rId47" Type="http://schemas.openxmlformats.org/officeDocument/2006/relationships/slideLayout" Target="../slideLayouts/slideLayout133.xml"/><Relationship Id="rId48" Type="http://schemas.openxmlformats.org/officeDocument/2006/relationships/slideLayout" Target="../slideLayouts/slideLayout134.xml"/><Relationship Id="rId49" Type="http://schemas.openxmlformats.org/officeDocument/2006/relationships/slideLayout" Target="../slideLayouts/slideLayout135.xml"/><Relationship Id="rId50" Type="http://schemas.openxmlformats.org/officeDocument/2006/relationships/slideLayout" Target="../slideLayouts/slideLayout136.xml"/><Relationship Id="rId51" Type="http://schemas.openxmlformats.org/officeDocument/2006/relationships/slideLayout" Target="../slideLayouts/slideLayout137.xml"/><Relationship Id="rId52" Type="http://schemas.openxmlformats.org/officeDocument/2006/relationships/slideLayout" Target="../slideLayouts/slideLayout138.xml"/><Relationship Id="rId53" Type="http://schemas.openxmlformats.org/officeDocument/2006/relationships/slideLayout" Target="../slideLayouts/slideLayout139.xml"/><Relationship Id="rId54" Type="http://schemas.openxmlformats.org/officeDocument/2006/relationships/slideLayout" Target="../slideLayouts/slideLayout140.xml"/><Relationship Id="rId55" Type="http://schemas.openxmlformats.org/officeDocument/2006/relationships/slideLayout" Target="../slideLayouts/slideLayout141.xml"/><Relationship Id="rId56" Type="http://schemas.openxmlformats.org/officeDocument/2006/relationships/slideLayout" Target="../slideLayouts/slideLayout142.xml"/><Relationship Id="rId57" Type="http://schemas.openxmlformats.org/officeDocument/2006/relationships/slideLayout" Target="../slideLayouts/slideLayout143.xml"/><Relationship Id="rId58" Type="http://schemas.openxmlformats.org/officeDocument/2006/relationships/slideLayout" Target="../slideLayouts/slideLayout144.xml"/><Relationship Id="rId59" Type="http://schemas.openxmlformats.org/officeDocument/2006/relationships/slideLayout" Target="../slideLayouts/slideLayout145.xml"/><Relationship Id="rId60" Type="http://schemas.openxmlformats.org/officeDocument/2006/relationships/slideLayout" Target="../slideLayouts/slideLayout146.xml"/><Relationship Id="rId61" Type="http://schemas.openxmlformats.org/officeDocument/2006/relationships/slideLayout" Target="../slideLayouts/slideLayout147.xml"/><Relationship Id="rId62" Type="http://schemas.openxmlformats.org/officeDocument/2006/relationships/slideLayout" Target="../slideLayouts/slideLayout148.xml"/><Relationship Id="rId63" Type="http://schemas.openxmlformats.org/officeDocument/2006/relationships/slideLayout" Target="../slideLayouts/slideLayout149.xml"/><Relationship Id="rId64" Type="http://schemas.openxmlformats.org/officeDocument/2006/relationships/slideLayout" Target="../slideLayouts/slideLayout150.xml"/><Relationship Id="rId65" Type="http://schemas.openxmlformats.org/officeDocument/2006/relationships/slideLayout" Target="../slideLayouts/slideLayout151.xml"/><Relationship Id="rId66" Type="http://schemas.openxmlformats.org/officeDocument/2006/relationships/slideLayout" Target="../slideLayouts/slideLayout152.xml"/><Relationship Id="rId67" Type="http://schemas.openxmlformats.org/officeDocument/2006/relationships/slideLayout" Target="../slideLayouts/slideLayout153.xml"/><Relationship Id="rId68" Type="http://schemas.openxmlformats.org/officeDocument/2006/relationships/slideLayout" Target="../slideLayouts/slideLayout154.xml"/><Relationship Id="rId69" Type="http://schemas.openxmlformats.org/officeDocument/2006/relationships/slideLayout" Target="../slideLayouts/slideLayout155.xml"/><Relationship Id="rId70" Type="http://schemas.openxmlformats.org/officeDocument/2006/relationships/slideLayout" Target="../slideLayouts/slideLayout156.xml"/><Relationship Id="rId71" Type="http://schemas.openxmlformats.org/officeDocument/2006/relationships/slideLayout" Target="../slideLayouts/slideLayout157.xml"/><Relationship Id="rId72" Type="http://schemas.openxmlformats.org/officeDocument/2006/relationships/slideLayout" Target="../slideLayouts/slideLayout158.xml"/><Relationship Id="rId73" Type="http://schemas.openxmlformats.org/officeDocument/2006/relationships/theme" Target="../theme/theme3.xml"/><Relationship Id="rId74" Type="http://schemas.openxmlformats.org/officeDocument/2006/relationships/image" Target="../media/image15.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59.xml"/><Relationship Id="rId2" Type="http://schemas.openxmlformats.org/officeDocument/2006/relationships/theme" Target="../theme/theme4.xml"/><Relationship Id="rId3" Type="http://schemas.openxmlformats.org/officeDocument/2006/relationships/image" Target="../media/image27.sv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slideLayout" Target="../slideLayouts/slideLayout161.xml"/><Relationship Id="rId3" Type="http://schemas.openxmlformats.org/officeDocument/2006/relationships/slideLayout" Target="../slideLayouts/slideLayout162.xml"/><Relationship Id="rId4" Type="http://schemas.openxmlformats.org/officeDocument/2006/relationships/slideLayout" Target="../slideLayouts/slideLayout163.xml"/><Relationship Id="rId5" Type="http://schemas.openxmlformats.org/officeDocument/2006/relationships/slideLayout" Target="../slideLayouts/slideLayout164.xml"/><Relationship Id="rId6" Type="http://schemas.openxmlformats.org/officeDocument/2006/relationships/slideLayout" Target="../slideLayouts/slideLayout165.xml"/><Relationship Id="rId7" Type="http://schemas.openxmlformats.org/officeDocument/2006/relationships/slideLayout" Target="../slideLayouts/slideLayout166.xml"/><Relationship Id="rId8" Type="http://schemas.openxmlformats.org/officeDocument/2006/relationships/slideLayout" Target="../slideLayouts/slideLayout167.xml"/><Relationship Id="rId9" Type="http://schemas.openxmlformats.org/officeDocument/2006/relationships/slideLayout" Target="../slideLayouts/slideLayout168.xml"/><Relationship Id="rId10" Type="http://schemas.openxmlformats.org/officeDocument/2006/relationships/slideLayout" Target="../slideLayouts/slideLayout169.xml"/><Relationship Id="rId11" Type="http://schemas.openxmlformats.org/officeDocument/2006/relationships/slideLayout" Target="../slideLayouts/slideLayout170.xml"/><Relationship Id="rId12" Type="http://schemas.openxmlformats.org/officeDocument/2006/relationships/slideLayout" Target="../slideLayouts/slideLayout171.xml"/><Relationship Id="rId13" Type="http://schemas.openxmlformats.org/officeDocument/2006/relationships/slideLayout" Target="../slideLayouts/slideLayout172.xml"/><Relationship Id="rId14" Type="http://schemas.openxmlformats.org/officeDocument/2006/relationships/slideLayout" Target="../slideLayouts/slideLayout173.xml"/><Relationship Id="rId15" Type="http://schemas.openxmlformats.org/officeDocument/2006/relationships/slideLayout" Target="../slideLayouts/slideLayout174.xml"/><Relationship Id="rId16" Type="http://schemas.openxmlformats.org/officeDocument/2006/relationships/slideLayout" Target="../slideLayouts/slideLayout175.xml"/><Relationship Id="rId17" Type="http://schemas.openxmlformats.org/officeDocument/2006/relationships/slideLayout" Target="../slideLayouts/slideLayout176.xml"/><Relationship Id="rId18" Type="http://schemas.openxmlformats.org/officeDocument/2006/relationships/slideLayout" Target="../slideLayouts/slideLayout177.xml"/><Relationship Id="rId19" Type="http://schemas.openxmlformats.org/officeDocument/2006/relationships/slideLayout" Target="../slideLayouts/slideLayout178.xml"/><Relationship Id="rId20" Type="http://schemas.openxmlformats.org/officeDocument/2006/relationships/slideLayout" Target="../slideLayouts/slideLayout179.xml"/><Relationship Id="rId21" Type="http://schemas.openxmlformats.org/officeDocument/2006/relationships/slideLayout" Target="../slideLayouts/slideLayout180.xml"/><Relationship Id="rId22" Type="http://schemas.openxmlformats.org/officeDocument/2006/relationships/slideLayout" Target="../slideLayouts/slideLayout181.xml"/><Relationship Id="rId23" Type="http://schemas.openxmlformats.org/officeDocument/2006/relationships/slideLayout" Target="../slideLayouts/slideLayout182.xml"/><Relationship Id="rId24" Type="http://schemas.openxmlformats.org/officeDocument/2006/relationships/slideLayout" Target="../slideLayouts/slideLayout183.xml"/><Relationship Id="rId25" Type="http://schemas.openxmlformats.org/officeDocument/2006/relationships/slideLayout" Target="../slideLayouts/slideLayout184.xml"/><Relationship Id="rId26" Type="http://schemas.openxmlformats.org/officeDocument/2006/relationships/slideLayout" Target="../slideLayouts/slideLayout185.xml"/><Relationship Id="rId27" Type="http://schemas.openxmlformats.org/officeDocument/2006/relationships/slideLayout" Target="../slideLayouts/slideLayout186.xml"/><Relationship Id="rId28" Type="http://schemas.openxmlformats.org/officeDocument/2006/relationships/slideLayout" Target="../slideLayouts/slideLayout187.xml"/><Relationship Id="rId29" Type="http://schemas.openxmlformats.org/officeDocument/2006/relationships/slideLayout" Target="../slideLayouts/slideLayout188.xml"/><Relationship Id="rId30" Type="http://schemas.openxmlformats.org/officeDocument/2006/relationships/slideLayout" Target="../slideLayouts/slideLayout189.xml"/><Relationship Id="rId31" Type="http://schemas.openxmlformats.org/officeDocument/2006/relationships/slideLayout" Target="../slideLayouts/slideLayout190.xml"/><Relationship Id="rId32" Type="http://schemas.openxmlformats.org/officeDocument/2006/relationships/slideLayout" Target="../slideLayouts/slideLayout191.xml"/><Relationship Id="rId33" Type="http://schemas.openxmlformats.org/officeDocument/2006/relationships/slideLayout" Target="../slideLayouts/slideLayout192.xml"/><Relationship Id="rId34" Type="http://schemas.openxmlformats.org/officeDocument/2006/relationships/slideLayout" Target="../slideLayouts/slideLayout193.xml"/><Relationship Id="rId35" Type="http://schemas.openxmlformats.org/officeDocument/2006/relationships/slideLayout" Target="../slideLayouts/slideLayout194.xml"/><Relationship Id="rId36" Type="http://schemas.openxmlformats.org/officeDocument/2006/relationships/slideLayout" Target="../slideLayouts/slideLayout195.xml"/><Relationship Id="rId37" Type="http://schemas.openxmlformats.org/officeDocument/2006/relationships/slideLayout" Target="../slideLayouts/slideLayout196.xml"/><Relationship Id="rId38" Type="http://schemas.openxmlformats.org/officeDocument/2006/relationships/slideLayout" Target="../slideLayouts/slideLayout197.xml"/><Relationship Id="rId39" Type="http://schemas.openxmlformats.org/officeDocument/2006/relationships/slideLayout" Target="../slideLayouts/slideLayout198.xml"/><Relationship Id="rId40" Type="http://schemas.openxmlformats.org/officeDocument/2006/relationships/slideLayout" Target="../slideLayouts/slideLayout199.xml"/><Relationship Id="rId41" Type="http://schemas.openxmlformats.org/officeDocument/2006/relationships/slideLayout" Target="../slideLayouts/slideLayout200.xml"/><Relationship Id="rId42" Type="http://schemas.openxmlformats.org/officeDocument/2006/relationships/slideLayout" Target="../slideLayouts/slideLayout201.xml"/><Relationship Id="rId43" Type="http://schemas.openxmlformats.org/officeDocument/2006/relationships/slideLayout" Target="../slideLayouts/slideLayout202.xml"/><Relationship Id="rId44" Type="http://schemas.openxmlformats.org/officeDocument/2006/relationships/slideLayout" Target="../slideLayouts/slideLayout203.xml"/><Relationship Id="rId45" Type="http://schemas.openxmlformats.org/officeDocument/2006/relationships/slideLayout" Target="../slideLayouts/slideLayout204.xml"/><Relationship Id="rId46" Type="http://schemas.openxmlformats.org/officeDocument/2006/relationships/slideLayout" Target="../slideLayouts/slideLayout205.xml"/><Relationship Id="rId47" Type="http://schemas.openxmlformats.org/officeDocument/2006/relationships/slideLayout" Target="../slideLayouts/slideLayout206.xml"/><Relationship Id="rId48" Type="http://schemas.openxmlformats.org/officeDocument/2006/relationships/slideLayout" Target="../slideLayouts/slideLayout207.xml"/><Relationship Id="rId49" Type="http://schemas.openxmlformats.org/officeDocument/2006/relationships/slideLayout" Target="../slideLayouts/slideLayout208.xml"/><Relationship Id="rId50" Type="http://schemas.openxmlformats.org/officeDocument/2006/relationships/slideLayout" Target="../slideLayouts/slideLayout209.xml"/><Relationship Id="rId51" Type="http://schemas.openxmlformats.org/officeDocument/2006/relationships/slideLayout" Target="../slideLayouts/slideLayout210.xml"/><Relationship Id="rId52" Type="http://schemas.openxmlformats.org/officeDocument/2006/relationships/slideLayout" Target="../slideLayouts/slideLayout211.xml"/><Relationship Id="rId53" Type="http://schemas.openxmlformats.org/officeDocument/2006/relationships/slideLayout" Target="../slideLayouts/slideLayout212.xml"/><Relationship Id="rId54" Type="http://schemas.openxmlformats.org/officeDocument/2006/relationships/slideLayout" Target="../slideLayouts/slideLayout213.xml"/><Relationship Id="rId55" Type="http://schemas.openxmlformats.org/officeDocument/2006/relationships/slideLayout" Target="../slideLayouts/slideLayout214.xml"/><Relationship Id="rId56" Type="http://schemas.openxmlformats.org/officeDocument/2006/relationships/slideLayout" Target="../slideLayouts/slideLayout215.xml"/><Relationship Id="rId57" Type="http://schemas.openxmlformats.org/officeDocument/2006/relationships/slideLayout" Target="../slideLayouts/slideLayout216.xml"/><Relationship Id="rId58" Type="http://schemas.openxmlformats.org/officeDocument/2006/relationships/theme" Target="../theme/theme5.xml"/><Relationship Id="rId59" Type="http://schemas.openxmlformats.org/officeDocument/2006/relationships/image" Target="../media/image29.svg"/></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17.xml"/><Relationship Id="rId2" Type="http://schemas.openxmlformats.org/officeDocument/2006/relationships/slideLayout" Target="../slideLayouts/slideLayout218.xml"/><Relationship Id="rId3" Type="http://schemas.openxmlformats.org/officeDocument/2006/relationships/slideLayout" Target="../slideLayouts/slideLayout219.xml"/><Relationship Id="rId4" Type="http://schemas.openxmlformats.org/officeDocument/2006/relationships/slideLayout" Target="../slideLayouts/slideLayout220.xml"/><Relationship Id="rId5" Type="http://schemas.openxmlformats.org/officeDocument/2006/relationships/slideLayout" Target="../slideLayouts/slideLayout221.xml"/><Relationship Id="rId6" Type="http://schemas.openxmlformats.org/officeDocument/2006/relationships/slideLayout" Target="../slideLayouts/slideLayout222.xml"/><Relationship Id="rId7" Type="http://schemas.openxmlformats.org/officeDocument/2006/relationships/slideLayout" Target="../slideLayouts/slideLayout223.xml"/><Relationship Id="rId8" Type="http://schemas.openxmlformats.org/officeDocument/2006/relationships/slideLayout" Target="../slideLayouts/slideLayout224.xml"/><Relationship Id="rId9" Type="http://schemas.openxmlformats.org/officeDocument/2006/relationships/slideLayout" Target="../slideLayouts/slideLayout225.xml"/><Relationship Id="rId10" Type="http://schemas.openxmlformats.org/officeDocument/2006/relationships/slideLayout" Target="../slideLayouts/slideLayout226.xml"/><Relationship Id="rId11" Type="http://schemas.openxmlformats.org/officeDocument/2006/relationships/slideLayout" Target="../slideLayouts/slideLayout227.xml"/><Relationship Id="rId12" Type="http://schemas.openxmlformats.org/officeDocument/2006/relationships/slideLayout" Target="../slideLayouts/slideLayout228.xml"/><Relationship Id="rId13" Type="http://schemas.openxmlformats.org/officeDocument/2006/relationships/slideLayout" Target="../slideLayouts/slideLayout229.xml"/><Relationship Id="rId14" Type="http://schemas.openxmlformats.org/officeDocument/2006/relationships/slideLayout" Target="../slideLayouts/slideLayout230.xml"/><Relationship Id="rId15" Type="http://schemas.openxmlformats.org/officeDocument/2006/relationships/slideLayout" Target="../slideLayouts/slideLayout231.xml"/><Relationship Id="rId16" Type="http://schemas.openxmlformats.org/officeDocument/2006/relationships/slideLayout" Target="../slideLayouts/slideLayout232.xml"/><Relationship Id="rId17" Type="http://schemas.openxmlformats.org/officeDocument/2006/relationships/slideLayout" Target="../slideLayouts/slideLayout233.xml"/><Relationship Id="rId18" Type="http://schemas.openxmlformats.org/officeDocument/2006/relationships/slideLayout" Target="../slideLayouts/slideLayout234.xml"/><Relationship Id="rId19" Type="http://schemas.openxmlformats.org/officeDocument/2006/relationships/slideLayout" Target="../slideLayouts/slideLayout235.xml"/><Relationship Id="rId20" Type="http://schemas.openxmlformats.org/officeDocument/2006/relationships/slideLayout" Target="../slideLayouts/slideLayout236.xml"/><Relationship Id="rId21" Type="http://schemas.openxmlformats.org/officeDocument/2006/relationships/slideLayout" Target="../slideLayouts/slideLayout237.xml"/><Relationship Id="rId22" Type="http://schemas.openxmlformats.org/officeDocument/2006/relationships/slideLayout" Target="../slideLayouts/slideLayout238.xml"/><Relationship Id="rId23" Type="http://schemas.openxmlformats.org/officeDocument/2006/relationships/slideLayout" Target="../slideLayouts/slideLayout239.xml"/><Relationship Id="rId24" Type="http://schemas.openxmlformats.org/officeDocument/2006/relationships/slideLayout" Target="../slideLayouts/slideLayout240.xml"/><Relationship Id="rId25" Type="http://schemas.openxmlformats.org/officeDocument/2006/relationships/slideLayout" Target="../slideLayouts/slideLayout241.xml"/><Relationship Id="rId26" Type="http://schemas.openxmlformats.org/officeDocument/2006/relationships/slideLayout" Target="../slideLayouts/slideLayout242.xml"/><Relationship Id="rId27" Type="http://schemas.openxmlformats.org/officeDocument/2006/relationships/slideLayout" Target="../slideLayouts/slideLayout243.xml"/><Relationship Id="rId28" Type="http://schemas.openxmlformats.org/officeDocument/2006/relationships/slideLayout" Target="../slideLayouts/slideLayout244.xml"/><Relationship Id="rId29" Type="http://schemas.openxmlformats.org/officeDocument/2006/relationships/slideLayout" Target="../slideLayouts/slideLayout245.xml"/><Relationship Id="rId30" Type="http://schemas.openxmlformats.org/officeDocument/2006/relationships/slideLayout" Target="../slideLayouts/slideLayout246.xml"/><Relationship Id="rId31" Type="http://schemas.openxmlformats.org/officeDocument/2006/relationships/slideLayout" Target="../slideLayouts/slideLayout247.xml"/><Relationship Id="rId32" Type="http://schemas.openxmlformats.org/officeDocument/2006/relationships/slideLayout" Target="../slideLayouts/slideLayout248.xml"/><Relationship Id="rId33" Type="http://schemas.openxmlformats.org/officeDocument/2006/relationships/slideLayout" Target="../slideLayouts/slideLayout249.xml"/><Relationship Id="rId34" Type="http://schemas.openxmlformats.org/officeDocument/2006/relationships/slideLayout" Target="../slideLayouts/slideLayout250.xml"/><Relationship Id="rId35" Type="http://schemas.openxmlformats.org/officeDocument/2006/relationships/slideLayout" Target="../slideLayouts/slideLayout251.xml"/><Relationship Id="rId36" Type="http://schemas.openxmlformats.org/officeDocument/2006/relationships/slideLayout" Target="../slideLayouts/slideLayout252.xml"/><Relationship Id="rId37" Type="http://schemas.openxmlformats.org/officeDocument/2006/relationships/slideLayout" Target="../slideLayouts/slideLayout253.xml"/><Relationship Id="rId38" Type="http://schemas.openxmlformats.org/officeDocument/2006/relationships/slideLayout" Target="../slideLayouts/slideLayout254.xml"/><Relationship Id="rId39" Type="http://schemas.openxmlformats.org/officeDocument/2006/relationships/slideLayout" Target="../slideLayouts/slideLayout255.xml"/><Relationship Id="rId40" Type="http://schemas.openxmlformats.org/officeDocument/2006/relationships/slideLayout" Target="../slideLayouts/slideLayout256.xml"/><Relationship Id="rId41" Type="http://schemas.openxmlformats.org/officeDocument/2006/relationships/slideLayout" Target="../slideLayouts/slideLayout257.xml"/><Relationship Id="rId42" Type="http://schemas.openxmlformats.org/officeDocument/2006/relationships/slideLayout" Target="../slideLayouts/slideLayout258.xml"/><Relationship Id="rId43" Type="http://schemas.openxmlformats.org/officeDocument/2006/relationships/slideLayout" Target="../slideLayouts/slideLayout259.xml"/><Relationship Id="rId44" Type="http://schemas.openxmlformats.org/officeDocument/2006/relationships/slideLayout" Target="../slideLayouts/slideLayout260.xml"/><Relationship Id="rId45" Type="http://schemas.openxmlformats.org/officeDocument/2006/relationships/slideLayout" Target="../slideLayouts/slideLayout261.xml"/><Relationship Id="rId46" Type="http://schemas.openxmlformats.org/officeDocument/2006/relationships/slideLayout" Target="../slideLayouts/slideLayout262.xml"/><Relationship Id="rId47" Type="http://schemas.openxmlformats.org/officeDocument/2006/relationships/slideLayout" Target="../slideLayouts/slideLayout263.xml"/><Relationship Id="rId48" Type="http://schemas.openxmlformats.org/officeDocument/2006/relationships/slideLayout" Target="../slideLayouts/slideLayout264.xml"/><Relationship Id="rId49" Type="http://schemas.openxmlformats.org/officeDocument/2006/relationships/slideLayout" Target="../slideLayouts/slideLayout265.xml"/><Relationship Id="rId50" Type="http://schemas.openxmlformats.org/officeDocument/2006/relationships/slideLayout" Target="../slideLayouts/slideLayout266.xml"/><Relationship Id="rId51" Type="http://schemas.openxmlformats.org/officeDocument/2006/relationships/slideLayout" Target="../slideLayouts/slideLayout267.xml"/><Relationship Id="rId52" Type="http://schemas.openxmlformats.org/officeDocument/2006/relationships/slideLayout" Target="../slideLayouts/slideLayout268.xml"/><Relationship Id="rId53" Type="http://schemas.openxmlformats.org/officeDocument/2006/relationships/slideLayout" Target="../slideLayouts/slideLayout269.xml"/><Relationship Id="rId54" Type="http://schemas.openxmlformats.org/officeDocument/2006/relationships/slideLayout" Target="../slideLayouts/slideLayout270.xml"/><Relationship Id="rId55" Type="http://schemas.openxmlformats.org/officeDocument/2006/relationships/slideLayout" Target="../slideLayouts/slideLayout271.xml"/><Relationship Id="rId56" Type="http://schemas.openxmlformats.org/officeDocument/2006/relationships/slideLayout" Target="../slideLayouts/slideLayout272.xml"/><Relationship Id="rId57" Type="http://schemas.openxmlformats.org/officeDocument/2006/relationships/slideLayout" Target="../slideLayouts/slideLayout273.xml"/><Relationship Id="rId58" Type="http://schemas.openxmlformats.org/officeDocument/2006/relationships/slideLayout" Target="../slideLayouts/slideLayout274.xml"/><Relationship Id="rId59" Type="http://schemas.openxmlformats.org/officeDocument/2006/relationships/slideLayout" Target="../slideLayouts/slideLayout275.xml"/><Relationship Id="rId60" Type="http://schemas.openxmlformats.org/officeDocument/2006/relationships/slideLayout" Target="../slideLayouts/slideLayout276.xml"/><Relationship Id="rId61" Type="http://schemas.openxmlformats.org/officeDocument/2006/relationships/slideLayout" Target="../slideLayouts/slideLayout277.xml"/><Relationship Id="rId62" Type="http://schemas.openxmlformats.org/officeDocument/2006/relationships/slideLayout" Target="../slideLayouts/slideLayout278.xml"/><Relationship Id="rId63" Type="http://schemas.openxmlformats.org/officeDocument/2006/relationships/slideLayout" Target="../slideLayouts/slideLayout279.xml"/><Relationship Id="rId64" Type="http://schemas.openxmlformats.org/officeDocument/2006/relationships/slideLayout" Target="../slideLayouts/slideLayout280.xml"/><Relationship Id="rId65" Type="http://schemas.openxmlformats.org/officeDocument/2006/relationships/slideLayout" Target="../slideLayouts/slideLayout281.xml"/><Relationship Id="rId66" Type="http://schemas.openxmlformats.org/officeDocument/2006/relationships/slideLayout" Target="../slideLayouts/slideLayout282.xml"/><Relationship Id="rId67" Type="http://schemas.openxmlformats.org/officeDocument/2006/relationships/slideLayout" Target="../slideLayouts/slideLayout283.xml"/><Relationship Id="rId68" Type="http://schemas.openxmlformats.org/officeDocument/2006/relationships/theme" Target="../theme/theme6.xml"/><Relationship Id="rId69" Type="http://schemas.openxmlformats.org/officeDocument/2006/relationships/image" Target="../media/image29.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C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FEC2A0-B5D4-4D3B-AF65-8A98434EA04A}" type="datetimeFigureOut">
              <a:rPr lang="de-CH" smtClean="0"/>
              <a:t>19.05.26</a:t>
            </a:fld>
            <a:endParaRPr lang="de-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3981CE-EA90-44DC-A09B-8F784406CB9D}" type="slidenum">
              <a:rPr lang="de-CH" smtClean="0"/>
              <a:t>‹#›</a:t>
            </a:fld>
            <a:endParaRPr lang="de-CH"/>
          </a:p>
        </p:txBody>
      </p:sp>
    </p:spTree>
    <p:extLst>
      <p:ext uri="{BB962C8B-B14F-4D97-AF65-F5344CB8AC3E}">
        <p14:creationId xmlns:p14="http://schemas.microsoft.com/office/powerpoint/2010/main" val="2053844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6060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0713" y="717613"/>
            <a:ext cx="10965687" cy="338554"/>
          </a:xfrm>
          <a:prstGeom prst="rect">
            <a:avLst/>
          </a:prstGeom>
        </p:spPr>
        <p:txBody>
          <a:bodyPr lIns="0" tIns="0" rIns="0" bIns="0">
            <a:noAutofit/>
          </a:bodyPr>
          <a:lstStyle/>
          <a:p>
            <a:pPr marL="0" lvl="0" indent="0">
              <a:spcBef>
                <a:spcPts val="0"/>
              </a:spcBef>
              <a:spcAft>
                <a:spcPts val="0"/>
              </a:spcAft>
              <a:buFont typeface="Arial" panose="020B0604020202020204" pitchFamily="34" charset="0"/>
            </a:pPr>
            <a:r>
              <a:rPr lang="en-US"/>
              <a:t>Click to edit Master title style</a:t>
            </a:r>
          </a:p>
        </p:txBody>
      </p:sp>
      <p:pic>
        <p:nvPicPr>
          <p:cNvPr id="4" name="Picture 3">
            <a:extLst>
              <a:ext uri="{FF2B5EF4-FFF2-40B4-BE49-F238E27FC236}">
                <a16:creationId xmlns:a16="http://schemas.microsoft.com/office/drawing/2014/main" id="{07D14E4D-CAE3-3A0B-B3F8-465622E4D6E8}"/>
              </a:ext>
            </a:extLst>
          </p:cNvPr>
          <p:cNvPicPr>
            <a:picLocks noChangeAspect="1"/>
          </p:cNvPicPr>
          <p:nvPr userDrawn="1"/>
        </p:nvPicPr>
        <p:blipFill>
          <a:blip r:embed="rId76"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5" name="TextBox 4">
            <a:extLst>
              <a:ext uri="{FF2B5EF4-FFF2-40B4-BE49-F238E27FC236}">
                <a16:creationId xmlns:a16="http://schemas.microsoft.com/office/drawing/2014/main" id="{086C1CD2-C3C3-99BC-1F71-5CF176EF164E}"/>
              </a:ext>
            </a:extLst>
          </p:cNvPr>
          <p:cNvSpPr txBox="1"/>
          <p:nvPr userDrawn="1"/>
        </p:nvSpPr>
        <p:spPr>
          <a:xfrm>
            <a:off x="-579120" y="459232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37" name="TextBox 36">
            <a:extLst>
              <a:ext uri="{FF2B5EF4-FFF2-40B4-BE49-F238E27FC236}">
                <a16:creationId xmlns:a16="http://schemas.microsoft.com/office/drawing/2014/main" id="{D5DDA9FD-D621-0134-9699-89AED709AC96}"/>
              </a:ext>
            </a:extLst>
          </p:cNvPr>
          <p:cNvSpPr txBox="1"/>
          <p:nvPr userDrawn="1"/>
        </p:nvSpPr>
        <p:spPr>
          <a:xfrm>
            <a:off x="4429760" y="-53848"/>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7" name="TextBox 6">
            <a:extLst>
              <a:ext uri="{FF2B5EF4-FFF2-40B4-BE49-F238E27FC236}">
                <a16:creationId xmlns:a16="http://schemas.microsoft.com/office/drawing/2014/main" id="{33D7453A-FF25-1748-B091-91F29105A245}"/>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8" name="Text Placeholder 3">
            <a:extLst>
              <a:ext uri="{FF2B5EF4-FFF2-40B4-BE49-F238E27FC236}">
                <a16:creationId xmlns:a16="http://schemas.microsoft.com/office/drawing/2014/main" id="{B3E5B4CB-0A41-3758-17D3-77CB4387DBAE}"/>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a:t>
            </a:fld>
            <a:endParaRPr lang="en-US" sz="1000">
              <a:solidFill>
                <a:schemeClr val="bg1"/>
              </a:solidFill>
            </a:endParaRPr>
          </a:p>
        </p:txBody>
      </p:sp>
      <p:sp>
        <p:nvSpPr>
          <p:cNvPr id="6" name="Text Placeholder 5">
            <a:extLst>
              <a:ext uri="{FF2B5EF4-FFF2-40B4-BE49-F238E27FC236}">
                <a16:creationId xmlns:a16="http://schemas.microsoft.com/office/drawing/2014/main" id="{A94283C5-7CEB-C3A6-3D15-0C58149D104F}"/>
              </a:ext>
            </a:extLst>
          </p:cNvPr>
          <p:cNvSpPr>
            <a:spLocks noGrp="1"/>
          </p:cNvSpPr>
          <p:nvPr>
            <p:ph type="body" idx="1"/>
          </p:nvPr>
        </p:nvSpPr>
        <p:spPr>
          <a:xfrm>
            <a:off x="636410" y="1581502"/>
            <a:ext cx="10948386" cy="46287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2336422"/>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 id="2147483692" r:id="rId22"/>
    <p:sldLayoutId id="2147483693" r:id="rId23"/>
    <p:sldLayoutId id="2147483694" r:id="rId24"/>
    <p:sldLayoutId id="2147483695" r:id="rId25"/>
    <p:sldLayoutId id="2147483696" r:id="rId26"/>
    <p:sldLayoutId id="2147483697" r:id="rId27"/>
    <p:sldLayoutId id="2147483698" r:id="rId28"/>
    <p:sldLayoutId id="2147483699" r:id="rId29"/>
    <p:sldLayoutId id="2147483700" r:id="rId30"/>
    <p:sldLayoutId id="2147483701" r:id="rId31"/>
    <p:sldLayoutId id="2147483702" r:id="rId32"/>
    <p:sldLayoutId id="2147483703" r:id="rId33"/>
    <p:sldLayoutId id="2147483704" r:id="rId34"/>
    <p:sldLayoutId id="2147483705" r:id="rId35"/>
    <p:sldLayoutId id="2147483706" r:id="rId36"/>
    <p:sldLayoutId id="2147483707" r:id="rId37"/>
    <p:sldLayoutId id="2147483708" r:id="rId38"/>
    <p:sldLayoutId id="2147483709" r:id="rId39"/>
    <p:sldLayoutId id="2147483710" r:id="rId40"/>
    <p:sldLayoutId id="2147483711" r:id="rId41"/>
    <p:sldLayoutId id="2147483712" r:id="rId42"/>
    <p:sldLayoutId id="2147483713" r:id="rId43"/>
    <p:sldLayoutId id="2147483714" r:id="rId44"/>
    <p:sldLayoutId id="2147483715" r:id="rId45"/>
    <p:sldLayoutId id="2147483716" r:id="rId46"/>
    <p:sldLayoutId id="2147483717" r:id="rId47"/>
    <p:sldLayoutId id="2147483718" r:id="rId48"/>
    <p:sldLayoutId id="2147483719" r:id="rId49"/>
    <p:sldLayoutId id="2147483720" r:id="rId50"/>
    <p:sldLayoutId id="2147483721" r:id="rId51"/>
    <p:sldLayoutId id="2147483722" r:id="rId52"/>
    <p:sldLayoutId id="2147483723" r:id="rId53"/>
    <p:sldLayoutId id="2147483724" r:id="rId54"/>
    <p:sldLayoutId id="2147483725" r:id="rId55"/>
    <p:sldLayoutId id="2147483726" r:id="rId56"/>
    <p:sldLayoutId id="2147483727" r:id="rId57"/>
    <p:sldLayoutId id="2147483728" r:id="rId58"/>
    <p:sldLayoutId id="2147483729" r:id="rId59"/>
    <p:sldLayoutId id="2147483730" r:id="rId60"/>
    <p:sldLayoutId id="2147483731" r:id="rId61"/>
    <p:sldLayoutId id="2147483732" r:id="rId62"/>
    <p:sldLayoutId id="2147483733" r:id="rId63"/>
    <p:sldLayoutId id="2147483734" r:id="rId64"/>
    <p:sldLayoutId id="2147483735" r:id="rId65"/>
    <p:sldLayoutId id="2147483736" r:id="rId66"/>
    <p:sldLayoutId id="2147483737" r:id="rId67"/>
    <p:sldLayoutId id="2147483738" r:id="rId68"/>
    <p:sldLayoutId id="2147483739" r:id="rId69"/>
    <p:sldLayoutId id="2147483740" r:id="rId70"/>
    <p:sldLayoutId id="2147483741" r:id="rId71"/>
    <p:sldLayoutId id="2147483743" r:id="rId72"/>
    <p:sldLayoutId id="2147483744" r:id="rId73"/>
    <p:sldLayoutId id="2147483818" r:id="rId74"/>
  </p:sldLayoutIdLst>
  <p:hf hdr="0" dt="0"/>
  <p:txStyles>
    <p:titleStyle>
      <a:lvl1pPr algn="l" defTabSz="914400" rtl="0" eaLnBrk="1" latinLnBrk="0" hangingPunct="1">
        <a:lnSpc>
          <a:spcPct val="100000"/>
        </a:lnSpc>
        <a:spcBef>
          <a:spcPct val="0"/>
        </a:spcBef>
        <a:buNone/>
        <a:defRPr lang="en-US" sz="2200" b="1" i="0" kern="1200" spc="0" dirty="0">
          <a:solidFill>
            <a:schemeClr val="bg1"/>
          </a:solidFill>
          <a:effectLst/>
          <a:latin typeface="Calibri" panose="020F0502020204030204" pitchFamily="34" charset="0"/>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bg1"/>
          </a:solidFill>
          <a:latin typeface="Calibri"/>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1">
          <p15:clr>
            <a:srgbClr val="F26B43"/>
          </p15:clr>
        </p15:guide>
        <p15:guide id="3" pos="7301">
          <p15:clr>
            <a:srgbClr val="F26B43"/>
          </p15:clr>
        </p15:guide>
        <p15:guide id="12" orient="horz" pos="3912">
          <p15:clr>
            <a:srgbClr val="F26B43"/>
          </p15:clr>
        </p15:guide>
        <p15:guide id="13" pos="826">
          <p15:clr>
            <a:srgbClr val="F26B43"/>
          </p15:clr>
        </p15:guide>
        <p15:guide id="14" pos="981">
          <p15:clr>
            <a:srgbClr val="F26B43"/>
          </p15:clr>
        </p15:guide>
        <p15:guide id="15" pos="1392">
          <p15:clr>
            <a:srgbClr val="F26B43"/>
          </p15:clr>
        </p15:guide>
        <p15:guide id="16" pos="1536">
          <p15:clr>
            <a:srgbClr val="F26B43"/>
          </p15:clr>
        </p15:guide>
        <p15:guide id="17" pos="2000">
          <p15:clr>
            <a:srgbClr val="F26B43"/>
          </p15:clr>
        </p15:guide>
        <p15:guide id="18" pos="2152">
          <p15:clr>
            <a:srgbClr val="F26B43"/>
          </p15:clr>
        </p15:guide>
        <p15:guide id="19" pos="2590">
          <p15:clr>
            <a:srgbClr val="F26B43"/>
          </p15:clr>
        </p15:guide>
        <p15:guide id="20" pos="2743">
          <p15:clr>
            <a:srgbClr val="F26B43"/>
          </p15:clr>
        </p15:guide>
        <p15:guide id="21" pos="3182">
          <p15:clr>
            <a:srgbClr val="F26B43"/>
          </p15:clr>
        </p15:guide>
        <p15:guide id="22" pos="3329">
          <p15:clr>
            <a:srgbClr val="F26B43"/>
          </p15:clr>
        </p15:guide>
        <p15:guide id="23" pos="3764">
          <p15:clr>
            <a:srgbClr val="F26B43"/>
          </p15:clr>
        </p15:guide>
        <p15:guide id="24" pos="3916">
          <p15:clr>
            <a:srgbClr val="F26B43"/>
          </p15:clr>
        </p15:guide>
        <p15:guide id="25" pos="4353">
          <p15:clr>
            <a:srgbClr val="F26B43"/>
          </p15:clr>
        </p15:guide>
        <p15:guide id="26" pos="4508">
          <p15:clr>
            <a:srgbClr val="F26B43"/>
          </p15:clr>
        </p15:guide>
        <p15:guide id="27" pos="4950">
          <p15:clr>
            <a:srgbClr val="F26B43"/>
          </p15:clr>
        </p15:guide>
        <p15:guide id="28" pos="5100">
          <p15:clr>
            <a:srgbClr val="F26B43"/>
          </p15:clr>
        </p15:guide>
        <p15:guide id="29" pos="5536">
          <p15:clr>
            <a:srgbClr val="F26B43"/>
          </p15:clr>
        </p15:guide>
        <p15:guide id="30" pos="5689">
          <p15:clr>
            <a:srgbClr val="F26B43"/>
          </p15:clr>
        </p15:guide>
        <p15:guide id="31" pos="6123">
          <p15:clr>
            <a:srgbClr val="F26B43"/>
          </p15:clr>
        </p15:guide>
        <p15:guide id="32" pos="6278">
          <p15:clr>
            <a:srgbClr val="F26B43"/>
          </p15:clr>
        </p15:guide>
        <p15:guide id="33" pos="6712">
          <p15:clr>
            <a:srgbClr val="F26B43"/>
          </p15:clr>
        </p15:guide>
        <p15:guide id="34" pos="6865">
          <p15:clr>
            <a:srgbClr val="F26B43"/>
          </p15:clr>
        </p15:guide>
        <p15:guide id="35" orient="horz" pos="984">
          <p15:clr>
            <a:srgbClr val="F26B43"/>
          </p15:clr>
        </p15:guide>
        <p15:guide id="36" orient="horz" pos="4128">
          <p15:clr>
            <a:srgbClr val="F26B43"/>
          </p15:clr>
        </p15:guide>
        <p15:guide id="37" orient="horz" pos="1080">
          <p15:clr>
            <a:srgbClr val="F26B43"/>
          </p15:clr>
        </p15:guide>
        <p15:guide id="38" orient="horz" pos="1248">
          <p15:clr>
            <a:srgbClr val="F26B43"/>
          </p15:clr>
        </p15:guide>
        <p15:guide id="39" orient="horz" pos="672">
          <p15:clr>
            <a:srgbClr val="F26B43"/>
          </p15:clr>
        </p15:guide>
        <p15:guide id="40"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D5DDA9FD-D621-0134-9699-89AED709AC96}"/>
              </a:ext>
            </a:extLst>
          </p:cNvPr>
          <p:cNvSpPr txBox="1"/>
          <p:nvPr userDrawn="1"/>
        </p:nvSpPr>
        <p:spPr>
          <a:xfrm>
            <a:off x="4429760" y="-53848"/>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7" name="Picture 6">
            <a:extLst>
              <a:ext uri="{FF2B5EF4-FFF2-40B4-BE49-F238E27FC236}">
                <a16:creationId xmlns:a16="http://schemas.microsoft.com/office/drawing/2014/main" id="{A92B80E9-585F-C9B1-8576-376264F29854}"/>
              </a:ext>
            </a:extLst>
          </p:cNvPr>
          <p:cNvPicPr>
            <a:picLocks noChangeAspect="1"/>
          </p:cNvPicPr>
          <p:nvPr userDrawn="1"/>
        </p:nvPicPr>
        <p:blipFill>
          <a:blip r:embed="rId74" cstate="email">
            <a:extLst>
              <a:ext uri="{28A0092B-C50C-407E-A947-70E740481C1C}">
                <a14:useLocalDpi xmlns:a14="http://schemas.microsoft.com/office/drawing/2010/main"/>
              </a:ext>
            </a:extLst>
          </a:blip>
          <a:stretch>
            <a:fillRect/>
          </a:stretch>
        </p:blipFill>
        <p:spPr>
          <a:xfrm>
            <a:off x="628651" y="6413450"/>
            <a:ext cx="497433" cy="182880"/>
          </a:xfrm>
          <a:prstGeom prst="rect">
            <a:avLst/>
          </a:prstGeom>
        </p:spPr>
      </p:pic>
      <p:sp>
        <p:nvSpPr>
          <p:cNvPr id="23" name="TextBox 22">
            <a:extLst>
              <a:ext uri="{FF2B5EF4-FFF2-40B4-BE49-F238E27FC236}">
                <a16:creationId xmlns:a16="http://schemas.microsoft.com/office/drawing/2014/main" id="{D0E024EE-FD6A-B6AB-A3B4-33DB1D9D4C9F}"/>
              </a:ext>
            </a:extLst>
          </p:cNvPr>
          <p:cNvSpPr txBox="1"/>
          <p:nvPr userDrawn="1"/>
        </p:nvSpPr>
        <p:spPr>
          <a:xfrm>
            <a:off x="9539519"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rgbClr val="010000"/>
                </a:solidFill>
              </a:rPr>
              <a:t>EPAM Proprietary &amp; Confidential.</a:t>
            </a:r>
          </a:p>
        </p:txBody>
      </p:sp>
      <p:sp>
        <p:nvSpPr>
          <p:cNvPr id="24" name="Text Placeholder 3">
            <a:extLst>
              <a:ext uri="{FF2B5EF4-FFF2-40B4-BE49-F238E27FC236}">
                <a16:creationId xmlns:a16="http://schemas.microsoft.com/office/drawing/2014/main" id="{B05241D2-DD60-6811-5E6D-C8C5BC3FBCBF}"/>
              </a:ext>
            </a:extLst>
          </p:cNvPr>
          <p:cNvSpPr txBox="1">
            <a:spLocks/>
          </p:cNvSpPr>
          <p:nvPr userDrawn="1"/>
        </p:nvSpPr>
        <p:spPr>
          <a:xfrm>
            <a:off x="11315641"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rgbClr val="010000"/>
                </a:solidFill>
              </a:rPr>
              <a:pPr lvl="0"/>
              <a:t>‹#›</a:t>
            </a:fld>
            <a:endParaRPr lang="en-US" sz="1000">
              <a:solidFill>
                <a:srgbClr val="010000"/>
              </a:solidFill>
            </a:endParaRPr>
          </a:p>
        </p:txBody>
      </p:sp>
      <p:sp>
        <p:nvSpPr>
          <p:cNvPr id="28" name="Title Placeholder 1">
            <a:extLst>
              <a:ext uri="{FF2B5EF4-FFF2-40B4-BE49-F238E27FC236}">
                <a16:creationId xmlns:a16="http://schemas.microsoft.com/office/drawing/2014/main" id="{1FAF5EB5-8EED-D1BB-C0DC-9C6119D2219E}"/>
              </a:ext>
            </a:extLst>
          </p:cNvPr>
          <p:cNvSpPr>
            <a:spLocks noGrp="1"/>
          </p:cNvSpPr>
          <p:nvPr>
            <p:ph type="title"/>
          </p:nvPr>
        </p:nvSpPr>
        <p:spPr>
          <a:xfrm>
            <a:off x="627063" y="880646"/>
            <a:ext cx="10929937" cy="338554"/>
          </a:xfrm>
          <a:prstGeom prst="rect">
            <a:avLst/>
          </a:prstGeom>
        </p:spPr>
        <p:txBody>
          <a:bodyPr lIns="0" tIns="0" rIns="0" bIns="0">
            <a:noAutofit/>
          </a:body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Click to edit Master title style</a:t>
            </a:r>
          </a:p>
        </p:txBody>
      </p:sp>
      <p:sp>
        <p:nvSpPr>
          <p:cNvPr id="3" name="Text Placeholder 2">
            <a:extLst>
              <a:ext uri="{FF2B5EF4-FFF2-40B4-BE49-F238E27FC236}">
                <a16:creationId xmlns:a16="http://schemas.microsoft.com/office/drawing/2014/main" id="{B53470F6-1A75-436F-5B3A-ECBBB52824AC}"/>
              </a:ext>
            </a:extLst>
          </p:cNvPr>
          <p:cNvSpPr>
            <a:spLocks noGrp="1"/>
          </p:cNvSpPr>
          <p:nvPr>
            <p:ph type="body" idx="1"/>
          </p:nvPr>
        </p:nvSpPr>
        <p:spPr>
          <a:xfrm>
            <a:off x="639419" y="1726856"/>
            <a:ext cx="10929937" cy="448344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4984764"/>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 id="2147483762" r:id="rId17"/>
    <p:sldLayoutId id="2147483763" r:id="rId18"/>
    <p:sldLayoutId id="2147483764" r:id="rId19"/>
    <p:sldLayoutId id="2147483765" r:id="rId20"/>
    <p:sldLayoutId id="2147483766" r:id="rId21"/>
    <p:sldLayoutId id="2147483767" r:id="rId22"/>
    <p:sldLayoutId id="2147483768" r:id="rId23"/>
    <p:sldLayoutId id="2147483769" r:id="rId24"/>
    <p:sldLayoutId id="2147483770" r:id="rId25"/>
    <p:sldLayoutId id="2147483771" r:id="rId26"/>
    <p:sldLayoutId id="2147483772" r:id="rId27"/>
    <p:sldLayoutId id="2147483773" r:id="rId28"/>
    <p:sldLayoutId id="2147483774" r:id="rId29"/>
    <p:sldLayoutId id="2147483775" r:id="rId30"/>
    <p:sldLayoutId id="2147483776" r:id="rId31"/>
    <p:sldLayoutId id="2147483777" r:id="rId32"/>
    <p:sldLayoutId id="2147483778" r:id="rId33"/>
    <p:sldLayoutId id="2147483779" r:id="rId34"/>
    <p:sldLayoutId id="2147483780" r:id="rId35"/>
    <p:sldLayoutId id="2147483781" r:id="rId36"/>
    <p:sldLayoutId id="2147483782" r:id="rId37"/>
    <p:sldLayoutId id="2147483783" r:id="rId38"/>
    <p:sldLayoutId id="2147483784" r:id="rId39"/>
    <p:sldLayoutId id="2147483785" r:id="rId40"/>
    <p:sldLayoutId id="2147483786" r:id="rId41"/>
    <p:sldLayoutId id="2147483787" r:id="rId42"/>
    <p:sldLayoutId id="2147483788" r:id="rId43"/>
    <p:sldLayoutId id="2147483789" r:id="rId44"/>
    <p:sldLayoutId id="2147483790" r:id="rId45"/>
    <p:sldLayoutId id="2147483791" r:id="rId46"/>
    <p:sldLayoutId id="2147483792" r:id="rId47"/>
    <p:sldLayoutId id="2147483793" r:id="rId48"/>
    <p:sldLayoutId id="2147483794" r:id="rId49"/>
    <p:sldLayoutId id="2147483795" r:id="rId50"/>
    <p:sldLayoutId id="2147483796" r:id="rId51"/>
    <p:sldLayoutId id="2147483797" r:id="rId52"/>
    <p:sldLayoutId id="2147483798" r:id="rId53"/>
    <p:sldLayoutId id="2147483799" r:id="rId54"/>
    <p:sldLayoutId id="2147483800" r:id="rId55"/>
    <p:sldLayoutId id="2147483801" r:id="rId56"/>
    <p:sldLayoutId id="2147483802" r:id="rId57"/>
    <p:sldLayoutId id="2147483803" r:id="rId58"/>
    <p:sldLayoutId id="2147483804" r:id="rId59"/>
    <p:sldLayoutId id="2147483805" r:id="rId60"/>
    <p:sldLayoutId id="2147483806" r:id="rId61"/>
    <p:sldLayoutId id="2147483807" r:id="rId62"/>
    <p:sldLayoutId id="2147483808" r:id="rId63"/>
    <p:sldLayoutId id="2147483809" r:id="rId64"/>
    <p:sldLayoutId id="2147483810" r:id="rId65"/>
    <p:sldLayoutId id="2147483811" r:id="rId66"/>
    <p:sldLayoutId id="2147483812" r:id="rId67"/>
    <p:sldLayoutId id="2147483813" r:id="rId68"/>
    <p:sldLayoutId id="2147483814" r:id="rId69"/>
    <p:sldLayoutId id="2147483815" r:id="rId70"/>
    <p:sldLayoutId id="2147483816" r:id="rId71"/>
    <p:sldLayoutId id="2147483817" r:id="rId72"/>
  </p:sldLayoutIdLst>
  <p:hf hdr="0" dt="0"/>
  <p:txStyles>
    <p:titleStyle>
      <a:lvl1pPr algn="l" defTabSz="914400" rtl="0" eaLnBrk="1" latinLnBrk="0" hangingPunct="1">
        <a:lnSpc>
          <a:spcPct val="100000"/>
        </a:lnSpc>
        <a:spcBef>
          <a:spcPct val="0"/>
        </a:spcBef>
        <a:buNone/>
        <a:defRPr lang="en-US" sz="2200" b="1" i="0" kern="1200" spc="0" dirty="0">
          <a:solidFill>
            <a:schemeClr val="tx1"/>
          </a:solidFill>
          <a:effectLst/>
          <a:latin typeface="+mj-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accent1"/>
          </a:solidFill>
          <a:latin typeface="+mn-lt"/>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tx1"/>
        </a:buClr>
        <a:buFont typeface="Arial" panose="020B0604020202020204" pitchFamily="34" charset="0"/>
        <a:buChar char="•"/>
        <a:defRPr lang="en-US" sz="1400" b="0" i="0" kern="1200" dirty="0" smtClean="0">
          <a:solidFill>
            <a:schemeClr val="tx1"/>
          </a:solidFill>
          <a:latin typeface="+mn-lt"/>
          <a:ea typeface="Human Sans"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Font typeface="Courier New" panose="02070309020205020404" pitchFamily="49" charset="0"/>
        <a:buChar char="o"/>
        <a:defRPr lang="en-US" sz="1200" b="0" i="0" kern="1200" dirty="0" smtClean="0">
          <a:solidFill>
            <a:schemeClr val="tx1"/>
          </a:solidFill>
          <a:latin typeface="+mn-lt"/>
          <a:ea typeface="Human Sans"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5">
          <p15:clr>
            <a:srgbClr val="F26B43"/>
          </p15:clr>
        </p15:guide>
        <p15:guide id="3" pos="7280">
          <p15:clr>
            <a:srgbClr val="F26B43"/>
          </p15:clr>
        </p15:guide>
        <p15:guide id="4" orient="horz" pos="3912">
          <p15:clr>
            <a:srgbClr val="F26B43"/>
          </p15:clr>
        </p15:guide>
        <p15:guide id="12" orient="horz" pos="768">
          <p15:clr>
            <a:srgbClr val="F26B43"/>
          </p15:clr>
        </p15:guide>
        <p15:guide id="13" pos="830">
          <p15:clr>
            <a:srgbClr val="F26B43"/>
          </p15:clr>
        </p15:guide>
        <p15:guide id="14" pos="984">
          <p15:clr>
            <a:srgbClr val="F26B43"/>
          </p15:clr>
        </p15:guide>
        <p15:guide id="15" pos="1416">
          <p15:clr>
            <a:srgbClr val="F26B43"/>
          </p15:clr>
        </p15:guide>
        <p15:guide id="16" pos="1568">
          <p15:clr>
            <a:srgbClr val="F26B43"/>
          </p15:clr>
        </p15:guide>
        <p15:guide id="17" pos="2004">
          <p15:clr>
            <a:srgbClr val="F26B43"/>
          </p15:clr>
        </p15:guide>
        <p15:guide id="18" pos="2156">
          <p15:clr>
            <a:srgbClr val="F26B43"/>
          </p15:clr>
        </p15:guide>
        <p15:guide id="19" pos="2589">
          <p15:clr>
            <a:srgbClr val="F26B43"/>
          </p15:clr>
        </p15:guide>
        <p15:guide id="20" pos="2742">
          <p15:clr>
            <a:srgbClr val="F26B43"/>
          </p15:clr>
        </p15:guide>
        <p15:guide id="21" pos="3168">
          <p15:clr>
            <a:srgbClr val="F26B43"/>
          </p15:clr>
        </p15:guide>
        <p15:guide id="22" pos="3326">
          <p15:clr>
            <a:srgbClr val="F26B43"/>
          </p15:clr>
        </p15:guide>
        <p15:guide id="23" pos="3762">
          <p15:clr>
            <a:srgbClr val="F26B43"/>
          </p15:clr>
        </p15:guide>
        <p15:guide id="24" pos="3912">
          <p15:clr>
            <a:srgbClr val="F26B43"/>
          </p15:clr>
        </p15:guide>
        <p15:guide id="25" pos="4346">
          <p15:clr>
            <a:srgbClr val="F26B43"/>
          </p15:clr>
        </p15:guide>
        <p15:guide id="26" pos="4500">
          <p15:clr>
            <a:srgbClr val="F26B43"/>
          </p15:clr>
        </p15:guide>
        <p15:guide id="27" pos="4934">
          <p15:clr>
            <a:srgbClr val="F26B43"/>
          </p15:clr>
        </p15:guide>
        <p15:guide id="28" pos="5086">
          <p15:clr>
            <a:srgbClr val="F26B43"/>
          </p15:clr>
        </p15:guide>
        <p15:guide id="29" pos="5520">
          <p15:clr>
            <a:srgbClr val="F26B43"/>
          </p15:clr>
        </p15:guide>
        <p15:guide id="30" pos="5674">
          <p15:clr>
            <a:srgbClr val="F26B43"/>
          </p15:clr>
        </p15:guide>
        <p15:guide id="31" pos="6108">
          <p15:clr>
            <a:srgbClr val="F26B43"/>
          </p15:clr>
        </p15:guide>
        <p15:guide id="32" pos="6262">
          <p15:clr>
            <a:srgbClr val="F26B43"/>
          </p15:clr>
        </p15:guide>
        <p15:guide id="33" pos="6692">
          <p15:clr>
            <a:srgbClr val="F26B43"/>
          </p15:clr>
        </p15:guide>
        <p15:guide id="34" pos="6846">
          <p15:clr>
            <a:srgbClr val="F26B43"/>
          </p15:clr>
        </p15:guide>
        <p15:guide id="35" orient="horz" pos="984">
          <p15:clr>
            <a:srgbClr val="F26B43"/>
          </p15:clr>
        </p15:guide>
        <p15:guide id="36" orient="horz" pos="4128">
          <p15:clr>
            <a:srgbClr val="F26B43"/>
          </p15:clr>
        </p15:guide>
        <p15:guide id="37" orient="horz" pos="1080">
          <p15:clr>
            <a:srgbClr val="F26B43"/>
          </p15:clr>
        </p15:guide>
        <p15:guide id="38" orient="horz" pos="1248">
          <p15:clr>
            <a:srgbClr val="F26B43"/>
          </p15:clr>
        </p15:guide>
        <p15:guide id="39"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57201" y="6438901"/>
            <a:ext cx="540540" cy="190499"/>
          </a:xfrm>
          <a:prstGeom prst="rect">
            <a:avLst/>
          </a:prstGeom>
        </p:spPr>
      </p:pic>
      <p:sp>
        <p:nvSpPr>
          <p:cNvPr id="9" name="Text Placeholder 2">
            <a:extLst>
              <a:ext uri="{FF2B5EF4-FFF2-40B4-BE49-F238E27FC236}">
                <a16:creationId xmlns:a16="http://schemas.microsoft.com/office/drawing/2014/main" id="{E8369E08-22C8-4CA0-8BC3-06B27EF317DD}"/>
              </a:ext>
            </a:extLst>
          </p:cNvPr>
          <p:cNvSpPr>
            <a:spLocks noGrp="1"/>
          </p:cNvSpPr>
          <p:nvPr>
            <p:ph type="body" idx="1"/>
          </p:nvPr>
        </p:nvSpPr>
        <p:spPr>
          <a:xfrm>
            <a:off x="457200" y="1676400"/>
            <a:ext cx="11277600" cy="4495800"/>
          </a:xfrm>
          <a:prstGeom prst="rect">
            <a:avLst/>
          </a:prstGeom>
        </p:spPr>
        <p:txBody>
          <a:bodyPr vert="horz" lIns="0" tIns="0" rIns="0" bIns="0" rtlCol="0">
            <a:noAutofit/>
          </a:bodyPr>
          <a:lstStyle/>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222222"/>
                </a:solidFill>
                <a:effectLst/>
                <a:uLnTx/>
                <a:uFillTx/>
                <a:latin typeface="Calibri"/>
                <a:cs typeface="Calibri" panose="020F0502020204030204" pitchFamily="34" charset="0"/>
              </a:rPr>
              <a:t>Edit Master text styles</a:t>
            </a:r>
          </a:p>
          <a:p>
            <a:pPr marL="182880" marR="0" lvl="1" indent="-182880" algn="l" defTabSz="914400" rtl="0" eaLnBrk="1" fontAlgn="auto" latinLnBrk="0" hangingPunct="1">
              <a:lnSpc>
                <a:spcPct val="100000"/>
              </a:lnSpc>
              <a:spcBef>
                <a:spcPts val="600"/>
              </a:spcBef>
              <a:spcAft>
                <a:spcPts val="0"/>
              </a:spcAft>
              <a:buClr>
                <a:srgbClr val="76CDD8"/>
              </a:buClr>
              <a:buSzTx/>
              <a:buFont typeface="Arial" panose="020B0604020202020204" pitchFamily="34" charset="0"/>
              <a:buChar char="•"/>
              <a:tabLst/>
              <a:defRPr/>
            </a:pPr>
            <a:r>
              <a:rPr kumimoji="0" lang="en-US" sz="1400" b="0" i="0" u="none" strike="noStrike" kern="1200" cap="none" spc="0" normalizeH="0" baseline="0" noProof="0">
                <a:ln>
                  <a:noFill/>
                </a:ln>
                <a:solidFill>
                  <a:srgbClr val="222222"/>
                </a:solidFill>
                <a:effectLst/>
                <a:uLnTx/>
                <a:uFillTx/>
                <a:latin typeface="Calibri"/>
                <a:cs typeface="Calibri" panose="020F0502020204030204" pitchFamily="34" charset="0"/>
              </a:rPr>
              <a:t>Second level</a:t>
            </a:r>
          </a:p>
          <a:p>
            <a:pPr marL="365760" marR="0" lvl="2" indent="-182880" algn="l" defTabSz="914400" rtl="0" eaLnBrk="1" fontAlgn="auto" latinLnBrk="0" hangingPunct="1">
              <a:lnSpc>
                <a:spcPct val="100000"/>
              </a:lnSpc>
              <a:spcBef>
                <a:spcPts val="600"/>
              </a:spcBef>
              <a:spcAft>
                <a:spcPts val="0"/>
              </a:spcAft>
              <a:buClr>
                <a:srgbClr val="A0A0A0"/>
              </a:buClr>
              <a:buSzTx/>
              <a:buFont typeface="Calibri" panose="020F0502020204030204" pitchFamily="34" charset="0"/>
              <a:buChar char="→"/>
              <a:tabLst/>
              <a:defRPr/>
            </a:pPr>
            <a:r>
              <a:rPr kumimoji="0" lang="en-US" sz="1200" b="0" i="0" u="none" strike="noStrike" kern="1200" cap="none" spc="0" normalizeH="0" baseline="0" noProof="0">
                <a:ln>
                  <a:noFill/>
                </a:ln>
                <a:solidFill>
                  <a:srgbClr val="222222"/>
                </a:solidFill>
                <a:effectLst/>
                <a:uLnTx/>
                <a:uFillTx/>
                <a:latin typeface="Calibri"/>
                <a:cs typeface="Calibri" panose="020F0502020204030204" pitchFamily="34" charset="0"/>
              </a:rPr>
              <a:t>Third level</a:t>
            </a:r>
            <a:endParaRPr lang="en-US"/>
          </a:p>
        </p:txBody>
      </p:sp>
      <p:sp>
        <p:nvSpPr>
          <p:cNvPr id="11" name="TextBox 10">
            <a:extLst>
              <a:ext uri="{FF2B5EF4-FFF2-40B4-BE49-F238E27FC236}">
                <a16:creationId xmlns:a16="http://schemas.microsoft.com/office/drawing/2014/main" id="{3F641FF6-5DCC-D34B-9DD7-29931472CBC7}"/>
              </a:ext>
            </a:extLst>
          </p:cNvPr>
          <p:cNvSpPr txBox="1"/>
          <p:nvPr/>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a:spLocks/>
          </p:cNvSpPr>
          <p:nvPr/>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a:pPr lvl="0"/>
              <a:t>‹#›</a:t>
            </a:fld>
            <a:endParaRPr lang="en-US" sz="1000"/>
          </a:p>
        </p:txBody>
      </p:sp>
    </p:spTree>
    <p:extLst>
      <p:ext uri="{BB962C8B-B14F-4D97-AF65-F5344CB8AC3E}">
        <p14:creationId xmlns:p14="http://schemas.microsoft.com/office/powerpoint/2010/main" val="4203257405"/>
      </p:ext>
    </p:extLst>
  </p:cSld>
  <p:clrMap bg1="lt1" tx1="dk1" bg2="lt2" tx2="dk2" accent1="accent1" accent2="accent2" accent3="accent3" accent4="accent4" accent5="accent5" accent6="accent6" hlink="hlink" folHlink="folHlink"/>
  <p:sldLayoutIdLst>
    <p:sldLayoutId id="2147483820" r:id="rId1"/>
  </p:sldLayoutIdLst>
  <p:hf hdr="0" dt="0"/>
  <p:txStyles>
    <p:titleStyle>
      <a:lvl1pPr algn="l" defTabSz="914400" rtl="0" eaLnBrk="1" latinLnBrk="0" hangingPunct="1">
        <a:lnSpc>
          <a:spcPct val="100000"/>
        </a:lnSpc>
        <a:spcBef>
          <a:spcPct val="0"/>
        </a:spcBef>
        <a:buNone/>
        <a:defRPr lang="en-US" sz="2200" b="1" i="0" kern="1200" dirty="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10000"/>
        </a:lnSpc>
        <a:spcBef>
          <a:spcPts val="600"/>
        </a:spcBef>
        <a:spcAft>
          <a:spcPts val="0"/>
        </a:spcAft>
        <a:buClr>
          <a:schemeClr val="tx1"/>
        </a:buClr>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US"/>
              <a:t>Click To Edit Master Title Style</a:t>
            </a:r>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9"/>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Calibri"/>
                <a:cs typeface="Calibri" panose="020F0502020204030204" pitchFamily="34" charset="0"/>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a:spLocks/>
          </p:cNvSpPr>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7FA7470-6506-4B71-AD87-6F7FA0DD0168}" type="slidenum">
              <a:rPr kumimoji="0" lang="en-US" sz="1000" b="0" i="0" u="none" strike="noStrike" kern="1200" cap="none" spc="0" normalizeH="0" baseline="0" noProof="0" smtClean="0">
                <a:ln>
                  <a:noFill/>
                </a:ln>
                <a:solidFill>
                  <a:srgbClr val="222222"/>
                </a:solidFill>
                <a:effectLst/>
                <a:uLnTx/>
                <a:uFillTx/>
                <a:latin typeface="Calibri"/>
                <a:cs typeface="Calibri" panose="020F050202020403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222222"/>
              </a:solidFill>
              <a:effectLst/>
              <a:uLnTx/>
              <a:uFillTx/>
              <a:latin typeface="Calibri"/>
              <a:cs typeface="Calibri" panose="020F0502020204030204" pitchFamily="34" charset="0"/>
            </a:endParaRPr>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4144819782"/>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Lst>
  <p:hf hdr="0" dt="0"/>
  <p:txStyles>
    <p:titleStyle>
      <a:lvl1pPr algn="l" defTabSz="914400" rtl="0" eaLnBrk="1" latinLnBrk="0" hangingPunct="1">
        <a:lnSpc>
          <a:spcPct val="100000"/>
        </a:lnSpc>
        <a:spcBef>
          <a:spcPct val="0"/>
        </a:spcBef>
        <a:buNone/>
        <a:defRPr lang="en-US" sz="2200" b="1" i="0" kern="1200" dirty="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ts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23899"/>
            <a:ext cx="11277599" cy="457200"/>
          </a:xfrm>
          <a:prstGeom prst="rect">
            <a:avLst/>
          </a:prstGeom>
        </p:spPr>
        <p:txBody>
          <a:bodyPr vert="horz" lIns="0" tIns="0" rIns="0" bIns="0" rtlCol="0" anchor="t">
            <a:noAutofit/>
          </a:bodyPr>
          <a:lstStyle/>
          <a:p>
            <a:pPr lvl="0"/>
            <a:r>
              <a:rPr lang="en-GB"/>
              <a:t>Click to edit Master title style</a:t>
            </a:r>
            <a:endParaRPr lang="en-US"/>
          </a:p>
        </p:txBody>
      </p:sp>
      <p:pic>
        <p:nvPicPr>
          <p:cNvPr id="7" name="Graphic 6">
            <a:extLst>
              <a:ext uri="{FF2B5EF4-FFF2-40B4-BE49-F238E27FC236}">
                <a16:creationId xmlns:a16="http://schemas.microsoft.com/office/drawing/2014/main" id="{BB532318-7ECA-4FB6-ADB1-48895B543C86}"/>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9"/>
              </a:ext>
            </a:extLst>
          </a:blip>
          <a:stretch>
            <a:fillRect/>
          </a:stretch>
        </p:blipFill>
        <p:spPr>
          <a:xfrm>
            <a:off x="457201" y="6438901"/>
            <a:ext cx="540540" cy="190499"/>
          </a:xfrm>
          <a:prstGeom prst="rect">
            <a:avLst/>
          </a:prstGeom>
        </p:spPr>
      </p:pic>
      <p:sp>
        <p:nvSpPr>
          <p:cNvPr id="11" name="TextBox 10">
            <a:extLst>
              <a:ext uri="{FF2B5EF4-FFF2-40B4-BE49-F238E27FC236}">
                <a16:creationId xmlns:a16="http://schemas.microsoft.com/office/drawing/2014/main" id="{3F641FF6-5DCC-D34B-9DD7-29931472CBC7}"/>
              </a:ext>
            </a:extLst>
          </p:cNvPr>
          <p:cNvSpPr txBox="1"/>
          <p:nvPr userDrawn="1"/>
        </p:nvSpPr>
        <p:spPr>
          <a:xfrm>
            <a:off x="10048875" y="6406590"/>
            <a:ext cx="1396815" cy="222809"/>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41DA6592-6579-C548-911C-85A5195E10BA}"/>
              </a:ext>
            </a:extLst>
          </p:cNvPr>
          <p:cNvSpPr txBox="1"/>
          <p:nvPr userDrawn="1"/>
        </p:nvSpPr>
        <p:spPr>
          <a:xfrm>
            <a:off x="11498094"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1000" smtClean="0"/>
              <a:pPr lvl="0"/>
              <a:t>‹#›</a:t>
            </a:fld>
            <a:endParaRPr lang="en-US" sz="1000"/>
          </a:p>
        </p:txBody>
      </p:sp>
      <p:sp>
        <p:nvSpPr>
          <p:cNvPr id="3" name="Text Placeholder 2">
            <a:extLst>
              <a:ext uri="{FF2B5EF4-FFF2-40B4-BE49-F238E27FC236}">
                <a16:creationId xmlns:a16="http://schemas.microsoft.com/office/drawing/2014/main" id="{1B3A0289-E5C4-74D3-46E5-CB49BE90222C}"/>
              </a:ext>
            </a:extLst>
          </p:cNvPr>
          <p:cNvSpPr>
            <a:spLocks noGrp="1"/>
          </p:cNvSpPr>
          <p:nvPr>
            <p:ph type="body" idx="1"/>
          </p:nvPr>
        </p:nvSpPr>
        <p:spPr>
          <a:xfrm>
            <a:off x="467139" y="1680713"/>
            <a:ext cx="11267660" cy="4491487"/>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p:txBody>
      </p:sp>
      <p:cxnSp>
        <p:nvCxnSpPr>
          <p:cNvPr id="5" name="Straight Connector 4">
            <a:extLst>
              <a:ext uri="{FF2B5EF4-FFF2-40B4-BE49-F238E27FC236}">
                <a16:creationId xmlns:a16="http://schemas.microsoft.com/office/drawing/2014/main" id="{1C54E357-47A9-B003-7E36-215C0CF70453}"/>
              </a:ext>
            </a:extLst>
          </p:cNvPr>
          <p:cNvCxnSpPr/>
          <p:nvPr userDrawn="1"/>
        </p:nvCxnSpPr>
        <p:spPr>
          <a:xfrm>
            <a:off x="1169798" y="6434742"/>
            <a:ext cx="0" cy="1908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9795773"/>
      </p:ext>
    </p:extLst>
  </p:cSld>
  <p:clrMap bg1="lt1" tx1="dk1" bg2="lt2" tx2="dk2" accent1="accent1" accent2="accent2" accent3="accent3" accent4="accent4" accent5="accent5" accent6="accent6" hlink="hlink" folHlink="folHlink"/>
  <p:sldLayoutIdLst>
    <p:sldLayoutId id="2147483941" r:id="rId1"/>
    <p:sldLayoutId id="2147483942" r:id="rId2"/>
    <p:sldLayoutId id="2147483943" r:id="rId3"/>
    <p:sldLayoutId id="2147483944" r:id="rId4"/>
    <p:sldLayoutId id="2147483945" r:id="rId5"/>
    <p:sldLayoutId id="2147483946" r:id="rId6"/>
    <p:sldLayoutId id="2147483947" r:id="rId7"/>
    <p:sldLayoutId id="2147483948" r:id="rId8"/>
    <p:sldLayoutId id="2147483949" r:id="rId9"/>
    <p:sldLayoutId id="2147483950" r:id="rId10"/>
    <p:sldLayoutId id="2147483951" r:id="rId11"/>
    <p:sldLayoutId id="2147483952" r:id="rId12"/>
    <p:sldLayoutId id="2147483953" r:id="rId13"/>
    <p:sldLayoutId id="2147483954" r:id="rId14"/>
    <p:sldLayoutId id="2147483955" r:id="rId15"/>
    <p:sldLayoutId id="2147483956" r:id="rId16"/>
    <p:sldLayoutId id="2147483957" r:id="rId17"/>
    <p:sldLayoutId id="2147483958" r:id="rId18"/>
    <p:sldLayoutId id="2147483959" r:id="rId19"/>
    <p:sldLayoutId id="2147483960" r:id="rId20"/>
    <p:sldLayoutId id="2147483961" r:id="rId21"/>
    <p:sldLayoutId id="2147483962" r:id="rId22"/>
    <p:sldLayoutId id="2147483963" r:id="rId23"/>
    <p:sldLayoutId id="2147483964" r:id="rId24"/>
    <p:sldLayoutId id="2147483965" r:id="rId25"/>
    <p:sldLayoutId id="2147483966" r:id="rId26"/>
    <p:sldLayoutId id="2147483967" r:id="rId27"/>
    <p:sldLayoutId id="2147483968" r:id="rId28"/>
    <p:sldLayoutId id="2147483969" r:id="rId29"/>
    <p:sldLayoutId id="2147483970" r:id="rId30"/>
    <p:sldLayoutId id="2147483971" r:id="rId31"/>
    <p:sldLayoutId id="2147483972" r:id="rId32"/>
    <p:sldLayoutId id="2147483973" r:id="rId33"/>
    <p:sldLayoutId id="2147483974" r:id="rId34"/>
    <p:sldLayoutId id="2147483975" r:id="rId35"/>
    <p:sldLayoutId id="2147483976" r:id="rId36"/>
    <p:sldLayoutId id="2147483977" r:id="rId37"/>
    <p:sldLayoutId id="2147483978" r:id="rId38"/>
    <p:sldLayoutId id="2147483979" r:id="rId39"/>
    <p:sldLayoutId id="2147483980" r:id="rId40"/>
    <p:sldLayoutId id="2147483981" r:id="rId41"/>
    <p:sldLayoutId id="2147483982" r:id="rId42"/>
    <p:sldLayoutId id="2147483983" r:id="rId43"/>
    <p:sldLayoutId id="2147483984" r:id="rId44"/>
    <p:sldLayoutId id="2147483985" r:id="rId45"/>
    <p:sldLayoutId id="2147483986" r:id="rId46"/>
    <p:sldLayoutId id="2147483987" r:id="rId47"/>
    <p:sldLayoutId id="2147483988" r:id="rId48"/>
    <p:sldLayoutId id="2147483989" r:id="rId49"/>
    <p:sldLayoutId id="2147483990" r:id="rId50"/>
    <p:sldLayoutId id="2147483991" r:id="rId51"/>
    <p:sldLayoutId id="2147483992" r:id="rId52"/>
    <p:sldLayoutId id="2147483993" r:id="rId53"/>
    <p:sldLayoutId id="2147483994" r:id="rId54"/>
    <p:sldLayoutId id="2147483995" r:id="rId55"/>
    <p:sldLayoutId id="2147483996" r:id="rId56"/>
    <p:sldLayoutId id="2147483997" r:id="rId57"/>
    <p:sldLayoutId id="2147483998" r:id="rId58"/>
    <p:sldLayoutId id="2147483999" r:id="rId59"/>
    <p:sldLayoutId id="2147484000" r:id="rId60"/>
    <p:sldLayoutId id="2147484001" r:id="rId61"/>
    <p:sldLayoutId id="2147484002" r:id="rId62"/>
    <p:sldLayoutId id="2147484003" r:id="rId63"/>
    <p:sldLayoutId id="2147484004" r:id="rId64"/>
    <p:sldLayoutId id="2147484005" r:id="rId65"/>
    <p:sldLayoutId id="2147484006" r:id="rId66"/>
    <p:sldLayoutId id="2147484007" r:id="rId67"/>
  </p:sldLayoutIdLst>
  <p:transition/>
  <p:hf hdr="0" dt="0"/>
  <p:txStyles>
    <p:titleStyle>
      <a:lvl1pPr algn="l" defTabSz="914400" rtl="0" eaLnBrk="1" latinLnBrk="0" hangingPunct="1">
        <a:lnSpc>
          <a:spcPct val="100000"/>
        </a:lnSpc>
        <a:spcBef>
          <a:spcPct val="0"/>
        </a:spcBef>
        <a:buNone/>
        <a:defRPr lang="en-US" sz="2200" b="1"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10000"/>
        </a:lnSpc>
        <a:spcBef>
          <a:spcPts val="600"/>
        </a:spcBef>
        <a:spcAft>
          <a:spcPct val="0"/>
        </a:spcAft>
        <a:buFont typeface="Arial" panose="020B0604020202020204" pitchFamily="34" charset="0"/>
        <a:buNone/>
        <a:defRPr sz="1600" b="0" i="0" kern="1200">
          <a:solidFill>
            <a:schemeClr val="tx1"/>
          </a:solidFill>
          <a:latin typeface="+mn-lt"/>
          <a:ea typeface="Calibri" panose="020F0502020204030204" pitchFamily="34" charset="0"/>
          <a:cs typeface="Calibri" panose="020F0502020204030204" pitchFamily="34" charset="0"/>
        </a:defRPr>
      </a:lvl1pPr>
      <a:lvl2pPr marL="253800" indent="-252000" algn="l" defTabSz="914400" rtl="0" eaLnBrk="1" latinLnBrk="0" hangingPunct="1">
        <a:lnSpc>
          <a:spcPct val="100000"/>
        </a:lnSpc>
        <a:spcBef>
          <a:spcPts val="600"/>
        </a:spcBef>
        <a:spcAft>
          <a:spcPts val="600"/>
        </a:spcAft>
        <a:buClr>
          <a:schemeClr val="tx1"/>
        </a:buClr>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2pPr>
      <a:lvl3pPr marL="504000" indent="-252000" algn="l" defTabSz="914400" rtl="0" eaLnBrk="1" latinLnBrk="0" hangingPunct="1">
        <a:lnSpc>
          <a:spcPct val="100000"/>
        </a:lnSpc>
        <a:spcBef>
          <a:spcPts val="600"/>
        </a:spcBef>
        <a:spcAft>
          <a:spcPts val="600"/>
        </a:spcAft>
        <a:buFont typeface="Courier New" panose="02070309020205020404" pitchFamily="49" charset="0"/>
        <a:buChar char="o"/>
        <a:defRPr sz="14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ct val="0"/>
        </a:spcAft>
        <a:buFont typeface="Arial" panose="020B0604020202020204" pitchFamily="34" charset="0"/>
        <a:buChar char="•"/>
        <a:defRPr sz="16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56">
          <p15:clr>
            <a:srgbClr val="F26B43"/>
          </p15:clr>
        </p15:guide>
        <p15:guide id="16" orient="horz" pos="239">
          <p15:clr>
            <a:srgbClr val="F26B43"/>
          </p15:clr>
        </p15:guide>
        <p15:guide id="17" orient="horz" pos="454">
          <p15:clr>
            <a:srgbClr val="F26B43"/>
          </p15:clr>
        </p15:guide>
        <p15:guide id="20" orient="horz" pos="744">
          <p15:clr>
            <a:srgbClr val="F26B43"/>
          </p15:clr>
        </p15:guide>
        <p15:guide id="41" orient="horz" pos="3888">
          <p15:clr>
            <a:srgbClr val="F26B43"/>
          </p15:clr>
        </p15:guide>
        <p15:guide id="43" orient="horz" pos="4176">
          <p15:clr>
            <a:srgbClr val="F26B43"/>
          </p15:clr>
        </p15:guide>
        <p15:guide id="56" orient="horz">
          <p15:clr>
            <a:srgbClr val="F26B43"/>
          </p15:clr>
        </p15:guide>
        <p15:guide id="58" orient="horz" pos="4032">
          <p15:clr>
            <a:srgbClr val="F26B43"/>
          </p15:clr>
        </p15:guide>
        <p15:guide id="59" pos="288">
          <p15:clr>
            <a:srgbClr val="F26B43"/>
          </p15:clr>
        </p15:guide>
        <p15:guide id="61" pos="7392">
          <p15:clr>
            <a:srgbClr val="F26B43"/>
          </p15:clr>
        </p15:guide>
        <p15:guide id="64" pos="1354">
          <p15:clr>
            <a:srgbClr val="F26B43"/>
          </p15:clr>
        </p15:guide>
        <p15:guide id="65" pos="1498">
          <p15:clr>
            <a:srgbClr val="F26B43"/>
          </p15:clr>
        </p15:guide>
        <p15:guide id="68" pos="2710">
          <p15:clr>
            <a:srgbClr val="F26B43"/>
          </p15:clr>
        </p15:guide>
        <p15:guide id="69" pos="2568">
          <p15:clr>
            <a:srgbClr val="F26B43"/>
          </p15:clr>
        </p15:guide>
        <p15:guide id="72" pos="3772">
          <p15:clr>
            <a:srgbClr val="F26B43"/>
          </p15:clr>
        </p15:guide>
        <p15:guide id="73" pos="3919">
          <p15:clr>
            <a:srgbClr val="F26B43"/>
          </p15:clr>
        </p15:guide>
        <p15:guide id="76" pos="5128">
          <p15:clr>
            <a:srgbClr val="F26B43"/>
          </p15:clr>
        </p15:guide>
        <p15:guide id="77" pos="4981">
          <p15:clr>
            <a:srgbClr val="F26B43"/>
          </p15:clr>
        </p15:guide>
        <p15:guide id="80" pos="6186">
          <p15:clr>
            <a:srgbClr val="F26B43"/>
          </p15:clr>
        </p15:guide>
        <p15:guide id="81" pos="633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7.png"/><Relationship Id="rId4" Type="http://schemas.microsoft.com/office/2007/relationships/hdphoto" Target="../media/hdphoto1.wdp"/><Relationship Id="rId5" Type="http://schemas.openxmlformats.org/officeDocument/2006/relationships/image" Target="../media/image2.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6.xml"/><Relationship Id="rId2" Type="http://schemas.openxmlformats.org/officeDocument/2006/relationships/notesSlide" Target="../notesSlides/notesSlide4.xml"/><Relationship Id="rId3" Type="http://schemas.openxmlformats.org/officeDocument/2006/relationships/image" Target="../media/image4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3.xml"/><Relationship Id="rId2" Type="http://schemas.openxmlformats.org/officeDocument/2006/relationships/notesSlide" Target="../notesSlides/notesSlide5.xml"/><Relationship Id="rId3" Type="http://schemas.openxmlformats.org/officeDocument/2006/relationships/image" Target="../media/image4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3.xml"/><Relationship Id="rId2" Type="http://schemas.openxmlformats.org/officeDocument/2006/relationships/notesSlide" Target="../notesSlides/notesSlide6.xml"/><Relationship Id="rId3" Type="http://schemas.openxmlformats.org/officeDocument/2006/relationships/image" Target="../media/image48.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3.xml"/><Relationship Id="rId2" Type="http://schemas.openxmlformats.org/officeDocument/2006/relationships/notesSlide" Target="../notesSlides/notesSlide7.xml"/><Relationship Id="rId3" Type="http://schemas.openxmlformats.org/officeDocument/2006/relationships/image" Target="../media/image4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3.xml"/><Relationship Id="rId2" Type="http://schemas.openxmlformats.org/officeDocument/2006/relationships/notesSlide" Target="../notesSlides/notesSlide8.xml"/><Relationship Id="rId3" Type="http://schemas.openxmlformats.org/officeDocument/2006/relationships/image" Target="../media/image4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4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notesSlide" Target="../notesSlides/notesSlide11.xml"/><Relationship Id="rId3" Type="http://schemas.openxmlformats.org/officeDocument/2006/relationships/image" Target="../media/image5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5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49.png"/><Relationship Id="rId4" Type="http://schemas.openxmlformats.org/officeDocument/2006/relationships/image" Target="../media/image53.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15.xml"/><Relationship Id="rId3" Type="http://schemas.openxmlformats.org/officeDocument/2006/relationships/image" Target="../media/image54.jpeg"/><Relationship Id="rId4" Type="http://schemas.openxmlformats.org/officeDocument/2006/relationships/image" Target="../media/image4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5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me">
            <a:extLst>
              <a:ext uri="{FF2B5EF4-FFF2-40B4-BE49-F238E27FC236}">
                <a16:creationId xmlns:a16="http://schemas.microsoft.com/office/drawing/2014/main" id="{8BC19A9A-ADEF-FA5A-41B0-C158BAAC6A9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103000"/>
                    </a14:imgEffect>
                  </a14:imgLayer>
                </a14:imgProps>
              </a:ext>
              <a:ext uri="{28A0092B-C50C-407E-A947-70E740481C1C}">
                <a14:useLocalDpi xmlns:a14="http://schemas.microsoft.com/office/drawing/2010/main" val="0"/>
              </a:ext>
            </a:extLst>
          </a:blip>
          <a:stretch>
            <a:fillRect/>
          </a:stretch>
        </p:blipFill>
        <p:spPr bwMode="auto">
          <a:xfrm>
            <a:off x="-3156" y="6999"/>
            <a:ext cx="12236788" cy="6883728"/>
          </a:xfrm>
          <a:prstGeom prst="rect">
            <a:avLst/>
          </a:prstGeom>
          <a:solidFill>
            <a:srgbClr val="FFFFFF"/>
          </a:solidFill>
        </p:spPr>
      </p:pic>
      <p:sp>
        <p:nvSpPr>
          <p:cNvPr id="4" name="TextBox 3">
            <a:extLst>
              <a:ext uri="{FF2B5EF4-FFF2-40B4-BE49-F238E27FC236}">
                <a16:creationId xmlns:a16="http://schemas.microsoft.com/office/drawing/2014/main" id="{EB8CB420-00AE-C238-7526-7F5B31CBD664}"/>
              </a:ext>
            </a:extLst>
          </p:cNvPr>
          <p:cNvSpPr txBox="1"/>
          <p:nvPr/>
        </p:nvSpPr>
        <p:spPr>
          <a:xfrm>
            <a:off x="647699" y="3809007"/>
            <a:ext cx="3722281" cy="1169551"/>
          </a:xfrm>
          <a:prstGeom prst="rect">
            <a:avLst/>
          </a:prstGeom>
        </p:spPr>
        <p:txBody>
          <a:bodyPr vert="horz" wrap="square" lIns="0" tIns="0" rIns="0" bIns="0" rtlCol="0">
            <a:normAutofit/>
          </a:bodyPr>
          <a:lstStyle/>
          <a:p>
            <a:pPr>
              <a:lnSpc>
                <a:spcPct val="90000"/>
              </a:lnSpc>
              <a:spcAft>
                <a:spcPts val="600"/>
              </a:spcAft>
            </a:pPr>
            <a:endParaRPr lang="en-US" sz="1000" b="0" i="0" kern="1200">
              <a:solidFill>
                <a:schemeClr val="bg1"/>
              </a:solidFill>
              <a:latin typeface="Calibri Light" panose="020F0302020204030204" pitchFamily="34" charset="0"/>
              <a:ea typeface="Calibri" panose="020F0502020204030204" pitchFamily="34" charset="0"/>
              <a:cs typeface="Calibri Light" panose="020F0302020204030204" pitchFamily="34" charset="0"/>
            </a:endParaRPr>
          </a:p>
        </p:txBody>
      </p:sp>
      <p:sp>
        <p:nvSpPr>
          <p:cNvPr id="2" name="Rectangle 1">
            <a:extLst>
              <a:ext uri="{FF2B5EF4-FFF2-40B4-BE49-F238E27FC236}">
                <a16:creationId xmlns:a16="http://schemas.microsoft.com/office/drawing/2014/main" id="{D7FA8BB1-0DA1-1880-2910-6CC574E10790}"/>
              </a:ext>
            </a:extLst>
          </p:cNvPr>
          <p:cNvSpPr/>
          <p:nvPr/>
        </p:nvSpPr>
        <p:spPr>
          <a:xfrm>
            <a:off x="-5605" y="-2831"/>
            <a:ext cx="12229531" cy="6890688"/>
          </a:xfrm>
          <a:prstGeom prst="rect">
            <a:avLst/>
          </a:prstGeom>
          <a:solidFill>
            <a:srgbClr val="162A3D">
              <a:alpha val="6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1C9038D-004C-9EF6-1BD8-4C110AEE3955}"/>
              </a:ext>
            </a:extLst>
          </p:cNvPr>
          <p:cNvSpPr txBox="1">
            <a:spLocks/>
          </p:cNvSpPr>
          <p:nvPr/>
        </p:nvSpPr>
        <p:spPr>
          <a:xfrm>
            <a:off x="349112" y="1403582"/>
            <a:ext cx="9674563" cy="1846612"/>
          </a:xfrm>
          <a:prstGeom prst="rect">
            <a:avLst/>
          </a:prstGeom>
        </p:spPr>
        <p:txBody>
          <a:bodyPr vert="horz" lIns="91440" tIns="45720" rIns="91440" bIns="45720" anchor="t">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800" dirty="0">
                <a:gradFill>
                  <a:gsLst>
                    <a:gs pos="0">
                      <a:srgbClr val="00FFF0"/>
                    </a:gs>
                    <a:gs pos="72000">
                      <a:srgbClr val="00F6FF"/>
                    </a:gs>
                    <a:gs pos="100000">
                      <a:srgbClr val="B896FF"/>
                    </a:gs>
                  </a:gsLst>
                  <a:lin ang="1200000" scaled="0"/>
                </a:gradFill>
                <a:latin typeface="Calibri"/>
                <a:ea typeface="Calibri"/>
                <a:cs typeface="Calibri"/>
              </a:rPr>
              <a:t>SFTP Migration Analysis</a:t>
            </a:r>
          </a:p>
        </p:txBody>
      </p:sp>
      <p:pic>
        <p:nvPicPr>
          <p:cNvPr id="11" name="Picture 10">
            <a:extLst>
              <a:ext uri="{FF2B5EF4-FFF2-40B4-BE49-F238E27FC236}">
                <a16:creationId xmlns:a16="http://schemas.microsoft.com/office/drawing/2014/main" id="{341AEE80-7363-D4EE-14E0-0AC29CE48C7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358409" y="6463700"/>
            <a:ext cx="658001" cy="241912"/>
          </a:xfrm>
          <a:prstGeom prst="rect">
            <a:avLst/>
          </a:prstGeom>
        </p:spPr>
      </p:pic>
      <p:sp>
        <p:nvSpPr>
          <p:cNvPr id="13" name="Text Placeholder 12">
            <a:extLst>
              <a:ext uri="{FF2B5EF4-FFF2-40B4-BE49-F238E27FC236}">
                <a16:creationId xmlns:a16="http://schemas.microsoft.com/office/drawing/2014/main" id="{B49ACE86-8869-17E1-2522-3180377E1794}"/>
              </a:ext>
            </a:extLst>
          </p:cNvPr>
          <p:cNvSpPr txBox="1">
            <a:spLocks/>
          </p:cNvSpPr>
          <p:nvPr/>
        </p:nvSpPr>
        <p:spPr>
          <a:xfrm>
            <a:off x="436078" y="4774983"/>
            <a:ext cx="1939735" cy="400110"/>
          </a:xfrm>
          <a:prstGeom prst="rect">
            <a:avLst/>
          </a:prstGeom>
        </p:spPr>
        <p:txBody>
          <a:bodyPr vert="horz" wrap="square" lIns="0" tIns="0" rIns="0" bIns="0" rtlCol="0" anchor="t">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300" b="1" i="0" kern="1200" spc="400" baseline="0">
                <a:solidFill>
                  <a:srgbClr val="00F6FF"/>
                </a:solidFill>
                <a:latin typeface="Calibri" panose="020F0502020204030204" pitchFamily="34" charset="0"/>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None/>
              <a:defRPr lang="en-US" sz="1400" b="0" i="0" kern="120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300" b="1" i="0" u="none" strike="noStrike" kern="1200" cap="none" spc="400" normalizeH="0" baseline="0" noProof="0" dirty="0">
                <a:ln>
                  <a:noFill/>
                </a:ln>
                <a:solidFill>
                  <a:srgbClr val="00F6FF"/>
                </a:solidFill>
                <a:effectLst/>
                <a:uLnTx/>
                <a:uFillTx/>
                <a:latin typeface="Calibri"/>
                <a:ea typeface="Calibri"/>
                <a:cs typeface="Calibri"/>
              </a:rPr>
              <a:t>EPAM</a:t>
            </a:r>
          </a:p>
          <a:p>
            <a:pPr>
              <a:defRPr/>
            </a:pPr>
            <a:r>
              <a:rPr lang="en-US" dirty="0">
                <a:latin typeface="Calibri"/>
                <a:ea typeface="Calibri"/>
                <a:cs typeface="Calibri"/>
              </a:rPr>
              <a:t>April 2026</a:t>
            </a:r>
            <a:endParaRPr lang="en-US" dirty="0"/>
          </a:p>
        </p:txBody>
      </p:sp>
      <p:sp>
        <p:nvSpPr>
          <p:cNvPr id="1027" name="TextBox 1026"/>
          <p:cNvSpPr txBox="1"/>
          <p:nvPr/>
        </p:nvSpPr>
        <p:spPr>
          <a:xfrm>
            <a:off x="640080" y="3749039"/>
            <a:ext cx="8686800" cy="457200"/>
          </a:xfrm>
          <a:prstGeom prst="rect">
            <a:avLst/>
          </a:prstGeom>
          <a:noFill/>
        </p:spPr>
        <p:txBody>
          <a:bodyPr wrap="square">
            <a:spAutoFit/>
          </a:bodyPr>
          <a:lstStyle/>
          <a:p>
            <a:r>
              <a:rPr sz="1600">
                <a:solidFill>
                  <a:srgbClr val="C0EAE8"/>
                </a:solidFill>
                <a:latin typeface="Calibri"/>
              </a:rPr>
              <a:t>Customer Z001 namespace · 13-seed stakeholder list · 19 confirmed SFTP-using objects · +46% scope expansion</a:t>
            </a:r>
          </a:p>
        </p:txBody>
      </p:sp>
    </p:spTree>
    <p:extLst>
      <p:ext uri="{BB962C8B-B14F-4D97-AF65-F5344CB8AC3E}">
        <p14:creationId xmlns:p14="http://schemas.microsoft.com/office/powerpoint/2010/main" val="3228384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E0C41-1181-D328-016D-55B2CFF120F7}"/>
              </a:ext>
            </a:extLst>
          </p:cNvPr>
          <p:cNvSpPr>
            <a:spLocks noGrp="1"/>
          </p:cNvSpPr>
          <p:nvPr>
            <p:ph type="title"/>
          </p:nvPr>
        </p:nvSpPr>
        <p:spPr>
          <a:xfrm>
            <a:off x="649852" y="1737211"/>
            <a:ext cx="8722423" cy="1846659"/>
          </a:xfrm>
        </p:spPr>
        <p:txBody>
          <a:bodyPr wrap="square" lIns="0" tIns="0" rIns="0" bIns="0" anchor="t">
            <a:spAutoFit/>
          </a:bodyPr>
          <a:lstStyle/>
          <a:p>
            <a:r>
              <a:rPr lang="pl-PL" dirty="0">
                <a:latin typeface="Calibri Light"/>
                <a:ea typeface="Calibri"/>
                <a:cs typeface="Calibri Light"/>
              </a:rPr>
              <a:t>Findings &amp; scope</a:t>
            </a:r>
            <a:br>
              <a:rPr lang="pl-PL">
                <a:latin typeface="Calibri Light"/>
                <a:ea typeface="Calibri"/>
                <a:cs typeface="Calibri Light"/>
              </a:rPr>
            </a:br>
          </a:p>
        </p:txBody>
      </p:sp>
      <p:sp>
        <p:nvSpPr>
          <p:cNvPr id="5" name="Text Placeholder 4">
            <a:extLst>
              <a:ext uri="{FF2B5EF4-FFF2-40B4-BE49-F238E27FC236}">
                <a16:creationId xmlns:a16="http://schemas.microsoft.com/office/drawing/2014/main" id="{9A3869EB-1D9A-931F-FE33-AE0DAA8CE781}"/>
              </a:ext>
            </a:extLst>
          </p:cNvPr>
          <p:cNvSpPr>
            <a:spLocks noGrp="1"/>
          </p:cNvSpPr>
          <p:nvPr>
            <p:ph type="body" sz="quarter" idx="10"/>
          </p:nvPr>
        </p:nvSpPr>
        <p:spPr>
          <a:xfrm>
            <a:off x="647700" y="1315415"/>
            <a:ext cx="1561346" cy="307777"/>
          </a:xfrm>
        </p:spPr>
        <p:txBody>
          <a:bodyPr/>
          <a:lstStyle/>
          <a:p>
            <a:r>
              <a:rPr lang="en-US">
                <a:solidFill>
                  <a:srgbClr val="00FFF0"/>
                </a:solidFill>
                <a:ea typeface="Calibri"/>
                <a:cs typeface="Calibri"/>
              </a:rPr>
              <a:t>Section 01</a:t>
            </a:r>
            <a:endParaRPr lang="en-US">
              <a:solidFill>
                <a:srgbClr val="00FFF0"/>
              </a:solidFill>
            </a:endParaRPr>
          </a:p>
        </p:txBody>
      </p:sp>
      <p:sp>
        <p:nvSpPr>
          <p:cNvPr id="6" name="Rectangle 5"/>
          <p:cNvSpPr/>
          <p:nvPr/>
        </p:nvSpPr>
        <p:spPr>
          <a:xfrm>
            <a:off x="10058400" y="0"/>
            <a:ext cx="219456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2392935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A74B6-3AA7-D624-DF7B-2ED8F07ED833}"/>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7855F61-61EC-8471-F2A3-5F7E7BC02591}"/>
              </a:ext>
            </a:extLst>
          </p:cNvPr>
          <p:cNvSpPr>
            <a:spLocks noGrp="1"/>
          </p:cNvSpPr>
          <p:nvPr>
            <p:ph type="title"/>
          </p:nvPr>
        </p:nvSpPr>
        <p:spPr>
          <a:xfrm>
            <a:off x="457200" y="723900"/>
            <a:ext cx="2586789" cy="307777"/>
          </a:xfrm>
        </p:spPr>
        <p:txBody>
          <a:bodyPr vert="horz" wrap="square" lIns="0" tIns="0" rIns="0" bIns="0" rtlCol="0" anchor="t">
            <a:spAutoFit/>
          </a:bodyPr>
          <a:lstStyle/>
          <a:p>
            <a:r>
              <a:rPr lang="en-GB" sz="2000">
                <a:ea typeface="Calibri"/>
                <a:cs typeface="Calibri"/>
              </a:rPr>
              <a:t>Bottom line</a:t>
            </a:r>
            <a:endParaRPr lang="en-US" sz="2000">
              <a:solidFill>
                <a:srgbClr val="FF4E33"/>
              </a:solidFill>
            </a:endParaRPr>
          </a:p>
        </p:txBody>
      </p:sp>
      <p:sp>
        <p:nvSpPr>
          <p:cNvPr id="49" name="Text Placeholder 48">
            <a:extLst>
              <a:ext uri="{FF2B5EF4-FFF2-40B4-BE49-F238E27FC236}">
                <a16:creationId xmlns:a16="http://schemas.microsoft.com/office/drawing/2014/main" id="{9E94733F-C407-4D25-3890-DDAC7C428A8C}"/>
              </a:ext>
            </a:extLst>
          </p:cNvPr>
          <p:cNvSpPr>
            <a:spLocks noGrp="1"/>
          </p:cNvSpPr>
          <p:nvPr>
            <p:ph type="body" sz="quarter" idx="15"/>
          </p:nvPr>
        </p:nvSpPr>
        <p:spPr/>
        <p:txBody>
          <a:bodyPr/>
          <a:lstStyle/>
          <a:p>
            <a:r>
              <a:rPr lang="en-US" b="0"/>
              <a:t>Z001 customer namespace</a:t>
            </a:r>
            <a:endParaRPr lang="en-US"/>
          </a:p>
        </p:txBody>
      </p:sp>
      <p:sp>
        <p:nvSpPr>
          <p:cNvPr id="5" name="TextBox 4">
            <a:extLst>
              <a:ext uri="{FF2B5EF4-FFF2-40B4-BE49-F238E27FC236}">
                <a16:creationId xmlns:a16="http://schemas.microsoft.com/office/drawing/2014/main" id="{3F3D8C96-5624-6127-B967-E7D3C81CDBCB}"/>
              </a:ext>
            </a:extLst>
          </p:cNvPr>
          <p:cNvSpPr txBox="1"/>
          <p:nvPr/>
        </p:nvSpPr>
        <p:spPr>
          <a:xfrm>
            <a:off x="449197" y="2559887"/>
            <a:ext cx="2454778" cy="2462213"/>
          </a:xfrm>
          <a:prstGeom prst="rect">
            <a:avLst/>
          </a:prstGeom>
          <a:noFill/>
        </p:spPr>
        <p:txBody>
          <a:bodyPr wrap="square" lIns="0" tIns="45720" rIns="91440" bIns="45720" anchor="t">
            <a:spAutoFit/>
          </a:bodyPr>
          <a:lstStyle/>
          <a:p>
            <a:pPr>
              <a:defRPr sz="1600" b="1">
                <a:solidFill>
                  <a:srgbClr val="161616"/>
                </a:solidFill>
                <a:latin typeface="Calibri"/>
              </a:defRPr>
            </a:pPr>
            <a:r>
              <a:t>HEADLINE NUMBERS</a:t>
            </a:r>
          </a:p>
          <a:p>
            <a:pPr>
              <a:defRPr sz="1200" b="1">
                <a:solidFill>
                  <a:srgbClr val="161616"/>
                </a:solidFill>
                <a:latin typeface="Calibri"/>
              </a:defRPr>
            </a:pPr>
            <a:r>
              <a:t>Total:</a:t>
            </a:r>
            <a:r>
              <a:rPr sz="1200">
                <a:solidFill>
                  <a:srgbClr val="333333"/>
                </a:solidFill>
                <a:latin typeface="Calibri"/>
              </a:rPr>
              <a:t> 19 objects</a:t>
            </a:r>
          </a:p>
          <a:p>
            <a:pPr>
              <a:defRPr sz="1200" b="1">
                <a:solidFill>
                  <a:srgbClr val="161616"/>
                </a:solidFill>
                <a:latin typeface="Calibri"/>
              </a:defRPr>
            </a:pPr>
            <a:r>
              <a:t>Reports:</a:t>
            </a:r>
            <a:r>
              <a:rPr sz="1200">
                <a:solidFill>
                  <a:srgbClr val="333333"/>
                </a:solidFill>
                <a:latin typeface="Calibri"/>
              </a:rPr>
              <a:t> 16 PROG</a:t>
            </a:r>
          </a:p>
          <a:p>
            <a:pPr>
              <a:defRPr sz="1200" b="1">
                <a:solidFill>
                  <a:srgbClr val="161616"/>
                </a:solidFill>
                <a:latin typeface="Calibri"/>
              </a:defRPr>
            </a:pPr>
            <a:r>
              <a:t>Wrappers:</a:t>
            </a:r>
            <a:r>
              <a:rPr sz="1200">
                <a:solidFill>
                  <a:srgbClr val="333333"/>
                </a:solidFill>
                <a:latin typeface="Calibri"/>
              </a:rPr>
              <a:t> 3 FUGR</a:t>
            </a:r>
          </a:p>
          <a:p>
            <a:pPr>
              <a:defRPr sz="1200" b="1">
                <a:solidFill>
                  <a:srgbClr val="161616"/>
                </a:solidFill>
                <a:latin typeface="Calibri"/>
              </a:defRPr>
            </a:pPr>
            <a:r>
              <a:t>SM69:</a:t>
            </a:r>
            <a:r>
              <a:rPr sz="1200">
                <a:solidFill>
                  <a:srgbClr val="333333"/>
                </a:solidFill>
                <a:latin typeface="Calibri"/>
              </a:rPr>
              <a:t> 11</a:t>
            </a:r>
          </a:p>
          <a:p>
            <a:pPr>
              <a:defRPr sz="1200" b="1">
                <a:solidFill>
                  <a:srgbClr val="161616"/>
                </a:solidFill>
                <a:latin typeface="Calibri"/>
              </a:defRPr>
            </a:pPr>
            <a:r>
              <a:t>Auth:</a:t>
            </a:r>
            <a:r>
              <a:rPr sz="1200">
                <a:solidFill>
                  <a:srgbClr val="333333"/>
                </a:solidFill>
                <a:latin typeface="Calibri"/>
              </a:rPr>
              <a:t> key + password</a:t>
            </a:r>
          </a:p>
          <a:p>
            <a:pPr>
              <a:defRPr sz="1200" b="1">
                <a:solidFill>
                  <a:srgbClr val="161616"/>
                </a:solidFill>
                <a:latin typeface="Calibri"/>
              </a:defRPr>
            </a:pPr>
            <a:r>
              <a:t>Endpoints:</a:t>
            </a:r>
            <a:r>
              <a:rPr sz="1200">
                <a:solidFill>
                  <a:srgbClr val="333333"/>
                </a:solidFill>
                <a:latin typeface="Calibri"/>
              </a:rPr>
              <a:t> 8</a:t>
            </a:r>
          </a:p>
          <a:p>
            <a:pPr>
              <a:defRPr sz="1100">
                <a:solidFill>
                  <a:srgbClr val="333333"/>
                </a:solidFill>
                <a:latin typeface="Calibri"/>
              </a:defRPr>
            </a:pPr>
          </a:p>
          <a:p>
            <a:pPr>
              <a:defRPr sz="1100">
                <a:solidFill>
                  <a:srgbClr val="333333"/>
                </a:solidFill>
                <a:latin typeface="Calibri"/>
              </a:defRPr>
            </a:pPr>
            <a:r>
              <a:t>SCOPE EXPANSION</a:t>
            </a:r>
          </a:p>
          <a:p>
            <a:pPr>
              <a:defRPr sz="1100">
                <a:solidFill>
                  <a:srgbClr val="333333"/>
                </a:solidFill>
                <a:latin typeface="Calibri"/>
              </a:defRPr>
            </a:pPr>
            <a:r>
              <a:t>+46% vs seed list</a:t>
            </a:r>
          </a:p>
        </p:txBody>
      </p:sp>
      <p:sp>
        <p:nvSpPr>
          <p:cNvPr id="4" name="Oval 3">
            <a:extLst>
              <a:ext uri="{FF2B5EF4-FFF2-40B4-BE49-F238E27FC236}">
                <a16:creationId xmlns:a16="http://schemas.microsoft.com/office/drawing/2014/main" id="{383BCBEB-21E8-70C8-7E5B-837EB6504CDE}"/>
              </a:ext>
            </a:extLst>
          </p:cNvPr>
          <p:cNvSpPr/>
          <p:nvPr/>
        </p:nvSpPr>
        <p:spPr bwMode="auto">
          <a:xfrm>
            <a:off x="457201" y="1672709"/>
            <a:ext cx="693868" cy="693868"/>
          </a:xfrm>
          <a:prstGeom prst="ellipse">
            <a:avLst/>
          </a:prstGeom>
          <a:noFill/>
          <a:ln w="12700">
            <a:solidFill>
              <a:schemeClr val="accent5"/>
            </a:soli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3055DA"/>
              </a:solidFill>
              <a:effectLst/>
              <a:uLnTx/>
              <a:uFillTx/>
              <a:latin typeface="Calibri Light" panose="020F0302020204030204" pitchFamily="34" charset="0"/>
              <a:ea typeface="Human Sans ExtraLight" charset="0"/>
              <a:cs typeface="Human Sans ExtraLight" charset="0"/>
            </a:endParaRPr>
          </a:p>
        </p:txBody>
      </p:sp>
      <p:pic>
        <p:nvPicPr>
          <p:cNvPr id="3" name="Graphic 2">
            <a:extLst>
              <a:ext uri="{FF2B5EF4-FFF2-40B4-BE49-F238E27FC236}">
                <a16:creationId xmlns:a16="http://schemas.microsoft.com/office/drawing/2014/main" id="{01D3CD05-FD08-9CA7-4974-6F831271265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7682" y="1771634"/>
            <a:ext cx="507443" cy="507443"/>
          </a:xfrm>
          <a:prstGeom prst="rect">
            <a:avLst/>
          </a:prstGeom>
        </p:spPr>
      </p:pic>
      <p:sp>
        <p:nvSpPr>
          <p:cNvPr id="50" name="Rectangle 49"/>
          <p:cNvSpPr/>
          <p:nvPr/>
        </p:nvSpPr>
        <p:spPr>
          <a:xfrm>
            <a:off x="3474720" y="731520"/>
            <a:ext cx="2697480" cy="14630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a:solidFill>
                  <a:srgbClr val="FFFFFF"/>
                </a:solidFill>
                <a:latin typeface="Calibri Light"/>
              </a:defRPr>
            </a:pPr>
            <a:r>
              <a:t>19</a:t>
            </a:r>
          </a:p>
          <a:p>
            <a:pPr algn="ctr">
              <a:defRPr sz="1100">
                <a:solidFill>
                  <a:srgbClr val="FFFFFF"/>
                </a:solidFill>
                <a:latin typeface="Calibri"/>
              </a:defRPr>
            </a:pPr>
            <a:r>
              <a:t>ABAP objects</a:t>
            </a:r>
          </a:p>
        </p:txBody>
      </p:sp>
      <p:sp>
        <p:nvSpPr>
          <p:cNvPr id="51" name="Rectangle 50"/>
          <p:cNvSpPr/>
          <p:nvPr/>
        </p:nvSpPr>
        <p:spPr>
          <a:xfrm>
            <a:off x="6309360" y="731520"/>
            <a:ext cx="2697480" cy="1463040"/>
          </a:xfrm>
          <a:prstGeom prst="rect">
            <a:avLst/>
          </a:prstGeom>
          <a:solidFill>
            <a:srgbClr val="00B4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a:solidFill>
                  <a:srgbClr val="FFFFFF"/>
                </a:solidFill>
                <a:latin typeface="Calibri Light"/>
              </a:defRPr>
            </a:pPr>
            <a:r>
              <a:t>1</a:t>
            </a:r>
          </a:p>
          <a:p>
            <a:pPr algn="ctr">
              <a:defRPr sz="1100">
                <a:solidFill>
                  <a:srgbClr val="FFFFFF"/>
                </a:solidFill>
                <a:latin typeface="Calibri"/>
              </a:defRPr>
            </a:pPr>
            <a:r>
              <a:t>mechanism</a:t>
            </a:r>
            <a:br/>
            <a:r>
              <a:t>SXPG→SM69→OS sftp</a:t>
            </a:r>
          </a:p>
        </p:txBody>
      </p:sp>
      <p:sp>
        <p:nvSpPr>
          <p:cNvPr id="52" name="Rectangle 51"/>
          <p:cNvSpPr/>
          <p:nvPr/>
        </p:nvSpPr>
        <p:spPr>
          <a:xfrm>
            <a:off x="9144000" y="731520"/>
            <a:ext cx="2697480" cy="1463040"/>
          </a:xfrm>
          <a:prstGeom prst="rect">
            <a:avLst/>
          </a:prstGeom>
          <a:solidFill>
            <a:srgbClr val="418D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4400">
                <a:solidFill>
                  <a:srgbClr val="FFFFFF"/>
                </a:solidFill>
                <a:latin typeface="Calibri Light"/>
              </a:defRPr>
            </a:pPr>
            <a:r>
              <a:t>+46%</a:t>
            </a:r>
          </a:p>
          <a:p>
            <a:pPr algn="ctr">
              <a:defRPr sz="1100">
                <a:solidFill>
                  <a:srgbClr val="FFFFFF"/>
                </a:solidFill>
                <a:latin typeface="Calibri"/>
              </a:defRPr>
            </a:pPr>
            <a:r>
              <a:t>scope expansion</a:t>
            </a:r>
          </a:p>
        </p:txBody>
      </p:sp>
      <p:sp>
        <p:nvSpPr>
          <p:cNvPr id="53" name="TextBox 52"/>
          <p:cNvSpPr txBox="1"/>
          <p:nvPr/>
        </p:nvSpPr>
        <p:spPr>
          <a:xfrm>
            <a:off x="3474720" y="2468880"/>
            <a:ext cx="8412480" cy="3657600"/>
          </a:xfrm>
          <a:prstGeom prst="rect">
            <a:avLst/>
          </a:prstGeom>
          <a:noFill/>
        </p:spPr>
        <p:txBody>
          <a:bodyPr wrap="square">
            <a:spAutoFit/>
          </a:bodyPr>
          <a:lstStyle/>
          <a:p>
            <a:pPr>
              <a:defRPr sz="1200" b="0">
                <a:solidFill>
                  <a:srgbClr val="333333"/>
                </a:solidFill>
                <a:latin typeface="Calibri"/>
              </a:defRPr>
            </a:pPr>
            <a:r>
              <a:t>• 16 ABAP reports (PROG) call SFTP — 14 directly via SXPG_COMMAND_EXECUTE, 2 via Z wrapper FMs.</a:t>
            </a:r>
          </a:p>
          <a:p>
            <a:pPr>
              <a:defRPr sz="1200" b="0">
                <a:solidFill>
                  <a:srgbClr val="333333"/>
                </a:solidFill>
                <a:latin typeface="Calibri"/>
              </a:defRPr>
            </a:pPr>
            <a:r>
              <a:t>• 3 wrapper function groups (ZMEDICARE, ZERX, ZDMS_SEND_FILE) wrap the same SXPG call.</a:t>
            </a:r>
          </a:p>
          <a:p>
            <a:pPr>
              <a:defRPr sz="1200" b="0">
                <a:solidFill>
                  <a:srgbClr val="333333"/>
                </a:solidFill>
                <a:latin typeface="Calibri"/>
              </a:defRPr>
            </a:pPr>
            <a:r>
              <a:t>• 11 distinct SM69 commands (3 shared by ≥2 callers) — coordinate cutover.</a:t>
            </a:r>
          </a:p>
          <a:p>
            <a:pPr>
              <a:defRPr sz="1200" b="0">
                <a:solidFill>
                  <a:srgbClr val="333333"/>
                </a:solidFill>
                <a:latin typeface="Calibri"/>
              </a:defRPr>
            </a:pPr>
            <a:r>
              <a:t>• 2 auth modes the new layer must support: key-based (PRIVATE_KEY_PATH) and password-based (FTP_PSWD).</a:t>
            </a:r>
          </a:p>
          <a:p>
            <a:pPr>
              <a:defRPr sz="1200" b="0">
                <a:solidFill>
                  <a:srgbClr val="333333"/>
                </a:solidFill>
                <a:latin typeface="Calibri"/>
              </a:defRPr>
            </a:pPr>
            <a:r>
              <a:t>• 8 counter-party endpoints: BNP Paribas, Citi, JPMorgan, Caparío, Patientco, Ceridian, internal DMS, internal eRx/Medicare.</a:t>
            </a:r>
          </a:p>
          <a:p>
            <a:pPr>
              <a:defRPr sz="1200" b="0">
                <a:solidFill>
                  <a:srgbClr val="333333"/>
                </a:solidFill>
                <a:latin typeface="Calibri"/>
              </a:defRPr>
            </a:pPr>
            <a:r>
              <a:t>• Completeness ≈ 97% (7 independent SearchSource scans, no truncation).</a:t>
            </a:r>
          </a:p>
        </p:txBody>
      </p:sp>
    </p:spTree>
    <p:extLst>
      <p:ext uri="{BB962C8B-B14F-4D97-AF65-F5344CB8AC3E}">
        <p14:creationId xmlns:p14="http://schemas.microsoft.com/office/powerpoint/2010/main" val="776662744"/>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72D67-9A80-C9FF-B2A0-9F2F91E2B4A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377C913-64ED-EA69-93B6-9B33D0A1493A}"/>
              </a:ext>
            </a:extLst>
          </p:cNvPr>
          <p:cNvSpPr>
            <a:spLocks noGrp="1"/>
          </p:cNvSpPr>
          <p:nvPr>
            <p:ph type="title"/>
          </p:nvPr>
        </p:nvSpPr>
        <p:spPr>
          <a:xfrm>
            <a:off x="457200" y="723900"/>
            <a:ext cx="2586789" cy="615553"/>
          </a:xfrm>
        </p:spPr>
        <p:txBody>
          <a:bodyPr vert="horz" wrap="square" lIns="0" tIns="0" rIns="0" bIns="0" rtlCol="0" anchor="t">
            <a:spAutoFit/>
          </a:bodyPr>
          <a:lstStyle/>
          <a:p>
            <a:r>
              <a:rPr lang="en-GB" sz="2000" dirty="0">
                <a:solidFill>
                  <a:srgbClr val="000000"/>
                </a:solidFill>
                <a:cs typeface="Arial"/>
              </a:rPr>
              <a:t>Consumers</a:t>
            </a:r>
            <a:endParaRPr lang="en-US" sz="2000" dirty="0">
              <a:solidFill>
                <a:srgbClr val="FF4E33"/>
              </a:solidFill>
            </a:endParaRPr>
          </a:p>
        </p:txBody>
      </p:sp>
      <p:sp>
        <p:nvSpPr>
          <p:cNvPr id="49" name="Text Placeholder 48">
            <a:extLst>
              <a:ext uri="{FF2B5EF4-FFF2-40B4-BE49-F238E27FC236}">
                <a16:creationId xmlns:a16="http://schemas.microsoft.com/office/drawing/2014/main" id="{93302BA2-B02F-9DDF-FE8E-13D31E4D3AE4}"/>
              </a:ext>
            </a:extLst>
          </p:cNvPr>
          <p:cNvSpPr>
            <a:spLocks noGrp="1"/>
          </p:cNvSpPr>
          <p:nvPr>
            <p:ph type="body" sz="quarter" idx="15"/>
          </p:nvPr>
        </p:nvSpPr>
        <p:spPr/>
        <p:txBody>
          <a:bodyPr/>
          <a:lstStyle/>
          <a:p>
            <a:r>
              <a:rPr lang="en-US" b="0"/>
              <a:t>Z001 customer namespace</a:t>
            </a:r>
            <a:endParaRPr lang="en-US"/>
          </a:p>
        </p:txBody>
      </p:sp>
      <p:sp>
        <p:nvSpPr>
          <p:cNvPr id="5" name="TextBox 4">
            <a:extLst>
              <a:ext uri="{FF2B5EF4-FFF2-40B4-BE49-F238E27FC236}">
                <a16:creationId xmlns:a16="http://schemas.microsoft.com/office/drawing/2014/main" id="{69F25E0D-7B4A-3526-7DB6-C34E167B7E4C}"/>
              </a:ext>
            </a:extLst>
          </p:cNvPr>
          <p:cNvSpPr txBox="1"/>
          <p:nvPr/>
        </p:nvSpPr>
        <p:spPr>
          <a:xfrm>
            <a:off x="449197" y="2559887"/>
            <a:ext cx="2454778" cy="2462213"/>
          </a:xfrm>
          <a:prstGeom prst="rect">
            <a:avLst/>
          </a:prstGeom>
          <a:noFill/>
        </p:spPr>
        <p:txBody>
          <a:bodyPr wrap="square" lIns="0" tIns="45720" rIns="91440" bIns="45720" anchor="t">
            <a:spAutoFit/>
          </a:bodyPr>
          <a:lstStyle/>
          <a:p>
            <a:pPr>
              <a:defRPr sz="1600" b="1">
                <a:solidFill>
                  <a:srgbClr val="161616"/>
                </a:solidFill>
                <a:latin typeface="Calibri"/>
              </a:defRPr>
            </a:pPr>
            <a:r>
              <a:t>BY DOMAIN</a:t>
            </a:r>
          </a:p>
          <a:p>
            <a:pPr>
              <a:defRPr sz="1200" b="1">
                <a:solidFill>
                  <a:srgbClr val="161616"/>
                </a:solidFill>
                <a:latin typeface="Calibri"/>
              </a:defRPr>
            </a:pPr>
            <a:r>
              <a:t>Banking:</a:t>
            </a:r>
            <a:r>
              <a:rPr sz="1200">
                <a:solidFill>
                  <a:srgbClr val="333333"/>
                </a:solidFill>
                <a:latin typeface="Calibri"/>
              </a:rPr>
              <a:t> 7</a:t>
            </a:r>
          </a:p>
          <a:p>
            <a:pPr>
              <a:defRPr sz="1200" b="1">
                <a:solidFill>
                  <a:srgbClr val="161616"/>
                </a:solidFill>
                <a:latin typeface="Calibri"/>
              </a:defRPr>
            </a:pPr>
            <a:r>
              <a:t>Healthcare:</a:t>
            </a:r>
            <a:r>
              <a:rPr sz="1200">
                <a:solidFill>
                  <a:srgbClr val="333333"/>
                </a:solidFill>
                <a:latin typeface="Calibri"/>
              </a:rPr>
              <a:t> 3</a:t>
            </a:r>
          </a:p>
          <a:p>
            <a:pPr>
              <a:defRPr sz="1200" b="1">
                <a:solidFill>
                  <a:srgbClr val="161616"/>
                </a:solidFill>
                <a:latin typeface="Calibri"/>
              </a:defRPr>
            </a:pPr>
            <a:r>
              <a:t>Payroll:</a:t>
            </a:r>
            <a:r>
              <a:rPr sz="1200">
                <a:solidFill>
                  <a:srgbClr val="333333"/>
                </a:solidFill>
                <a:latin typeface="Calibri"/>
              </a:rPr>
              <a:t> 2</a:t>
            </a:r>
          </a:p>
          <a:p>
            <a:pPr>
              <a:defRPr sz="1200" b="1">
                <a:solidFill>
                  <a:srgbClr val="161616"/>
                </a:solidFill>
                <a:latin typeface="Calibri"/>
              </a:defRPr>
            </a:pPr>
            <a:r>
              <a:t>DMS:</a:t>
            </a:r>
            <a:r>
              <a:rPr sz="1200">
                <a:solidFill>
                  <a:srgbClr val="333333"/>
                </a:solidFill>
                <a:latin typeface="Calibri"/>
              </a:rPr>
              <a:t> 2</a:t>
            </a:r>
          </a:p>
          <a:p>
            <a:pPr>
              <a:defRPr sz="1200" b="1">
                <a:solidFill>
                  <a:srgbClr val="161616"/>
                </a:solidFill>
                <a:latin typeface="Calibri"/>
              </a:defRPr>
            </a:pPr>
            <a:r>
              <a:t>Medicare:</a:t>
            </a:r>
            <a:r>
              <a:rPr sz="1200">
                <a:solidFill>
                  <a:srgbClr val="333333"/>
                </a:solidFill>
                <a:latin typeface="Calibri"/>
              </a:rPr>
              <a:t> 1</a:t>
            </a:r>
          </a:p>
          <a:p>
            <a:pPr>
              <a:defRPr sz="1200" b="1">
                <a:solidFill>
                  <a:srgbClr val="161616"/>
                </a:solidFill>
                <a:latin typeface="Calibri"/>
              </a:defRPr>
            </a:pPr>
            <a:r>
              <a:t>eRx/DMS:</a:t>
            </a:r>
            <a:r>
              <a:rPr sz="1200">
                <a:solidFill>
                  <a:srgbClr val="333333"/>
                </a:solidFill>
                <a:latin typeface="Calibri"/>
              </a:rPr>
              <a:t> 1</a:t>
            </a:r>
          </a:p>
          <a:p>
            <a:pPr>
              <a:defRPr sz="1100">
                <a:solidFill>
                  <a:srgbClr val="333333"/>
                </a:solidFill>
                <a:latin typeface="Calibri"/>
              </a:defRPr>
            </a:pPr>
          </a:p>
          <a:p>
            <a:pPr>
              <a:defRPr sz="1100">
                <a:solidFill>
                  <a:srgbClr val="333333"/>
                </a:solidFill>
                <a:latin typeface="Calibri"/>
              </a:defRPr>
            </a:pPr>
            <a:r>
              <a:t>TOTAL</a:t>
            </a:r>
          </a:p>
          <a:p>
            <a:pPr>
              <a:defRPr sz="1100">
                <a:solidFill>
                  <a:srgbClr val="333333"/>
                </a:solidFill>
                <a:latin typeface="Calibri"/>
              </a:defRPr>
            </a:pPr>
            <a:r>
              <a:t>16 reports</a:t>
            </a:r>
          </a:p>
        </p:txBody>
      </p:sp>
      <p:sp>
        <p:nvSpPr>
          <p:cNvPr id="4" name="Oval 3">
            <a:extLst>
              <a:ext uri="{FF2B5EF4-FFF2-40B4-BE49-F238E27FC236}">
                <a16:creationId xmlns:a16="http://schemas.microsoft.com/office/drawing/2014/main" id="{F135ABB5-CD63-ABB3-1D02-938A5A2537ED}"/>
              </a:ext>
            </a:extLst>
          </p:cNvPr>
          <p:cNvSpPr/>
          <p:nvPr/>
        </p:nvSpPr>
        <p:spPr bwMode="auto">
          <a:xfrm>
            <a:off x="457201" y="1672709"/>
            <a:ext cx="693868" cy="693868"/>
          </a:xfrm>
          <a:prstGeom prst="ellipse">
            <a:avLst/>
          </a:prstGeom>
          <a:noFill/>
          <a:ln w="12700">
            <a:solidFill>
              <a:schemeClr val="accent5"/>
            </a:soli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3055DA"/>
              </a:solidFill>
              <a:effectLst/>
              <a:uLnTx/>
              <a:uFillTx/>
              <a:latin typeface="Calibri Light" panose="020F0302020204030204" pitchFamily="34" charset="0"/>
              <a:ea typeface="Human Sans ExtraLight" charset="0"/>
              <a:cs typeface="Human Sans ExtraLight" charset="0"/>
            </a:endParaRPr>
          </a:p>
        </p:txBody>
      </p:sp>
      <p:pic>
        <p:nvPicPr>
          <p:cNvPr id="3" name="Graphic 2">
            <a:extLst>
              <a:ext uri="{FF2B5EF4-FFF2-40B4-BE49-F238E27FC236}">
                <a16:creationId xmlns:a16="http://schemas.microsoft.com/office/drawing/2014/main" id="{C65903DB-1ABA-0A54-B56F-D5E7A05E9EE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7682" y="1771634"/>
            <a:ext cx="507443" cy="507443"/>
          </a:xfrm>
          <a:prstGeom prst="rect">
            <a:avLst/>
          </a:prstGeom>
        </p:spPr>
      </p:pic>
      <p:graphicFrame>
        <p:nvGraphicFramePr>
          <p:cNvPr id="50" name="Table 49"/>
          <p:cNvGraphicFramePr>
            <a:graphicFrameLocks noGrp="1"/>
          </p:cNvGraphicFramePr>
          <p:nvPr/>
        </p:nvGraphicFramePr>
        <p:xfrm>
          <a:off x="3474720" y="731520"/>
          <a:ext cx="7863840" cy="5394960"/>
        </p:xfrm>
        <a:graphic>
          <a:graphicData uri="http://schemas.openxmlformats.org/drawingml/2006/table">
            <a:tbl>
              <a:tblPr firstRow="1" bandRow="1">
                <a:tableStyleId>{5C22544A-7EE6-4342-B048-85BDC9FD1C3A}</a:tableStyleId>
              </a:tblPr>
              <a:tblGrid>
                <a:gridCol w="914400"/>
                <a:gridCol w="2377440"/>
                <a:gridCol w="2926080"/>
                <a:gridCol w="731520"/>
                <a:gridCol w="914400"/>
              </a:tblGrid>
              <a:tr h="365760">
                <a:tc>
                  <a:txBody>
                    <a:bodyPr/>
                    <a:lstStyle/>
                    <a:p>
                      <a:pPr>
                        <a:defRPr sz="1000" b="1">
                          <a:solidFill>
                            <a:srgbClr val="FFFFFF"/>
                          </a:solidFill>
                          <a:latin typeface="Calibri"/>
                        </a:defRPr>
                      </a:pPr>
                      <a:r>
                        <a:t>Domain</a:t>
                      </a:r>
                    </a:p>
                  </a:txBody>
                  <a:tcPr>
                    <a:solidFill>
                      <a:srgbClr val="161616"/>
                    </a:solidFill>
                  </a:tcPr>
                </a:tc>
                <a:tc>
                  <a:txBody>
                    <a:bodyPr/>
                    <a:lstStyle/>
                    <a:p>
                      <a:pPr>
                        <a:defRPr sz="1000" b="1">
                          <a:solidFill>
                            <a:srgbClr val="FFFFFF"/>
                          </a:solidFill>
                          <a:latin typeface="Calibri"/>
                        </a:defRPr>
                      </a:pPr>
                      <a:r>
                        <a:t>Report</a:t>
                      </a:r>
                    </a:p>
                  </a:txBody>
                  <a:tcPr>
                    <a:solidFill>
                      <a:srgbClr val="161616"/>
                    </a:solidFill>
                  </a:tcPr>
                </a:tc>
                <a:tc>
                  <a:txBody>
                    <a:bodyPr/>
                    <a:lstStyle/>
                    <a:p>
                      <a:pPr>
                        <a:defRPr sz="1000" b="1">
                          <a:solidFill>
                            <a:srgbClr val="FFFFFF"/>
                          </a:solidFill>
                          <a:latin typeface="Calibri"/>
                        </a:defRPr>
                      </a:pPr>
                      <a:r>
                        <a:t>SM69 / wrapper</a:t>
                      </a:r>
                    </a:p>
                  </a:txBody>
                  <a:tcPr>
                    <a:solidFill>
                      <a:srgbClr val="161616"/>
                    </a:solidFill>
                  </a:tcPr>
                </a:tc>
                <a:tc>
                  <a:txBody>
                    <a:bodyPr/>
                    <a:lstStyle/>
                    <a:p>
                      <a:pPr>
                        <a:defRPr sz="1000" b="1">
                          <a:solidFill>
                            <a:srgbClr val="FFFFFF"/>
                          </a:solidFill>
                          <a:latin typeface="Calibri"/>
                        </a:defRPr>
                      </a:pPr>
                      <a:r>
                        <a:t>Dir</a:t>
                      </a:r>
                    </a:p>
                  </a:txBody>
                  <a:tcPr>
                    <a:solidFill>
                      <a:srgbClr val="161616"/>
                    </a:solidFill>
                  </a:tcPr>
                </a:tc>
                <a:tc>
                  <a:txBody>
                    <a:bodyPr/>
                    <a:lstStyle/>
                    <a:p>
                      <a:pPr>
                        <a:defRPr sz="1000" b="1">
                          <a:solidFill>
                            <a:srgbClr val="FFFFFF"/>
                          </a:solidFill>
                          <a:latin typeface="Calibri"/>
                        </a:defRPr>
                      </a:pPr>
                      <a:r>
                        <a:t>Auth</a:t>
                      </a:r>
                    </a:p>
                  </a:txBody>
                  <a:tcPr>
                    <a:solidFill>
                      <a:srgbClr val="161616"/>
                    </a:solidFill>
                  </a:tcPr>
                </a:tc>
              </a:tr>
              <a:tr h="314325">
                <a:tc>
                  <a:txBody>
                    <a:bodyPr/>
                    <a:lstStyle/>
                    <a:p>
                      <a:pPr>
                        <a:defRPr sz="800">
                          <a:solidFill>
                            <a:srgbClr val="333333"/>
                          </a:solidFill>
                          <a:latin typeface="Calibri"/>
                        </a:defRPr>
                      </a:pPr>
                      <a:r>
                        <a:t>Banking</a:t>
                      </a:r>
                    </a:p>
                  </a:txBody>
                  <a:tcPr>
                    <a:solidFill>
                      <a:srgbClr val="FFFFFF"/>
                    </a:solidFill>
                  </a:tcPr>
                </a:tc>
                <a:tc>
                  <a:txBody>
                    <a:bodyPr/>
                    <a:lstStyle/>
                    <a:p>
                      <a:pPr>
                        <a:defRPr sz="800">
                          <a:solidFill>
                            <a:srgbClr val="333333"/>
                          </a:solidFill>
                          <a:latin typeface="Calibri"/>
                        </a:defRPr>
                      </a:pPr>
                      <a:r>
                        <a:t>ZSFTP_BNP_PARIBAS_PULL</a:t>
                      </a:r>
                    </a:p>
                  </a:txBody>
                  <a:tcPr>
                    <a:solidFill>
                      <a:srgbClr val="FFFFFF"/>
                    </a:solidFill>
                  </a:tcPr>
                </a:tc>
                <a:tc>
                  <a:txBody>
                    <a:bodyPr/>
                    <a:lstStyle/>
                    <a:p>
                      <a:pPr>
                        <a:defRPr sz="800">
                          <a:solidFill>
                            <a:srgbClr val="333333"/>
                          </a:solidFill>
                          <a:latin typeface="Calibri"/>
                        </a:defRPr>
                      </a:pPr>
                      <a:r>
                        <a:t>ZFTP_BNPP_PULL</a:t>
                      </a:r>
                    </a:p>
                  </a:txBody>
                  <a:tcPr>
                    <a:solidFill>
                      <a:srgbClr val="FFFFFF"/>
                    </a:solidFill>
                  </a:tcPr>
                </a:tc>
                <a:tc>
                  <a:txBody>
                    <a:bodyPr/>
                    <a:lstStyle/>
                    <a:p>
                      <a:pPr>
                        <a:defRPr sz="800">
                          <a:solidFill>
                            <a:srgbClr val="333333"/>
                          </a:solidFill>
                          <a:latin typeface="Calibri"/>
                        </a:defRPr>
                      </a:pPr>
                      <a:r>
                        <a:t>pull</a:t>
                      </a:r>
                    </a:p>
                  </a:txBody>
                  <a:tcPr>
                    <a:solidFill>
                      <a:srgbClr val="FFFFFF"/>
                    </a:solidFill>
                  </a:tcPr>
                </a:tc>
                <a:tc>
                  <a:txBody>
                    <a:bodyPr/>
                    <a:lstStyle/>
                    <a:p>
                      <a:pPr>
                        <a:defRPr sz="800">
                          <a:solidFill>
                            <a:srgbClr val="333333"/>
                          </a:solidFill>
                          <a:latin typeface="Calibri"/>
                        </a:defRPr>
                      </a:pPr>
                      <a:r>
                        <a:t>hybrid</a:t>
                      </a:r>
                    </a:p>
                  </a:txBody>
                  <a:tcPr>
                    <a:solidFill>
                      <a:srgbClr val="FFFFFF"/>
                    </a:solidFill>
                  </a:tcPr>
                </a:tc>
              </a:tr>
              <a:tr h="314325">
                <a:tc>
                  <a:txBody>
                    <a:bodyPr/>
                    <a:lstStyle/>
                    <a:p>
                      <a:pPr>
                        <a:defRPr sz="800">
                          <a:solidFill>
                            <a:srgbClr val="333333"/>
                          </a:solidFill>
                          <a:latin typeface="Calibri"/>
                        </a:defRPr>
                      </a:pPr>
                      <a:r>
                        <a:t>Banking</a:t>
                      </a:r>
                    </a:p>
                  </a:txBody>
                  <a:tcPr>
                    <a:solidFill>
                      <a:srgbClr val="F5F5F5"/>
                    </a:solidFill>
                  </a:tcPr>
                </a:tc>
                <a:tc>
                  <a:txBody>
                    <a:bodyPr/>
                    <a:lstStyle/>
                    <a:p>
                      <a:pPr>
                        <a:defRPr sz="800">
                          <a:solidFill>
                            <a:srgbClr val="333333"/>
                          </a:solidFill>
                          <a:latin typeface="Calibri"/>
                        </a:defRPr>
                      </a:pPr>
                      <a:r>
                        <a:t>ZSFTP_BNP_PARIBAS</a:t>
                      </a:r>
                    </a:p>
                  </a:txBody>
                  <a:tcPr>
                    <a:solidFill>
                      <a:srgbClr val="F5F5F5"/>
                    </a:solidFill>
                  </a:tcPr>
                </a:tc>
                <a:tc>
                  <a:txBody>
                    <a:bodyPr/>
                    <a:lstStyle/>
                    <a:p>
                      <a:pPr>
                        <a:defRPr sz="800">
                          <a:solidFill>
                            <a:srgbClr val="333333"/>
                          </a:solidFill>
                          <a:latin typeface="Calibri"/>
                        </a:defRPr>
                      </a:pPr>
                      <a:r>
                        <a:t>ZFTP_BNPP</a:t>
                      </a:r>
                    </a:p>
                  </a:txBody>
                  <a:tcPr>
                    <a:solidFill>
                      <a:srgbClr val="F5F5F5"/>
                    </a:solidFill>
                  </a:tcPr>
                </a:tc>
                <a:tc>
                  <a:txBody>
                    <a:bodyPr/>
                    <a:lstStyle/>
                    <a:p>
                      <a:pPr>
                        <a:defRPr sz="800">
                          <a:solidFill>
                            <a:srgbClr val="333333"/>
                          </a:solidFill>
                          <a:latin typeface="Calibri"/>
                        </a:defRPr>
                      </a:pPr>
                      <a:r>
                        <a:t>push</a:t>
                      </a:r>
                    </a:p>
                  </a:txBody>
                  <a:tcPr>
                    <a:solidFill>
                      <a:srgbClr val="F5F5F5"/>
                    </a:solidFill>
                  </a:tcPr>
                </a:tc>
                <a:tc>
                  <a:txBody>
                    <a:bodyPr/>
                    <a:lstStyle/>
                    <a:p>
                      <a:pPr>
                        <a:defRPr sz="800">
                          <a:solidFill>
                            <a:srgbClr val="333333"/>
                          </a:solidFill>
                          <a:latin typeface="Calibri"/>
                        </a:defRPr>
                      </a:pPr>
                      <a:r>
                        <a:t>password</a:t>
                      </a:r>
                    </a:p>
                  </a:txBody>
                  <a:tcPr>
                    <a:solidFill>
                      <a:srgbClr val="F5F5F5"/>
                    </a:solidFill>
                  </a:tcPr>
                </a:tc>
              </a:tr>
              <a:tr h="314325">
                <a:tc>
                  <a:txBody>
                    <a:bodyPr/>
                    <a:lstStyle/>
                    <a:p>
                      <a:pPr>
                        <a:defRPr sz="800">
                          <a:solidFill>
                            <a:srgbClr val="333333"/>
                          </a:solidFill>
                          <a:latin typeface="Calibri"/>
                        </a:defRPr>
                      </a:pPr>
                      <a:r>
                        <a:t>Banking</a:t>
                      </a:r>
                    </a:p>
                  </a:txBody>
                  <a:tcPr>
                    <a:solidFill>
                      <a:srgbClr val="FFFFFF"/>
                    </a:solidFill>
                  </a:tcPr>
                </a:tc>
                <a:tc>
                  <a:txBody>
                    <a:bodyPr/>
                    <a:lstStyle/>
                    <a:p>
                      <a:pPr>
                        <a:defRPr sz="800">
                          <a:solidFill>
                            <a:srgbClr val="333333"/>
                          </a:solidFill>
                          <a:latin typeface="Calibri"/>
                        </a:defRPr>
                      </a:pPr>
                      <a:r>
                        <a:t>ZSFTP_BNP_PARIBAS_WITH_PGP</a:t>
                      </a:r>
                    </a:p>
                  </a:txBody>
                  <a:tcPr>
                    <a:solidFill>
                      <a:srgbClr val="FFFFFF"/>
                    </a:solidFill>
                  </a:tcPr>
                </a:tc>
                <a:tc>
                  <a:txBody>
                    <a:bodyPr/>
                    <a:lstStyle/>
                    <a:p>
                      <a:pPr>
                        <a:defRPr sz="800">
                          <a:solidFill>
                            <a:srgbClr val="333333"/>
                          </a:solidFill>
                          <a:latin typeface="Calibri"/>
                        </a:defRPr>
                      </a:pPr>
                      <a:r>
                        <a:t>ZFTP_BNPP (PGP)</a:t>
                      </a:r>
                    </a:p>
                  </a:txBody>
                  <a:tcPr>
                    <a:solidFill>
                      <a:srgbClr val="FFFFFF"/>
                    </a:solidFill>
                  </a:tcPr>
                </a:tc>
                <a:tc>
                  <a:txBody>
                    <a:bodyPr/>
                    <a:lstStyle/>
                    <a:p>
                      <a:pPr>
                        <a:defRPr sz="800">
                          <a:solidFill>
                            <a:srgbClr val="333333"/>
                          </a:solidFill>
                          <a:latin typeface="Calibri"/>
                        </a:defRPr>
                      </a:pPr>
                      <a:r>
                        <a:t>push</a:t>
                      </a:r>
                    </a:p>
                  </a:txBody>
                  <a:tcPr>
                    <a:solidFill>
                      <a:srgbClr val="FFFFFF"/>
                    </a:solidFill>
                  </a:tcPr>
                </a:tc>
                <a:tc>
                  <a:txBody>
                    <a:bodyPr/>
                    <a:lstStyle/>
                    <a:p>
                      <a:pPr>
                        <a:defRPr sz="800">
                          <a:solidFill>
                            <a:srgbClr val="333333"/>
                          </a:solidFill>
                          <a:latin typeface="Calibri"/>
                        </a:defRPr>
                      </a:pPr>
                      <a:r>
                        <a:t>key</a:t>
                      </a:r>
                    </a:p>
                  </a:txBody>
                  <a:tcPr>
                    <a:solidFill>
                      <a:srgbClr val="FFFFFF"/>
                    </a:solidFill>
                  </a:tcPr>
                </a:tc>
              </a:tr>
              <a:tr h="314325">
                <a:tc>
                  <a:txBody>
                    <a:bodyPr/>
                    <a:lstStyle/>
                    <a:p>
                      <a:pPr>
                        <a:defRPr sz="800">
                          <a:solidFill>
                            <a:srgbClr val="333333"/>
                          </a:solidFill>
                          <a:latin typeface="Calibri"/>
                        </a:defRPr>
                      </a:pPr>
                      <a:r>
                        <a:t>Banking</a:t>
                      </a:r>
                    </a:p>
                  </a:txBody>
                  <a:tcPr>
                    <a:solidFill>
                      <a:srgbClr val="F5F5F5"/>
                    </a:solidFill>
                  </a:tcPr>
                </a:tc>
                <a:tc>
                  <a:txBody>
                    <a:bodyPr/>
                    <a:lstStyle/>
                    <a:p>
                      <a:pPr>
                        <a:defRPr sz="800">
                          <a:solidFill>
                            <a:srgbClr val="333333"/>
                          </a:solidFill>
                          <a:latin typeface="Calibri"/>
                        </a:defRPr>
                      </a:pPr>
                      <a:r>
                        <a:t>ZSFTP_CITI_PULL</a:t>
                      </a:r>
                    </a:p>
                  </a:txBody>
                  <a:tcPr>
                    <a:solidFill>
                      <a:srgbClr val="F5F5F5"/>
                    </a:solidFill>
                  </a:tcPr>
                </a:tc>
                <a:tc>
                  <a:txBody>
                    <a:bodyPr/>
                    <a:lstStyle/>
                    <a:p>
                      <a:pPr>
                        <a:defRPr sz="800">
                          <a:solidFill>
                            <a:srgbClr val="333333"/>
                          </a:solidFill>
                          <a:latin typeface="Calibri"/>
                        </a:defRPr>
                      </a:pPr>
                      <a:r>
                        <a:t>ZSFTP_CITI_PULL</a:t>
                      </a:r>
                    </a:p>
                  </a:txBody>
                  <a:tcPr>
                    <a:solidFill>
                      <a:srgbClr val="F5F5F5"/>
                    </a:solidFill>
                  </a:tcPr>
                </a:tc>
                <a:tc>
                  <a:txBody>
                    <a:bodyPr/>
                    <a:lstStyle/>
                    <a:p>
                      <a:pPr>
                        <a:defRPr sz="800">
                          <a:solidFill>
                            <a:srgbClr val="333333"/>
                          </a:solidFill>
                          <a:latin typeface="Calibri"/>
                        </a:defRPr>
                      </a:pPr>
                      <a:r>
                        <a:t>pull</a:t>
                      </a:r>
                    </a:p>
                  </a:txBody>
                  <a:tcPr>
                    <a:solidFill>
                      <a:srgbClr val="F5F5F5"/>
                    </a:solidFill>
                  </a:tcPr>
                </a:tc>
                <a:tc>
                  <a:txBody>
                    <a:bodyPr/>
                    <a:lstStyle/>
                    <a:p>
                      <a:pPr>
                        <a:defRPr sz="800">
                          <a:solidFill>
                            <a:srgbClr val="333333"/>
                          </a:solidFill>
                          <a:latin typeface="Calibri"/>
                        </a:defRPr>
                      </a:pPr>
                      <a:r>
                        <a:t>key</a:t>
                      </a:r>
                    </a:p>
                  </a:txBody>
                  <a:tcPr>
                    <a:solidFill>
                      <a:srgbClr val="F5F5F5"/>
                    </a:solidFill>
                  </a:tcPr>
                </a:tc>
              </a:tr>
              <a:tr h="314325">
                <a:tc>
                  <a:txBody>
                    <a:bodyPr/>
                    <a:lstStyle/>
                    <a:p>
                      <a:pPr>
                        <a:defRPr sz="800">
                          <a:solidFill>
                            <a:srgbClr val="333333"/>
                          </a:solidFill>
                          <a:latin typeface="Calibri"/>
                        </a:defRPr>
                      </a:pPr>
                      <a:r>
                        <a:t>Banking</a:t>
                      </a:r>
                    </a:p>
                  </a:txBody>
                  <a:tcPr>
                    <a:solidFill>
                      <a:srgbClr val="FFFFFF"/>
                    </a:solidFill>
                  </a:tcPr>
                </a:tc>
                <a:tc>
                  <a:txBody>
                    <a:bodyPr/>
                    <a:lstStyle/>
                    <a:p>
                      <a:pPr>
                        <a:defRPr sz="800">
                          <a:solidFill>
                            <a:srgbClr val="333333"/>
                          </a:solidFill>
                          <a:latin typeface="Calibri"/>
                        </a:defRPr>
                      </a:pPr>
                      <a:r>
                        <a:t>ZSFTP_CITI_SEND</a:t>
                      </a:r>
                    </a:p>
                  </a:txBody>
                  <a:tcPr>
                    <a:solidFill>
                      <a:srgbClr val="FFFFFF"/>
                    </a:solidFill>
                  </a:tcPr>
                </a:tc>
                <a:tc>
                  <a:txBody>
                    <a:bodyPr/>
                    <a:lstStyle/>
                    <a:p>
                      <a:pPr>
                        <a:defRPr sz="800">
                          <a:solidFill>
                            <a:srgbClr val="333333"/>
                          </a:solidFill>
                          <a:latin typeface="Calibri"/>
                        </a:defRPr>
                      </a:pPr>
                      <a:r>
                        <a:t>ZSFTP_CITI_SEND</a:t>
                      </a:r>
                    </a:p>
                  </a:txBody>
                  <a:tcPr>
                    <a:solidFill>
                      <a:srgbClr val="FFFFFF"/>
                    </a:solidFill>
                  </a:tcPr>
                </a:tc>
                <a:tc>
                  <a:txBody>
                    <a:bodyPr/>
                    <a:lstStyle/>
                    <a:p>
                      <a:pPr>
                        <a:defRPr sz="800">
                          <a:solidFill>
                            <a:srgbClr val="333333"/>
                          </a:solidFill>
                          <a:latin typeface="Calibri"/>
                        </a:defRPr>
                      </a:pPr>
                      <a:r>
                        <a:t>push</a:t>
                      </a:r>
                    </a:p>
                  </a:txBody>
                  <a:tcPr>
                    <a:solidFill>
                      <a:srgbClr val="FFFFFF"/>
                    </a:solidFill>
                  </a:tcPr>
                </a:tc>
                <a:tc>
                  <a:txBody>
                    <a:bodyPr/>
                    <a:lstStyle/>
                    <a:p>
                      <a:pPr>
                        <a:defRPr sz="800">
                          <a:solidFill>
                            <a:srgbClr val="333333"/>
                          </a:solidFill>
                          <a:latin typeface="Calibri"/>
                        </a:defRPr>
                      </a:pPr>
                      <a:r>
                        <a:t>key</a:t>
                      </a:r>
                    </a:p>
                  </a:txBody>
                  <a:tcPr>
                    <a:solidFill>
                      <a:srgbClr val="FFFFFF"/>
                    </a:solidFill>
                  </a:tcPr>
                </a:tc>
              </a:tr>
              <a:tr h="314325">
                <a:tc>
                  <a:txBody>
                    <a:bodyPr/>
                    <a:lstStyle/>
                    <a:p>
                      <a:pPr>
                        <a:defRPr sz="800">
                          <a:solidFill>
                            <a:srgbClr val="333333"/>
                          </a:solidFill>
                          <a:latin typeface="Calibri"/>
                        </a:defRPr>
                      </a:pPr>
                      <a:r>
                        <a:t>Banking</a:t>
                      </a:r>
                    </a:p>
                  </a:txBody>
                  <a:tcPr>
                    <a:solidFill>
                      <a:srgbClr val="F5F5F5"/>
                    </a:solidFill>
                  </a:tcPr>
                </a:tc>
                <a:tc>
                  <a:txBody>
                    <a:bodyPr/>
                    <a:lstStyle/>
                    <a:p>
                      <a:pPr>
                        <a:defRPr sz="800">
                          <a:solidFill>
                            <a:srgbClr val="333333"/>
                          </a:solidFill>
                          <a:latin typeface="Calibri"/>
                        </a:defRPr>
                      </a:pPr>
                      <a:r>
                        <a:t>ZSFTP_JPM</a:t>
                      </a:r>
                    </a:p>
                  </a:txBody>
                  <a:tcPr>
                    <a:solidFill>
                      <a:srgbClr val="F5F5F5"/>
                    </a:solidFill>
                  </a:tcPr>
                </a:tc>
                <a:tc>
                  <a:txBody>
                    <a:bodyPr/>
                    <a:lstStyle/>
                    <a:p>
                      <a:pPr>
                        <a:defRPr sz="800">
                          <a:solidFill>
                            <a:srgbClr val="333333"/>
                          </a:solidFill>
                          <a:latin typeface="Calibri"/>
                        </a:defRPr>
                      </a:pPr>
                      <a:r>
                        <a:t>ZFTP_JPM</a:t>
                      </a:r>
                    </a:p>
                  </a:txBody>
                  <a:tcPr>
                    <a:solidFill>
                      <a:srgbClr val="F5F5F5"/>
                    </a:solidFill>
                  </a:tcPr>
                </a:tc>
                <a:tc>
                  <a:txBody>
                    <a:bodyPr/>
                    <a:lstStyle/>
                    <a:p>
                      <a:pPr>
                        <a:defRPr sz="800">
                          <a:solidFill>
                            <a:srgbClr val="333333"/>
                          </a:solidFill>
                          <a:latin typeface="Calibri"/>
                        </a:defRPr>
                      </a:pPr>
                      <a:r>
                        <a:t>push</a:t>
                      </a:r>
                    </a:p>
                  </a:txBody>
                  <a:tcPr>
                    <a:solidFill>
                      <a:srgbClr val="F5F5F5"/>
                    </a:solidFill>
                  </a:tcPr>
                </a:tc>
                <a:tc>
                  <a:txBody>
                    <a:bodyPr/>
                    <a:lstStyle/>
                    <a:p>
                      <a:pPr>
                        <a:defRPr sz="800">
                          <a:solidFill>
                            <a:srgbClr val="333333"/>
                          </a:solidFill>
                          <a:latin typeface="Calibri"/>
                        </a:defRPr>
                      </a:pPr>
                      <a:r>
                        <a:t>key</a:t>
                      </a:r>
                    </a:p>
                  </a:txBody>
                  <a:tcPr>
                    <a:solidFill>
                      <a:srgbClr val="F5F5F5"/>
                    </a:solidFill>
                  </a:tcPr>
                </a:tc>
              </a:tr>
              <a:tr h="314325">
                <a:tc>
                  <a:txBody>
                    <a:bodyPr/>
                    <a:lstStyle/>
                    <a:p>
                      <a:pPr>
                        <a:defRPr sz="800">
                          <a:solidFill>
                            <a:srgbClr val="333333"/>
                          </a:solidFill>
                          <a:latin typeface="Calibri"/>
                        </a:defRPr>
                      </a:pPr>
                      <a:r>
                        <a:t>Banking</a:t>
                      </a:r>
                    </a:p>
                  </a:txBody>
                  <a:tcPr>
                    <a:solidFill>
                      <a:srgbClr val="FFFFFF"/>
                    </a:solidFill>
                  </a:tcPr>
                </a:tc>
                <a:tc>
                  <a:txBody>
                    <a:bodyPr/>
                    <a:lstStyle/>
                    <a:p>
                      <a:pPr>
                        <a:defRPr sz="800">
                          <a:solidFill>
                            <a:srgbClr val="333333"/>
                          </a:solidFill>
                          <a:latin typeface="Calibri"/>
                        </a:defRPr>
                      </a:pPr>
                      <a:r>
                        <a:t>ZSFTP_JPM_PULL</a:t>
                      </a:r>
                    </a:p>
                  </a:txBody>
                  <a:tcPr>
                    <a:solidFill>
                      <a:srgbClr val="FFFFFF"/>
                    </a:solidFill>
                  </a:tcPr>
                </a:tc>
                <a:tc>
                  <a:txBody>
                    <a:bodyPr/>
                    <a:lstStyle/>
                    <a:p>
                      <a:pPr>
                        <a:defRPr sz="800">
                          <a:solidFill>
                            <a:srgbClr val="333333"/>
                          </a:solidFill>
                          <a:latin typeface="Calibri"/>
                        </a:defRPr>
                      </a:pPr>
                      <a:r>
                        <a:t>ZFTP_JPM_PULL</a:t>
                      </a:r>
                    </a:p>
                  </a:txBody>
                  <a:tcPr>
                    <a:solidFill>
                      <a:srgbClr val="FFFFFF"/>
                    </a:solidFill>
                  </a:tcPr>
                </a:tc>
                <a:tc>
                  <a:txBody>
                    <a:bodyPr/>
                    <a:lstStyle/>
                    <a:p>
                      <a:pPr>
                        <a:defRPr sz="800">
                          <a:solidFill>
                            <a:srgbClr val="333333"/>
                          </a:solidFill>
                          <a:latin typeface="Calibri"/>
                        </a:defRPr>
                      </a:pPr>
                      <a:r>
                        <a:t>pull</a:t>
                      </a:r>
                    </a:p>
                  </a:txBody>
                  <a:tcPr>
                    <a:solidFill>
                      <a:srgbClr val="FFFFFF"/>
                    </a:solidFill>
                  </a:tcPr>
                </a:tc>
                <a:tc>
                  <a:txBody>
                    <a:bodyPr/>
                    <a:lstStyle/>
                    <a:p>
                      <a:pPr>
                        <a:defRPr sz="800">
                          <a:solidFill>
                            <a:srgbClr val="333333"/>
                          </a:solidFill>
                          <a:latin typeface="Calibri"/>
                        </a:defRPr>
                      </a:pPr>
                      <a:r>
                        <a:t>key</a:t>
                      </a:r>
                    </a:p>
                  </a:txBody>
                  <a:tcPr>
                    <a:solidFill>
                      <a:srgbClr val="FFFFFF"/>
                    </a:solidFill>
                  </a:tcPr>
                </a:tc>
              </a:tr>
              <a:tr h="314325">
                <a:tc>
                  <a:txBody>
                    <a:bodyPr/>
                    <a:lstStyle/>
                    <a:p>
                      <a:pPr>
                        <a:defRPr sz="800">
                          <a:solidFill>
                            <a:srgbClr val="333333"/>
                          </a:solidFill>
                          <a:latin typeface="Calibri"/>
                        </a:defRPr>
                      </a:pPr>
                      <a:r>
                        <a:t>Healthcare</a:t>
                      </a:r>
                    </a:p>
                  </a:txBody>
                  <a:tcPr>
                    <a:solidFill>
                      <a:srgbClr val="F5F5F5"/>
                    </a:solidFill>
                  </a:tcPr>
                </a:tc>
                <a:tc>
                  <a:txBody>
                    <a:bodyPr/>
                    <a:lstStyle/>
                    <a:p>
                      <a:pPr>
                        <a:defRPr sz="800">
                          <a:solidFill>
                            <a:srgbClr val="333333"/>
                          </a:solidFill>
                          <a:latin typeface="Calibri"/>
                        </a:defRPr>
                      </a:pPr>
                      <a:r>
                        <a:t>ZSFTP_CAPARIO_PULL</a:t>
                      </a:r>
                    </a:p>
                  </a:txBody>
                  <a:tcPr>
                    <a:solidFill>
                      <a:srgbClr val="F5F5F5"/>
                    </a:solidFill>
                  </a:tcPr>
                </a:tc>
                <a:tc>
                  <a:txBody>
                    <a:bodyPr/>
                    <a:lstStyle/>
                    <a:p>
                      <a:pPr>
                        <a:defRPr sz="800">
                          <a:solidFill>
                            <a:srgbClr val="333333"/>
                          </a:solidFill>
                          <a:latin typeface="Calibri"/>
                        </a:defRPr>
                      </a:pPr>
                      <a:r>
                        <a:t>ZFTP_EOB_PULL</a:t>
                      </a:r>
                    </a:p>
                  </a:txBody>
                  <a:tcPr>
                    <a:solidFill>
                      <a:srgbClr val="F5F5F5"/>
                    </a:solidFill>
                  </a:tcPr>
                </a:tc>
                <a:tc>
                  <a:txBody>
                    <a:bodyPr/>
                    <a:lstStyle/>
                    <a:p>
                      <a:pPr>
                        <a:defRPr sz="800">
                          <a:solidFill>
                            <a:srgbClr val="333333"/>
                          </a:solidFill>
                          <a:latin typeface="Calibri"/>
                        </a:defRPr>
                      </a:pPr>
                      <a:r>
                        <a:t>pull</a:t>
                      </a:r>
                    </a:p>
                  </a:txBody>
                  <a:tcPr>
                    <a:solidFill>
                      <a:srgbClr val="F5F5F5"/>
                    </a:solidFill>
                  </a:tcPr>
                </a:tc>
                <a:tc>
                  <a:txBody>
                    <a:bodyPr/>
                    <a:lstStyle/>
                    <a:p>
                      <a:pPr>
                        <a:defRPr sz="800">
                          <a:solidFill>
                            <a:srgbClr val="333333"/>
                          </a:solidFill>
                          <a:latin typeface="Calibri"/>
                        </a:defRPr>
                      </a:pPr>
                      <a:r>
                        <a:t>key</a:t>
                      </a:r>
                    </a:p>
                  </a:txBody>
                  <a:tcPr>
                    <a:solidFill>
                      <a:srgbClr val="F5F5F5"/>
                    </a:solidFill>
                  </a:tcPr>
                </a:tc>
              </a:tr>
              <a:tr h="314325">
                <a:tc>
                  <a:txBody>
                    <a:bodyPr/>
                    <a:lstStyle/>
                    <a:p>
                      <a:pPr>
                        <a:defRPr sz="800">
                          <a:solidFill>
                            <a:srgbClr val="333333"/>
                          </a:solidFill>
                          <a:latin typeface="Calibri"/>
                        </a:defRPr>
                      </a:pPr>
                      <a:r>
                        <a:t>Healthcare</a:t>
                      </a:r>
                    </a:p>
                  </a:txBody>
                  <a:tcPr>
                    <a:solidFill>
                      <a:srgbClr val="FFFFFF"/>
                    </a:solidFill>
                  </a:tcPr>
                </a:tc>
                <a:tc>
                  <a:txBody>
                    <a:bodyPr/>
                    <a:lstStyle/>
                    <a:p>
                      <a:pPr>
                        <a:defRPr sz="800">
                          <a:solidFill>
                            <a:srgbClr val="333333"/>
                          </a:solidFill>
                          <a:latin typeface="Calibri"/>
                        </a:defRPr>
                      </a:pPr>
                      <a:r>
                        <a:t>ZSFTP_CAPARIO</a:t>
                      </a:r>
                    </a:p>
                  </a:txBody>
                  <a:tcPr>
                    <a:solidFill>
                      <a:srgbClr val="FFFFFF"/>
                    </a:solidFill>
                  </a:tcPr>
                </a:tc>
                <a:tc>
                  <a:txBody>
                    <a:bodyPr/>
                    <a:lstStyle/>
                    <a:p>
                      <a:pPr>
                        <a:defRPr sz="800">
                          <a:solidFill>
                            <a:srgbClr val="333333"/>
                          </a:solidFill>
                          <a:latin typeface="Calibri"/>
                        </a:defRPr>
                      </a:pPr>
                      <a:r>
                        <a:t>ZFTP_837</a:t>
                      </a:r>
                    </a:p>
                  </a:txBody>
                  <a:tcPr>
                    <a:solidFill>
                      <a:srgbClr val="FFFFFF"/>
                    </a:solidFill>
                  </a:tcPr>
                </a:tc>
                <a:tc>
                  <a:txBody>
                    <a:bodyPr/>
                    <a:lstStyle/>
                    <a:p>
                      <a:pPr>
                        <a:defRPr sz="800">
                          <a:solidFill>
                            <a:srgbClr val="333333"/>
                          </a:solidFill>
                          <a:latin typeface="Calibri"/>
                        </a:defRPr>
                      </a:pPr>
                      <a:r>
                        <a:t>push</a:t>
                      </a:r>
                    </a:p>
                  </a:txBody>
                  <a:tcPr>
                    <a:solidFill>
                      <a:srgbClr val="FFFFFF"/>
                    </a:solidFill>
                  </a:tcPr>
                </a:tc>
                <a:tc>
                  <a:txBody>
                    <a:bodyPr/>
                    <a:lstStyle/>
                    <a:p>
                      <a:pPr>
                        <a:defRPr sz="800">
                          <a:solidFill>
                            <a:srgbClr val="333333"/>
                          </a:solidFill>
                          <a:latin typeface="Calibri"/>
                        </a:defRPr>
                      </a:pPr>
                      <a:r>
                        <a:t>key</a:t>
                      </a:r>
                    </a:p>
                  </a:txBody>
                  <a:tcPr>
                    <a:solidFill>
                      <a:srgbClr val="FFFFFF"/>
                    </a:solidFill>
                  </a:tcPr>
                </a:tc>
              </a:tr>
              <a:tr h="314325">
                <a:tc>
                  <a:txBody>
                    <a:bodyPr/>
                    <a:lstStyle/>
                    <a:p>
                      <a:pPr>
                        <a:defRPr sz="800">
                          <a:solidFill>
                            <a:srgbClr val="333333"/>
                          </a:solidFill>
                          <a:latin typeface="Calibri"/>
                        </a:defRPr>
                      </a:pPr>
                      <a:r>
                        <a:t>Healthcare</a:t>
                      </a:r>
                    </a:p>
                  </a:txBody>
                  <a:tcPr>
                    <a:solidFill>
                      <a:srgbClr val="F5F5F5"/>
                    </a:solidFill>
                  </a:tcPr>
                </a:tc>
                <a:tc>
                  <a:txBody>
                    <a:bodyPr/>
                    <a:lstStyle/>
                    <a:p>
                      <a:pPr>
                        <a:defRPr sz="800">
                          <a:solidFill>
                            <a:srgbClr val="333333"/>
                          </a:solidFill>
                          <a:latin typeface="Calibri"/>
                        </a:defRPr>
                      </a:pPr>
                      <a:r>
                        <a:t>ZSFTP_PATIENTCO_PULL</a:t>
                      </a:r>
                    </a:p>
                  </a:txBody>
                  <a:tcPr>
                    <a:solidFill>
                      <a:srgbClr val="F5F5F5"/>
                    </a:solidFill>
                  </a:tcPr>
                </a:tc>
                <a:tc>
                  <a:txBody>
                    <a:bodyPr/>
                    <a:lstStyle/>
                    <a:p>
                      <a:pPr>
                        <a:defRPr sz="800">
                          <a:solidFill>
                            <a:srgbClr val="333333"/>
                          </a:solidFill>
                          <a:latin typeface="Calibri"/>
                        </a:defRPr>
                      </a:pPr>
                      <a:r>
                        <a:t>ZSFTP_PATCO_PULL</a:t>
                      </a:r>
                    </a:p>
                  </a:txBody>
                  <a:tcPr>
                    <a:solidFill>
                      <a:srgbClr val="F5F5F5"/>
                    </a:solidFill>
                  </a:tcPr>
                </a:tc>
                <a:tc>
                  <a:txBody>
                    <a:bodyPr/>
                    <a:lstStyle/>
                    <a:p>
                      <a:pPr>
                        <a:defRPr sz="800">
                          <a:solidFill>
                            <a:srgbClr val="333333"/>
                          </a:solidFill>
                          <a:latin typeface="Calibri"/>
                        </a:defRPr>
                      </a:pPr>
                      <a:r>
                        <a:t>pull</a:t>
                      </a:r>
                    </a:p>
                  </a:txBody>
                  <a:tcPr>
                    <a:solidFill>
                      <a:srgbClr val="F5F5F5"/>
                    </a:solidFill>
                  </a:tcPr>
                </a:tc>
                <a:tc>
                  <a:txBody>
                    <a:bodyPr/>
                    <a:lstStyle/>
                    <a:p>
                      <a:pPr>
                        <a:defRPr sz="800">
                          <a:solidFill>
                            <a:srgbClr val="333333"/>
                          </a:solidFill>
                          <a:latin typeface="Calibri"/>
                        </a:defRPr>
                      </a:pPr>
                      <a:r>
                        <a:t>key</a:t>
                      </a:r>
                    </a:p>
                  </a:txBody>
                  <a:tcPr>
                    <a:solidFill>
                      <a:srgbClr val="F5F5F5"/>
                    </a:solidFill>
                  </a:tcPr>
                </a:tc>
              </a:tr>
              <a:tr h="314325">
                <a:tc>
                  <a:txBody>
                    <a:bodyPr/>
                    <a:lstStyle/>
                    <a:p>
                      <a:pPr>
                        <a:defRPr sz="800">
                          <a:solidFill>
                            <a:srgbClr val="333333"/>
                          </a:solidFill>
                          <a:latin typeface="Calibri"/>
                        </a:defRPr>
                      </a:pPr>
                      <a:r>
                        <a:t>Payroll</a:t>
                      </a:r>
                    </a:p>
                  </a:txBody>
                  <a:tcPr>
                    <a:solidFill>
                      <a:srgbClr val="FFFFFF"/>
                    </a:solidFill>
                  </a:tcPr>
                </a:tc>
                <a:tc>
                  <a:txBody>
                    <a:bodyPr/>
                    <a:lstStyle/>
                    <a:p>
                      <a:pPr>
                        <a:defRPr sz="800">
                          <a:solidFill>
                            <a:srgbClr val="333333"/>
                          </a:solidFill>
                          <a:latin typeface="Calibri"/>
                        </a:defRPr>
                      </a:pPr>
                      <a:r>
                        <a:t>ZFFIU_ACC_POST</a:t>
                      </a:r>
                    </a:p>
                  </a:txBody>
                  <a:tcPr>
                    <a:solidFill>
                      <a:srgbClr val="FFFFFF"/>
                    </a:solidFill>
                  </a:tcPr>
                </a:tc>
                <a:tc>
                  <a:txBody>
                    <a:bodyPr/>
                    <a:lstStyle/>
                    <a:p>
                      <a:pPr>
                        <a:defRPr sz="800">
                          <a:solidFill>
                            <a:srgbClr val="333333"/>
                          </a:solidFill>
                          <a:latin typeface="Calibri"/>
                        </a:defRPr>
                      </a:pPr>
                      <a:r>
                        <a:t>ZSFTP_CERIDIAN_GET (shared)</a:t>
                      </a:r>
                    </a:p>
                  </a:txBody>
                  <a:tcPr>
                    <a:solidFill>
                      <a:srgbClr val="FFFFFF"/>
                    </a:solidFill>
                  </a:tcPr>
                </a:tc>
                <a:tc>
                  <a:txBody>
                    <a:bodyPr/>
                    <a:lstStyle/>
                    <a:p>
                      <a:pPr>
                        <a:defRPr sz="800">
                          <a:solidFill>
                            <a:srgbClr val="333333"/>
                          </a:solidFill>
                          <a:latin typeface="Calibri"/>
                        </a:defRPr>
                      </a:pPr>
                      <a:r>
                        <a:t>pull</a:t>
                      </a:r>
                    </a:p>
                  </a:txBody>
                  <a:tcPr>
                    <a:solidFill>
                      <a:srgbClr val="FFFFFF"/>
                    </a:solidFill>
                  </a:tcPr>
                </a:tc>
                <a:tc>
                  <a:txBody>
                    <a:bodyPr/>
                    <a:lstStyle/>
                    <a:p>
                      <a:pPr>
                        <a:defRPr sz="800">
                          <a:solidFill>
                            <a:srgbClr val="333333"/>
                          </a:solidFill>
                          <a:latin typeface="Calibri"/>
                        </a:defRPr>
                      </a:pPr>
                      <a:r>
                        <a:t>key</a:t>
                      </a:r>
                    </a:p>
                  </a:txBody>
                  <a:tcPr>
                    <a:solidFill>
                      <a:srgbClr val="FFFFFF"/>
                    </a:solidFill>
                  </a:tcPr>
                </a:tc>
              </a:tr>
              <a:tr h="314325">
                <a:tc>
                  <a:txBody>
                    <a:bodyPr/>
                    <a:lstStyle/>
                    <a:p>
                      <a:pPr>
                        <a:defRPr sz="800">
                          <a:solidFill>
                            <a:srgbClr val="333333"/>
                          </a:solidFill>
                          <a:latin typeface="Calibri"/>
                        </a:defRPr>
                      </a:pPr>
                      <a:r>
                        <a:t>Payroll</a:t>
                      </a:r>
                    </a:p>
                  </a:txBody>
                  <a:tcPr>
                    <a:solidFill>
                      <a:srgbClr val="F5F5F5"/>
                    </a:solidFill>
                  </a:tcPr>
                </a:tc>
                <a:tc>
                  <a:txBody>
                    <a:bodyPr/>
                    <a:lstStyle/>
                    <a:p>
                      <a:pPr>
                        <a:defRPr sz="800">
                          <a:solidFill>
                            <a:srgbClr val="333333"/>
                          </a:solidFill>
                          <a:latin typeface="Calibri"/>
                        </a:defRPr>
                      </a:pPr>
                      <a:r>
                        <a:t>ZSFTP_CERIDIAN_PULL</a:t>
                      </a:r>
                    </a:p>
                  </a:txBody>
                  <a:tcPr>
                    <a:solidFill>
                      <a:srgbClr val="F5F5F5"/>
                    </a:solidFill>
                  </a:tcPr>
                </a:tc>
                <a:tc>
                  <a:txBody>
                    <a:bodyPr/>
                    <a:lstStyle/>
                    <a:p>
                      <a:pPr>
                        <a:defRPr sz="800">
                          <a:solidFill>
                            <a:srgbClr val="333333"/>
                          </a:solidFill>
                          <a:latin typeface="Calibri"/>
                        </a:defRPr>
                      </a:pPr>
                      <a:r>
                        <a:t>ZSFTP_CERIDIAN_GET (shared)</a:t>
                      </a:r>
                    </a:p>
                  </a:txBody>
                  <a:tcPr>
                    <a:solidFill>
                      <a:srgbClr val="F5F5F5"/>
                    </a:solidFill>
                  </a:tcPr>
                </a:tc>
                <a:tc>
                  <a:txBody>
                    <a:bodyPr/>
                    <a:lstStyle/>
                    <a:p>
                      <a:pPr>
                        <a:defRPr sz="800">
                          <a:solidFill>
                            <a:srgbClr val="333333"/>
                          </a:solidFill>
                          <a:latin typeface="Calibri"/>
                        </a:defRPr>
                      </a:pPr>
                      <a:r>
                        <a:t>pull</a:t>
                      </a:r>
                    </a:p>
                  </a:txBody>
                  <a:tcPr>
                    <a:solidFill>
                      <a:srgbClr val="F5F5F5"/>
                    </a:solidFill>
                  </a:tcPr>
                </a:tc>
                <a:tc>
                  <a:txBody>
                    <a:bodyPr/>
                    <a:lstStyle/>
                    <a:p>
                      <a:pPr>
                        <a:defRPr sz="800">
                          <a:solidFill>
                            <a:srgbClr val="333333"/>
                          </a:solidFill>
                          <a:latin typeface="Calibri"/>
                        </a:defRPr>
                      </a:pPr>
                      <a:r>
                        <a:t>key</a:t>
                      </a:r>
                    </a:p>
                  </a:txBody>
                  <a:tcPr>
                    <a:solidFill>
                      <a:srgbClr val="F5F5F5"/>
                    </a:solidFill>
                  </a:tcPr>
                </a:tc>
              </a:tr>
              <a:tr h="314325">
                <a:tc>
                  <a:txBody>
                    <a:bodyPr/>
                    <a:lstStyle/>
                    <a:p>
                      <a:pPr>
                        <a:defRPr sz="800">
                          <a:solidFill>
                            <a:srgbClr val="333333"/>
                          </a:solidFill>
                          <a:latin typeface="Calibri"/>
                        </a:defRPr>
                      </a:pPr>
                      <a:r>
                        <a:t>DMS</a:t>
                      </a:r>
                    </a:p>
                  </a:txBody>
                  <a:tcPr>
                    <a:solidFill>
                      <a:srgbClr val="FFFFFF"/>
                    </a:solidFill>
                  </a:tcPr>
                </a:tc>
                <a:tc>
                  <a:txBody>
                    <a:bodyPr/>
                    <a:lstStyle/>
                    <a:p>
                      <a:pPr>
                        <a:defRPr sz="800">
                          <a:solidFill>
                            <a:srgbClr val="333333"/>
                          </a:solidFill>
                          <a:latin typeface="Calibri"/>
                        </a:defRPr>
                      </a:pPr>
                      <a:r>
                        <a:t>ZDMS_UPLOAD_FILES</a:t>
                      </a:r>
                    </a:p>
                  </a:txBody>
                  <a:tcPr>
                    <a:solidFill>
                      <a:srgbClr val="FFFFFF"/>
                    </a:solidFill>
                  </a:tcPr>
                </a:tc>
                <a:tc>
                  <a:txBody>
                    <a:bodyPr/>
                    <a:lstStyle/>
                    <a:p>
                      <a:pPr>
                        <a:defRPr sz="800">
                          <a:solidFill>
                            <a:srgbClr val="333333"/>
                          </a:solidFill>
                          <a:latin typeface="Calibri"/>
                        </a:defRPr>
                      </a:pPr>
                      <a:r>
                        <a:t>ZSFTP_DMS_GET + _PUT</a:t>
                      </a:r>
                    </a:p>
                  </a:txBody>
                  <a:tcPr>
                    <a:solidFill>
                      <a:srgbClr val="FFFFFF"/>
                    </a:solidFill>
                  </a:tcPr>
                </a:tc>
                <a:tc>
                  <a:txBody>
                    <a:bodyPr/>
                    <a:lstStyle/>
                    <a:p>
                      <a:pPr>
                        <a:defRPr sz="800">
                          <a:solidFill>
                            <a:srgbClr val="333333"/>
                          </a:solidFill>
                          <a:latin typeface="Calibri"/>
                        </a:defRPr>
                      </a:pPr>
                      <a:r>
                        <a:t>both</a:t>
                      </a:r>
                    </a:p>
                  </a:txBody>
                  <a:tcPr>
                    <a:solidFill>
                      <a:srgbClr val="FFFFFF"/>
                    </a:solidFill>
                  </a:tcPr>
                </a:tc>
                <a:tc>
                  <a:txBody>
                    <a:bodyPr/>
                    <a:lstStyle/>
                    <a:p>
                      <a:pPr>
                        <a:defRPr sz="800">
                          <a:solidFill>
                            <a:srgbClr val="333333"/>
                          </a:solidFill>
                          <a:latin typeface="Calibri"/>
                        </a:defRPr>
                      </a:pPr>
                      <a:r>
                        <a:t>key</a:t>
                      </a:r>
                    </a:p>
                  </a:txBody>
                  <a:tcPr>
                    <a:solidFill>
                      <a:srgbClr val="FFFFFF"/>
                    </a:solidFill>
                  </a:tcPr>
                </a:tc>
              </a:tr>
              <a:tr h="314325">
                <a:tc>
                  <a:txBody>
                    <a:bodyPr/>
                    <a:lstStyle/>
                    <a:p>
                      <a:pPr>
                        <a:defRPr sz="800">
                          <a:solidFill>
                            <a:srgbClr val="333333"/>
                          </a:solidFill>
                          <a:latin typeface="Calibri"/>
                        </a:defRPr>
                      </a:pPr>
                      <a:r>
                        <a:t>DMS</a:t>
                      </a:r>
                    </a:p>
                  </a:txBody>
                  <a:tcPr>
                    <a:solidFill>
                      <a:srgbClr val="F5F5F5"/>
                    </a:solidFill>
                  </a:tcPr>
                </a:tc>
                <a:tc>
                  <a:txBody>
                    <a:bodyPr/>
                    <a:lstStyle/>
                    <a:p>
                      <a:pPr>
                        <a:defRPr sz="800">
                          <a:solidFill>
                            <a:srgbClr val="333333"/>
                          </a:solidFill>
                          <a:latin typeface="Calibri"/>
                        </a:defRPr>
                      </a:pPr>
                      <a:r>
                        <a:t>ZDMS_REPLACE_FILES</a:t>
                      </a:r>
                    </a:p>
                  </a:txBody>
                  <a:tcPr>
                    <a:solidFill>
                      <a:srgbClr val="F5F5F5"/>
                    </a:solidFill>
                  </a:tcPr>
                </a:tc>
                <a:tc>
                  <a:txBody>
                    <a:bodyPr/>
                    <a:lstStyle/>
                    <a:p>
                      <a:pPr>
                        <a:defRPr sz="800">
                          <a:solidFill>
                            <a:srgbClr val="333333"/>
                          </a:solidFill>
                          <a:latin typeface="Calibri"/>
                        </a:defRPr>
                      </a:pPr>
                      <a:r>
                        <a:t>ZSFTP_DMS_GET + _PUT (shared)</a:t>
                      </a:r>
                    </a:p>
                  </a:txBody>
                  <a:tcPr>
                    <a:solidFill>
                      <a:srgbClr val="F5F5F5"/>
                    </a:solidFill>
                  </a:tcPr>
                </a:tc>
                <a:tc>
                  <a:txBody>
                    <a:bodyPr/>
                    <a:lstStyle/>
                    <a:p>
                      <a:pPr>
                        <a:defRPr sz="800">
                          <a:solidFill>
                            <a:srgbClr val="333333"/>
                          </a:solidFill>
                          <a:latin typeface="Calibri"/>
                        </a:defRPr>
                      </a:pPr>
                      <a:r>
                        <a:t>both</a:t>
                      </a:r>
                    </a:p>
                  </a:txBody>
                  <a:tcPr>
                    <a:solidFill>
                      <a:srgbClr val="F5F5F5"/>
                    </a:solidFill>
                  </a:tcPr>
                </a:tc>
                <a:tc>
                  <a:txBody>
                    <a:bodyPr/>
                    <a:lstStyle/>
                    <a:p>
                      <a:pPr>
                        <a:defRPr sz="800">
                          <a:solidFill>
                            <a:srgbClr val="333333"/>
                          </a:solidFill>
                          <a:latin typeface="Calibri"/>
                        </a:defRPr>
                      </a:pPr>
                      <a:r>
                        <a:t>key</a:t>
                      </a:r>
                    </a:p>
                  </a:txBody>
                  <a:tcPr>
                    <a:solidFill>
                      <a:srgbClr val="F5F5F5"/>
                    </a:solidFill>
                  </a:tcPr>
                </a:tc>
              </a:tr>
              <a:tr h="314325">
                <a:tc>
                  <a:txBody>
                    <a:bodyPr/>
                    <a:lstStyle/>
                    <a:p>
                      <a:pPr>
                        <a:defRPr sz="800">
                          <a:solidFill>
                            <a:srgbClr val="333333"/>
                          </a:solidFill>
                          <a:latin typeface="Calibri"/>
                        </a:defRPr>
                      </a:pPr>
                      <a:r>
                        <a:t>Medicare</a:t>
                      </a:r>
                    </a:p>
                  </a:txBody>
                  <a:tcPr>
                    <a:solidFill>
                      <a:srgbClr val="FFFFFF"/>
                    </a:solidFill>
                  </a:tcPr>
                </a:tc>
                <a:tc>
                  <a:txBody>
                    <a:bodyPr/>
                    <a:lstStyle/>
                    <a:p>
                      <a:pPr>
                        <a:defRPr sz="800">
                          <a:solidFill>
                            <a:srgbClr val="333333"/>
                          </a:solidFill>
                          <a:latin typeface="Calibri"/>
                        </a:defRPr>
                      </a:pPr>
                      <a:r>
                        <a:t>ZSD_MEDICARE_PDF_PROCESS</a:t>
                      </a:r>
                    </a:p>
                  </a:txBody>
                  <a:tcPr>
                    <a:solidFill>
                      <a:srgbClr val="FFFFFF"/>
                    </a:solidFill>
                  </a:tcPr>
                </a:tc>
                <a:tc>
                  <a:txBody>
                    <a:bodyPr/>
                    <a:lstStyle/>
                    <a:p>
                      <a:pPr>
                        <a:defRPr sz="800">
                          <a:solidFill>
                            <a:srgbClr val="333333"/>
                          </a:solidFill>
                          <a:latin typeface="Calibri"/>
                        </a:defRPr>
                      </a:pPr>
                      <a:r>
                        <a:t>ZMEDI_GET/PUT_FROM_SFTP (FM)</a:t>
                      </a:r>
                    </a:p>
                  </a:txBody>
                  <a:tcPr>
                    <a:solidFill>
                      <a:srgbClr val="FFFFFF"/>
                    </a:solidFill>
                  </a:tcPr>
                </a:tc>
                <a:tc>
                  <a:txBody>
                    <a:bodyPr/>
                    <a:lstStyle/>
                    <a:p>
                      <a:pPr>
                        <a:defRPr sz="800">
                          <a:solidFill>
                            <a:srgbClr val="333333"/>
                          </a:solidFill>
                          <a:latin typeface="Calibri"/>
                        </a:defRPr>
                      </a:pPr>
                      <a:r>
                        <a:t>both</a:t>
                      </a:r>
                    </a:p>
                  </a:txBody>
                  <a:tcPr>
                    <a:solidFill>
                      <a:srgbClr val="FFFFFF"/>
                    </a:solidFill>
                  </a:tcPr>
                </a:tc>
                <a:tc>
                  <a:txBody>
                    <a:bodyPr/>
                    <a:lstStyle/>
                    <a:p>
                      <a:pPr>
                        <a:defRPr sz="800">
                          <a:solidFill>
                            <a:srgbClr val="333333"/>
                          </a:solidFill>
                          <a:latin typeface="Calibri"/>
                        </a:defRPr>
                      </a:pPr>
                      <a:r>
                        <a:t>key</a:t>
                      </a:r>
                    </a:p>
                  </a:txBody>
                  <a:tcPr>
                    <a:solidFill>
                      <a:srgbClr val="FFFFFF"/>
                    </a:solidFill>
                  </a:tcPr>
                </a:tc>
              </a:tr>
              <a:tr h="314325">
                <a:tc>
                  <a:txBody>
                    <a:bodyPr/>
                    <a:lstStyle/>
                    <a:p>
                      <a:pPr>
                        <a:defRPr sz="800">
                          <a:solidFill>
                            <a:srgbClr val="333333"/>
                          </a:solidFill>
                          <a:latin typeface="Calibri"/>
                        </a:defRPr>
                      </a:pPr>
                      <a:r>
                        <a:t>eRx/DMS</a:t>
                      </a:r>
                    </a:p>
                  </a:txBody>
                  <a:tcPr>
                    <a:solidFill>
                      <a:srgbClr val="F5F5F5"/>
                    </a:solidFill>
                  </a:tcPr>
                </a:tc>
                <a:tc>
                  <a:txBody>
                    <a:bodyPr/>
                    <a:lstStyle/>
                    <a:p>
                      <a:pPr>
                        <a:defRPr sz="800">
                          <a:solidFill>
                            <a:srgbClr val="333333"/>
                          </a:solidFill>
                          <a:latin typeface="Calibri"/>
                        </a:defRPr>
                      </a:pPr>
                      <a:r>
                        <a:t>ZSD_ERX_DMS_FILE_PROCESS</a:t>
                      </a:r>
                    </a:p>
                  </a:txBody>
                  <a:tcPr>
                    <a:solidFill>
                      <a:srgbClr val="F5F5F5"/>
                    </a:solidFill>
                  </a:tcPr>
                </a:tc>
                <a:tc>
                  <a:txBody>
                    <a:bodyPr/>
                    <a:lstStyle/>
                    <a:p>
                      <a:pPr>
                        <a:defRPr sz="800">
                          <a:solidFill>
                            <a:srgbClr val="333333"/>
                          </a:solidFill>
                          <a:latin typeface="Calibri"/>
                        </a:defRPr>
                      </a:pPr>
                      <a:r>
                        <a:t>ZERX_GET/PUT_FROM_SFTP (FM)</a:t>
                      </a:r>
                    </a:p>
                  </a:txBody>
                  <a:tcPr>
                    <a:solidFill>
                      <a:srgbClr val="F5F5F5"/>
                    </a:solidFill>
                  </a:tcPr>
                </a:tc>
                <a:tc>
                  <a:txBody>
                    <a:bodyPr/>
                    <a:lstStyle/>
                    <a:p>
                      <a:pPr>
                        <a:defRPr sz="800">
                          <a:solidFill>
                            <a:srgbClr val="333333"/>
                          </a:solidFill>
                          <a:latin typeface="Calibri"/>
                        </a:defRPr>
                      </a:pPr>
                      <a:r>
                        <a:t>both</a:t>
                      </a:r>
                    </a:p>
                  </a:txBody>
                  <a:tcPr>
                    <a:solidFill>
                      <a:srgbClr val="F5F5F5"/>
                    </a:solidFill>
                  </a:tcPr>
                </a:tc>
                <a:tc>
                  <a:txBody>
                    <a:bodyPr/>
                    <a:lstStyle/>
                    <a:p>
                      <a:pPr>
                        <a:defRPr sz="800">
                          <a:solidFill>
                            <a:srgbClr val="333333"/>
                          </a:solidFill>
                          <a:latin typeface="Calibri"/>
                        </a:defRPr>
                      </a:pPr>
                      <a:r>
                        <a:t>key</a:t>
                      </a:r>
                    </a:p>
                  </a:txBody>
                  <a:tcPr>
                    <a:solidFill>
                      <a:srgbClr val="F5F5F5"/>
                    </a:solidFill>
                  </a:tcPr>
                </a:tc>
              </a:tr>
            </a:tbl>
          </a:graphicData>
        </a:graphic>
      </p:graphicFrame>
      <p:sp>
        <p:nvSpPr>
          <p:cNvPr id="51" name="TextBox 50"/>
          <p:cNvSpPr txBox="1"/>
          <p:nvPr/>
        </p:nvSpPr>
        <p:spPr>
          <a:xfrm>
            <a:off x="3474720" y="6263640"/>
            <a:ext cx="8412480" cy="274320"/>
          </a:xfrm>
          <a:prstGeom prst="rect">
            <a:avLst/>
          </a:prstGeom>
          <a:noFill/>
        </p:spPr>
        <p:txBody>
          <a:bodyPr wrap="square">
            <a:spAutoFit/>
          </a:bodyPr>
          <a:lstStyle/>
          <a:p>
            <a:pPr>
              <a:defRPr sz="800" b="0">
                <a:solidFill>
                  <a:srgbClr val="333333"/>
                </a:solidFill>
                <a:latin typeface="Calibri"/>
              </a:defRPr>
            </a:pPr>
            <a:r>
              <a:t>Source: SM69 names from literal `PARAMETERS p_comm ... DEFAULT '...'` or `lv_comm = '...'` in each report's main source.</a:t>
            </a:r>
          </a:p>
        </p:txBody>
      </p:sp>
    </p:spTree>
    <p:extLst>
      <p:ext uri="{BB962C8B-B14F-4D97-AF65-F5344CB8AC3E}">
        <p14:creationId xmlns:p14="http://schemas.microsoft.com/office/powerpoint/2010/main" val="262099696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72D67-9A80-C9FF-B2A0-9F2F91E2B4A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377C913-64ED-EA69-93B6-9B33D0A1493A}"/>
              </a:ext>
            </a:extLst>
          </p:cNvPr>
          <p:cNvSpPr>
            <a:spLocks noGrp="1"/>
          </p:cNvSpPr>
          <p:nvPr>
            <p:ph type="title"/>
          </p:nvPr>
        </p:nvSpPr>
        <p:spPr>
          <a:xfrm>
            <a:off x="457200" y="723900"/>
            <a:ext cx="2586789" cy="615553"/>
          </a:xfrm>
        </p:spPr>
        <p:txBody>
          <a:bodyPr vert="horz" wrap="square" lIns="0" tIns="0" rIns="0" bIns="0" rtlCol="0" anchor="t">
            <a:spAutoFit/>
          </a:bodyPr>
          <a:lstStyle/>
          <a:p>
            <a:r>
              <a:rPr lang="en-GB" sz="2000" dirty="0">
                <a:solidFill>
                  <a:srgbClr val="000000"/>
                </a:solidFill>
                <a:cs typeface="Arial"/>
              </a:rPr>
              <a:t>Parameters</a:t>
            </a:r>
            <a:endParaRPr lang="en-US" sz="2000" dirty="0">
              <a:solidFill>
                <a:srgbClr val="FF4E33"/>
              </a:solidFill>
            </a:endParaRPr>
          </a:p>
        </p:txBody>
      </p:sp>
      <p:sp>
        <p:nvSpPr>
          <p:cNvPr id="49" name="Text Placeholder 48">
            <a:extLst>
              <a:ext uri="{FF2B5EF4-FFF2-40B4-BE49-F238E27FC236}">
                <a16:creationId xmlns:a16="http://schemas.microsoft.com/office/drawing/2014/main" id="{93302BA2-B02F-9DDF-FE8E-13D31E4D3AE4}"/>
              </a:ext>
            </a:extLst>
          </p:cNvPr>
          <p:cNvSpPr>
            <a:spLocks noGrp="1"/>
          </p:cNvSpPr>
          <p:nvPr>
            <p:ph type="body" sz="quarter" idx="15"/>
          </p:nvPr>
        </p:nvSpPr>
        <p:spPr/>
        <p:txBody>
          <a:bodyPr/>
          <a:lstStyle/>
          <a:p>
            <a:r>
              <a:rPr lang="en-US" b="0"/>
              <a:t>Z001 customer namespace</a:t>
            </a:r>
            <a:endParaRPr lang="en-US"/>
          </a:p>
        </p:txBody>
      </p:sp>
      <p:sp>
        <p:nvSpPr>
          <p:cNvPr id="5" name="TextBox 4">
            <a:extLst>
              <a:ext uri="{FF2B5EF4-FFF2-40B4-BE49-F238E27FC236}">
                <a16:creationId xmlns:a16="http://schemas.microsoft.com/office/drawing/2014/main" id="{69F25E0D-7B4A-3526-7DB6-C34E167B7E4C}"/>
              </a:ext>
            </a:extLst>
          </p:cNvPr>
          <p:cNvSpPr txBox="1"/>
          <p:nvPr/>
        </p:nvSpPr>
        <p:spPr>
          <a:xfrm>
            <a:off x="449197" y="2559887"/>
            <a:ext cx="2454778" cy="2462213"/>
          </a:xfrm>
          <a:prstGeom prst="rect">
            <a:avLst/>
          </a:prstGeom>
          <a:noFill/>
        </p:spPr>
        <p:txBody>
          <a:bodyPr wrap="square" lIns="0" tIns="45720" rIns="91440" bIns="45720" anchor="t">
            <a:spAutoFit/>
          </a:bodyPr>
          <a:lstStyle/>
          <a:p>
            <a:pPr>
              <a:defRPr sz="1600" b="1">
                <a:solidFill>
                  <a:srgbClr val="161616"/>
                </a:solidFill>
                <a:latin typeface="Calibri"/>
              </a:defRPr>
            </a:pPr>
            <a:r>
              <a:t>MATRIX</a:t>
            </a:r>
          </a:p>
          <a:p>
            <a:pPr>
              <a:defRPr sz="1200" b="1">
                <a:solidFill>
                  <a:srgbClr val="161616"/>
                </a:solidFill>
                <a:latin typeface="Calibri"/>
              </a:defRPr>
            </a:pPr>
            <a:r>
              <a:t>Reports rows:</a:t>
            </a:r>
            <a:r>
              <a:rPr sz="1200">
                <a:solidFill>
                  <a:srgbClr val="333333"/>
                </a:solidFill>
                <a:latin typeface="Calibri"/>
              </a:rPr>
              <a:t> 13</a:t>
            </a:r>
          </a:p>
          <a:p>
            <a:pPr>
              <a:defRPr sz="1200" b="1">
                <a:solidFill>
                  <a:srgbClr val="161616"/>
                </a:solidFill>
                <a:latin typeface="Calibri"/>
              </a:defRPr>
            </a:pPr>
            <a:r>
              <a:t>fnam columns:</a:t>
            </a:r>
            <a:r>
              <a:rPr sz="1200">
                <a:solidFill>
                  <a:srgbClr val="333333"/>
                </a:solidFill>
                <a:latin typeface="Calibri"/>
              </a:rPr>
              <a:t> 8</a:t>
            </a:r>
          </a:p>
          <a:p>
            <a:pPr>
              <a:defRPr sz="1100">
                <a:solidFill>
                  <a:srgbClr val="333333"/>
                </a:solidFill>
                <a:latin typeface="Calibri"/>
              </a:defRPr>
            </a:pPr>
          </a:p>
          <a:p>
            <a:pPr>
              <a:defRPr sz="1100">
                <a:solidFill>
                  <a:srgbClr val="333333"/>
                </a:solidFill>
                <a:latin typeface="Calibri"/>
              </a:defRPr>
            </a:pPr>
            <a:r>
              <a:t>KEY AUTH</a:t>
            </a:r>
          </a:p>
          <a:p>
            <a:pPr>
              <a:defRPr sz="1100">
                <a:solidFill>
                  <a:srgbClr val="333333"/>
                </a:solidFill>
                <a:latin typeface="Calibri"/>
              </a:defRPr>
            </a:pPr>
            <a:r>
              <a:t>12 reports</a:t>
            </a:r>
          </a:p>
          <a:p>
            <a:pPr>
              <a:defRPr sz="1100">
                <a:solidFill>
                  <a:srgbClr val="333333"/>
                </a:solidFill>
                <a:latin typeface="Calibri"/>
              </a:defRPr>
            </a:pPr>
          </a:p>
          <a:p>
            <a:pPr>
              <a:defRPr sz="1100">
                <a:solidFill>
                  <a:srgbClr val="333333"/>
                </a:solidFill>
                <a:latin typeface="Calibri"/>
              </a:defRPr>
            </a:pPr>
            <a:r>
              <a:t>PASSWORD AUTH</a:t>
            </a:r>
          </a:p>
          <a:p>
            <a:pPr>
              <a:defRPr sz="1100">
                <a:solidFill>
                  <a:srgbClr val="333333"/>
                </a:solidFill>
                <a:latin typeface="Calibri"/>
              </a:defRPr>
            </a:pPr>
            <a:r>
              <a:t>1 report (BNP)</a:t>
            </a:r>
          </a:p>
          <a:p>
            <a:pPr>
              <a:defRPr sz="1100">
                <a:solidFill>
                  <a:srgbClr val="333333"/>
                </a:solidFill>
                <a:latin typeface="Calibri"/>
              </a:defRPr>
            </a:pPr>
          </a:p>
          <a:p>
            <a:pPr>
              <a:defRPr sz="1100">
                <a:solidFill>
                  <a:srgbClr val="333333"/>
                </a:solidFill>
                <a:latin typeface="Calibri"/>
              </a:defRPr>
            </a:pPr>
            <a:r>
              <a:t>HYBRID</a:t>
            </a:r>
          </a:p>
          <a:p>
            <a:pPr>
              <a:defRPr sz="1100">
                <a:solidFill>
                  <a:srgbClr val="333333"/>
                </a:solidFill>
                <a:latin typeface="Calibri"/>
              </a:defRPr>
            </a:pPr>
            <a:r>
              <a:t>several read both</a:t>
            </a:r>
          </a:p>
        </p:txBody>
      </p:sp>
      <p:sp>
        <p:nvSpPr>
          <p:cNvPr id="4" name="Oval 3">
            <a:extLst>
              <a:ext uri="{FF2B5EF4-FFF2-40B4-BE49-F238E27FC236}">
                <a16:creationId xmlns:a16="http://schemas.microsoft.com/office/drawing/2014/main" id="{F135ABB5-CD63-ABB3-1D02-938A5A2537ED}"/>
              </a:ext>
            </a:extLst>
          </p:cNvPr>
          <p:cNvSpPr/>
          <p:nvPr/>
        </p:nvSpPr>
        <p:spPr bwMode="auto">
          <a:xfrm>
            <a:off x="457201" y="1672709"/>
            <a:ext cx="693868" cy="693868"/>
          </a:xfrm>
          <a:prstGeom prst="ellipse">
            <a:avLst/>
          </a:prstGeom>
          <a:noFill/>
          <a:ln w="12700">
            <a:solidFill>
              <a:schemeClr val="accent5"/>
            </a:soli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3055DA"/>
              </a:solidFill>
              <a:effectLst/>
              <a:uLnTx/>
              <a:uFillTx/>
              <a:latin typeface="Calibri Light" panose="020F0302020204030204" pitchFamily="34" charset="0"/>
              <a:ea typeface="Human Sans ExtraLight" charset="0"/>
              <a:cs typeface="Human Sans ExtraLight" charset="0"/>
            </a:endParaRPr>
          </a:p>
        </p:txBody>
      </p:sp>
      <p:pic>
        <p:nvPicPr>
          <p:cNvPr id="3" name="Graphic 2">
            <a:extLst>
              <a:ext uri="{FF2B5EF4-FFF2-40B4-BE49-F238E27FC236}">
                <a16:creationId xmlns:a16="http://schemas.microsoft.com/office/drawing/2014/main" id="{C65903DB-1ABA-0A54-B56F-D5E7A05E9EE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7682" y="1771634"/>
            <a:ext cx="507443" cy="507443"/>
          </a:xfrm>
          <a:prstGeom prst="rect">
            <a:avLst/>
          </a:prstGeom>
        </p:spPr>
      </p:pic>
      <p:sp>
        <p:nvSpPr>
          <p:cNvPr id="50" name="TextBox 49"/>
          <p:cNvSpPr txBox="1"/>
          <p:nvPr/>
        </p:nvSpPr>
        <p:spPr>
          <a:xfrm>
            <a:off x="3474720" y="457200"/>
            <a:ext cx="8412480" cy="365760"/>
          </a:xfrm>
          <a:prstGeom prst="rect">
            <a:avLst/>
          </a:prstGeom>
          <a:noFill/>
        </p:spPr>
        <p:txBody>
          <a:bodyPr wrap="square">
            <a:spAutoFit/>
          </a:bodyPr>
          <a:lstStyle/>
          <a:p>
            <a:pPr>
              <a:defRPr sz="900" b="0">
                <a:solidFill>
                  <a:srgbClr val="333333"/>
                </a:solidFill>
                <a:latin typeface="Calibri"/>
              </a:defRPr>
            </a:pPr>
            <a:r>
              <a:t>✓ = `READ TABLE i_constants WITH KEY fnam = '...'` after `SELECT FROM zfi_constants WHERE pname = '&lt;consumer pname&gt;'`</a:t>
            </a:r>
          </a:p>
        </p:txBody>
      </p:sp>
      <p:graphicFrame>
        <p:nvGraphicFramePr>
          <p:cNvPr id="51" name="Table 50"/>
          <p:cNvGraphicFramePr>
            <a:graphicFrameLocks noGrp="1"/>
          </p:cNvGraphicFramePr>
          <p:nvPr/>
        </p:nvGraphicFramePr>
        <p:xfrm>
          <a:off x="3474720" y="1005840"/>
          <a:ext cx="8503920" cy="5029198"/>
        </p:xfrm>
        <a:graphic>
          <a:graphicData uri="http://schemas.openxmlformats.org/drawingml/2006/table">
            <a:tbl>
              <a:tblPr firstRow="1" bandRow="1">
                <a:tableStyleId>{5C22544A-7EE6-4342-B048-85BDC9FD1C3A}</a:tableStyleId>
              </a:tblPr>
              <a:tblGrid>
                <a:gridCol w="2194560"/>
                <a:gridCol w="502920"/>
                <a:gridCol w="502920"/>
                <a:gridCol w="640080"/>
                <a:gridCol w="457200"/>
                <a:gridCol w="457200"/>
                <a:gridCol w="777240"/>
                <a:gridCol w="502920"/>
                <a:gridCol w="2468880"/>
              </a:tblGrid>
              <a:tr h="365760">
                <a:tc>
                  <a:txBody>
                    <a:bodyPr/>
                    <a:lstStyle/>
                    <a:p>
                      <a:pPr>
                        <a:defRPr sz="900" b="1">
                          <a:solidFill>
                            <a:srgbClr val="FFFFFF"/>
                          </a:solidFill>
                          <a:latin typeface="Calibri"/>
                        </a:defRPr>
                      </a:pPr>
                      <a:r>
                        <a:t>Report</a:t>
                      </a:r>
                    </a:p>
                  </a:txBody>
                  <a:tcPr>
                    <a:solidFill>
                      <a:srgbClr val="161616"/>
                    </a:solidFill>
                  </a:tcPr>
                </a:tc>
                <a:tc>
                  <a:txBody>
                    <a:bodyPr/>
                    <a:lstStyle/>
                    <a:p>
                      <a:pPr>
                        <a:defRPr sz="900" b="1">
                          <a:solidFill>
                            <a:srgbClr val="FFFFFF"/>
                          </a:solidFill>
                          <a:latin typeface="Calibri"/>
                        </a:defRPr>
                      </a:pPr>
                      <a:r>
                        <a:t>USER</a:t>
                      </a:r>
                    </a:p>
                  </a:txBody>
                  <a:tcPr>
                    <a:solidFill>
                      <a:srgbClr val="161616"/>
                    </a:solidFill>
                  </a:tcPr>
                </a:tc>
                <a:tc>
                  <a:txBody>
                    <a:bodyPr/>
                    <a:lstStyle/>
                    <a:p>
                      <a:pPr>
                        <a:defRPr sz="900" b="1">
                          <a:solidFill>
                            <a:srgbClr val="FFFFFF"/>
                          </a:solidFill>
                          <a:latin typeface="Calibri"/>
                        </a:defRPr>
                      </a:pPr>
                      <a:r>
                        <a:t>PSWD</a:t>
                      </a:r>
                    </a:p>
                  </a:txBody>
                  <a:tcPr>
                    <a:solidFill>
                      <a:srgbClr val="161616"/>
                    </a:solidFill>
                  </a:tcPr>
                </a:tc>
                <a:tc>
                  <a:txBody>
                    <a:bodyPr/>
                    <a:lstStyle/>
                    <a:p>
                      <a:pPr>
                        <a:defRPr sz="900" b="1">
                          <a:solidFill>
                            <a:srgbClr val="FFFFFF"/>
                          </a:solidFill>
                          <a:latin typeface="Calibri"/>
                        </a:defRPr>
                      </a:pPr>
                      <a:r>
                        <a:t>DOMAIN</a:t>
                      </a:r>
                    </a:p>
                  </a:txBody>
                  <a:tcPr>
                    <a:solidFill>
                      <a:srgbClr val="161616"/>
                    </a:solidFill>
                  </a:tcPr>
                </a:tc>
                <a:tc>
                  <a:txBody>
                    <a:bodyPr/>
                    <a:lstStyle/>
                    <a:p>
                      <a:pPr>
                        <a:defRPr sz="900" b="1">
                          <a:solidFill>
                            <a:srgbClr val="FFFFFF"/>
                          </a:solidFill>
                          <a:latin typeface="Calibri"/>
                        </a:defRPr>
                      </a:pPr>
                      <a:r>
                        <a:t>PORT</a:t>
                      </a:r>
                    </a:p>
                  </a:txBody>
                  <a:tcPr>
                    <a:solidFill>
                      <a:srgbClr val="161616"/>
                    </a:solidFill>
                  </a:tcPr>
                </a:tc>
                <a:tc>
                  <a:txBody>
                    <a:bodyPr/>
                    <a:lstStyle/>
                    <a:p>
                      <a:pPr>
                        <a:defRPr sz="900" b="1">
                          <a:solidFill>
                            <a:srgbClr val="FFFFFF"/>
                          </a:solidFill>
                          <a:latin typeface="Calibri"/>
                        </a:defRPr>
                      </a:pPr>
                      <a:r>
                        <a:t>KEY</a:t>
                      </a:r>
                    </a:p>
                  </a:txBody>
                  <a:tcPr>
                    <a:solidFill>
                      <a:srgbClr val="161616"/>
                    </a:solidFill>
                  </a:tcPr>
                </a:tc>
                <a:tc>
                  <a:txBody>
                    <a:bodyPr/>
                    <a:lstStyle/>
                    <a:p>
                      <a:pPr>
                        <a:defRPr sz="900" b="1">
                          <a:solidFill>
                            <a:srgbClr val="FFFFFF"/>
                          </a:solidFill>
                          <a:latin typeface="Calibri"/>
                        </a:defRPr>
                      </a:pPr>
                      <a:r>
                        <a:t>PRIV_KEY</a:t>
                      </a:r>
                    </a:p>
                  </a:txBody>
                  <a:tcPr>
                    <a:solidFill>
                      <a:srgbClr val="161616"/>
                    </a:solidFill>
                  </a:tcPr>
                </a:tc>
                <a:tc>
                  <a:txBody>
                    <a:bodyPr/>
                    <a:lstStyle/>
                    <a:p>
                      <a:pPr>
                        <a:defRPr sz="900" b="1">
                          <a:solidFill>
                            <a:srgbClr val="FFFFFF"/>
                          </a:solidFill>
                          <a:latin typeface="Calibri"/>
                        </a:defRPr>
                      </a:pPr>
                      <a:r>
                        <a:t>PASS</a:t>
                      </a:r>
                    </a:p>
                  </a:txBody>
                  <a:tcPr>
                    <a:solidFill>
                      <a:srgbClr val="161616"/>
                    </a:solidFill>
                  </a:tcPr>
                </a:tc>
                <a:tc>
                  <a:txBody>
                    <a:bodyPr/>
                    <a:lstStyle/>
                    <a:p>
                      <a:pPr>
                        <a:defRPr sz="900" b="1">
                          <a:solidFill>
                            <a:srgbClr val="FFFFFF"/>
                          </a:solidFill>
                          <a:latin typeface="Calibri"/>
                        </a:defRPr>
                      </a:pPr>
                      <a:r>
                        <a:t>Other</a:t>
                      </a:r>
                    </a:p>
                  </a:txBody>
                  <a:tcPr>
                    <a:solidFill>
                      <a:srgbClr val="161616"/>
                    </a:solidFill>
                  </a:tcPr>
                </a:tc>
              </a:tr>
              <a:tr h="358726">
                <a:tc>
                  <a:txBody>
                    <a:bodyPr/>
                    <a:lstStyle/>
                    <a:p>
                      <a:pPr>
                        <a:defRPr sz="800">
                          <a:solidFill>
                            <a:srgbClr val="333333"/>
                          </a:solidFill>
                          <a:latin typeface="Calibri"/>
                        </a:defRPr>
                      </a:pPr>
                      <a:r>
                        <a:t>ZSFTP_CITI_PULL</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SRC_FOLDER</a:t>
                      </a:r>
                    </a:p>
                  </a:txBody>
                  <a:tcPr>
                    <a:solidFill>
                      <a:srgbClr val="FFFFFF"/>
                    </a:solidFill>
                  </a:tcPr>
                </a:tc>
              </a:tr>
              <a:tr h="358726">
                <a:tc>
                  <a:txBody>
                    <a:bodyPr/>
                    <a:lstStyle/>
                    <a:p>
                      <a:pPr>
                        <a:defRPr sz="800">
                          <a:solidFill>
                            <a:srgbClr val="333333"/>
                          </a:solidFill>
                          <a:latin typeface="Calibri"/>
                        </a:defRPr>
                      </a:pPr>
                      <a:r>
                        <a:t>ZSFTP_CITI_SEND</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r>
              <a:tr h="358726">
                <a:tc>
                  <a:txBody>
                    <a:bodyPr/>
                    <a:lstStyle/>
                    <a:p>
                      <a:pPr>
                        <a:defRPr sz="800">
                          <a:solidFill>
                            <a:srgbClr val="333333"/>
                          </a:solidFill>
                          <a:latin typeface="Calibri"/>
                        </a:defRPr>
                      </a:pPr>
                      <a:r>
                        <a:t>ZSFTP_BNP_PARIBAS_PULL</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r>
              <a:tr h="358726">
                <a:tc>
                  <a:txBody>
                    <a:bodyPr/>
                    <a:lstStyle/>
                    <a:p>
                      <a:pPr>
                        <a:defRPr sz="800">
                          <a:solidFill>
                            <a:srgbClr val="333333"/>
                          </a:solidFill>
                          <a:latin typeface="Calibri"/>
                        </a:defRPr>
                      </a:pPr>
                      <a:r>
                        <a:t>ZSFTP_BNP_PARIBAS (pswd)</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r>
              <a:tr h="358726">
                <a:tc>
                  <a:txBody>
                    <a:bodyPr/>
                    <a:lstStyle/>
                    <a:p>
                      <a:pPr>
                        <a:defRPr sz="800">
                          <a:solidFill>
                            <a:srgbClr val="333333"/>
                          </a:solidFill>
                          <a:latin typeface="Calibri"/>
                        </a:defRPr>
                      </a:pPr>
                      <a:r>
                        <a:t>ZSFTP_BNP_PARIBAS_WITH_PGP</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r>
              <a:tr h="358726">
                <a:tc>
                  <a:txBody>
                    <a:bodyPr/>
                    <a:lstStyle/>
                    <a:p>
                      <a:pPr>
                        <a:defRPr sz="800">
                          <a:solidFill>
                            <a:srgbClr val="333333"/>
                          </a:solidFill>
                          <a:latin typeface="Calibri"/>
                        </a:defRPr>
                      </a:pPr>
                      <a:r>
                        <a:t>ZSFTP_CAPARIO_PULL</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FOLDER_PATH</a:t>
                      </a:r>
                    </a:p>
                  </a:txBody>
                  <a:tcPr>
                    <a:solidFill>
                      <a:srgbClr val="F5F5F5"/>
                    </a:solidFill>
                  </a:tcPr>
                </a:tc>
              </a:tr>
              <a:tr h="358726">
                <a:tc>
                  <a:txBody>
                    <a:bodyPr/>
                    <a:lstStyle/>
                    <a:p>
                      <a:pPr>
                        <a:defRPr sz="800">
                          <a:solidFill>
                            <a:srgbClr val="333333"/>
                          </a:solidFill>
                          <a:latin typeface="Calibri"/>
                        </a:defRPr>
                      </a:pPr>
                      <a:r>
                        <a:t>ZSFTP_CAPARIO</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r>
              <a:tr h="358726">
                <a:tc>
                  <a:txBody>
                    <a:bodyPr/>
                    <a:lstStyle/>
                    <a:p>
                      <a:pPr>
                        <a:defRPr sz="800">
                          <a:solidFill>
                            <a:srgbClr val="333333"/>
                          </a:solidFill>
                          <a:latin typeface="Calibri"/>
                        </a:defRPr>
                      </a:pPr>
                      <a:r>
                        <a:t>ZSFTP_PATIENTCO_PULL</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r>
              <a:tr h="358726">
                <a:tc>
                  <a:txBody>
                    <a:bodyPr/>
                    <a:lstStyle/>
                    <a:p>
                      <a:pPr>
                        <a:defRPr sz="800">
                          <a:solidFill>
                            <a:srgbClr val="333333"/>
                          </a:solidFill>
                          <a:latin typeface="Calibri"/>
                        </a:defRPr>
                      </a:pPr>
                      <a:r>
                        <a:t>ZSFTP_JPM / _PULL</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r>
              <a:tr h="358726">
                <a:tc>
                  <a:txBody>
                    <a:bodyPr/>
                    <a:lstStyle/>
                    <a:p>
                      <a:pPr>
                        <a:defRPr sz="800">
                          <a:solidFill>
                            <a:srgbClr val="333333"/>
                          </a:solidFill>
                          <a:latin typeface="Calibri"/>
                        </a:defRPr>
                      </a:pPr>
                      <a:r>
                        <a:t>ZFFIU_ACC_POST / CERIDIAN</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SRC_FOLDER</a:t>
                      </a:r>
                    </a:p>
                  </a:txBody>
                  <a:tcPr>
                    <a:solidFill>
                      <a:srgbClr val="F5F5F5"/>
                    </a:solidFill>
                  </a:tcPr>
                </a:tc>
              </a:tr>
              <a:tr h="358726">
                <a:tc>
                  <a:txBody>
                    <a:bodyPr/>
                    <a:lstStyle/>
                    <a:p>
                      <a:pPr>
                        <a:defRPr sz="800">
                          <a:solidFill>
                            <a:srgbClr val="333333"/>
                          </a:solidFill>
                          <a:latin typeface="Calibri"/>
                        </a:defRPr>
                      </a:pPr>
                      <a:r>
                        <a:t>ZDMS_UPLOAD / REPLACE</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SRC+ZDEST</a:t>
                      </a:r>
                    </a:p>
                  </a:txBody>
                  <a:tcPr>
                    <a:solidFill>
                      <a:srgbClr val="FFFFFF"/>
                    </a:solidFill>
                  </a:tcPr>
                </a:tc>
              </a:tr>
              <a:tr h="358726">
                <a:tc>
                  <a:txBody>
                    <a:bodyPr/>
                    <a:lstStyle/>
                    <a:p>
                      <a:pPr>
                        <a:defRPr sz="800">
                          <a:solidFill>
                            <a:srgbClr val="333333"/>
                          </a:solidFill>
                          <a:latin typeface="Calibri"/>
                        </a:defRPr>
                      </a:pPr>
                      <a:r>
                        <a:t>ZSD_MEDICARE (ZMEDI FM)</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a:t>
                      </a:r>
                    </a:p>
                  </a:txBody>
                  <a:tcPr>
                    <a:solidFill>
                      <a:srgbClr val="F5F5F5"/>
                    </a:solidFill>
                  </a:tcPr>
                </a:tc>
                <a:tc>
                  <a:txBody>
                    <a:bodyPr/>
                    <a:lstStyle/>
                    <a:p>
                      <a:pPr>
                        <a:defRPr sz="800">
                          <a:solidFill>
                            <a:srgbClr val="333333"/>
                          </a:solidFill>
                          <a:latin typeface="Calibri"/>
                        </a:defRPr>
                      </a:pPr>
                      <a:r>
                        <a:t>SRC_PATH+ZDEST</a:t>
                      </a:r>
                    </a:p>
                  </a:txBody>
                  <a:tcPr>
                    <a:solidFill>
                      <a:srgbClr val="F5F5F5"/>
                    </a:solidFill>
                  </a:tcPr>
                </a:tc>
              </a:tr>
              <a:tr h="358726">
                <a:tc>
                  <a:txBody>
                    <a:bodyPr/>
                    <a:lstStyle/>
                    <a:p>
                      <a:pPr>
                        <a:defRPr sz="800">
                          <a:solidFill>
                            <a:srgbClr val="333333"/>
                          </a:solidFill>
                          <a:latin typeface="Calibri"/>
                        </a:defRPr>
                      </a:pPr>
                      <a:r>
                        <a:t>ZSD_ERX_DMS (ZERX FM)</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via wrapper</a:t>
                      </a:r>
                    </a:p>
                  </a:txBody>
                  <a:tcPr>
                    <a:solidFill>
                      <a:srgbClr val="FFFFFF"/>
                    </a:solidFill>
                  </a:tcPr>
                </a:tc>
              </a:tr>
            </a:tbl>
          </a:graphicData>
        </a:graphic>
      </p:graphicFrame>
      <p:sp>
        <p:nvSpPr>
          <p:cNvPr id="52" name="TextBox 51"/>
          <p:cNvSpPr txBox="1"/>
          <p:nvPr/>
        </p:nvSpPr>
        <p:spPr>
          <a:xfrm>
            <a:off x="3474720" y="6126480"/>
            <a:ext cx="8412480" cy="365760"/>
          </a:xfrm>
          <a:prstGeom prst="rect">
            <a:avLst/>
          </a:prstGeom>
          <a:noFill/>
        </p:spPr>
        <p:txBody>
          <a:bodyPr wrap="square">
            <a:spAutoFit/>
          </a:bodyPr>
          <a:lstStyle/>
          <a:p>
            <a:pPr>
              <a:defRPr sz="900" b="1">
                <a:solidFill>
                  <a:srgbClr val="00B4C8"/>
                </a:solidFill>
                <a:latin typeface="Calibri"/>
              </a:defRPr>
            </a:pPr>
            <a:r>
              <a:t>1 of 16 uses pure password auth (ZSFTP_BNP_PARIBAS); rest are key or hybrid. New layer must support both.</a:t>
            </a:r>
          </a:p>
        </p:txBody>
      </p:sp>
    </p:spTree>
    <p:extLst>
      <p:ext uri="{BB962C8B-B14F-4D97-AF65-F5344CB8AC3E}">
        <p14:creationId xmlns:p14="http://schemas.microsoft.com/office/powerpoint/2010/main" val="262099696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72D67-9A80-C9FF-B2A0-9F2F91E2B4A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377C913-64ED-EA69-93B6-9B33D0A1493A}"/>
              </a:ext>
            </a:extLst>
          </p:cNvPr>
          <p:cNvSpPr>
            <a:spLocks noGrp="1"/>
          </p:cNvSpPr>
          <p:nvPr>
            <p:ph type="title"/>
          </p:nvPr>
        </p:nvSpPr>
        <p:spPr>
          <a:xfrm>
            <a:off x="457200" y="723900"/>
            <a:ext cx="2586789" cy="615553"/>
          </a:xfrm>
        </p:spPr>
        <p:txBody>
          <a:bodyPr vert="horz" wrap="square" lIns="0" tIns="0" rIns="0" bIns="0" rtlCol="0" anchor="t">
            <a:spAutoFit/>
          </a:bodyPr>
          <a:lstStyle/>
          <a:p>
            <a:r>
              <a:rPr lang="en-GB" sz="2000" dirty="0">
                <a:solidFill>
                  <a:srgbClr val="000000"/>
                </a:solidFill>
                <a:cs typeface="Arial"/>
              </a:rPr>
              <a:t>Where values live</a:t>
            </a:r>
            <a:endParaRPr lang="en-US" sz="2000" dirty="0">
              <a:solidFill>
                <a:srgbClr val="FF4E33"/>
              </a:solidFill>
            </a:endParaRPr>
          </a:p>
        </p:txBody>
      </p:sp>
      <p:sp>
        <p:nvSpPr>
          <p:cNvPr id="49" name="Text Placeholder 48">
            <a:extLst>
              <a:ext uri="{FF2B5EF4-FFF2-40B4-BE49-F238E27FC236}">
                <a16:creationId xmlns:a16="http://schemas.microsoft.com/office/drawing/2014/main" id="{93302BA2-B02F-9DDF-FE8E-13D31E4D3AE4}"/>
              </a:ext>
            </a:extLst>
          </p:cNvPr>
          <p:cNvSpPr>
            <a:spLocks noGrp="1"/>
          </p:cNvSpPr>
          <p:nvPr>
            <p:ph type="body" sz="quarter" idx="15"/>
          </p:nvPr>
        </p:nvSpPr>
        <p:spPr/>
        <p:txBody>
          <a:bodyPr/>
          <a:lstStyle/>
          <a:p>
            <a:r>
              <a:rPr lang="en-US" b="0"/>
              <a:t>Z001 customer namespace</a:t>
            </a:r>
            <a:endParaRPr lang="en-US"/>
          </a:p>
        </p:txBody>
      </p:sp>
      <p:sp>
        <p:nvSpPr>
          <p:cNvPr id="5" name="TextBox 4">
            <a:extLst>
              <a:ext uri="{FF2B5EF4-FFF2-40B4-BE49-F238E27FC236}">
                <a16:creationId xmlns:a16="http://schemas.microsoft.com/office/drawing/2014/main" id="{69F25E0D-7B4A-3526-7DB6-C34E167B7E4C}"/>
              </a:ext>
            </a:extLst>
          </p:cNvPr>
          <p:cNvSpPr txBox="1"/>
          <p:nvPr/>
        </p:nvSpPr>
        <p:spPr>
          <a:xfrm>
            <a:off x="449197" y="2559887"/>
            <a:ext cx="2454778" cy="2462213"/>
          </a:xfrm>
          <a:prstGeom prst="rect">
            <a:avLst/>
          </a:prstGeom>
          <a:noFill/>
        </p:spPr>
        <p:txBody>
          <a:bodyPr wrap="square" lIns="0" tIns="45720" rIns="91440" bIns="45720" anchor="t">
            <a:spAutoFit/>
          </a:bodyPr>
          <a:lstStyle/>
          <a:p>
            <a:pPr>
              <a:defRPr sz="1600" b="1">
                <a:solidFill>
                  <a:srgbClr val="161616"/>
                </a:solidFill>
                <a:latin typeface="Calibri"/>
              </a:defRPr>
            </a:pPr>
            <a:r>
              <a:t>SQL SHAPE</a:t>
            </a:r>
          </a:p>
          <a:p>
            <a:pPr>
              <a:defRPr sz="1200" b="1">
                <a:solidFill>
                  <a:srgbClr val="161616"/>
                </a:solidFill>
                <a:latin typeface="Calibri"/>
              </a:defRPr>
            </a:pPr>
            <a:r>
              <a:t>Table:</a:t>
            </a:r>
            <a:r>
              <a:rPr sz="1200">
                <a:solidFill>
                  <a:srgbClr val="333333"/>
                </a:solidFill>
                <a:latin typeface="Calibri"/>
              </a:rPr>
              <a:t> zfi_constants</a:t>
            </a:r>
          </a:p>
          <a:p>
            <a:pPr>
              <a:defRPr sz="1200" b="1">
                <a:solidFill>
                  <a:srgbClr val="161616"/>
                </a:solidFill>
                <a:latin typeface="Calibri"/>
              </a:defRPr>
            </a:pPr>
            <a:r>
              <a:t>Columns:</a:t>
            </a:r>
            <a:r>
              <a:rPr sz="1200">
                <a:solidFill>
                  <a:srgbClr val="333333"/>
                </a:solidFill>
                <a:latin typeface="Calibri"/>
              </a:rPr>
              <a:t> PNAME, FNAM, FVAL</a:t>
            </a:r>
          </a:p>
          <a:p>
            <a:pPr>
              <a:defRPr sz="1100">
                <a:solidFill>
                  <a:srgbClr val="333333"/>
                </a:solidFill>
                <a:latin typeface="Calibri"/>
              </a:defRPr>
            </a:pPr>
          </a:p>
          <a:p>
            <a:pPr>
              <a:defRPr sz="1100">
                <a:solidFill>
                  <a:srgbClr val="333333"/>
                </a:solidFill>
                <a:latin typeface="Calibri"/>
              </a:defRPr>
            </a:pPr>
            <a:r>
              <a:t>ACCESS PATTERN</a:t>
            </a:r>
          </a:p>
          <a:p>
            <a:pPr>
              <a:defRPr sz="1100">
                <a:solidFill>
                  <a:srgbClr val="333333"/>
                </a:solidFill>
                <a:latin typeface="Calibri"/>
              </a:defRPr>
            </a:pPr>
            <a:r>
              <a:t>SELECT by pname</a:t>
            </a:r>
          </a:p>
          <a:p>
            <a:pPr>
              <a:defRPr sz="1100">
                <a:solidFill>
                  <a:srgbClr val="333333"/>
                </a:solidFill>
                <a:latin typeface="Calibri"/>
              </a:defRPr>
            </a:pPr>
            <a:r>
              <a:t>READ TABLE by fnam</a:t>
            </a:r>
          </a:p>
          <a:p>
            <a:pPr>
              <a:defRPr sz="1100">
                <a:solidFill>
                  <a:srgbClr val="333333"/>
                </a:solidFill>
                <a:latin typeface="Calibri"/>
              </a:defRPr>
            </a:pPr>
          </a:p>
          <a:p>
            <a:pPr>
              <a:defRPr sz="1100">
                <a:solidFill>
                  <a:srgbClr val="333333"/>
                </a:solidFill>
                <a:latin typeface="Calibri"/>
              </a:defRPr>
            </a:pPr>
            <a:r>
              <a:t>VALUE STORAGE</a:t>
            </a:r>
          </a:p>
          <a:p>
            <a:pPr>
              <a:defRPr sz="1100">
                <a:solidFill>
                  <a:srgbClr val="333333"/>
                </a:solidFill>
                <a:latin typeface="Calibri"/>
              </a:defRPr>
            </a:pPr>
            <a:r>
              <a:t>Not in git — SE16 / SecureStorage on SAP system</a:t>
            </a:r>
          </a:p>
        </p:txBody>
      </p:sp>
      <p:sp>
        <p:nvSpPr>
          <p:cNvPr id="4" name="Oval 3">
            <a:extLst>
              <a:ext uri="{FF2B5EF4-FFF2-40B4-BE49-F238E27FC236}">
                <a16:creationId xmlns:a16="http://schemas.microsoft.com/office/drawing/2014/main" id="{F135ABB5-CD63-ABB3-1D02-938A5A2537ED}"/>
              </a:ext>
            </a:extLst>
          </p:cNvPr>
          <p:cNvSpPr/>
          <p:nvPr/>
        </p:nvSpPr>
        <p:spPr bwMode="auto">
          <a:xfrm>
            <a:off x="457201" y="1672709"/>
            <a:ext cx="693868" cy="693868"/>
          </a:xfrm>
          <a:prstGeom prst="ellipse">
            <a:avLst/>
          </a:prstGeom>
          <a:noFill/>
          <a:ln w="12700">
            <a:solidFill>
              <a:schemeClr val="accent5"/>
            </a:soli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3055DA"/>
              </a:solidFill>
              <a:effectLst/>
              <a:uLnTx/>
              <a:uFillTx/>
              <a:latin typeface="Calibri Light" panose="020F0302020204030204" pitchFamily="34" charset="0"/>
              <a:ea typeface="Human Sans ExtraLight" charset="0"/>
              <a:cs typeface="Human Sans ExtraLight" charset="0"/>
            </a:endParaRPr>
          </a:p>
        </p:txBody>
      </p:sp>
      <p:pic>
        <p:nvPicPr>
          <p:cNvPr id="3" name="Graphic 2">
            <a:extLst>
              <a:ext uri="{FF2B5EF4-FFF2-40B4-BE49-F238E27FC236}">
                <a16:creationId xmlns:a16="http://schemas.microsoft.com/office/drawing/2014/main" id="{C65903DB-1ABA-0A54-B56F-D5E7A05E9EE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7682" y="1771634"/>
            <a:ext cx="507443" cy="507443"/>
          </a:xfrm>
          <a:prstGeom prst="rect">
            <a:avLst/>
          </a:prstGeom>
        </p:spPr>
      </p:pic>
      <p:sp>
        <p:nvSpPr>
          <p:cNvPr id="50" name="TextBox 49"/>
          <p:cNvSpPr txBox="1"/>
          <p:nvPr/>
        </p:nvSpPr>
        <p:spPr>
          <a:xfrm>
            <a:off x="3474720" y="457200"/>
            <a:ext cx="8412480" cy="365760"/>
          </a:xfrm>
          <a:prstGeom prst="rect">
            <a:avLst/>
          </a:prstGeom>
          <a:noFill/>
        </p:spPr>
        <p:txBody>
          <a:bodyPr wrap="square">
            <a:spAutoFit/>
          </a:bodyPr>
          <a:lstStyle/>
          <a:p>
            <a:pPr>
              <a:defRPr sz="1100" b="0">
                <a:solidFill>
                  <a:srgbClr val="333333"/>
                </a:solidFill>
                <a:latin typeface="Calibri"/>
              </a:defRPr>
            </a:pPr>
            <a:r>
              <a:t>Every consumer follows this shape — pname literal changes per endpoint:</a:t>
            </a:r>
          </a:p>
        </p:txBody>
      </p:sp>
      <p:sp>
        <p:nvSpPr>
          <p:cNvPr id="51" name="TextBox 50"/>
          <p:cNvSpPr txBox="1"/>
          <p:nvPr/>
        </p:nvSpPr>
        <p:spPr>
          <a:xfrm>
            <a:off x="3474720" y="914400"/>
            <a:ext cx="8412480" cy="1371600"/>
          </a:xfrm>
          <a:prstGeom prst="rect">
            <a:avLst/>
          </a:prstGeom>
          <a:solidFill>
            <a:srgbClr val="F5F5F5"/>
          </a:solidFill>
        </p:spPr>
        <p:txBody>
          <a:bodyPr wrap="square">
            <a:spAutoFit/>
          </a:bodyPr>
          <a:lstStyle/>
          <a:p>
            <a:pPr>
              <a:defRPr sz="1100" b="0">
                <a:solidFill>
                  <a:srgbClr val="333333"/>
                </a:solidFill>
                <a:latin typeface="Consolas"/>
              </a:defRPr>
            </a:pPr>
            <a:r>
              <a:t>SELECT * FROM zfi_constants INTO TABLE i_constants</a:t>
            </a:r>
          </a:p>
          <a:p>
            <a:pPr>
              <a:defRPr sz="1100" b="0">
                <a:solidFill>
                  <a:srgbClr val="333333"/>
                </a:solidFill>
                <a:latin typeface="Consolas"/>
              </a:defRPr>
            </a:pPr>
            <a:r>
              <a:t>  WHERE pname = '&lt;consumer-specific pname&gt;'.</a:t>
            </a:r>
          </a:p>
          <a:p>
            <a:pPr>
              <a:defRPr sz="1100" b="0">
                <a:solidFill>
                  <a:srgbClr val="333333"/>
                </a:solidFill>
                <a:latin typeface="Consolas"/>
              </a:defRPr>
            </a:pPr>
          </a:p>
          <a:p>
            <a:pPr>
              <a:defRPr sz="1100" b="0">
                <a:solidFill>
                  <a:srgbClr val="333333"/>
                </a:solidFill>
                <a:latin typeface="Consolas"/>
              </a:defRPr>
            </a:pPr>
            <a:r>
              <a:t>READ TABLE i_constants WITH KEY fnam = 'FTP_USER'.       " then 'FTP_DOMAIN', 'HOST_KEY'...</a:t>
            </a:r>
          </a:p>
        </p:txBody>
      </p:sp>
      <p:graphicFrame>
        <p:nvGraphicFramePr>
          <p:cNvPr id="52" name="Table 51"/>
          <p:cNvGraphicFramePr>
            <a:graphicFrameLocks noGrp="1"/>
          </p:cNvGraphicFramePr>
          <p:nvPr/>
        </p:nvGraphicFramePr>
        <p:xfrm>
          <a:off x="3474720" y="2560320"/>
          <a:ext cx="8412480" cy="3474720"/>
        </p:xfrm>
        <a:graphic>
          <a:graphicData uri="http://schemas.openxmlformats.org/drawingml/2006/table">
            <a:tbl>
              <a:tblPr firstRow="1" bandRow="1">
                <a:tableStyleId>{5C22544A-7EE6-4342-B048-85BDC9FD1C3A}</a:tableStyleId>
              </a:tblPr>
              <a:tblGrid>
                <a:gridCol w="2468880"/>
                <a:gridCol w="2468880"/>
                <a:gridCol w="3474720"/>
              </a:tblGrid>
              <a:tr h="365760">
                <a:tc>
                  <a:txBody>
                    <a:bodyPr/>
                    <a:lstStyle/>
                    <a:p>
                      <a:pPr>
                        <a:defRPr sz="1000" b="1">
                          <a:solidFill>
                            <a:srgbClr val="FFFFFF"/>
                          </a:solidFill>
                          <a:latin typeface="Calibri"/>
                        </a:defRPr>
                      </a:pPr>
                      <a:r>
                        <a:t>Consumer</a:t>
                      </a:r>
                    </a:p>
                  </a:txBody>
                  <a:tcPr>
                    <a:solidFill>
                      <a:srgbClr val="161616"/>
                    </a:solidFill>
                  </a:tcPr>
                </a:tc>
                <a:tc>
                  <a:txBody>
                    <a:bodyPr/>
                    <a:lstStyle/>
                    <a:p>
                      <a:pPr>
                        <a:defRPr sz="1000" b="1">
                          <a:solidFill>
                            <a:srgbClr val="FFFFFF"/>
                          </a:solidFill>
                          <a:latin typeface="Calibri"/>
                        </a:defRPr>
                      </a:pPr>
                      <a:r>
                        <a:t>pname literal</a:t>
                      </a:r>
                    </a:p>
                  </a:txBody>
                  <a:tcPr>
                    <a:solidFill>
                      <a:srgbClr val="161616"/>
                    </a:solidFill>
                  </a:tcPr>
                </a:tc>
                <a:tc>
                  <a:txBody>
                    <a:bodyPr/>
                    <a:lstStyle/>
                    <a:p>
                      <a:pPr>
                        <a:defRPr sz="1000" b="1">
                          <a:solidFill>
                            <a:srgbClr val="FFFFFF"/>
                          </a:solidFill>
                          <a:latin typeface="Calibri"/>
                        </a:defRPr>
                      </a:pPr>
                      <a:r>
                        <a:t>fnam keys read</a:t>
                      </a:r>
                    </a:p>
                  </a:txBody>
                  <a:tcPr>
                    <a:solidFill>
                      <a:srgbClr val="161616"/>
                    </a:solidFill>
                  </a:tcPr>
                </a:tc>
              </a:tr>
              <a:tr h="388620">
                <a:tc>
                  <a:txBody>
                    <a:bodyPr/>
                    <a:lstStyle/>
                    <a:p>
                      <a:pPr>
                        <a:defRPr sz="900">
                          <a:solidFill>
                            <a:srgbClr val="333333"/>
                          </a:solidFill>
                          <a:latin typeface="Calibri"/>
                        </a:defRPr>
                      </a:pPr>
                      <a:r>
                        <a:t>ZSFTP_CITI_PULL / SEND</a:t>
                      </a:r>
                    </a:p>
                  </a:txBody>
                  <a:tcPr>
                    <a:solidFill>
                      <a:srgbClr val="FFFFFF"/>
                    </a:solidFill>
                  </a:tcPr>
                </a:tc>
                <a:tc>
                  <a:txBody>
                    <a:bodyPr/>
                    <a:lstStyle/>
                    <a:p>
                      <a:pPr>
                        <a:defRPr sz="900">
                          <a:solidFill>
                            <a:srgbClr val="333333"/>
                          </a:solidFill>
                          <a:latin typeface="Consolas"/>
                        </a:defRPr>
                      </a:pPr>
                      <a:r>
                        <a:t>'ZSFTP_CITI' / 'ZSFTP_CITI_SEND'</a:t>
                      </a:r>
                    </a:p>
                  </a:txBody>
                  <a:tcPr>
                    <a:solidFill>
                      <a:srgbClr val="FFFFFF"/>
                    </a:solidFill>
                  </a:tcPr>
                </a:tc>
                <a:tc>
                  <a:txBody>
                    <a:bodyPr/>
                    <a:lstStyle/>
                    <a:p>
                      <a:pPr>
                        <a:defRPr sz="900">
                          <a:solidFill>
                            <a:srgbClr val="333333"/>
                          </a:solidFill>
                          <a:latin typeface="Calibri"/>
                        </a:defRPr>
                      </a:pPr>
                      <a:r>
                        <a:t>FTP_USER, FTP_DOMAIN, HOST_KEY, PRIVATE_KEY_PATH, PASSPHRASE</a:t>
                      </a:r>
                    </a:p>
                  </a:txBody>
                  <a:tcPr>
                    <a:solidFill>
                      <a:srgbClr val="FFFFFF"/>
                    </a:solidFill>
                  </a:tcPr>
                </a:tc>
              </a:tr>
              <a:tr h="388620">
                <a:tc>
                  <a:txBody>
                    <a:bodyPr/>
                    <a:lstStyle/>
                    <a:p>
                      <a:pPr>
                        <a:defRPr sz="900">
                          <a:solidFill>
                            <a:srgbClr val="333333"/>
                          </a:solidFill>
                          <a:latin typeface="Calibri"/>
                        </a:defRPr>
                      </a:pPr>
                      <a:r>
                        <a:t>ZSFTP_BNP_PARIBAS variants</a:t>
                      </a:r>
                    </a:p>
                  </a:txBody>
                  <a:tcPr>
                    <a:solidFill>
                      <a:srgbClr val="F5F5F5"/>
                    </a:solidFill>
                  </a:tcPr>
                </a:tc>
                <a:tc>
                  <a:txBody>
                    <a:bodyPr/>
                    <a:lstStyle/>
                    <a:p>
                      <a:pPr>
                        <a:defRPr sz="900">
                          <a:solidFill>
                            <a:srgbClr val="333333"/>
                          </a:solidFill>
                          <a:latin typeface="Consolas"/>
                        </a:defRPr>
                      </a:pPr>
                      <a:r>
                        <a:t>'ZSFTP_BNP_PARIBAS'</a:t>
                      </a:r>
                    </a:p>
                  </a:txBody>
                  <a:tcPr>
                    <a:solidFill>
                      <a:srgbClr val="F5F5F5"/>
                    </a:solidFill>
                  </a:tcPr>
                </a:tc>
                <a:tc>
                  <a:txBody>
                    <a:bodyPr/>
                    <a:lstStyle/>
                    <a:p>
                      <a:pPr>
                        <a:defRPr sz="900">
                          <a:solidFill>
                            <a:srgbClr val="333333"/>
                          </a:solidFill>
                          <a:latin typeface="Calibri"/>
                        </a:defRPr>
                      </a:pPr>
                      <a:r>
                        <a:t>FTP_USER, FTP_PSWD/PRIVATE_KEY_PATH, FTP_DOMAIN, FTP_PORT, HOST_KEY</a:t>
                      </a:r>
                    </a:p>
                  </a:txBody>
                  <a:tcPr>
                    <a:solidFill>
                      <a:srgbClr val="F5F5F5"/>
                    </a:solidFill>
                  </a:tcPr>
                </a:tc>
              </a:tr>
              <a:tr h="388620">
                <a:tc>
                  <a:txBody>
                    <a:bodyPr/>
                    <a:lstStyle/>
                    <a:p>
                      <a:pPr>
                        <a:defRPr sz="900">
                          <a:solidFill>
                            <a:srgbClr val="333333"/>
                          </a:solidFill>
                          <a:latin typeface="Calibri"/>
                        </a:defRPr>
                      </a:pPr>
                      <a:r>
                        <a:t>ZSFTP_CAPARIO_PULL / CAPARIO</a:t>
                      </a:r>
                    </a:p>
                  </a:txBody>
                  <a:tcPr>
                    <a:solidFill>
                      <a:srgbClr val="FFFFFF"/>
                    </a:solidFill>
                  </a:tcPr>
                </a:tc>
                <a:tc>
                  <a:txBody>
                    <a:bodyPr/>
                    <a:lstStyle/>
                    <a:p>
                      <a:pPr>
                        <a:defRPr sz="900">
                          <a:solidFill>
                            <a:srgbClr val="333333"/>
                          </a:solidFill>
                          <a:latin typeface="Consolas"/>
                        </a:defRPr>
                      </a:pPr>
                      <a:r>
                        <a:t>'ZSFTP_835_PULL' / 'ZSFTP_837'</a:t>
                      </a:r>
                    </a:p>
                  </a:txBody>
                  <a:tcPr>
                    <a:solidFill>
                      <a:srgbClr val="FFFFFF"/>
                    </a:solidFill>
                  </a:tcPr>
                </a:tc>
                <a:tc>
                  <a:txBody>
                    <a:bodyPr/>
                    <a:lstStyle/>
                    <a:p>
                      <a:pPr>
                        <a:defRPr sz="900">
                          <a:solidFill>
                            <a:srgbClr val="333333"/>
                          </a:solidFill>
                          <a:latin typeface="Calibri"/>
                        </a:defRPr>
                      </a:pPr>
                      <a:r>
                        <a:t>Standard key bundle + FOLDER_PATH</a:t>
                      </a:r>
                    </a:p>
                  </a:txBody>
                  <a:tcPr>
                    <a:solidFill>
                      <a:srgbClr val="FFFFFF"/>
                    </a:solidFill>
                  </a:tcPr>
                </a:tc>
              </a:tr>
              <a:tr h="388620">
                <a:tc>
                  <a:txBody>
                    <a:bodyPr/>
                    <a:lstStyle/>
                    <a:p>
                      <a:pPr>
                        <a:defRPr sz="900">
                          <a:solidFill>
                            <a:srgbClr val="333333"/>
                          </a:solidFill>
                          <a:latin typeface="Calibri"/>
                        </a:defRPr>
                      </a:pPr>
                      <a:r>
                        <a:t>ZSFTP_PATIENTCO_PULL</a:t>
                      </a:r>
                    </a:p>
                  </a:txBody>
                  <a:tcPr>
                    <a:solidFill>
                      <a:srgbClr val="F5F5F5"/>
                    </a:solidFill>
                  </a:tcPr>
                </a:tc>
                <a:tc>
                  <a:txBody>
                    <a:bodyPr/>
                    <a:lstStyle/>
                    <a:p>
                      <a:pPr>
                        <a:defRPr sz="900">
                          <a:solidFill>
                            <a:srgbClr val="333333"/>
                          </a:solidFill>
                          <a:latin typeface="Consolas"/>
                        </a:defRPr>
                      </a:pPr>
                      <a:r>
                        <a:t>'ZSFTP_835_PATIENTCO'</a:t>
                      </a:r>
                    </a:p>
                  </a:txBody>
                  <a:tcPr>
                    <a:solidFill>
                      <a:srgbClr val="F5F5F5"/>
                    </a:solidFill>
                  </a:tcPr>
                </a:tc>
                <a:tc>
                  <a:txBody>
                    <a:bodyPr/>
                    <a:lstStyle/>
                    <a:p>
                      <a:pPr>
                        <a:defRPr sz="900">
                          <a:solidFill>
                            <a:srgbClr val="333333"/>
                          </a:solidFill>
                          <a:latin typeface="Calibri"/>
                        </a:defRPr>
                      </a:pPr>
                      <a:r>
                        <a:t>FTP_USER, FTP_DOMAIN, HOST_KEY, FTP_PSWD, FOLDER_PATH</a:t>
                      </a:r>
                    </a:p>
                  </a:txBody>
                  <a:tcPr>
                    <a:solidFill>
                      <a:srgbClr val="F5F5F5"/>
                    </a:solidFill>
                  </a:tcPr>
                </a:tc>
              </a:tr>
              <a:tr h="388620">
                <a:tc>
                  <a:txBody>
                    <a:bodyPr/>
                    <a:lstStyle/>
                    <a:p>
                      <a:pPr>
                        <a:defRPr sz="900">
                          <a:solidFill>
                            <a:srgbClr val="333333"/>
                          </a:solidFill>
                          <a:latin typeface="Calibri"/>
                        </a:defRPr>
                      </a:pPr>
                      <a:r>
                        <a:t>ZSFTP_JPM / _PULL</a:t>
                      </a:r>
                    </a:p>
                  </a:txBody>
                  <a:tcPr>
                    <a:solidFill>
                      <a:srgbClr val="FFFFFF"/>
                    </a:solidFill>
                  </a:tcPr>
                </a:tc>
                <a:tc>
                  <a:txBody>
                    <a:bodyPr/>
                    <a:lstStyle/>
                    <a:p>
                      <a:pPr>
                        <a:defRPr sz="900">
                          <a:solidFill>
                            <a:srgbClr val="333333"/>
                          </a:solidFill>
                          <a:latin typeface="Consolas"/>
                        </a:defRPr>
                      </a:pPr>
                      <a:r>
                        <a:t>'ZSFTP_JPM'</a:t>
                      </a:r>
                    </a:p>
                  </a:txBody>
                  <a:tcPr>
                    <a:solidFill>
                      <a:srgbClr val="FFFFFF"/>
                    </a:solidFill>
                  </a:tcPr>
                </a:tc>
                <a:tc>
                  <a:txBody>
                    <a:bodyPr/>
                    <a:lstStyle/>
                    <a:p>
                      <a:pPr>
                        <a:defRPr sz="900">
                          <a:solidFill>
                            <a:srgbClr val="333333"/>
                          </a:solidFill>
                          <a:latin typeface="Calibri"/>
                        </a:defRPr>
                      </a:pPr>
                      <a:r>
                        <a:t>Standard key bundle</a:t>
                      </a:r>
                    </a:p>
                  </a:txBody>
                  <a:tcPr>
                    <a:solidFill>
                      <a:srgbClr val="FFFFFF"/>
                    </a:solidFill>
                  </a:tcPr>
                </a:tc>
              </a:tr>
              <a:tr h="388620">
                <a:tc>
                  <a:txBody>
                    <a:bodyPr/>
                    <a:lstStyle/>
                    <a:p>
                      <a:pPr>
                        <a:defRPr sz="900">
                          <a:solidFill>
                            <a:srgbClr val="333333"/>
                          </a:solidFill>
                          <a:latin typeface="Calibri"/>
                        </a:defRPr>
                      </a:pPr>
                      <a:r>
                        <a:t>ZFFIU_ACC_POST / CERIDIAN</a:t>
                      </a:r>
                    </a:p>
                  </a:txBody>
                  <a:tcPr>
                    <a:solidFill>
                      <a:srgbClr val="F5F5F5"/>
                    </a:solidFill>
                  </a:tcPr>
                </a:tc>
                <a:tc>
                  <a:txBody>
                    <a:bodyPr/>
                    <a:lstStyle/>
                    <a:p>
                      <a:pPr>
                        <a:defRPr sz="900">
                          <a:solidFill>
                            <a:srgbClr val="333333"/>
                          </a:solidFill>
                          <a:latin typeface="Consolas"/>
                        </a:defRPr>
                      </a:pPr>
                      <a:r>
                        <a:t>'ZSFTP_CERIDIAN'</a:t>
                      </a:r>
                    </a:p>
                  </a:txBody>
                  <a:tcPr>
                    <a:solidFill>
                      <a:srgbClr val="F5F5F5"/>
                    </a:solidFill>
                  </a:tcPr>
                </a:tc>
                <a:tc>
                  <a:txBody>
                    <a:bodyPr/>
                    <a:lstStyle/>
                    <a:p>
                      <a:pPr>
                        <a:defRPr sz="900">
                          <a:solidFill>
                            <a:srgbClr val="333333"/>
                          </a:solidFill>
                          <a:latin typeface="Calibri"/>
                        </a:defRPr>
                      </a:pPr>
                      <a:r>
                        <a:t>FTP_USER, FTP_DOMAIN, HOST_KEY, PASSPHRASE, SOURCE_FOLDER</a:t>
                      </a:r>
                    </a:p>
                  </a:txBody>
                  <a:tcPr>
                    <a:solidFill>
                      <a:srgbClr val="F5F5F5"/>
                    </a:solidFill>
                  </a:tcPr>
                </a:tc>
              </a:tr>
              <a:tr h="388620">
                <a:tc>
                  <a:txBody>
                    <a:bodyPr/>
                    <a:lstStyle/>
                    <a:p>
                      <a:pPr>
                        <a:defRPr sz="900">
                          <a:solidFill>
                            <a:srgbClr val="333333"/>
                          </a:solidFill>
                          <a:latin typeface="Calibri"/>
                        </a:defRPr>
                      </a:pPr>
                      <a:r>
                        <a:t>ZDMS_UPLOAD / REPLACE</a:t>
                      </a:r>
                    </a:p>
                  </a:txBody>
                  <a:tcPr>
                    <a:solidFill>
                      <a:srgbClr val="FFFFFF"/>
                    </a:solidFill>
                  </a:tcPr>
                </a:tc>
                <a:tc>
                  <a:txBody>
                    <a:bodyPr/>
                    <a:lstStyle/>
                    <a:p>
                      <a:pPr>
                        <a:defRPr sz="900">
                          <a:solidFill>
                            <a:srgbClr val="333333"/>
                          </a:solidFill>
                          <a:latin typeface="Consolas"/>
                        </a:defRPr>
                      </a:pPr>
                      <a:r>
                        <a:t>'ZSFTP_DMS_IN' / 'ZSFTP_DMS_OUT'</a:t>
                      </a:r>
                    </a:p>
                  </a:txBody>
                  <a:tcPr>
                    <a:solidFill>
                      <a:srgbClr val="FFFFFF"/>
                    </a:solidFill>
                  </a:tcPr>
                </a:tc>
                <a:tc>
                  <a:txBody>
                    <a:bodyPr/>
                    <a:lstStyle/>
                    <a:p>
                      <a:pPr>
                        <a:defRPr sz="900">
                          <a:solidFill>
                            <a:srgbClr val="333333"/>
                          </a:solidFill>
                          <a:latin typeface="Calibri"/>
                        </a:defRPr>
                      </a:pPr>
                      <a:r>
                        <a:t>Standard + SOURCE_FOLDER + ZDEST_FOLD</a:t>
                      </a:r>
                    </a:p>
                  </a:txBody>
                  <a:tcPr>
                    <a:solidFill>
                      <a:srgbClr val="FFFFFF"/>
                    </a:solidFill>
                  </a:tcPr>
                </a:tc>
              </a:tr>
              <a:tr h="388620">
                <a:tc>
                  <a:txBody>
                    <a:bodyPr/>
                    <a:lstStyle/>
                    <a:p>
                      <a:pPr>
                        <a:defRPr sz="900">
                          <a:solidFill>
                            <a:srgbClr val="333333"/>
                          </a:solidFill>
                          <a:latin typeface="Calibri"/>
                        </a:defRPr>
                      </a:pPr>
                      <a:r>
                        <a:t>ZSD_MEDICARE (ZMEDI FM)</a:t>
                      </a:r>
                    </a:p>
                  </a:txBody>
                  <a:tcPr>
                    <a:solidFill>
                      <a:srgbClr val="F5F5F5"/>
                    </a:solidFill>
                  </a:tcPr>
                </a:tc>
                <a:tc>
                  <a:txBody>
                    <a:bodyPr/>
                    <a:lstStyle/>
                    <a:p>
                      <a:pPr>
                        <a:defRPr sz="900">
                          <a:solidFill>
                            <a:srgbClr val="333333"/>
                          </a:solidFill>
                          <a:latin typeface="Consolas"/>
                        </a:defRPr>
                      </a:pPr>
                      <a:r>
                        <a:t>'ZSFTP_MEDICARE_IN/OUT'</a:t>
                      </a:r>
                    </a:p>
                  </a:txBody>
                  <a:tcPr>
                    <a:solidFill>
                      <a:srgbClr val="F5F5F5"/>
                    </a:solidFill>
                  </a:tcPr>
                </a:tc>
                <a:tc>
                  <a:txBody>
                    <a:bodyPr/>
                    <a:lstStyle/>
                    <a:p>
                      <a:pPr>
                        <a:defRPr sz="900">
                          <a:solidFill>
                            <a:srgbClr val="333333"/>
                          </a:solidFill>
                          <a:latin typeface="Calibri"/>
                        </a:defRPr>
                      </a:pPr>
                      <a:r>
                        <a:t>Standard + SOURCE_PATH + ZDEST_FOLD</a:t>
                      </a:r>
                    </a:p>
                  </a:txBody>
                  <a:tcPr>
                    <a:solidFill>
                      <a:srgbClr val="F5F5F5"/>
                    </a:solidFill>
                  </a:tcPr>
                </a:tc>
              </a:tr>
            </a:tbl>
          </a:graphicData>
        </a:graphic>
      </p:graphicFrame>
      <p:sp>
        <p:nvSpPr>
          <p:cNvPr id="53" name="TextBox 52"/>
          <p:cNvSpPr txBox="1"/>
          <p:nvPr/>
        </p:nvSpPr>
        <p:spPr>
          <a:xfrm>
            <a:off x="3474720" y="6126480"/>
            <a:ext cx="8412480" cy="365760"/>
          </a:xfrm>
          <a:prstGeom prst="rect">
            <a:avLst/>
          </a:prstGeom>
          <a:noFill/>
        </p:spPr>
        <p:txBody>
          <a:bodyPr wrap="square">
            <a:spAutoFit/>
          </a:bodyPr>
          <a:lstStyle/>
          <a:p>
            <a:pPr>
              <a:defRPr sz="900" b="1">
                <a:solidFill>
                  <a:srgbClr val="418DFF"/>
                </a:solidFill>
                <a:latin typeface="Calibri"/>
              </a:defRPr>
            </a:pPr>
            <a:r>
              <a:t>Migration handoff: extract zfi_constants rows for these pnames via SE16 / SecureStorage — not committed to git.</a:t>
            </a:r>
          </a:p>
        </p:txBody>
      </p:sp>
    </p:spTree>
    <p:extLst>
      <p:ext uri="{BB962C8B-B14F-4D97-AF65-F5344CB8AC3E}">
        <p14:creationId xmlns:p14="http://schemas.microsoft.com/office/powerpoint/2010/main" val="2620996960"/>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72D67-9A80-C9FF-B2A0-9F2F91E2B4A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377C913-64ED-EA69-93B6-9B33D0A1493A}"/>
              </a:ext>
            </a:extLst>
          </p:cNvPr>
          <p:cNvSpPr>
            <a:spLocks noGrp="1"/>
          </p:cNvSpPr>
          <p:nvPr>
            <p:ph type="title"/>
          </p:nvPr>
        </p:nvSpPr>
        <p:spPr>
          <a:xfrm>
            <a:off x="457200" y="723900"/>
            <a:ext cx="2586789" cy="615553"/>
          </a:xfrm>
        </p:spPr>
        <p:txBody>
          <a:bodyPr vert="horz" wrap="square" lIns="0" tIns="0" rIns="0" bIns="0" rtlCol="0" anchor="t">
            <a:spAutoFit/>
          </a:bodyPr>
          <a:lstStyle/>
          <a:p>
            <a:r>
              <a:rPr lang="en-GB" sz="2000" dirty="0">
                <a:solidFill>
                  <a:srgbClr val="000000"/>
                </a:solidFill>
                <a:cs typeface="Arial"/>
              </a:rPr>
              <a:t>Schema</a:t>
            </a:r>
            <a:endParaRPr lang="en-US" sz="2000" dirty="0">
              <a:solidFill>
                <a:srgbClr val="FF4E33"/>
              </a:solidFill>
            </a:endParaRPr>
          </a:p>
        </p:txBody>
      </p:sp>
      <p:sp>
        <p:nvSpPr>
          <p:cNvPr id="49" name="Text Placeholder 48">
            <a:extLst>
              <a:ext uri="{FF2B5EF4-FFF2-40B4-BE49-F238E27FC236}">
                <a16:creationId xmlns:a16="http://schemas.microsoft.com/office/drawing/2014/main" id="{93302BA2-B02F-9DDF-FE8E-13D31E4D3AE4}"/>
              </a:ext>
            </a:extLst>
          </p:cNvPr>
          <p:cNvSpPr>
            <a:spLocks noGrp="1"/>
          </p:cNvSpPr>
          <p:nvPr>
            <p:ph type="body" sz="quarter" idx="15"/>
          </p:nvPr>
        </p:nvSpPr>
        <p:spPr/>
        <p:txBody>
          <a:bodyPr/>
          <a:lstStyle/>
          <a:p>
            <a:r>
              <a:rPr lang="en-US" b="0"/>
              <a:t>Z001 customer namespace</a:t>
            </a:r>
            <a:endParaRPr lang="en-US"/>
          </a:p>
        </p:txBody>
      </p:sp>
      <p:sp>
        <p:nvSpPr>
          <p:cNvPr id="5" name="TextBox 4">
            <a:extLst>
              <a:ext uri="{FF2B5EF4-FFF2-40B4-BE49-F238E27FC236}">
                <a16:creationId xmlns:a16="http://schemas.microsoft.com/office/drawing/2014/main" id="{69F25E0D-7B4A-3526-7DB6-C34E167B7E4C}"/>
              </a:ext>
            </a:extLst>
          </p:cNvPr>
          <p:cNvSpPr txBox="1"/>
          <p:nvPr/>
        </p:nvSpPr>
        <p:spPr>
          <a:xfrm>
            <a:off x="449197" y="2559887"/>
            <a:ext cx="2454778" cy="2462213"/>
          </a:xfrm>
          <a:prstGeom prst="rect">
            <a:avLst/>
          </a:prstGeom>
          <a:noFill/>
        </p:spPr>
        <p:txBody>
          <a:bodyPr wrap="square" lIns="0" tIns="45720" rIns="91440" bIns="45720" anchor="t">
            <a:spAutoFit/>
          </a:bodyPr>
          <a:lstStyle/>
          <a:p>
            <a:pPr>
              <a:defRPr sz="1600" b="1">
                <a:solidFill>
                  <a:srgbClr val="161616"/>
                </a:solidFill>
                <a:latin typeface="Calibri"/>
              </a:defRPr>
            </a:pPr>
            <a:r>
              <a:t>CREDENTIAL KEYS</a:t>
            </a:r>
          </a:p>
          <a:p>
            <a:pPr>
              <a:defRPr sz="1200" b="1">
                <a:solidFill>
                  <a:srgbClr val="161616"/>
                </a:solidFill>
                <a:latin typeface="Calibri"/>
              </a:defRPr>
            </a:pPr>
            <a:r>
              <a:t>Total keys:</a:t>
            </a:r>
            <a:r>
              <a:rPr sz="1200">
                <a:solidFill>
                  <a:srgbClr val="333333"/>
                </a:solidFill>
                <a:latin typeface="Calibri"/>
              </a:rPr>
              <a:t> 12</a:t>
            </a:r>
          </a:p>
          <a:p>
            <a:pPr>
              <a:defRPr sz="1100">
                <a:solidFill>
                  <a:srgbClr val="333333"/>
                </a:solidFill>
                <a:latin typeface="Calibri"/>
              </a:defRPr>
            </a:pPr>
          </a:p>
          <a:p>
            <a:pPr>
              <a:defRPr sz="1100">
                <a:solidFill>
                  <a:srgbClr val="333333"/>
                </a:solidFill>
                <a:latin typeface="Calibri"/>
              </a:defRPr>
            </a:pPr>
            <a:r>
              <a:t>KEY-AUTH SET</a:t>
            </a:r>
          </a:p>
          <a:p>
            <a:pPr>
              <a:defRPr sz="1100">
                <a:solidFill>
                  <a:srgbClr val="333333"/>
                </a:solidFill>
                <a:latin typeface="Calibri"/>
              </a:defRPr>
            </a:pPr>
            <a:r>
              <a:t>FTP_USER, FTP_DOMAIN,</a:t>
            </a:r>
          </a:p>
          <a:p>
            <a:pPr>
              <a:defRPr sz="1100">
                <a:solidFill>
                  <a:srgbClr val="333333"/>
                </a:solidFill>
                <a:latin typeface="Calibri"/>
              </a:defRPr>
            </a:pPr>
            <a:r>
              <a:t>HOST_KEY, PRIVATE_KEY_PATH,</a:t>
            </a:r>
          </a:p>
          <a:p>
            <a:pPr>
              <a:defRPr sz="1100">
                <a:solidFill>
                  <a:srgbClr val="333333"/>
                </a:solidFill>
                <a:latin typeface="Calibri"/>
              </a:defRPr>
            </a:pPr>
            <a:r>
              <a:t>PASSPHRASE</a:t>
            </a:r>
          </a:p>
          <a:p>
            <a:pPr>
              <a:defRPr sz="1100">
                <a:solidFill>
                  <a:srgbClr val="333333"/>
                </a:solidFill>
                <a:latin typeface="Calibri"/>
              </a:defRPr>
            </a:pPr>
          </a:p>
          <a:p>
            <a:pPr>
              <a:defRPr sz="1100">
                <a:solidFill>
                  <a:srgbClr val="333333"/>
                </a:solidFill>
                <a:latin typeface="Calibri"/>
              </a:defRPr>
            </a:pPr>
            <a:r>
              <a:t>PASSWORD-AUTH SET</a:t>
            </a:r>
          </a:p>
          <a:p>
            <a:pPr>
              <a:defRPr sz="1100">
                <a:solidFill>
                  <a:srgbClr val="333333"/>
                </a:solidFill>
                <a:latin typeface="Calibri"/>
              </a:defRPr>
            </a:pPr>
            <a:r>
              <a:t>FTP_USER, FTP_PSWD,</a:t>
            </a:r>
          </a:p>
          <a:p>
            <a:pPr>
              <a:defRPr sz="1100">
                <a:solidFill>
                  <a:srgbClr val="333333"/>
                </a:solidFill>
                <a:latin typeface="Calibri"/>
              </a:defRPr>
            </a:pPr>
            <a:r>
              <a:t>FTP_DOMAIN, HOST_KEY</a:t>
            </a:r>
          </a:p>
        </p:txBody>
      </p:sp>
      <p:sp>
        <p:nvSpPr>
          <p:cNvPr id="4" name="Oval 3">
            <a:extLst>
              <a:ext uri="{FF2B5EF4-FFF2-40B4-BE49-F238E27FC236}">
                <a16:creationId xmlns:a16="http://schemas.microsoft.com/office/drawing/2014/main" id="{F135ABB5-CD63-ABB3-1D02-938A5A2537ED}"/>
              </a:ext>
            </a:extLst>
          </p:cNvPr>
          <p:cNvSpPr/>
          <p:nvPr/>
        </p:nvSpPr>
        <p:spPr bwMode="auto">
          <a:xfrm>
            <a:off x="457201" y="1672709"/>
            <a:ext cx="693868" cy="693868"/>
          </a:xfrm>
          <a:prstGeom prst="ellipse">
            <a:avLst/>
          </a:prstGeom>
          <a:noFill/>
          <a:ln w="12700">
            <a:solidFill>
              <a:schemeClr val="accent5"/>
            </a:solidFill>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3055DA"/>
              </a:solidFill>
              <a:effectLst/>
              <a:uLnTx/>
              <a:uFillTx/>
              <a:latin typeface="Calibri Light" panose="020F0302020204030204" pitchFamily="34" charset="0"/>
              <a:ea typeface="Human Sans ExtraLight" charset="0"/>
              <a:cs typeface="Human Sans ExtraLight" charset="0"/>
            </a:endParaRPr>
          </a:p>
        </p:txBody>
      </p:sp>
      <p:pic>
        <p:nvPicPr>
          <p:cNvPr id="3" name="Graphic 2">
            <a:extLst>
              <a:ext uri="{FF2B5EF4-FFF2-40B4-BE49-F238E27FC236}">
                <a16:creationId xmlns:a16="http://schemas.microsoft.com/office/drawing/2014/main" id="{C65903DB-1ABA-0A54-B56F-D5E7A05E9EE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57682" y="1771634"/>
            <a:ext cx="507443" cy="507443"/>
          </a:xfrm>
          <a:prstGeom prst="rect">
            <a:avLst/>
          </a:prstGeom>
        </p:spPr>
      </p:pic>
      <p:sp>
        <p:nvSpPr>
          <p:cNvPr id="50" name="TextBox 49"/>
          <p:cNvSpPr txBox="1"/>
          <p:nvPr/>
        </p:nvSpPr>
        <p:spPr>
          <a:xfrm>
            <a:off x="3474720" y="457200"/>
            <a:ext cx="8412480" cy="457200"/>
          </a:xfrm>
          <a:prstGeom prst="rect">
            <a:avLst/>
          </a:prstGeom>
          <a:noFill/>
        </p:spPr>
        <p:txBody>
          <a:bodyPr wrap="square">
            <a:spAutoFit/>
          </a:bodyPr>
          <a:lstStyle/>
          <a:p>
            <a:pPr>
              <a:defRPr sz="1000" b="0">
                <a:solidFill>
                  <a:srgbClr val="333333"/>
                </a:solidFill>
                <a:latin typeface="Calibri"/>
              </a:defRPr>
            </a:pPr>
            <a:r>
              <a:t>All values in DDIC table `zfi_constants` (PNAME, FNAM, FVAL). FVAL retrieved via SE16 / SecureStorage.</a:t>
            </a:r>
          </a:p>
        </p:txBody>
      </p:sp>
      <p:graphicFrame>
        <p:nvGraphicFramePr>
          <p:cNvPr id="51" name="Table 50"/>
          <p:cNvGraphicFramePr>
            <a:graphicFrameLocks noGrp="1"/>
          </p:cNvGraphicFramePr>
          <p:nvPr/>
        </p:nvGraphicFramePr>
        <p:xfrm>
          <a:off x="3474720" y="1005840"/>
          <a:ext cx="8412480" cy="5120628"/>
        </p:xfrm>
        <a:graphic>
          <a:graphicData uri="http://schemas.openxmlformats.org/drawingml/2006/table">
            <a:tbl>
              <a:tblPr firstRow="1" bandRow="1">
                <a:tableStyleId>{5C22544A-7EE6-4342-B048-85BDC9FD1C3A}</a:tableStyleId>
              </a:tblPr>
              <a:tblGrid>
                <a:gridCol w="2560320"/>
                <a:gridCol w="2926080"/>
                <a:gridCol w="2926080"/>
              </a:tblGrid>
              <a:tr h="365760">
                <a:tc>
                  <a:txBody>
                    <a:bodyPr/>
                    <a:lstStyle/>
                    <a:p>
                      <a:pPr>
                        <a:defRPr sz="1000" b="1">
                          <a:solidFill>
                            <a:srgbClr val="FFFFFF"/>
                          </a:solidFill>
                          <a:latin typeface="Calibri"/>
                        </a:defRPr>
                      </a:pPr>
                      <a:r>
                        <a:t>fnam (literal key)</a:t>
                      </a:r>
                    </a:p>
                  </a:txBody>
                  <a:tcPr>
                    <a:solidFill>
                      <a:srgbClr val="161616"/>
                    </a:solidFill>
                  </a:tcPr>
                </a:tc>
                <a:tc>
                  <a:txBody>
                    <a:bodyPr/>
                    <a:lstStyle/>
                    <a:p>
                      <a:pPr>
                        <a:defRPr sz="1000" b="1">
                          <a:solidFill>
                            <a:srgbClr val="FFFFFF"/>
                          </a:solidFill>
                          <a:latin typeface="Calibri"/>
                        </a:defRPr>
                      </a:pPr>
                      <a:r>
                        <a:t>Holds</a:t>
                      </a:r>
                    </a:p>
                  </a:txBody>
                  <a:tcPr>
                    <a:solidFill>
                      <a:srgbClr val="161616"/>
                    </a:solidFill>
                  </a:tcPr>
                </a:tc>
                <a:tc>
                  <a:txBody>
                    <a:bodyPr/>
                    <a:lstStyle/>
                    <a:p>
                      <a:pPr>
                        <a:defRPr sz="1000" b="1">
                          <a:solidFill>
                            <a:srgbClr val="FFFFFF"/>
                          </a:solidFill>
                          <a:latin typeface="Calibri"/>
                        </a:defRPr>
                      </a:pPr>
                      <a:r>
                        <a:t>Used as</a:t>
                      </a:r>
                    </a:p>
                  </a:txBody>
                  <a:tcPr>
                    <a:solidFill>
                      <a:srgbClr val="161616"/>
                    </a:solidFill>
                  </a:tcPr>
                </a:tc>
              </a:tr>
              <a:tr h="396239">
                <a:tc>
                  <a:txBody>
                    <a:bodyPr/>
                    <a:lstStyle/>
                    <a:p>
                      <a:pPr>
                        <a:defRPr sz="900">
                          <a:solidFill>
                            <a:srgbClr val="333333"/>
                          </a:solidFill>
                          <a:latin typeface="Consolas"/>
                        </a:defRPr>
                      </a:pPr>
                      <a:r>
                        <a:t>'FTP_USER'</a:t>
                      </a:r>
                    </a:p>
                  </a:txBody>
                  <a:tcPr>
                    <a:solidFill>
                      <a:srgbClr val="FFFFFF"/>
                    </a:solidFill>
                  </a:tcPr>
                </a:tc>
                <a:tc>
                  <a:txBody>
                    <a:bodyPr/>
                    <a:lstStyle/>
                    <a:p>
                      <a:pPr>
                        <a:defRPr sz="900">
                          <a:solidFill>
                            <a:srgbClr val="333333"/>
                          </a:solidFill>
                          <a:latin typeface="Calibri"/>
                        </a:defRPr>
                      </a:pPr>
                      <a:r>
                        <a:t>SFTP username</a:t>
                      </a:r>
                    </a:p>
                  </a:txBody>
                  <a:tcPr>
                    <a:solidFill>
                      <a:srgbClr val="FFFFFF"/>
                    </a:solidFill>
                  </a:tcPr>
                </a:tc>
                <a:tc>
                  <a:txBody>
                    <a:bodyPr/>
                    <a:lstStyle/>
                    <a:p>
                      <a:pPr>
                        <a:defRPr sz="900">
                          <a:solidFill>
                            <a:srgbClr val="333333"/>
                          </a:solidFill>
                          <a:latin typeface="Calibri"/>
                        </a:defRPr>
                      </a:pPr>
                      <a:r>
                        <a:t>Login user in sftp/scp command</a:t>
                      </a:r>
                    </a:p>
                  </a:txBody>
                  <a:tcPr>
                    <a:solidFill>
                      <a:srgbClr val="FFFFFF"/>
                    </a:solidFill>
                  </a:tcPr>
                </a:tc>
              </a:tr>
              <a:tr h="396239">
                <a:tc>
                  <a:txBody>
                    <a:bodyPr/>
                    <a:lstStyle/>
                    <a:p>
                      <a:pPr>
                        <a:defRPr sz="900">
                          <a:solidFill>
                            <a:srgbClr val="333333"/>
                          </a:solidFill>
                          <a:latin typeface="Consolas"/>
                        </a:defRPr>
                      </a:pPr>
                      <a:r>
                        <a:t>'FTP_PSWD'</a:t>
                      </a:r>
                    </a:p>
                  </a:txBody>
                  <a:tcPr>
                    <a:solidFill>
                      <a:srgbClr val="F5F5F5"/>
                    </a:solidFill>
                  </a:tcPr>
                </a:tc>
                <a:tc>
                  <a:txBody>
                    <a:bodyPr/>
                    <a:lstStyle/>
                    <a:p>
                      <a:pPr>
                        <a:defRPr sz="900">
                          <a:solidFill>
                            <a:srgbClr val="333333"/>
                          </a:solidFill>
                          <a:latin typeface="Calibri"/>
                        </a:defRPr>
                      </a:pPr>
                      <a:r>
                        <a:t>Password (legacy)</a:t>
                      </a:r>
                    </a:p>
                  </a:txBody>
                  <a:tcPr>
                    <a:solidFill>
                      <a:srgbClr val="F5F5F5"/>
                    </a:solidFill>
                  </a:tcPr>
                </a:tc>
                <a:tc>
                  <a:txBody>
                    <a:bodyPr/>
                    <a:lstStyle/>
                    <a:p>
                      <a:pPr>
                        <a:defRPr sz="900">
                          <a:solidFill>
                            <a:srgbClr val="333333"/>
                          </a:solidFill>
                          <a:latin typeface="Calibri"/>
                        </a:defRPr>
                      </a:pPr>
                      <a:r>
                        <a:t>When key auth not used</a:t>
                      </a:r>
                    </a:p>
                  </a:txBody>
                  <a:tcPr>
                    <a:solidFill>
                      <a:srgbClr val="F5F5F5"/>
                    </a:solidFill>
                  </a:tcPr>
                </a:tc>
              </a:tr>
              <a:tr h="396239">
                <a:tc>
                  <a:txBody>
                    <a:bodyPr/>
                    <a:lstStyle/>
                    <a:p>
                      <a:pPr>
                        <a:defRPr sz="900">
                          <a:solidFill>
                            <a:srgbClr val="333333"/>
                          </a:solidFill>
                          <a:latin typeface="Consolas"/>
                        </a:defRPr>
                      </a:pPr>
                      <a:r>
                        <a:t>'FTP_DOMAIN'</a:t>
                      </a:r>
                    </a:p>
                  </a:txBody>
                  <a:tcPr>
                    <a:solidFill>
                      <a:srgbClr val="FFFFFF"/>
                    </a:solidFill>
                  </a:tcPr>
                </a:tc>
                <a:tc>
                  <a:txBody>
                    <a:bodyPr/>
                    <a:lstStyle/>
                    <a:p>
                      <a:pPr>
                        <a:defRPr sz="900">
                          <a:solidFill>
                            <a:srgbClr val="333333"/>
                          </a:solidFill>
                          <a:latin typeface="Calibri"/>
                        </a:defRPr>
                      </a:pPr>
                      <a:r>
                        <a:t>Remote hostname</a:t>
                      </a:r>
                    </a:p>
                  </a:txBody>
                  <a:tcPr>
                    <a:solidFill>
                      <a:srgbClr val="FFFFFF"/>
                    </a:solidFill>
                  </a:tcPr>
                </a:tc>
                <a:tc>
                  <a:txBody>
                    <a:bodyPr/>
                    <a:lstStyle/>
                    <a:p>
                      <a:pPr>
                        <a:defRPr sz="900">
                          <a:solidFill>
                            <a:srgbClr val="333333"/>
                          </a:solidFill>
                          <a:latin typeface="Calibri"/>
                        </a:defRPr>
                      </a:pPr>
                      <a:r>
                        <a:t>Host portion of user@host[:port]</a:t>
                      </a:r>
                    </a:p>
                  </a:txBody>
                  <a:tcPr>
                    <a:solidFill>
                      <a:srgbClr val="FFFFFF"/>
                    </a:solidFill>
                  </a:tcPr>
                </a:tc>
              </a:tr>
              <a:tr h="396239">
                <a:tc>
                  <a:txBody>
                    <a:bodyPr/>
                    <a:lstStyle/>
                    <a:p>
                      <a:pPr>
                        <a:defRPr sz="900">
                          <a:solidFill>
                            <a:srgbClr val="333333"/>
                          </a:solidFill>
                          <a:latin typeface="Consolas"/>
                        </a:defRPr>
                      </a:pPr>
                      <a:r>
                        <a:t>'FTP_PORT'</a:t>
                      </a:r>
                    </a:p>
                  </a:txBody>
                  <a:tcPr>
                    <a:solidFill>
                      <a:srgbClr val="F5F5F5"/>
                    </a:solidFill>
                  </a:tcPr>
                </a:tc>
                <a:tc>
                  <a:txBody>
                    <a:bodyPr/>
                    <a:lstStyle/>
                    <a:p>
                      <a:pPr>
                        <a:defRPr sz="900">
                          <a:solidFill>
                            <a:srgbClr val="333333"/>
                          </a:solidFill>
                          <a:latin typeface="Calibri"/>
                        </a:defRPr>
                      </a:pPr>
                      <a:r>
                        <a:t>TCP port (default 22)</a:t>
                      </a:r>
                    </a:p>
                  </a:txBody>
                  <a:tcPr>
                    <a:solidFill>
                      <a:srgbClr val="F5F5F5"/>
                    </a:solidFill>
                  </a:tcPr>
                </a:tc>
                <a:tc>
                  <a:txBody>
                    <a:bodyPr/>
                    <a:lstStyle/>
                    <a:p>
                      <a:pPr>
                        <a:defRPr sz="900">
                          <a:solidFill>
                            <a:srgbClr val="333333"/>
                          </a:solidFill>
                          <a:latin typeface="Consolas"/>
                        </a:defRPr>
                      </a:pPr>
                      <a:r>
                        <a:t>':port' suffix after host</a:t>
                      </a:r>
                    </a:p>
                  </a:txBody>
                  <a:tcPr>
                    <a:solidFill>
                      <a:srgbClr val="F5F5F5"/>
                    </a:solidFill>
                  </a:tcPr>
                </a:tc>
              </a:tr>
              <a:tr h="396239">
                <a:tc>
                  <a:txBody>
                    <a:bodyPr/>
                    <a:lstStyle/>
                    <a:p>
                      <a:pPr>
                        <a:defRPr sz="900">
                          <a:solidFill>
                            <a:srgbClr val="333333"/>
                          </a:solidFill>
                          <a:latin typeface="Consolas"/>
                        </a:defRPr>
                      </a:pPr>
                      <a:r>
                        <a:t>'HOST_KEY'</a:t>
                      </a:r>
                    </a:p>
                  </a:txBody>
                  <a:tcPr>
                    <a:solidFill>
                      <a:srgbClr val="FFFFFF"/>
                    </a:solidFill>
                  </a:tcPr>
                </a:tc>
                <a:tc>
                  <a:txBody>
                    <a:bodyPr/>
                    <a:lstStyle/>
                    <a:p>
                      <a:pPr>
                        <a:defRPr sz="900">
                          <a:solidFill>
                            <a:srgbClr val="333333"/>
                          </a:solidFill>
                          <a:latin typeface="Calibri"/>
                        </a:defRPr>
                      </a:pPr>
                      <a:r>
                        <a:t>Server fingerprint</a:t>
                      </a:r>
                    </a:p>
                  </a:txBody>
                  <a:tcPr>
                    <a:solidFill>
                      <a:srgbClr val="FFFFFF"/>
                    </a:solidFill>
                  </a:tcPr>
                </a:tc>
                <a:tc>
                  <a:txBody>
                    <a:bodyPr/>
                    <a:lstStyle/>
                    <a:p>
                      <a:pPr>
                        <a:defRPr sz="900">
                          <a:solidFill>
                            <a:srgbClr val="333333"/>
                          </a:solidFill>
                          <a:latin typeface="Calibri"/>
                        </a:defRPr>
                      </a:pPr>
                      <a:r>
                        <a:t>Identity verification</a:t>
                      </a:r>
                    </a:p>
                  </a:txBody>
                  <a:tcPr>
                    <a:solidFill>
                      <a:srgbClr val="FFFFFF"/>
                    </a:solidFill>
                  </a:tcPr>
                </a:tc>
              </a:tr>
              <a:tr h="396239">
                <a:tc>
                  <a:txBody>
                    <a:bodyPr/>
                    <a:lstStyle/>
                    <a:p>
                      <a:pPr>
                        <a:defRPr sz="900">
                          <a:solidFill>
                            <a:srgbClr val="333333"/>
                          </a:solidFill>
                          <a:latin typeface="Consolas"/>
                        </a:defRPr>
                      </a:pPr>
                      <a:r>
                        <a:t>'PRIVATE_KEY_PATH'</a:t>
                      </a:r>
                    </a:p>
                  </a:txBody>
                  <a:tcPr>
                    <a:solidFill>
                      <a:srgbClr val="F5F5F5"/>
                    </a:solidFill>
                  </a:tcPr>
                </a:tc>
                <a:tc>
                  <a:txBody>
                    <a:bodyPr/>
                    <a:lstStyle/>
                    <a:p>
                      <a:pPr>
                        <a:defRPr sz="900">
                          <a:solidFill>
                            <a:srgbClr val="333333"/>
                          </a:solidFill>
                          <a:latin typeface="Calibri"/>
                        </a:defRPr>
                      </a:pPr>
                      <a:r>
                        <a:t>Path to private key file</a:t>
                      </a:r>
                    </a:p>
                  </a:txBody>
                  <a:tcPr>
                    <a:solidFill>
                      <a:srgbClr val="F5F5F5"/>
                    </a:solidFill>
                  </a:tcPr>
                </a:tc>
                <a:tc>
                  <a:txBody>
                    <a:bodyPr/>
                    <a:lstStyle/>
                    <a:p>
                      <a:pPr>
                        <a:defRPr sz="900">
                          <a:solidFill>
                            <a:srgbClr val="333333"/>
                          </a:solidFill>
                          <a:latin typeface="Consolas"/>
                        </a:defRPr>
                      </a:pPr>
                      <a:r>
                        <a:t>'-i &lt;path&gt;' for sftp</a:t>
                      </a:r>
                    </a:p>
                  </a:txBody>
                  <a:tcPr>
                    <a:solidFill>
                      <a:srgbClr val="F5F5F5"/>
                    </a:solidFill>
                  </a:tcPr>
                </a:tc>
              </a:tr>
              <a:tr h="396239">
                <a:tc>
                  <a:txBody>
                    <a:bodyPr/>
                    <a:lstStyle/>
                    <a:p>
                      <a:pPr>
                        <a:defRPr sz="900">
                          <a:solidFill>
                            <a:srgbClr val="333333"/>
                          </a:solidFill>
                          <a:latin typeface="Consolas"/>
                        </a:defRPr>
                      </a:pPr>
                      <a:r>
                        <a:t>'PASSPHRASE'</a:t>
                      </a:r>
                    </a:p>
                  </a:txBody>
                  <a:tcPr>
                    <a:solidFill>
                      <a:srgbClr val="FFFFFF"/>
                    </a:solidFill>
                  </a:tcPr>
                </a:tc>
                <a:tc>
                  <a:txBody>
                    <a:bodyPr/>
                    <a:lstStyle/>
                    <a:p>
                      <a:pPr>
                        <a:defRPr sz="900">
                          <a:solidFill>
                            <a:srgbClr val="333333"/>
                          </a:solidFill>
                          <a:latin typeface="Calibri"/>
                        </a:defRPr>
                      </a:pPr>
                      <a:r>
                        <a:t>Unlocks PRIVATE_KEY_PATH</a:t>
                      </a:r>
                    </a:p>
                  </a:txBody>
                  <a:tcPr>
                    <a:solidFill>
                      <a:srgbClr val="FFFFFF"/>
                    </a:solidFill>
                  </a:tcPr>
                </a:tc>
                <a:tc>
                  <a:txBody>
                    <a:bodyPr/>
                    <a:lstStyle/>
                    <a:p>
                      <a:pPr>
                        <a:defRPr sz="900">
                          <a:solidFill>
                            <a:srgbClr val="333333"/>
                          </a:solidFill>
                          <a:latin typeface="Calibri"/>
                        </a:defRPr>
                      </a:pPr>
                      <a:r>
                        <a:t>Decrypts the key at runtime</a:t>
                      </a:r>
                    </a:p>
                  </a:txBody>
                  <a:tcPr>
                    <a:solidFill>
                      <a:srgbClr val="FFFFFF"/>
                    </a:solidFill>
                  </a:tcPr>
                </a:tc>
              </a:tr>
              <a:tr h="396239">
                <a:tc>
                  <a:txBody>
                    <a:bodyPr/>
                    <a:lstStyle/>
                    <a:p>
                      <a:pPr>
                        <a:defRPr sz="900">
                          <a:solidFill>
                            <a:srgbClr val="333333"/>
                          </a:solidFill>
                          <a:latin typeface="Consolas"/>
                        </a:defRPr>
                      </a:pPr>
                      <a:r>
                        <a:t>'SOURCE_FOLDER' / 'SOURCE_PATH'</a:t>
                      </a:r>
                    </a:p>
                  </a:txBody>
                  <a:tcPr>
                    <a:solidFill>
                      <a:srgbClr val="F5F5F5"/>
                    </a:solidFill>
                  </a:tcPr>
                </a:tc>
                <a:tc>
                  <a:txBody>
                    <a:bodyPr/>
                    <a:lstStyle/>
                    <a:p>
                      <a:pPr>
                        <a:defRPr sz="900">
                          <a:solidFill>
                            <a:srgbClr val="333333"/>
                          </a:solidFill>
                          <a:latin typeface="Calibri"/>
                        </a:defRPr>
                      </a:pPr>
                      <a:r>
                        <a:t>Remote folder to read from</a:t>
                      </a:r>
                    </a:p>
                  </a:txBody>
                  <a:tcPr>
                    <a:solidFill>
                      <a:srgbClr val="F5F5F5"/>
                    </a:solidFill>
                  </a:tcPr>
                </a:tc>
                <a:tc>
                  <a:txBody>
                    <a:bodyPr/>
                    <a:lstStyle/>
                    <a:p>
                      <a:pPr>
                        <a:defRPr sz="900">
                          <a:solidFill>
                            <a:srgbClr val="333333"/>
                          </a:solidFill>
                          <a:latin typeface="Calibri"/>
                        </a:defRPr>
                      </a:pPr>
                      <a:r>
                        <a:t>Source path argument</a:t>
                      </a:r>
                    </a:p>
                  </a:txBody>
                  <a:tcPr>
                    <a:solidFill>
                      <a:srgbClr val="F5F5F5"/>
                    </a:solidFill>
                  </a:tcPr>
                </a:tc>
              </a:tr>
              <a:tr h="396239">
                <a:tc>
                  <a:txBody>
                    <a:bodyPr/>
                    <a:lstStyle/>
                    <a:p>
                      <a:pPr>
                        <a:defRPr sz="900">
                          <a:solidFill>
                            <a:srgbClr val="333333"/>
                          </a:solidFill>
                          <a:latin typeface="Consolas"/>
                        </a:defRPr>
                      </a:pPr>
                      <a:r>
                        <a:t>'FOLDER_PATH'</a:t>
                      </a:r>
                    </a:p>
                  </a:txBody>
                  <a:tcPr>
                    <a:solidFill>
                      <a:srgbClr val="FFFFFF"/>
                    </a:solidFill>
                  </a:tcPr>
                </a:tc>
                <a:tc>
                  <a:txBody>
                    <a:bodyPr/>
                    <a:lstStyle/>
                    <a:p>
                      <a:pPr>
                        <a:defRPr sz="900">
                          <a:solidFill>
                            <a:srgbClr val="333333"/>
                          </a:solidFill>
                          <a:latin typeface="Calibri"/>
                        </a:defRPr>
                      </a:pPr>
                      <a:r>
                        <a:t>Local AL11 folder</a:t>
                      </a:r>
                    </a:p>
                  </a:txBody>
                  <a:tcPr>
                    <a:solidFill>
                      <a:srgbClr val="FFFFFF"/>
                    </a:solidFill>
                  </a:tcPr>
                </a:tc>
                <a:tc>
                  <a:txBody>
                    <a:bodyPr/>
                    <a:lstStyle/>
                    <a:p>
                      <a:pPr>
                        <a:defRPr sz="900">
                          <a:solidFill>
                            <a:srgbClr val="333333"/>
                          </a:solidFill>
                          <a:latin typeface="Calibri"/>
                        </a:defRPr>
                      </a:pPr>
                      <a:r>
                        <a:t>Destination (pull) / source (push)</a:t>
                      </a:r>
                    </a:p>
                  </a:txBody>
                  <a:tcPr>
                    <a:solidFill>
                      <a:srgbClr val="FFFFFF"/>
                    </a:solidFill>
                  </a:tcPr>
                </a:tc>
              </a:tr>
              <a:tr h="396239">
                <a:tc>
                  <a:txBody>
                    <a:bodyPr/>
                    <a:lstStyle/>
                    <a:p>
                      <a:pPr>
                        <a:defRPr sz="900">
                          <a:solidFill>
                            <a:srgbClr val="333333"/>
                          </a:solidFill>
                          <a:latin typeface="Consolas"/>
                        </a:defRPr>
                      </a:pPr>
                      <a:r>
                        <a:t>'FILE_EXT' / 'SFTP_FILE_EXT'</a:t>
                      </a:r>
                    </a:p>
                  </a:txBody>
                  <a:tcPr>
                    <a:solidFill>
                      <a:srgbClr val="F5F5F5"/>
                    </a:solidFill>
                  </a:tcPr>
                </a:tc>
                <a:tc>
                  <a:txBody>
                    <a:bodyPr/>
                    <a:lstStyle/>
                    <a:p>
                      <a:pPr>
                        <a:defRPr sz="900">
                          <a:solidFill>
                            <a:srgbClr val="333333"/>
                          </a:solidFill>
                          <a:latin typeface="Calibri"/>
                        </a:defRPr>
                      </a:pPr>
                      <a:r>
                        <a:t>File-name pattern</a:t>
                      </a:r>
                    </a:p>
                  </a:txBody>
                  <a:tcPr>
                    <a:solidFill>
                      <a:srgbClr val="F5F5F5"/>
                    </a:solidFill>
                  </a:tcPr>
                </a:tc>
                <a:tc>
                  <a:txBody>
                    <a:bodyPr/>
                    <a:lstStyle/>
                    <a:p>
                      <a:pPr>
                        <a:defRPr sz="900">
                          <a:solidFill>
                            <a:srgbClr val="333333"/>
                          </a:solidFill>
                          <a:latin typeface="Calibri"/>
                        </a:defRPr>
                      </a:pPr>
                      <a:r>
                        <a:t>Filter for which files</a:t>
                      </a:r>
                    </a:p>
                  </a:txBody>
                  <a:tcPr>
                    <a:solidFill>
                      <a:srgbClr val="F5F5F5"/>
                    </a:solidFill>
                  </a:tcPr>
                </a:tc>
              </a:tr>
              <a:tr h="396239">
                <a:tc>
                  <a:txBody>
                    <a:bodyPr/>
                    <a:lstStyle/>
                    <a:p>
                      <a:pPr>
                        <a:defRPr sz="900">
                          <a:solidFill>
                            <a:srgbClr val="333333"/>
                          </a:solidFill>
                          <a:latin typeface="Consolas"/>
                        </a:defRPr>
                      </a:pPr>
                      <a:r>
                        <a:t>'ZDEST_FOLD' / 'DESTINATION_FOLDER'</a:t>
                      </a:r>
                    </a:p>
                  </a:txBody>
                  <a:tcPr>
                    <a:solidFill>
                      <a:srgbClr val="FFFFFF"/>
                    </a:solidFill>
                  </a:tcPr>
                </a:tc>
                <a:tc>
                  <a:txBody>
                    <a:bodyPr/>
                    <a:lstStyle/>
                    <a:p>
                      <a:pPr>
                        <a:defRPr sz="900">
                          <a:solidFill>
                            <a:srgbClr val="333333"/>
                          </a:solidFill>
                          <a:latin typeface="Calibri"/>
                        </a:defRPr>
                      </a:pPr>
                      <a:r>
                        <a:t>Remote target folder</a:t>
                      </a:r>
                    </a:p>
                  </a:txBody>
                  <a:tcPr>
                    <a:solidFill>
                      <a:srgbClr val="FFFFFF"/>
                    </a:solidFill>
                  </a:tcPr>
                </a:tc>
                <a:tc>
                  <a:txBody>
                    <a:bodyPr/>
                    <a:lstStyle/>
                    <a:p>
                      <a:pPr>
                        <a:defRPr sz="900">
                          <a:solidFill>
                            <a:srgbClr val="333333"/>
                          </a:solidFill>
                          <a:latin typeface="Calibri"/>
                        </a:defRPr>
                      </a:pPr>
                      <a:r>
                        <a:t>Destination path argument</a:t>
                      </a:r>
                    </a:p>
                  </a:txBody>
                  <a:tcPr>
                    <a:solidFill>
                      <a:srgbClr val="FFFFFF"/>
                    </a:solidFill>
                  </a:tcPr>
                </a:tc>
              </a:tr>
              <a:tr h="396239">
                <a:tc>
                  <a:txBody>
                    <a:bodyPr/>
                    <a:lstStyle/>
                    <a:p>
                      <a:pPr>
                        <a:defRPr sz="900">
                          <a:solidFill>
                            <a:srgbClr val="333333"/>
                          </a:solidFill>
                          <a:latin typeface="Consolas"/>
                        </a:defRPr>
                      </a:pPr>
                      <a:r>
                        <a:t>'PUBLIC_KEY_ID' / 'PRIVATE_KEY_US|NONUS'</a:t>
                      </a:r>
                    </a:p>
                  </a:txBody>
                  <a:tcPr>
                    <a:solidFill>
                      <a:srgbClr val="F5F5F5"/>
                    </a:solidFill>
                  </a:tcPr>
                </a:tc>
                <a:tc>
                  <a:txBody>
                    <a:bodyPr/>
                    <a:lstStyle/>
                    <a:p>
                      <a:pPr>
                        <a:defRPr sz="900">
                          <a:solidFill>
                            <a:srgbClr val="333333"/>
                          </a:solidFill>
                          <a:latin typeface="Calibri"/>
                        </a:defRPr>
                      </a:pPr>
                      <a:r>
                        <a:t>PGP key IDs (BNP only)</a:t>
                      </a:r>
                    </a:p>
                  </a:txBody>
                  <a:tcPr>
                    <a:solidFill>
                      <a:srgbClr val="F5F5F5"/>
                    </a:solidFill>
                  </a:tcPr>
                </a:tc>
                <a:tc>
                  <a:txBody>
                    <a:bodyPr/>
                    <a:lstStyle/>
                    <a:p>
                      <a:pPr>
                        <a:defRPr sz="900">
                          <a:solidFill>
                            <a:srgbClr val="333333"/>
                          </a:solidFill>
                          <a:latin typeface="Calibri"/>
                        </a:defRPr>
                      </a:pPr>
                      <a:r>
                        <a:t>PGP layer atop SFTP</a:t>
                      </a:r>
                    </a:p>
                  </a:txBody>
                  <a:tcPr>
                    <a:solidFill>
                      <a:srgbClr val="F5F5F5"/>
                    </a:solidFill>
                  </a:tcPr>
                </a:tc>
              </a:tr>
            </a:tbl>
          </a:graphicData>
        </a:graphic>
      </p:graphicFrame>
    </p:spTree>
    <p:extLst>
      <p:ext uri="{BB962C8B-B14F-4D97-AF65-F5344CB8AC3E}">
        <p14:creationId xmlns:p14="http://schemas.microsoft.com/office/powerpoint/2010/main" val="2620996960"/>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DBE58-2271-B964-37D4-40D73B2C07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73121-C558-3667-080E-78A69BC8D9A5}"/>
              </a:ext>
            </a:extLst>
          </p:cNvPr>
          <p:cNvSpPr>
            <a:spLocks noGrp="1"/>
          </p:cNvSpPr>
          <p:nvPr>
            <p:ph type="title"/>
          </p:nvPr>
        </p:nvSpPr>
        <p:spPr>
          <a:xfrm>
            <a:off x="649852" y="1737211"/>
            <a:ext cx="8722423" cy="1846659"/>
          </a:xfrm>
        </p:spPr>
        <p:txBody>
          <a:bodyPr wrap="square" lIns="0" tIns="0" rIns="0" bIns="0" anchor="t">
            <a:spAutoFit/>
          </a:bodyPr>
          <a:lstStyle/>
          <a:p>
            <a:r>
              <a:rPr lang="pl-PL" dirty="0">
                <a:latin typeface="Calibri Light"/>
                <a:ea typeface="Calibri"/>
                <a:cs typeface="Calibri Light"/>
              </a:rPr>
              <a:t>Migration &amp; code</a:t>
            </a:r>
          </a:p>
        </p:txBody>
      </p:sp>
      <p:sp>
        <p:nvSpPr>
          <p:cNvPr id="5" name="Text Placeholder 4">
            <a:extLst>
              <a:ext uri="{FF2B5EF4-FFF2-40B4-BE49-F238E27FC236}">
                <a16:creationId xmlns:a16="http://schemas.microsoft.com/office/drawing/2014/main" id="{3B501ABD-2182-3E7E-066E-303490DA5384}"/>
              </a:ext>
            </a:extLst>
          </p:cNvPr>
          <p:cNvSpPr>
            <a:spLocks noGrp="1"/>
          </p:cNvSpPr>
          <p:nvPr>
            <p:ph type="body" sz="quarter" idx="10"/>
          </p:nvPr>
        </p:nvSpPr>
        <p:spPr>
          <a:xfrm>
            <a:off x="647700" y="1315415"/>
            <a:ext cx="1561346" cy="307777"/>
          </a:xfrm>
        </p:spPr>
        <p:txBody>
          <a:bodyPr/>
          <a:lstStyle/>
          <a:p>
            <a:r>
              <a:rPr lang="en-US" dirty="0">
                <a:solidFill>
                  <a:srgbClr val="00FFF0"/>
                </a:solidFill>
                <a:ea typeface="Calibri"/>
                <a:cs typeface="Calibri"/>
              </a:rPr>
              <a:t>Section 02</a:t>
            </a:r>
            <a:endParaRPr lang="en-US" dirty="0">
              <a:solidFill>
                <a:srgbClr val="00FFF0"/>
              </a:solidFill>
            </a:endParaRPr>
          </a:p>
        </p:txBody>
      </p:sp>
      <p:sp>
        <p:nvSpPr>
          <p:cNvPr id="7" name="Rectangle 6"/>
          <p:cNvSpPr/>
          <p:nvPr/>
        </p:nvSpPr>
        <p:spPr>
          <a:xfrm>
            <a:off x="10058400" y="0"/>
            <a:ext cx="219456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4050124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768A963-6A65-98F8-CD46-91B53A4AC80E}"/>
              </a:ext>
            </a:extLst>
          </p:cNvPr>
          <p:cNvSpPr>
            <a:spLocks noGrp="1"/>
          </p:cNvSpPr>
          <p:nvPr>
            <p:ph type="title"/>
          </p:nvPr>
        </p:nvSpPr>
        <p:spPr>
          <a:xfrm>
            <a:off x="633632" y="722843"/>
            <a:ext cx="2618014" cy="338554"/>
          </a:xfrm>
        </p:spPr>
        <p:txBody>
          <a:bodyPr lIns="0" tIns="0" rIns="0" bIns="0" anchor="t">
            <a:noAutofit/>
          </a:bodyPr>
          <a:lstStyle/>
          <a:p>
            <a:r>
              <a:rPr lang="en-US" sz="2800" b="0" dirty="0">
                <a:latin typeface="Calibri Light"/>
                <a:ea typeface="Calibri"/>
                <a:cs typeface="Calibri"/>
              </a:rPr>
              <a:t>Migration proposal</a:t>
            </a:r>
          </a:p>
        </p:txBody>
      </p:sp>
      <p:sp>
        <p:nvSpPr>
          <p:cNvPr id="6" name="Text Placeholder 3">
            <a:extLst>
              <a:ext uri="{FF2B5EF4-FFF2-40B4-BE49-F238E27FC236}">
                <a16:creationId xmlns:a16="http://schemas.microsoft.com/office/drawing/2014/main" id="{AD7E56BD-6160-8471-2538-AB4638F59B0E}"/>
              </a:ext>
            </a:extLst>
          </p:cNvPr>
          <p:cNvSpPr txBox="1">
            <a:spLocks/>
          </p:cNvSpPr>
          <p:nvPr/>
        </p:nvSpPr>
        <p:spPr>
          <a:xfrm>
            <a:off x="633632" y="497137"/>
            <a:ext cx="2618014" cy="225706"/>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bg1"/>
                </a:solidFill>
                <a:latin typeface="Calibri"/>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ea typeface="Calibri"/>
                <a:cs typeface="Calibri"/>
              </a:rPr>
              <a:t>Z001 SFTP scope</a:t>
            </a:r>
            <a:endParaRPr lang="en-US" sz="1000" dirty="0"/>
          </a:p>
        </p:txBody>
      </p:sp>
      <p:sp>
        <p:nvSpPr>
          <p:cNvPr id="9" name="TextBox 8"/>
          <p:cNvSpPr txBox="1"/>
          <p:nvPr/>
        </p:nvSpPr>
        <p:spPr>
          <a:xfrm>
            <a:off x="3474720" y="457200"/>
            <a:ext cx="8412480" cy="457200"/>
          </a:xfrm>
          <a:prstGeom prst="rect">
            <a:avLst/>
          </a:prstGeom>
          <a:noFill/>
        </p:spPr>
        <p:txBody>
          <a:bodyPr wrap="square">
            <a:spAutoFit/>
          </a:bodyPr>
          <a:lstStyle/>
          <a:p>
            <a:pPr>
              <a:defRPr sz="1200" b="1">
                <a:solidFill>
                  <a:srgbClr val="FFFFFF"/>
                </a:solidFill>
                <a:latin typeface="Calibri"/>
              </a:defRPr>
            </a:pPr>
            <a:r>
              <a:t>Replace CALL FUNCTION 'SXPG_COMMAND_EXECUTE' (with SM69 + OS sftp) with a released ABAP SFTP layer.</a:t>
            </a:r>
          </a:p>
        </p:txBody>
      </p:sp>
      <p:graphicFrame>
        <p:nvGraphicFramePr>
          <p:cNvPr id="10" name="Table 9"/>
          <p:cNvGraphicFramePr>
            <a:graphicFrameLocks noGrp="1"/>
          </p:cNvGraphicFramePr>
          <p:nvPr/>
        </p:nvGraphicFramePr>
        <p:xfrm>
          <a:off x="3474720" y="1097280"/>
          <a:ext cx="8412480" cy="2560320"/>
        </p:xfrm>
        <a:graphic>
          <a:graphicData uri="http://schemas.openxmlformats.org/drawingml/2006/table">
            <a:tbl>
              <a:tblPr firstRow="1" bandRow="1">
                <a:tableStyleId>{5C22544A-7EE6-4342-B048-85BDC9FD1C3A}</a:tableStyleId>
              </a:tblPr>
              <a:tblGrid>
                <a:gridCol w="365760"/>
                <a:gridCol w="2743200"/>
                <a:gridCol w="3291840"/>
                <a:gridCol w="2011680"/>
              </a:tblGrid>
              <a:tr h="640080">
                <a:tc>
                  <a:txBody>
                    <a:bodyPr/>
                    <a:lstStyle/>
                    <a:p>
                      <a:pPr>
                        <a:defRPr sz="1100" b="1">
                          <a:solidFill>
                            <a:srgbClr val="FFFFFF"/>
                          </a:solidFill>
                          <a:latin typeface="Calibri"/>
                        </a:defRPr>
                      </a:pPr>
                      <a:r>
                        <a:t>#</a:t>
                      </a:r>
                    </a:p>
                  </a:txBody>
                  <a:tcPr>
                    <a:solidFill>
                      <a:srgbClr val="333333"/>
                    </a:solidFill>
                  </a:tcPr>
                </a:tc>
                <a:tc>
                  <a:txBody>
                    <a:bodyPr/>
                    <a:lstStyle/>
                    <a:p>
                      <a:pPr>
                        <a:defRPr sz="1100" b="1">
                          <a:solidFill>
                            <a:srgbClr val="FFFFFF"/>
                          </a:solidFill>
                          <a:latin typeface="Calibri"/>
                        </a:defRPr>
                      </a:pPr>
                      <a:r>
                        <a:t>Target replacement</a:t>
                      </a:r>
                    </a:p>
                  </a:txBody>
                  <a:tcPr>
                    <a:solidFill>
                      <a:srgbClr val="333333"/>
                    </a:solidFill>
                  </a:tcPr>
                </a:tc>
                <a:tc>
                  <a:txBody>
                    <a:bodyPr/>
                    <a:lstStyle/>
                    <a:p>
                      <a:pPr>
                        <a:defRPr sz="1100" b="1">
                          <a:solidFill>
                            <a:srgbClr val="FFFFFF"/>
                          </a:solidFill>
                          <a:latin typeface="Calibri"/>
                        </a:defRPr>
                      </a:pPr>
                      <a:r>
                        <a:t>Why</a:t>
                      </a:r>
                    </a:p>
                  </a:txBody>
                  <a:tcPr>
                    <a:solidFill>
                      <a:srgbClr val="333333"/>
                    </a:solidFill>
                  </a:tcPr>
                </a:tc>
                <a:tc>
                  <a:txBody>
                    <a:bodyPr/>
                    <a:lstStyle/>
                    <a:p>
                      <a:pPr>
                        <a:defRPr sz="1100" b="1">
                          <a:solidFill>
                            <a:srgbClr val="FFFFFF"/>
                          </a:solidFill>
                          <a:latin typeface="Calibri"/>
                        </a:defRPr>
                      </a:pPr>
                      <a:r>
                        <a:t>Coverage</a:t>
                      </a:r>
                    </a:p>
                  </a:txBody>
                  <a:tcPr>
                    <a:solidFill>
                      <a:srgbClr val="333333"/>
                    </a:solidFill>
                  </a:tcPr>
                </a:tc>
              </a:tr>
              <a:tr h="640080">
                <a:tc>
                  <a:txBody>
                    <a:bodyPr/>
                    <a:lstStyle/>
                    <a:p>
                      <a:pPr>
                        <a:defRPr sz="1000">
                          <a:solidFill>
                            <a:srgbClr val="FFFFFF"/>
                          </a:solidFill>
                          <a:latin typeface="Calibri"/>
                        </a:defRPr>
                      </a:pPr>
                      <a:r>
                        <a:t>A</a:t>
                      </a:r>
                    </a:p>
                  </a:txBody>
                  <a:tcPr>
                    <a:solidFill>
                      <a:srgbClr val="161616"/>
                    </a:solidFill>
                  </a:tcPr>
                </a:tc>
                <a:tc>
                  <a:txBody>
                    <a:bodyPr/>
                    <a:lstStyle/>
                    <a:p>
                      <a:pPr>
                        <a:defRPr sz="1000">
                          <a:solidFill>
                            <a:srgbClr val="FFFFFF"/>
                          </a:solidFill>
                          <a:latin typeface="Calibri"/>
                        </a:defRPr>
                      </a:pPr>
                      <a:r>
                        <a:t>Native ABAP SSH/SFTP client class</a:t>
                      </a:r>
                    </a:p>
                  </a:txBody>
                  <a:tcPr>
                    <a:solidFill>
                      <a:srgbClr val="161616"/>
                    </a:solidFill>
                  </a:tcPr>
                </a:tc>
                <a:tc>
                  <a:txBody>
                    <a:bodyPr/>
                    <a:lstStyle/>
                    <a:p>
                      <a:pPr>
                        <a:defRPr sz="1000">
                          <a:solidFill>
                            <a:srgbClr val="FFFFFF"/>
                          </a:solidFill>
                          <a:latin typeface="Calibri"/>
                        </a:defRPr>
                      </a:pPr>
                      <a:r>
                        <a:t>Removes OS-script dependency; runs in-ABAP</a:t>
                      </a:r>
                    </a:p>
                  </a:txBody>
                  <a:tcPr>
                    <a:solidFill>
                      <a:srgbClr val="161616"/>
                    </a:solidFill>
                  </a:tcPr>
                </a:tc>
                <a:tc>
                  <a:txBody>
                    <a:bodyPr/>
                    <a:lstStyle/>
                    <a:p>
                      <a:pPr>
                        <a:defRPr sz="1000">
                          <a:solidFill>
                            <a:srgbClr val="FFFFFF"/>
                          </a:solidFill>
                          <a:latin typeface="Calibri"/>
                        </a:defRPr>
                      </a:pPr>
                      <a:r>
                        <a:t>All 16 reports + 3 wrappers</a:t>
                      </a:r>
                    </a:p>
                  </a:txBody>
                  <a:tcPr>
                    <a:solidFill>
                      <a:srgbClr val="161616"/>
                    </a:solidFill>
                  </a:tcPr>
                </a:tc>
              </a:tr>
              <a:tr h="640080">
                <a:tc>
                  <a:txBody>
                    <a:bodyPr/>
                    <a:lstStyle/>
                    <a:p>
                      <a:pPr>
                        <a:defRPr sz="1000">
                          <a:solidFill>
                            <a:srgbClr val="FFFFFF"/>
                          </a:solidFill>
                          <a:latin typeface="Calibri"/>
                        </a:defRPr>
                      </a:pPr>
                      <a:r>
                        <a:t>B</a:t>
                      </a:r>
                    </a:p>
                  </a:txBody>
                  <a:tcPr>
                    <a:solidFill>
                      <a:srgbClr val="222222"/>
                    </a:solidFill>
                  </a:tcPr>
                </a:tc>
                <a:tc>
                  <a:txBody>
                    <a:bodyPr/>
                    <a:lstStyle/>
                    <a:p>
                      <a:pPr>
                        <a:defRPr sz="1000">
                          <a:solidFill>
                            <a:srgbClr val="FFFFFF"/>
                          </a:solidFill>
                          <a:latin typeface="Calibri"/>
                        </a:defRPr>
                      </a:pPr>
                      <a:r>
                        <a:t>BTP Integration Suite SFTP adapter</a:t>
                      </a:r>
                    </a:p>
                  </a:txBody>
                  <a:tcPr>
                    <a:solidFill>
                      <a:srgbClr val="222222"/>
                    </a:solidFill>
                  </a:tcPr>
                </a:tc>
                <a:tc>
                  <a:txBody>
                    <a:bodyPr/>
                    <a:lstStyle/>
                    <a:p>
                      <a:pPr>
                        <a:defRPr sz="1000">
                          <a:solidFill>
                            <a:srgbClr val="FFFFFF"/>
                          </a:solidFill>
                          <a:latin typeface="Calibri"/>
                        </a:defRPr>
                      </a:pPr>
                      <a:r>
                        <a:t>Cleanest separation; aligns with BTP roadmap</a:t>
                      </a:r>
                    </a:p>
                  </a:txBody>
                  <a:tcPr>
                    <a:solidFill>
                      <a:srgbClr val="222222"/>
                    </a:solidFill>
                  </a:tcPr>
                </a:tc>
                <a:tc>
                  <a:txBody>
                    <a:bodyPr/>
                    <a:lstStyle/>
                    <a:p>
                      <a:pPr>
                        <a:defRPr sz="1000">
                          <a:solidFill>
                            <a:srgbClr val="FFFFFF"/>
                          </a:solidFill>
                          <a:latin typeface="Calibri"/>
                        </a:defRPr>
                      </a:pPr>
                      <a:r>
                        <a:t>Same; needs BTP connectivity</a:t>
                      </a:r>
                    </a:p>
                  </a:txBody>
                  <a:tcPr>
                    <a:solidFill>
                      <a:srgbClr val="222222"/>
                    </a:solidFill>
                  </a:tcPr>
                </a:tc>
              </a:tr>
              <a:tr h="640080">
                <a:tc>
                  <a:txBody>
                    <a:bodyPr/>
                    <a:lstStyle/>
                    <a:p>
                      <a:pPr>
                        <a:defRPr sz="1000">
                          <a:solidFill>
                            <a:srgbClr val="FFFFFF"/>
                          </a:solidFill>
                          <a:latin typeface="Calibri"/>
                        </a:defRPr>
                      </a:pPr>
                      <a:r>
                        <a:t>C</a:t>
                      </a:r>
                    </a:p>
                  </a:txBody>
                  <a:tcPr>
                    <a:solidFill>
                      <a:srgbClr val="161616"/>
                    </a:solidFill>
                  </a:tcPr>
                </a:tc>
                <a:tc>
                  <a:txBody>
                    <a:bodyPr/>
                    <a:lstStyle/>
                    <a:p>
                      <a:pPr>
                        <a:defRPr sz="1000">
                          <a:solidFill>
                            <a:srgbClr val="FFFFFF"/>
                          </a:solidFill>
                          <a:latin typeface="Calibri"/>
                        </a:defRPr>
                      </a:pPr>
                      <a:r>
                        <a:t>Keep SXPG, rewrite OS-side script</a:t>
                      </a:r>
                    </a:p>
                  </a:txBody>
                  <a:tcPr>
                    <a:solidFill>
                      <a:srgbClr val="161616"/>
                    </a:solidFill>
                  </a:tcPr>
                </a:tc>
                <a:tc>
                  <a:txBody>
                    <a:bodyPr/>
                    <a:lstStyle/>
                    <a:p>
                      <a:pPr>
                        <a:defRPr sz="1000">
                          <a:solidFill>
                            <a:srgbClr val="FFFFFF"/>
                          </a:solidFill>
                          <a:latin typeface="Calibri"/>
                        </a:defRPr>
                      </a:pPr>
                      <a:r>
                        <a:t>Minimal ABAP change</a:t>
                      </a:r>
                    </a:p>
                  </a:txBody>
                  <a:tcPr>
                    <a:solidFill>
                      <a:srgbClr val="161616"/>
                    </a:solidFill>
                  </a:tcPr>
                </a:tc>
                <a:tc>
                  <a:txBody>
                    <a:bodyPr/>
                    <a:lstStyle/>
                    <a:p>
                      <a:pPr>
                        <a:defRPr sz="1000">
                          <a:solidFill>
                            <a:srgbClr val="FFFFFF"/>
                          </a:solidFill>
                          <a:latin typeface="Calibri"/>
                        </a:defRPr>
                      </a:pPr>
                      <a:r>
                        <a:t>Doesn't remove technical debt</a:t>
                      </a:r>
                    </a:p>
                  </a:txBody>
                  <a:tcPr>
                    <a:solidFill>
                      <a:srgbClr val="161616"/>
                    </a:solidFill>
                  </a:tcPr>
                </a:tc>
              </a:tr>
            </a:tbl>
          </a:graphicData>
        </a:graphic>
      </p:graphicFrame>
      <p:sp>
        <p:nvSpPr>
          <p:cNvPr id="11" name="TextBox 10"/>
          <p:cNvSpPr txBox="1"/>
          <p:nvPr/>
        </p:nvSpPr>
        <p:spPr>
          <a:xfrm>
            <a:off x="3474720" y="3931920"/>
            <a:ext cx="8412480" cy="365760"/>
          </a:xfrm>
          <a:prstGeom prst="rect">
            <a:avLst/>
          </a:prstGeom>
          <a:noFill/>
        </p:spPr>
        <p:txBody>
          <a:bodyPr wrap="square">
            <a:spAutoFit/>
          </a:bodyPr>
          <a:lstStyle/>
          <a:p>
            <a:pPr>
              <a:defRPr sz="1100" b="1">
                <a:solidFill>
                  <a:srgbClr val="00B4C8"/>
                </a:solidFill>
                <a:latin typeface="Calibri"/>
              </a:defRPr>
            </a:pPr>
            <a:r>
              <a:t>Recommended: A or B. Both replace SXPG call site uniformly — same FORM scaffolding, same zfi_constants reads.</a:t>
            </a:r>
          </a:p>
        </p:txBody>
      </p:sp>
      <p:sp>
        <p:nvSpPr>
          <p:cNvPr id="12" name="TextBox 11"/>
          <p:cNvSpPr txBox="1"/>
          <p:nvPr/>
        </p:nvSpPr>
        <p:spPr>
          <a:xfrm>
            <a:off x="3474720" y="4572000"/>
            <a:ext cx="8412480" cy="1828800"/>
          </a:xfrm>
          <a:prstGeom prst="rect">
            <a:avLst/>
          </a:prstGeom>
          <a:noFill/>
        </p:spPr>
        <p:txBody>
          <a:bodyPr wrap="square">
            <a:spAutoFit/>
          </a:bodyPr>
          <a:lstStyle/>
          <a:p>
            <a:pPr>
              <a:defRPr sz="1000" b="0">
                <a:solidFill>
                  <a:srgbClr val="FFFFFF"/>
                </a:solidFill>
                <a:latin typeface="Calibri"/>
              </a:defRPr>
            </a:pPr>
            <a:r>
              <a:t>Acceptance per consumer:</a:t>
            </a:r>
          </a:p>
          <a:p>
            <a:pPr>
              <a:defRPr sz="1000" b="0">
                <a:solidFill>
                  <a:srgbClr val="FFFFFF"/>
                </a:solidFill>
                <a:latin typeface="Calibri"/>
              </a:defRPr>
            </a:pPr>
            <a:r>
              <a:t>  1. Read same zfi_constants rows (pname + fnam) — or 1:1 shim.</a:t>
            </a:r>
          </a:p>
          <a:p>
            <a:pPr>
              <a:defRPr sz="1000" b="0">
                <a:solidFill>
                  <a:srgbClr val="FFFFFF"/>
                </a:solidFill>
                <a:latin typeface="Calibri"/>
              </a:defRPr>
            </a:pPr>
            <a:r>
              <a:t>  2. Reach same host with same credentials.</a:t>
            </a:r>
          </a:p>
          <a:p>
            <a:pPr>
              <a:defRPr sz="1000" b="0">
                <a:solidFill>
                  <a:srgbClr val="FFFFFF"/>
                </a:solidFill>
                <a:latin typeface="Calibri"/>
              </a:defRPr>
            </a:pPr>
            <a:r>
              <a:t>  3. Support both auth modes (key + password).</a:t>
            </a:r>
          </a:p>
          <a:p>
            <a:pPr>
              <a:defRPr sz="1000" b="0">
                <a:solidFill>
                  <a:srgbClr val="FFFFFF"/>
                </a:solidFill>
                <a:latin typeface="Calibri"/>
              </a:defRPr>
            </a:pPr>
            <a:r>
              <a:t>  4. Preserve PGP encryption for ZSFTP_BNP_PARIBAS_WITH_PGP.</a:t>
            </a:r>
          </a:p>
          <a:p>
            <a:pPr>
              <a:defRPr sz="1000" b="0">
                <a:solidFill>
                  <a:srgbClr val="FFFFFF"/>
                </a:solidFill>
                <a:latin typeface="Calibri"/>
              </a:defRPr>
            </a:pPr>
            <a:r>
              <a:t>  5. Coordinate cutover for the 3 shared SM69 entries.</a:t>
            </a:r>
          </a:p>
        </p:txBody>
      </p:sp>
      <p:sp>
        <p:nvSpPr>
          <p:cNvPr id="13" name="Rectangle 12"/>
          <p:cNvSpPr/>
          <p:nvPr/>
        </p:nvSpPr>
        <p:spPr>
          <a:xfrm>
            <a:off x="10058400" y="0"/>
            <a:ext cx="219456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994579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4720" y="731520"/>
            <a:ext cx="8412480" cy="5486400"/>
          </a:xfrm>
          <a:prstGeom prst="rect">
            <a:avLst/>
          </a:prstGeom>
          <a:noFill/>
        </p:spPr>
        <p:txBody>
          <a:bodyPr wrap="square">
            <a:spAutoFit/>
          </a:bodyPr>
          <a:lstStyle/>
          <a:p>
            <a:pPr>
              <a:defRPr sz="1100">
                <a:solidFill>
                  <a:srgbClr val="FFFFFF"/>
                </a:solidFill>
                <a:latin typeface="Calibri"/>
              </a:defRPr>
            </a:pPr>
            <a:r>
              <a:t>Tutorial: docs/tutorials/codebase-analysis/  (5-stage pipeline + skills + worked example)</a:t>
            </a:r>
          </a:p>
          <a:p>
            <a:pPr>
              <a:defRPr sz="1100">
                <a:solidFill>
                  <a:srgbClr val="FFFFFF"/>
                </a:solidFill>
                <a:latin typeface="Calibri"/>
              </a:defRPr>
            </a:pPr>
          </a:p>
          <a:p>
            <a:pPr>
              <a:defRPr sz="1100">
                <a:solidFill>
                  <a:srgbClr val="FFFFFF"/>
                </a:solidFill>
                <a:latin typeface="Calibri"/>
              </a:defRPr>
            </a:pPr>
            <a:r>
              <a:t>Pipeline:</a:t>
            </a:r>
          </a:p>
          <a:p>
            <a:pPr>
              <a:defRPr sz="1100">
                <a:solidFill>
                  <a:srgbClr val="FFFFFF"/>
                </a:solidFill>
                <a:latin typeface="Calibri"/>
              </a:defRPr>
            </a:pPr>
            <a:r>
              <a:t>    Stage 1 — Formalize task (goal, scope, severity scale, tools)</a:t>
            </a:r>
          </a:p>
          <a:p>
            <a:pPr>
              <a:defRPr sz="1100">
                <a:solidFill>
                  <a:srgbClr val="FFFFFF"/>
                </a:solidFill>
                <a:latin typeface="Calibri"/>
              </a:defRPr>
            </a:pPr>
            <a:r>
              <a:t>    Stage 2 — Per-seed verdict with source evidence (02-methods.md)</a:t>
            </a:r>
          </a:p>
          <a:p>
            <a:pPr>
              <a:defRPr sz="1100">
                <a:solidFill>
                  <a:srgbClr val="FFFFFF"/>
                </a:solidFill>
                <a:latin typeface="Calibri"/>
              </a:defRPr>
            </a:pPr>
            <a:r>
              <a:t>    Stage 2b — Open-ended method enumeration per 'yes' seed (02b-methods-deep.md)</a:t>
            </a:r>
          </a:p>
          <a:p>
            <a:pPr>
              <a:defRPr sz="1100">
                <a:solidFill>
                  <a:srgbClr val="FFFFFF"/>
                </a:solidFill>
                <a:latin typeface="Calibri"/>
              </a:defRPr>
            </a:pPr>
            <a:r>
              <a:t>    Stage 2c — Verbatim code per distinct mechanism (02c-code-extracts.md)</a:t>
            </a:r>
          </a:p>
          <a:p>
            <a:pPr>
              <a:defRPr sz="1100">
                <a:solidFill>
                  <a:srgbClr val="FFFFFF"/>
                </a:solidFill>
                <a:latin typeface="Calibri"/>
              </a:defRPr>
            </a:pPr>
            <a:r>
              <a:t>    Stage 3 — Usage map: 7 SearchSource scans across Z001 (03-usage-map.md)</a:t>
            </a:r>
          </a:p>
          <a:p>
            <a:pPr>
              <a:defRPr sz="1100">
                <a:solidFill>
                  <a:srgbClr val="FFFFFF"/>
                </a:solidFill>
                <a:latin typeface="Calibri"/>
              </a:defRPr>
            </a:pPr>
            <a:r>
              <a:t>    Stage 4 — Per-business-domain analysis + completeness (04-analysis.md)</a:t>
            </a:r>
          </a:p>
          <a:p>
            <a:pPr>
              <a:defRPr sz="1100">
                <a:solidFill>
                  <a:srgbClr val="FFFFFF"/>
                </a:solidFill>
                <a:latin typeface="Calibri"/>
              </a:defRPr>
            </a:pPr>
            <a:r>
              <a:t>    Stage 5 — Migration handoff (05-result.md)</a:t>
            </a:r>
          </a:p>
          <a:p>
            <a:pPr>
              <a:defRPr sz="1100">
                <a:solidFill>
                  <a:srgbClr val="FFFFFF"/>
                </a:solidFill>
                <a:latin typeface="Calibri"/>
              </a:defRPr>
            </a:pPr>
          </a:p>
          <a:p>
            <a:pPr>
              <a:defRPr sz="1100">
                <a:solidFill>
                  <a:srgbClr val="FFFFFF"/>
                </a:solidFill>
                <a:latin typeface="Calibri"/>
              </a:defRPr>
            </a:pPr>
            <a:r>
              <a:t>Wall-clock end-to-end: ~2.5 hours.</a:t>
            </a:r>
          </a:p>
          <a:p>
            <a:pPr>
              <a:defRPr sz="1100">
                <a:solidFill>
                  <a:srgbClr val="FFFFFF"/>
                </a:solidFill>
                <a:latin typeface="Calibri"/>
              </a:defRPr>
            </a:pPr>
          </a:p>
          <a:p>
            <a:pPr>
              <a:defRPr sz="1100">
                <a:solidFill>
                  <a:srgbClr val="FFFFFF"/>
                </a:solidFill>
                <a:latin typeface="Calibri"/>
              </a:defRPr>
            </a:pPr>
            <a:r>
              <a:t>Token cost — two layers (sFTP share = 70% of combined session):</a:t>
            </a:r>
          </a:p>
          <a:p>
            <a:pPr>
              <a:defRPr sz="1100">
                <a:solidFill>
                  <a:srgbClr val="FFFFFF"/>
                </a:solidFill>
                <a:latin typeface="Calibri"/>
              </a:defRPr>
            </a:pPr>
            <a:r>
              <a:t>    Executor (cloud-llm-hub, gpt-5.2 + embedder):  ~1,054,000 tokens across 264 requests.</a:t>
            </a:r>
          </a:p>
          <a:p>
            <a:pPr>
              <a:defRPr sz="1100">
                <a:solidFill>
                  <a:srgbClr val="FFFFFF"/>
                </a:solidFill>
                <a:latin typeface="Calibri"/>
              </a:defRPr>
            </a:pPr>
            <a:r>
              <a:t>    Controller (Claude Opus 4.7, this CLI session):  ~363,000 output + ~12.5k input + ~97M cache-read tokens — ≈ $66 of $94.53 combined session.</a:t>
            </a:r>
          </a:p>
          <a:p>
            <a:pPr>
              <a:defRPr sz="1100">
                <a:solidFill>
                  <a:srgbClr val="FFFFFF"/>
                </a:solidFill>
                <a:latin typeface="Calibri"/>
              </a:defRPr>
            </a:pPr>
          </a:p>
          <a:p>
            <a:pPr>
              <a:defRPr sz="1100">
                <a:solidFill>
                  <a:srgbClr val="FFFFFF"/>
                </a:solidFill>
                <a:latin typeface="Calibri"/>
              </a:defRPr>
            </a:pPr>
            <a:r>
              <a:t>Reference: comparable manual UI analysis estimated at 4-12 hours by senior reviewer.</a:t>
            </a:r>
          </a:p>
        </p:txBody>
      </p:sp>
      <p:sp>
        <p:nvSpPr>
          <p:cNvPr id="3" name="Rectangle 2"/>
          <p:cNvSpPr/>
          <p:nvPr/>
        </p:nvSpPr>
        <p:spPr>
          <a:xfrm>
            <a:off x="10058400" y="0"/>
            <a:ext cx="219456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672757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0AF65-E887-10EF-D9E7-AE8015BBA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455276-11C3-6C78-8537-2D33F98B4203}"/>
              </a:ext>
            </a:extLst>
          </p:cNvPr>
          <p:cNvSpPr>
            <a:spLocks noGrp="1"/>
          </p:cNvSpPr>
          <p:nvPr>
            <p:ph type="title"/>
          </p:nvPr>
        </p:nvSpPr>
        <p:spPr>
          <a:xfrm>
            <a:off x="638647" y="1793240"/>
            <a:ext cx="5640805" cy="923330"/>
          </a:xfrm>
        </p:spPr>
        <p:txBody>
          <a:bodyPr wrap="square" lIns="0" tIns="0" rIns="0" bIns="0" anchor="t">
            <a:spAutoFit/>
          </a:bodyPr>
          <a:lstStyle/>
          <a:p>
            <a:r>
              <a:rPr lang="en-US">
                <a:latin typeface="Calibri"/>
                <a:ea typeface="Calibri"/>
                <a:cs typeface="Calibri"/>
              </a:rPr>
              <a:t>Method &amp; cost</a:t>
            </a:r>
          </a:p>
        </p:txBody>
      </p:sp>
      <p:sp>
        <p:nvSpPr>
          <p:cNvPr id="5" name="Text Placeholder 4">
            <a:extLst>
              <a:ext uri="{FF2B5EF4-FFF2-40B4-BE49-F238E27FC236}">
                <a16:creationId xmlns:a16="http://schemas.microsoft.com/office/drawing/2014/main" id="{F12946E4-5044-B888-9599-49C054DE019F}"/>
              </a:ext>
            </a:extLst>
          </p:cNvPr>
          <p:cNvSpPr>
            <a:spLocks noGrp="1"/>
          </p:cNvSpPr>
          <p:nvPr>
            <p:ph type="body" sz="quarter" idx="10"/>
          </p:nvPr>
        </p:nvSpPr>
        <p:spPr>
          <a:xfrm>
            <a:off x="647700" y="1315415"/>
            <a:ext cx="1561346" cy="307777"/>
          </a:xfrm>
        </p:spPr>
        <p:txBody>
          <a:bodyPr/>
          <a:lstStyle/>
          <a:p>
            <a:r>
              <a:rPr lang="en-US">
                <a:solidFill>
                  <a:srgbClr val="00FFF0"/>
                </a:solidFill>
                <a:ea typeface="Calibri"/>
                <a:cs typeface="Calibri"/>
              </a:rPr>
              <a:t>Section 04</a:t>
            </a:r>
          </a:p>
        </p:txBody>
      </p:sp>
      <p:sp>
        <p:nvSpPr>
          <p:cNvPr id="7" name="Rectangle 6"/>
          <p:cNvSpPr/>
          <p:nvPr/>
        </p:nvSpPr>
        <p:spPr>
          <a:xfrm>
            <a:off x="10058400" y="0"/>
            <a:ext cx="219456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367521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E818F59-47CE-7E82-AC3D-602B35866685}"/>
              </a:ext>
            </a:extLst>
          </p:cNvPr>
          <p:cNvSpPr>
            <a:spLocks noGrp="1"/>
          </p:cNvSpPr>
          <p:nvPr>
            <p:ph type="title"/>
          </p:nvPr>
        </p:nvSpPr>
        <p:spPr/>
        <p:txBody>
          <a:bodyPr/>
          <a:lstStyle/>
          <a:p>
            <a:r>
              <a:rPr lang="en-US"/>
              <a:t>Thank you! </a:t>
            </a:r>
          </a:p>
        </p:txBody>
      </p:sp>
      <p:pic>
        <p:nvPicPr>
          <p:cNvPr id="2" name="Picture 2" descr="News - Page 2 of 13 :: medartis AG">
            <a:extLst>
              <a:ext uri="{FF2B5EF4-FFF2-40B4-BE49-F238E27FC236}">
                <a16:creationId xmlns:a16="http://schemas.microsoft.com/office/drawing/2014/main" id="{1252E0AF-AD7E-3914-4FA0-E01946658B02}"/>
              </a:ext>
            </a:extLst>
          </p:cNvPr>
          <p:cNvPicPr>
            <a:picLocks noChangeAspect="1" noChangeArrowheads="1"/>
          </p:cNvPicPr>
          <p:nvPr/>
        </p:nvPicPr>
        <p:blipFill>
          <a:blip r:embed="rId4"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0246042" y="5465120"/>
            <a:ext cx="1945958" cy="109480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640080" y="3108960"/>
            <a:ext cx="5029200" cy="830997"/>
          </a:xfrm>
          <a:prstGeom prst="rect">
            <a:avLst/>
          </a:prstGeom>
          <a:noFill/>
        </p:spPr>
        <p:txBody>
          <a:bodyPr wrap="square">
            <a:spAutoFit/>
          </a:bodyPr>
          <a:lstStyle/>
          <a:p>
            <a:r>
              <a:rPr sz="1800" b="1" dirty="0">
                <a:solidFill>
                  <a:srgbClr val="FFFFFF"/>
                </a:solidFill>
                <a:latin typeface="Calibri"/>
              </a:rPr>
              <a:t>Tutorial: docs/tutorials/codebase-analysis/ — replay or apply to other ABAP packages.</a:t>
            </a:r>
          </a:p>
        </p:txBody>
      </p:sp>
      <p:sp>
        <p:nvSpPr>
          <p:cNvPr id="13" name="Rectangle 12"/>
          <p:cNvSpPr/>
          <p:nvPr/>
        </p:nvSpPr>
        <p:spPr>
          <a:xfrm>
            <a:off x="9601200" y="5394960"/>
            <a:ext cx="2286000" cy="8229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0"/>
            <a:ext cx="219456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3043107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38B13-2A0E-8F7B-FA19-41F29D96329A}"/>
            </a:ext>
          </a:extLst>
        </p:cNvPr>
        <p:cNvGrpSpPr/>
        <p:nvPr/>
      </p:nvGrpSpPr>
      <p:grpSpPr>
        <a:xfrm>
          <a:off x="0" y="0"/>
          <a:ext cx="0" cy="0"/>
          <a:chOff x="0" y="0"/>
          <a:chExt cx="0" cy="0"/>
        </a:xfrm>
      </p:grpSpPr>
      <p:pic>
        <p:nvPicPr>
          <p:cNvPr id="5" name="Picture Placeholder 4" descr="A screenshot of a computer screen  AI-generated content may be incorrect.">
            <a:extLst>
              <a:ext uri="{FF2B5EF4-FFF2-40B4-BE49-F238E27FC236}">
                <a16:creationId xmlns:a16="http://schemas.microsoft.com/office/drawing/2014/main" id="{CE7F3744-12A1-805D-5189-C4A64E121B4B}"/>
              </a:ext>
            </a:extLst>
          </p:cNvPr>
          <p:cNvPicPr>
            <a:picLocks noGrp="1" noChangeAspect="1"/>
          </p:cNvPicPr>
          <p:nvPr>
            <p:ph type="pic" sz="quarter" idx="24"/>
          </p:nvPr>
        </p:nvPicPr>
        <p:blipFill>
          <a:blip r:embed="rId3"/>
          <a:srcRect t="79" b="79"/>
          <a:stretch>
            <a:fillRect/>
          </a:stretch>
        </p:blipFill>
        <p:spPr>
          <a:xfrm>
            <a:off x="6096000" y="10"/>
            <a:ext cx="6096000" cy="6857990"/>
          </a:xfrm>
          <a:prstGeom prst="rect">
            <a:avLst/>
          </a:prstGeom>
          <a:noFill/>
        </p:spPr>
      </p:pic>
      <p:sp>
        <p:nvSpPr>
          <p:cNvPr id="9" name="Title 2">
            <a:extLst>
              <a:ext uri="{FF2B5EF4-FFF2-40B4-BE49-F238E27FC236}">
                <a16:creationId xmlns:a16="http://schemas.microsoft.com/office/drawing/2014/main" id="{AAF93E85-916F-D91A-E95F-E24076848B9E}"/>
              </a:ext>
            </a:extLst>
          </p:cNvPr>
          <p:cNvSpPr>
            <a:spLocks noGrp="1"/>
          </p:cNvSpPr>
          <p:nvPr>
            <p:ph type="title"/>
          </p:nvPr>
        </p:nvSpPr>
        <p:spPr>
          <a:xfrm>
            <a:off x="633632" y="665116"/>
            <a:ext cx="4015014" cy="442462"/>
          </a:xfrm>
        </p:spPr>
        <p:txBody>
          <a:bodyPr lIns="0" tIns="0" rIns="0" bIns="0" anchor="t">
            <a:noAutofit/>
          </a:bodyPr>
          <a:lstStyle/>
          <a:p>
            <a:r>
              <a:rPr lang="en-US" sz="2800" dirty="0">
                <a:latin typeface="Calibri Light"/>
                <a:ea typeface="Calibri"/>
                <a:cs typeface="Calibri"/>
              </a:rPr>
              <a:t>Option 3 — Hybrid (Medartis + EPAM BTP)</a:t>
            </a:r>
          </a:p>
        </p:txBody>
      </p:sp>
      <p:sp>
        <p:nvSpPr>
          <p:cNvPr id="11" name="Text Placeholder 3">
            <a:extLst>
              <a:ext uri="{FF2B5EF4-FFF2-40B4-BE49-F238E27FC236}">
                <a16:creationId xmlns:a16="http://schemas.microsoft.com/office/drawing/2014/main" id="{FE9713BF-CDC8-4418-9C55-7F9EB513AE6A}"/>
              </a:ext>
            </a:extLst>
          </p:cNvPr>
          <p:cNvSpPr txBox="1">
            <a:spLocks/>
          </p:cNvSpPr>
          <p:nvPr/>
        </p:nvSpPr>
        <p:spPr>
          <a:xfrm>
            <a:off x="633632" y="419100"/>
            <a:ext cx="2618014" cy="225706"/>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bg1"/>
                </a:solidFill>
                <a:latin typeface="Calibri"/>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ea typeface="Calibri"/>
                <a:cs typeface="Calibri"/>
              </a:rPr>
              <a:t>EPAM Cloud LLM Hub Architecture</a:t>
            </a:r>
            <a:endParaRPr lang="en-US" sz="1000" dirty="0"/>
          </a:p>
        </p:txBody>
      </p:sp>
      <p:sp>
        <p:nvSpPr>
          <p:cNvPr id="3" name="TextBox 6">
            <a:extLst>
              <a:ext uri="{FF2B5EF4-FFF2-40B4-BE49-F238E27FC236}">
                <a16:creationId xmlns:a16="http://schemas.microsoft.com/office/drawing/2014/main" id="{2F6F8C8E-F261-E112-3508-B9CFF8FD5127}"/>
              </a:ext>
            </a:extLst>
          </p:cNvPr>
          <p:cNvSpPr txBox="1"/>
          <p:nvPr/>
        </p:nvSpPr>
        <p:spPr>
          <a:xfrm>
            <a:off x="1175247" y="1467468"/>
            <a:ext cx="4396827" cy="3877985"/>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solidFill>
                  <a:schemeClr val="bg1"/>
                </a:solidFill>
              </a:rPr>
              <a:t>Key Characteristics</a:t>
            </a:r>
            <a:endParaRPr lang="en-US" dirty="0">
              <a:solidFill>
                <a:schemeClr val="bg1"/>
              </a:solidFill>
              <a:ea typeface="Calibri"/>
              <a:cs typeface="Calibri"/>
            </a:endParaRPr>
          </a:p>
          <a:p>
            <a:pPr marL="285750" indent="-285750">
              <a:buFont typeface="Arial"/>
              <a:buChar char="•"/>
            </a:pPr>
            <a:r>
              <a:rPr lang="en-US" sz="1100" dirty="0">
                <a:solidFill>
                  <a:schemeClr val="bg1"/>
                </a:solidFill>
                <a:latin typeface="Segoe UI"/>
                <a:ea typeface="Segoe UI"/>
                <a:cs typeface="Segoe UI"/>
              </a:rPr>
              <a:t>Sensitive indexing and metadata analysis executed in </a:t>
            </a:r>
            <a:r>
              <a:rPr lang="en-US" sz="1100" b="1" dirty="0" err="1">
                <a:solidFill>
                  <a:schemeClr val="bg1"/>
                </a:solidFill>
                <a:latin typeface="Segoe UI"/>
                <a:ea typeface="Segoe UI"/>
                <a:cs typeface="Segoe UI"/>
              </a:rPr>
              <a:t>Medartis</a:t>
            </a:r>
            <a:r>
              <a:rPr lang="en-US" sz="1100" b="1" dirty="0">
                <a:solidFill>
                  <a:schemeClr val="bg1"/>
                </a:solidFill>
                <a:latin typeface="Segoe UI"/>
                <a:ea typeface="Segoe UI"/>
                <a:cs typeface="Segoe UI"/>
              </a:rPr>
              <a:t> BTP</a:t>
            </a:r>
            <a:endParaRPr lang="en-US" dirty="0">
              <a:solidFill>
                <a:schemeClr val="bg1"/>
              </a:solidFill>
            </a:endParaRPr>
          </a:p>
          <a:p>
            <a:pPr marL="285750" indent="-285750">
              <a:buFont typeface="Arial"/>
              <a:buChar char="•"/>
            </a:pPr>
            <a:r>
              <a:rPr lang="en-US" sz="1100" dirty="0">
                <a:solidFill>
                  <a:schemeClr val="bg1"/>
                </a:solidFill>
                <a:latin typeface="Segoe UI"/>
                <a:cs typeface="Segoe UI"/>
              </a:rPr>
              <a:t>Heavy MCP/LLM processing hosted in </a:t>
            </a:r>
            <a:r>
              <a:rPr lang="en-US" sz="1100" b="1" dirty="0">
                <a:solidFill>
                  <a:schemeClr val="bg1"/>
                </a:solidFill>
                <a:latin typeface="Segoe UI"/>
                <a:cs typeface="Segoe UI"/>
              </a:rPr>
              <a:t>EPAM BTP</a:t>
            </a:r>
            <a:endParaRPr lang="en-US" dirty="0">
              <a:solidFill>
                <a:schemeClr val="bg1"/>
              </a:solidFill>
              <a:ea typeface="Calibri"/>
              <a:cs typeface="Calibri"/>
            </a:endParaRPr>
          </a:p>
          <a:p>
            <a:pPr marL="285750" indent="-285750">
              <a:buFont typeface="Arial"/>
              <a:buChar char="•"/>
            </a:pPr>
            <a:r>
              <a:rPr lang="en-US" sz="1100" dirty="0">
                <a:solidFill>
                  <a:schemeClr val="bg1"/>
                </a:solidFill>
                <a:latin typeface="Segoe UI"/>
                <a:cs typeface="Segoe UI"/>
              </a:rPr>
              <a:t>Uses </a:t>
            </a:r>
            <a:r>
              <a:rPr lang="en-US" sz="1100" b="1" dirty="0">
                <a:solidFill>
                  <a:schemeClr val="bg1"/>
                </a:solidFill>
                <a:latin typeface="Segoe UI"/>
                <a:cs typeface="Segoe UI"/>
              </a:rPr>
              <a:t>multiple vector databases</a:t>
            </a:r>
            <a:r>
              <a:rPr lang="en-US" sz="1100" dirty="0">
                <a:solidFill>
                  <a:schemeClr val="bg1"/>
                </a:solidFill>
                <a:latin typeface="Segoe UI"/>
                <a:cs typeface="Segoe UI"/>
              </a:rPr>
              <a:t>: </a:t>
            </a:r>
            <a:endParaRPr lang="en-US" dirty="0">
              <a:solidFill>
                <a:schemeClr val="bg1"/>
              </a:solidFill>
              <a:ea typeface="Calibri"/>
              <a:cs typeface="Calibri"/>
            </a:endParaRPr>
          </a:p>
          <a:p>
            <a:pPr marL="742950" lvl="1" indent="-285750">
              <a:buFont typeface="Arial"/>
              <a:buChar char="•"/>
            </a:pPr>
            <a:r>
              <a:rPr lang="en-US" sz="1100" dirty="0">
                <a:solidFill>
                  <a:schemeClr val="bg1"/>
                </a:solidFill>
                <a:latin typeface="Segoe UI"/>
                <a:cs typeface="Segoe UI"/>
              </a:rPr>
              <a:t>sensitive vectors stored inside </a:t>
            </a:r>
            <a:r>
              <a:rPr lang="en-US" sz="1100" dirty="0" err="1">
                <a:solidFill>
                  <a:schemeClr val="bg1"/>
                </a:solidFill>
                <a:latin typeface="Segoe UI"/>
                <a:cs typeface="Segoe UI"/>
              </a:rPr>
              <a:t>Medartis</a:t>
            </a:r>
            <a:endParaRPr lang="en-US" dirty="0" err="1">
              <a:solidFill>
                <a:schemeClr val="bg1"/>
              </a:solidFill>
              <a:ea typeface="Calibri"/>
              <a:cs typeface="Calibri"/>
            </a:endParaRPr>
          </a:p>
          <a:p>
            <a:pPr marL="742950" lvl="1" indent="-285750">
              <a:buFont typeface="Arial"/>
              <a:buChar char="•"/>
            </a:pPr>
            <a:r>
              <a:rPr lang="en-US" sz="1100" dirty="0">
                <a:solidFill>
                  <a:schemeClr val="bg1"/>
                </a:solidFill>
                <a:latin typeface="Segoe UI"/>
                <a:ea typeface="Segoe UI"/>
                <a:cs typeface="Segoe UI"/>
              </a:rPr>
              <a:t>non‑sensitive vectors stored in EPAM</a:t>
            </a:r>
            <a:endParaRPr lang="en-US" dirty="0">
              <a:solidFill>
                <a:schemeClr val="bg1"/>
              </a:solidFill>
              <a:ea typeface="Calibri"/>
              <a:cs typeface="Calibri"/>
            </a:endParaRPr>
          </a:p>
          <a:p>
            <a:pPr marL="285750" indent="-285750">
              <a:buFont typeface="Arial"/>
              <a:buChar char="•"/>
            </a:pPr>
            <a:r>
              <a:rPr lang="en-US" sz="1100" dirty="0">
                <a:solidFill>
                  <a:schemeClr val="bg1"/>
                </a:solidFill>
                <a:latin typeface="Segoe UI"/>
                <a:ea typeface="Segoe UI"/>
                <a:cs typeface="Segoe UI"/>
              </a:rPr>
              <a:t>Multi‑hop flow: On‑Prem → </a:t>
            </a:r>
            <a:r>
              <a:rPr lang="en-US" sz="1100" dirty="0" err="1">
                <a:solidFill>
                  <a:schemeClr val="bg1"/>
                </a:solidFill>
                <a:latin typeface="Segoe UI"/>
                <a:ea typeface="Segoe UI"/>
                <a:cs typeface="Segoe UI"/>
              </a:rPr>
              <a:t>Medartis</a:t>
            </a:r>
            <a:r>
              <a:rPr lang="en-US" sz="1100" dirty="0">
                <a:solidFill>
                  <a:schemeClr val="bg1"/>
                </a:solidFill>
                <a:latin typeface="Segoe UI"/>
                <a:ea typeface="Segoe UI"/>
                <a:cs typeface="Segoe UI"/>
              </a:rPr>
              <a:t> → EPAM → </a:t>
            </a:r>
            <a:r>
              <a:rPr lang="en-US" sz="1100" dirty="0">
                <a:solidFill>
                  <a:schemeClr val="bg1"/>
                </a:solidFill>
                <a:latin typeface="Segoe UI"/>
                <a:cs typeface="Segoe UI"/>
              </a:rPr>
              <a:t>LLM provider</a:t>
            </a:r>
            <a:endParaRPr lang="en-US" dirty="0">
              <a:solidFill>
                <a:schemeClr val="bg1"/>
              </a:solidFill>
            </a:endParaRPr>
          </a:p>
          <a:p>
            <a:r>
              <a:rPr lang="en-US" b="1" dirty="0">
                <a:solidFill>
                  <a:schemeClr val="bg1"/>
                </a:solidFill>
              </a:rPr>
              <a:t>Pros</a:t>
            </a:r>
            <a:endParaRPr lang="en-US" dirty="0">
              <a:solidFill>
                <a:schemeClr val="bg1"/>
              </a:solidFill>
              <a:ea typeface="Calibri"/>
              <a:cs typeface="Calibri"/>
            </a:endParaRPr>
          </a:p>
          <a:p>
            <a:pPr marL="285750" indent="-285750">
              <a:buFont typeface="Arial"/>
              <a:buChar char="•"/>
            </a:pPr>
            <a:r>
              <a:rPr lang="en-US" sz="1100" b="1" dirty="0">
                <a:solidFill>
                  <a:schemeClr val="bg1"/>
                </a:solidFill>
                <a:latin typeface="Segoe UI"/>
                <a:cs typeface="Segoe UI"/>
              </a:rPr>
              <a:t>Sensitive data never leaves </a:t>
            </a:r>
            <a:r>
              <a:rPr lang="en-US" sz="1100" b="1" dirty="0" err="1">
                <a:solidFill>
                  <a:schemeClr val="bg1"/>
                </a:solidFill>
                <a:latin typeface="Segoe UI"/>
                <a:cs typeface="Segoe UI"/>
              </a:rPr>
              <a:t>Medartis</a:t>
            </a:r>
            <a:r>
              <a:rPr lang="en-US" sz="1100" b="1" dirty="0">
                <a:solidFill>
                  <a:schemeClr val="bg1"/>
                </a:solidFill>
                <a:latin typeface="Segoe UI"/>
                <a:cs typeface="Segoe UI"/>
              </a:rPr>
              <a:t> control</a:t>
            </a:r>
            <a:endParaRPr lang="en-US" b="1" dirty="0">
              <a:solidFill>
                <a:schemeClr val="bg1"/>
              </a:solidFill>
            </a:endParaRPr>
          </a:p>
          <a:p>
            <a:pPr marL="285750" indent="-285750">
              <a:buFont typeface="Arial"/>
              <a:buChar char="•"/>
            </a:pPr>
            <a:r>
              <a:rPr lang="en-US" sz="1100" b="1" dirty="0">
                <a:solidFill>
                  <a:schemeClr val="bg1"/>
                </a:solidFill>
                <a:latin typeface="Segoe UI"/>
                <a:cs typeface="Segoe UI"/>
              </a:rPr>
              <a:t>General/non‑sensitive data processed in EPAM</a:t>
            </a:r>
            <a:r>
              <a:rPr lang="en-US" sz="1100" dirty="0">
                <a:solidFill>
                  <a:schemeClr val="bg1"/>
                </a:solidFill>
                <a:latin typeface="Segoe UI"/>
                <a:cs typeface="Segoe UI"/>
              </a:rPr>
              <a:t>, reducing load on </a:t>
            </a:r>
            <a:r>
              <a:rPr lang="en-US" sz="1100" dirty="0" err="1">
                <a:solidFill>
                  <a:schemeClr val="bg1"/>
                </a:solidFill>
                <a:latin typeface="Segoe UI"/>
                <a:cs typeface="Segoe UI"/>
              </a:rPr>
              <a:t>Medartis</a:t>
            </a:r>
            <a:r>
              <a:rPr lang="en-US" sz="1100" dirty="0">
                <a:solidFill>
                  <a:schemeClr val="bg1"/>
                </a:solidFill>
                <a:latin typeface="Segoe UI"/>
                <a:cs typeface="Segoe UI"/>
              </a:rPr>
              <a:t> BTP</a:t>
            </a:r>
            <a:endParaRPr lang="en-US" dirty="0">
              <a:solidFill>
                <a:schemeClr val="bg1"/>
              </a:solidFill>
              <a:ea typeface="Calibri"/>
              <a:cs typeface="Calibri"/>
            </a:endParaRPr>
          </a:p>
          <a:p>
            <a:pPr marL="285750" indent="-285750">
              <a:buFont typeface="Arial"/>
              <a:buChar char="•"/>
            </a:pPr>
            <a:r>
              <a:rPr lang="en-US" sz="1100" dirty="0">
                <a:solidFill>
                  <a:schemeClr val="bg1"/>
                </a:solidFill>
                <a:latin typeface="Segoe UI"/>
                <a:cs typeface="Segoe UI"/>
              </a:rPr>
              <a:t>Flexible architecture: scalable AI workloads in EPAM + secure storage in </a:t>
            </a:r>
            <a:r>
              <a:rPr lang="en-US" sz="1100" dirty="0" err="1">
                <a:solidFill>
                  <a:schemeClr val="bg1"/>
                </a:solidFill>
                <a:latin typeface="Segoe UI"/>
                <a:cs typeface="Segoe UI"/>
              </a:rPr>
              <a:t>Medartis</a:t>
            </a:r>
            <a:endParaRPr lang="en-US" dirty="0" err="1">
              <a:solidFill>
                <a:schemeClr val="bg1"/>
              </a:solidFill>
              <a:ea typeface="Calibri"/>
              <a:cs typeface="Calibri"/>
            </a:endParaRPr>
          </a:p>
          <a:p>
            <a:pPr marL="285750" indent="-285750">
              <a:buFont typeface="Arial"/>
              <a:buChar char="•"/>
            </a:pPr>
            <a:r>
              <a:rPr lang="en-US" sz="1100" dirty="0">
                <a:solidFill>
                  <a:schemeClr val="bg1"/>
                </a:solidFill>
                <a:latin typeface="Segoe UI"/>
                <a:cs typeface="Segoe UI"/>
              </a:rPr>
              <a:t>Clear separation of sensitive vs non‑sensitive processing paths</a:t>
            </a:r>
            <a:endParaRPr lang="en-US" dirty="0">
              <a:solidFill>
                <a:schemeClr val="bg1"/>
              </a:solidFill>
              <a:ea typeface="Calibri"/>
              <a:cs typeface="Calibri"/>
            </a:endParaRPr>
          </a:p>
          <a:p>
            <a:r>
              <a:rPr lang="en-US" b="1" dirty="0">
                <a:solidFill>
                  <a:schemeClr val="bg1"/>
                </a:solidFill>
              </a:rPr>
              <a:t>Cons</a:t>
            </a:r>
            <a:endParaRPr lang="en-US" dirty="0">
              <a:solidFill>
                <a:schemeClr val="bg1"/>
              </a:solidFill>
              <a:ea typeface="Calibri"/>
              <a:cs typeface="Calibri"/>
            </a:endParaRPr>
          </a:p>
          <a:p>
            <a:pPr marL="285750" indent="-285750">
              <a:buFont typeface="Arial"/>
              <a:buChar char="•"/>
            </a:pPr>
            <a:r>
              <a:rPr lang="en-US" sz="1100" b="1" dirty="0">
                <a:solidFill>
                  <a:schemeClr val="bg1"/>
                </a:solidFill>
                <a:latin typeface="Segoe UI"/>
                <a:cs typeface="Segoe UI"/>
              </a:rPr>
              <a:t>Higher architectural and integration complexity</a:t>
            </a:r>
            <a:endParaRPr lang="en-US" dirty="0">
              <a:solidFill>
                <a:schemeClr val="bg1"/>
              </a:solidFill>
              <a:ea typeface="Calibri"/>
              <a:cs typeface="Calibri"/>
            </a:endParaRPr>
          </a:p>
          <a:p>
            <a:pPr marL="285750" indent="-285750">
              <a:buFont typeface="Arial"/>
              <a:buChar char="•"/>
            </a:pPr>
            <a:r>
              <a:rPr lang="en-US" sz="1100" dirty="0">
                <a:solidFill>
                  <a:schemeClr val="bg1"/>
                </a:solidFill>
                <a:latin typeface="Segoe UI"/>
                <a:cs typeface="Segoe UI"/>
              </a:rPr>
              <a:t>More components to monitor and maintain</a:t>
            </a:r>
            <a:endParaRPr lang="en-US" dirty="0">
              <a:solidFill>
                <a:schemeClr val="bg1"/>
              </a:solidFill>
              <a:ea typeface="Calibri"/>
              <a:cs typeface="Calibri"/>
            </a:endParaRPr>
          </a:p>
          <a:p>
            <a:pPr marL="285750" indent="-285750">
              <a:buFont typeface="Arial"/>
              <a:buChar char="•"/>
            </a:pPr>
            <a:r>
              <a:rPr lang="en-US" sz="1100" dirty="0">
                <a:solidFill>
                  <a:schemeClr val="bg1"/>
                </a:solidFill>
                <a:latin typeface="Segoe UI"/>
                <a:cs typeface="Segoe UI"/>
              </a:rPr>
              <a:t>Requires careful coordination across multiple platforms</a:t>
            </a:r>
            <a:endParaRPr lang="en-US" dirty="0">
              <a:solidFill>
                <a:schemeClr val="bg1"/>
              </a:solidFill>
              <a:ea typeface="Calibri"/>
              <a:cs typeface="Calibri"/>
            </a:endParaRPr>
          </a:p>
          <a:p>
            <a:pPr marL="285750" indent="-285750">
              <a:buFont typeface="Arial"/>
              <a:buChar char="•"/>
            </a:pPr>
            <a:r>
              <a:rPr lang="en-US" sz="1100" dirty="0">
                <a:solidFill>
                  <a:schemeClr val="bg1"/>
                </a:solidFill>
                <a:latin typeface="Segoe UI"/>
                <a:cs typeface="Segoe UI"/>
              </a:rPr>
              <a:t>Increased routing and connectivity overhead</a:t>
            </a:r>
          </a:p>
          <a:p>
            <a:pPr>
              <a:buFont typeface="Arial"/>
            </a:pPr>
            <a:endParaRPr lang="en-US" sz="1100" dirty="0">
              <a:solidFill>
                <a:schemeClr val="bg1"/>
              </a:solidFill>
              <a:latin typeface="Segoe UI"/>
              <a:ea typeface="Calibri"/>
              <a:cs typeface="Segoe UI"/>
            </a:endParaRPr>
          </a:p>
        </p:txBody>
      </p:sp>
    </p:spTree>
    <p:extLst>
      <p:ext uri="{BB962C8B-B14F-4D97-AF65-F5344CB8AC3E}">
        <p14:creationId xmlns:p14="http://schemas.microsoft.com/office/powerpoint/2010/main" val="3612130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0" y="0"/>
            <a:ext cx="3154680" cy="6858000"/>
          </a:xfrm>
          <a:prstGeom prst="rect">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457200" y="502920"/>
            <a:ext cx="2697480" cy="274320"/>
          </a:xfrm>
          <a:prstGeom prst="rect">
            <a:avLst/>
          </a:prstGeom>
          <a:noFill/>
        </p:spPr>
        <p:txBody>
          <a:bodyPr wrap="square" anchor="t">
            <a:spAutoFit/>
          </a:bodyPr>
          <a:lstStyle/>
          <a:p>
            <a:pPr algn="l">
              <a:lnSpc>
                <a:spcPct val="115000"/>
              </a:lnSpc>
            </a:pPr>
            <a:r>
              <a:rPr sz="1000" b="0">
                <a:solidFill>
                  <a:srgbClr val="222222"/>
                </a:solidFill>
                <a:latin typeface="Calibri"/>
              </a:rPr>
              <a:t>EPAM ACCELERATOR</a:t>
            </a:r>
          </a:p>
        </p:txBody>
      </p:sp>
      <p:sp>
        <p:nvSpPr>
          <p:cNvPr id="5" name="TextBox 4"/>
          <p:cNvSpPr txBox="1"/>
          <p:nvPr/>
        </p:nvSpPr>
        <p:spPr>
          <a:xfrm>
            <a:off x="457200" y="868680"/>
            <a:ext cx="2697480" cy="1280160"/>
          </a:xfrm>
          <a:prstGeom prst="rect">
            <a:avLst/>
          </a:prstGeom>
          <a:noFill/>
        </p:spPr>
        <p:txBody>
          <a:bodyPr wrap="square" anchor="t">
            <a:spAutoFit/>
          </a:bodyPr>
          <a:lstStyle/>
          <a:p>
            <a:pPr algn="l">
              <a:lnSpc>
                <a:spcPct val="110000"/>
              </a:lnSpc>
            </a:pPr>
            <a:r>
              <a:rPr sz="2200" b="1">
                <a:solidFill>
                  <a:srgbClr val="222222"/>
                </a:solidFill>
                <a:latin typeface="Calibri"/>
              </a:rPr>
              <a:t>SAP API Policy:</a:t>
            </a:r>
          </a:p>
          <a:p>
            <a:pPr algn="l">
              <a:lnSpc>
                <a:spcPct val="110000"/>
              </a:lnSpc>
            </a:pPr>
            <a:r>
              <a:rPr sz="2200" b="1">
                <a:solidFill>
                  <a:srgbClr val="222222"/>
                </a:solidFill>
                <a:latin typeface="Calibri"/>
              </a:rPr>
              <a:t>ABAP MCP Officially</a:t>
            </a:r>
          </a:p>
          <a:p>
            <a:pPr algn="l">
              <a:lnSpc>
                <a:spcPct val="110000"/>
              </a:lnSpc>
            </a:pPr>
            <a:r>
              <a:rPr sz="2200" b="1">
                <a:solidFill>
                  <a:srgbClr val="222222"/>
                </a:solidFill>
                <a:latin typeface="Calibri"/>
              </a:rPr>
              <a:t>Allowed</a:t>
            </a:r>
          </a:p>
        </p:txBody>
      </p:sp>
      <p:sp>
        <p:nvSpPr>
          <p:cNvPr id="6" name="Oval 5"/>
          <p:cNvSpPr/>
          <p:nvPr/>
        </p:nvSpPr>
        <p:spPr>
          <a:xfrm>
            <a:off x="457200" y="2468880"/>
            <a:ext cx="868680" cy="868680"/>
          </a:xfrm>
          <a:prstGeom prst="ellipse">
            <a:avLst/>
          </a:prstGeom>
          <a:solidFill>
            <a:srgbClr val="FFFFFF"/>
          </a:solidFill>
          <a:ln w="25400">
            <a:solidFill>
              <a:srgbClr val="00C8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57200" y="2468880"/>
            <a:ext cx="868680" cy="868680"/>
          </a:xfrm>
          <a:prstGeom prst="rect">
            <a:avLst/>
          </a:prstGeom>
          <a:noFill/>
        </p:spPr>
        <p:txBody>
          <a:bodyPr wrap="none" lIns="0" tIns="0" rIns="0" bIns="0" anchor="ctr">
            <a:spAutoFit/>
          </a:bodyPr>
          <a:lstStyle/>
          <a:p>
            <a:pPr algn="ctr"/>
            <a:r>
              <a:rPr sz="3600" b="1">
                <a:solidFill>
                  <a:srgbClr val="00C8D9"/>
                </a:solidFill>
                <a:latin typeface="Calibri"/>
              </a:rPr>
              <a:t>✓</a:t>
            </a:r>
          </a:p>
        </p:txBody>
      </p:sp>
      <p:sp>
        <p:nvSpPr>
          <p:cNvPr id="8" name="TextBox 7"/>
          <p:cNvSpPr txBox="1"/>
          <p:nvPr/>
        </p:nvSpPr>
        <p:spPr>
          <a:xfrm>
            <a:off x="457200" y="3611880"/>
            <a:ext cx="2697480" cy="320040"/>
          </a:xfrm>
          <a:prstGeom prst="rect">
            <a:avLst/>
          </a:prstGeom>
          <a:noFill/>
        </p:spPr>
        <p:txBody>
          <a:bodyPr wrap="square" anchor="t">
            <a:spAutoFit/>
          </a:bodyPr>
          <a:lstStyle/>
          <a:p>
            <a:pPr algn="l">
              <a:lnSpc>
                <a:spcPct val="115000"/>
              </a:lnSpc>
            </a:pPr>
            <a:r>
              <a:rPr sz="1000" b="1">
                <a:solidFill>
                  <a:srgbClr val="222222"/>
                </a:solidFill>
                <a:latin typeface="Calibri"/>
              </a:rPr>
              <a:t>KEY TAKEAWAY</a:t>
            </a:r>
          </a:p>
        </p:txBody>
      </p:sp>
      <p:sp>
        <p:nvSpPr>
          <p:cNvPr id="9" name="TextBox 8"/>
          <p:cNvSpPr txBox="1"/>
          <p:nvPr/>
        </p:nvSpPr>
        <p:spPr>
          <a:xfrm>
            <a:off x="457200" y="3931920"/>
            <a:ext cx="2697480" cy="2377440"/>
          </a:xfrm>
          <a:prstGeom prst="rect">
            <a:avLst/>
          </a:prstGeom>
          <a:noFill/>
        </p:spPr>
        <p:txBody>
          <a:bodyPr wrap="square" anchor="t">
            <a:spAutoFit/>
          </a:bodyPr>
          <a:lstStyle/>
          <a:p>
            <a:pPr algn="l">
              <a:lnSpc>
                <a:spcPct val="130000"/>
              </a:lnSpc>
              <a:spcAft>
                <a:spcPts val="1000"/>
              </a:spcAft>
            </a:pPr>
            <a:r>
              <a:rPr sz="1200" b="0">
                <a:solidFill>
                  <a:srgbClr val="333333"/>
                </a:solidFill>
                <a:latin typeface="Calibri"/>
              </a:rPr>
              <a:t>SAP API Policy v.4/2026a now </a:t>
            </a:r>
            <a:r>
              <a:rPr sz="1200" b="1">
                <a:solidFill>
                  <a:srgbClr val="333333"/>
                </a:solidFill>
                <a:latin typeface="Calibri"/>
              </a:rPr>
              <a:t>explicitly endorses</a:t>
            </a:r>
            <a:r>
              <a:rPr sz="1200" b="0">
                <a:solidFill>
                  <a:srgbClr val="333333"/>
                </a:solidFill>
                <a:latin typeface="Calibri"/>
              </a:rPr>
              <a:t> ADT-based developer tooling — including MCP servers — for internal development work.</a:t>
            </a:r>
          </a:p>
          <a:p>
            <a:pPr algn="l">
              <a:lnSpc>
                <a:spcPct val="130000"/>
              </a:lnSpc>
              <a:spcAft>
                <a:spcPts val="1000"/>
              </a:spcAft>
            </a:pPr>
            <a:r>
              <a:rPr sz="1200" b="1">
                <a:solidFill>
                  <a:srgbClr val="333333"/>
                </a:solidFill>
                <a:latin typeface="Calibri"/>
              </a:rPr>
              <a:t>With restrictions:</a:t>
            </a:r>
            <a:r>
              <a:rPr sz="1200" b="0">
                <a:solidFill>
                  <a:srgbClr val="333333"/>
                </a:solidFill>
                <a:latin typeface="Calibri"/>
              </a:rPr>
              <a:t> ADT must not be used as a backdoor for business-data extraction, free SQL, or table reads.</a:t>
            </a:r>
          </a:p>
        </p:txBody>
      </p:sp>
      <p:sp>
        <p:nvSpPr>
          <p:cNvPr id="10" name="TextBox 9"/>
          <p:cNvSpPr txBox="1"/>
          <p:nvPr/>
        </p:nvSpPr>
        <p:spPr>
          <a:xfrm>
            <a:off x="3566160" y="502920"/>
            <a:ext cx="8214360" cy="274320"/>
          </a:xfrm>
          <a:prstGeom prst="rect">
            <a:avLst/>
          </a:prstGeom>
          <a:noFill/>
        </p:spPr>
        <p:txBody>
          <a:bodyPr wrap="square" anchor="t">
            <a:spAutoFit/>
          </a:bodyPr>
          <a:lstStyle/>
          <a:p>
            <a:pPr algn="l">
              <a:lnSpc>
                <a:spcPct val="115000"/>
              </a:lnSpc>
            </a:pPr>
            <a:r>
              <a:rPr sz="1000" b="1">
                <a:solidFill>
                  <a:srgbClr val="00C8D9"/>
                </a:solidFill>
                <a:latin typeface="Calibri"/>
              </a:rPr>
              <a:t>API POLICY UPDATE  •  May 2026</a:t>
            </a:r>
          </a:p>
        </p:txBody>
      </p:sp>
      <p:sp>
        <p:nvSpPr>
          <p:cNvPr id="11" name="TextBox 10"/>
          <p:cNvSpPr txBox="1"/>
          <p:nvPr/>
        </p:nvSpPr>
        <p:spPr>
          <a:xfrm>
            <a:off x="3566160" y="822960"/>
            <a:ext cx="8214360" cy="502920"/>
          </a:xfrm>
          <a:prstGeom prst="rect">
            <a:avLst/>
          </a:prstGeom>
          <a:noFill/>
        </p:spPr>
        <p:txBody>
          <a:bodyPr wrap="square" anchor="t">
            <a:spAutoFit/>
          </a:bodyPr>
          <a:lstStyle/>
          <a:p>
            <a:pPr algn="l">
              <a:lnSpc>
                <a:spcPct val="115000"/>
              </a:lnSpc>
            </a:pPr>
            <a:r>
              <a:rPr sz="2200" b="1">
                <a:solidFill>
                  <a:srgbClr val="222222"/>
                </a:solidFill>
                <a:latin typeface="Calibri"/>
              </a:rPr>
              <a:t>ADT MCP for ABAP development is now officially allowed</a:t>
            </a:r>
          </a:p>
        </p:txBody>
      </p:sp>
      <p:sp>
        <p:nvSpPr>
          <p:cNvPr id="12" name="TextBox 11"/>
          <p:cNvSpPr txBox="1"/>
          <p:nvPr/>
        </p:nvSpPr>
        <p:spPr>
          <a:xfrm>
            <a:off x="3566160" y="1417320"/>
            <a:ext cx="8214360" cy="640080"/>
          </a:xfrm>
          <a:prstGeom prst="rect">
            <a:avLst/>
          </a:prstGeom>
          <a:noFill/>
        </p:spPr>
        <p:txBody>
          <a:bodyPr wrap="square" anchor="t">
            <a:spAutoFit/>
          </a:bodyPr>
          <a:lstStyle/>
          <a:p>
            <a:pPr algn="l">
              <a:lnSpc>
                <a:spcPct val="130000"/>
              </a:lnSpc>
            </a:pPr>
            <a:r>
              <a:rPr sz="1300" b="0">
                <a:solidFill>
                  <a:srgbClr val="333333"/>
                </a:solidFill>
                <a:latin typeface="Calibri"/>
              </a:rPr>
              <a:t>SAP updated its </a:t>
            </a:r>
            <a:r>
              <a:rPr sz="1300" b="1">
                <a:solidFill>
                  <a:srgbClr val="333333"/>
                </a:solidFill>
                <a:latin typeface="Calibri"/>
              </a:rPr>
              <a:t>API Policy FAQ</a:t>
            </a:r>
            <a:r>
              <a:rPr sz="1300" b="0">
                <a:solidFill>
                  <a:srgbClr val="333333"/>
                </a:solidFill>
                <a:latin typeface="Calibri"/>
              </a:rPr>
              <a:t> (v.4/2026a). ADT APIs may be used through endorsed channels for development tooling — with clear limits on business-data access.</a:t>
            </a:r>
          </a:p>
        </p:txBody>
      </p:sp>
      <p:sp>
        <p:nvSpPr>
          <p:cNvPr id="13" name="Rectangle 12"/>
          <p:cNvSpPr/>
          <p:nvPr/>
        </p:nvSpPr>
        <p:spPr>
          <a:xfrm>
            <a:off x="3566160" y="2331720"/>
            <a:ext cx="3970020" cy="3749039"/>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3566160" y="2331720"/>
            <a:ext cx="3970020" cy="73152"/>
          </a:xfrm>
          <a:prstGeom prst="rect">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3794760" y="2606040"/>
            <a:ext cx="411480" cy="411480"/>
          </a:xfrm>
          <a:prstGeom prst="ellipse">
            <a:avLst/>
          </a:prstGeom>
          <a:solidFill>
            <a:srgbClr val="1E7E3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16" name="TextBox 15"/>
          <p:cNvSpPr txBox="1"/>
          <p:nvPr/>
        </p:nvSpPr>
        <p:spPr>
          <a:xfrm>
            <a:off x="4343400" y="2587752"/>
            <a:ext cx="3055620" cy="457200"/>
          </a:xfrm>
          <a:prstGeom prst="rect">
            <a:avLst/>
          </a:prstGeom>
          <a:noFill/>
        </p:spPr>
        <p:txBody>
          <a:bodyPr wrap="square" anchor="t">
            <a:spAutoFit/>
          </a:bodyPr>
          <a:lstStyle/>
          <a:p>
            <a:pPr algn="l">
              <a:lnSpc>
                <a:spcPct val="115000"/>
              </a:lnSpc>
            </a:pPr>
            <a:r>
              <a:rPr sz="1300" b="1">
                <a:solidFill>
                  <a:srgbClr val="1E7E34"/>
                </a:solidFill>
                <a:latin typeface="Calibri"/>
              </a:rPr>
              <a:t>ALLOWED — Development tooling</a:t>
            </a:r>
          </a:p>
        </p:txBody>
      </p:sp>
      <p:sp>
        <p:nvSpPr>
          <p:cNvPr id="17" name="TextBox 16"/>
          <p:cNvSpPr txBox="1"/>
          <p:nvPr/>
        </p:nvSpPr>
        <p:spPr>
          <a:xfrm>
            <a:off x="3840480" y="3200400"/>
            <a:ext cx="3421380" cy="2651760"/>
          </a:xfrm>
          <a:prstGeom prst="rect">
            <a:avLst/>
          </a:prstGeom>
          <a:noFill/>
        </p:spPr>
        <p:txBody>
          <a:bodyPr wrap="square" lIns="0" tIns="0" rIns="0" bIns="0">
            <a:spAutoFit/>
          </a:bodyPr>
          <a:lstStyle/>
          <a:p>
            <a:pPr algn="l">
              <a:lnSpc>
                <a:spcPct val="125000"/>
              </a:lnSpc>
              <a:spcAft>
                <a:spcPts val="600"/>
              </a:spcAft>
            </a:pPr>
            <a:r>
              <a:rPr sz="1200">
                <a:solidFill>
                  <a:srgbClr val="1E7E34"/>
                </a:solidFill>
                <a:latin typeface="Calibri"/>
              </a:rPr>
              <a:t>●  </a:t>
            </a:r>
            <a:r>
              <a:rPr sz="1200">
                <a:solidFill>
                  <a:srgbClr val="333333"/>
                </a:solidFill>
                <a:latin typeface="Calibri"/>
              </a:rPr>
              <a:t>Repository access (read source via ADT)</a:t>
            </a:r>
          </a:p>
          <a:p>
            <a:pPr algn="l">
              <a:lnSpc>
                <a:spcPct val="125000"/>
              </a:lnSpc>
              <a:spcAft>
                <a:spcPts val="600"/>
              </a:spcAft>
            </a:pPr>
            <a:r>
              <a:rPr sz="1200">
                <a:solidFill>
                  <a:srgbClr val="1E7E34"/>
                </a:solidFill>
                <a:latin typeface="Calibri"/>
              </a:rPr>
              <a:t>●  </a:t>
            </a:r>
            <a:r>
              <a:rPr sz="1200">
                <a:solidFill>
                  <a:srgbClr val="333333"/>
                </a:solidFill>
                <a:latin typeface="Calibri"/>
              </a:rPr>
              <a:t>Code inspection &amp; syntax checks</a:t>
            </a:r>
          </a:p>
          <a:p>
            <a:pPr algn="l">
              <a:lnSpc>
                <a:spcPct val="125000"/>
              </a:lnSpc>
              <a:spcAft>
                <a:spcPts val="600"/>
              </a:spcAft>
            </a:pPr>
            <a:r>
              <a:rPr sz="1200">
                <a:solidFill>
                  <a:srgbClr val="1E7E34"/>
                </a:solidFill>
                <a:latin typeface="Calibri"/>
              </a:rPr>
              <a:t>●  </a:t>
            </a:r>
            <a:r>
              <a:rPr sz="1200">
                <a:solidFill>
                  <a:srgbClr val="333333"/>
                </a:solidFill>
                <a:latin typeface="Calibri"/>
              </a:rPr>
              <a:t>ATC checks and ABAP Unit</a:t>
            </a:r>
          </a:p>
          <a:p>
            <a:pPr algn="l">
              <a:lnSpc>
                <a:spcPct val="125000"/>
              </a:lnSpc>
              <a:spcAft>
                <a:spcPts val="600"/>
              </a:spcAft>
            </a:pPr>
            <a:r>
              <a:rPr sz="1200">
                <a:solidFill>
                  <a:srgbClr val="1E7E34"/>
                </a:solidFill>
                <a:latin typeface="Calibri"/>
              </a:rPr>
              <a:t>●  </a:t>
            </a:r>
            <a:r>
              <a:rPr sz="1200">
                <a:solidFill>
                  <a:srgbClr val="333333"/>
                </a:solidFill>
                <a:latin typeface="Calibri"/>
              </a:rPr>
              <a:t>Object activation</a:t>
            </a:r>
          </a:p>
          <a:p>
            <a:pPr algn="l">
              <a:lnSpc>
                <a:spcPct val="125000"/>
              </a:lnSpc>
              <a:spcAft>
                <a:spcPts val="600"/>
              </a:spcAft>
            </a:pPr>
            <a:r>
              <a:rPr sz="1200">
                <a:solidFill>
                  <a:srgbClr val="1E7E34"/>
                </a:solidFill>
                <a:latin typeface="Calibri"/>
              </a:rPr>
              <a:t>●  </a:t>
            </a:r>
            <a:r>
              <a:rPr sz="1200">
                <a:solidFill>
                  <a:srgbClr val="333333"/>
                </a:solidFill>
                <a:latin typeface="Calibri"/>
              </a:rPr>
              <a:t>abapGit &amp; SAP-published Eclipse ADT</a:t>
            </a:r>
          </a:p>
          <a:p>
            <a:pPr algn="l">
              <a:lnSpc>
                <a:spcPct val="125000"/>
              </a:lnSpc>
              <a:spcAft>
                <a:spcPts val="600"/>
              </a:spcAft>
            </a:pPr>
            <a:r>
              <a:rPr sz="1200">
                <a:solidFill>
                  <a:srgbClr val="1E7E34"/>
                </a:solidFill>
                <a:latin typeface="Calibri"/>
              </a:rPr>
              <a:t>●  </a:t>
            </a:r>
            <a:r>
              <a:rPr sz="1200">
                <a:solidFill>
                  <a:srgbClr val="333333"/>
                </a:solidFill>
                <a:latin typeface="Calibri"/>
              </a:rPr>
              <a:t>Internal CI/CD pipelines and dev utilities</a:t>
            </a:r>
          </a:p>
        </p:txBody>
      </p:sp>
      <p:sp>
        <p:nvSpPr>
          <p:cNvPr id="18" name="Rectangle 17"/>
          <p:cNvSpPr/>
          <p:nvPr/>
        </p:nvSpPr>
        <p:spPr>
          <a:xfrm>
            <a:off x="7810500" y="2331720"/>
            <a:ext cx="3970020" cy="3749039"/>
          </a:xfrm>
          <a:prstGeom prst="rect">
            <a:avLst/>
          </a:prstGeom>
          <a:solidFill>
            <a:srgbClr val="FD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810500" y="2331720"/>
            <a:ext cx="397002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8039100" y="2606040"/>
            <a:ext cx="411480" cy="41148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21" name="TextBox 20"/>
          <p:cNvSpPr txBox="1"/>
          <p:nvPr/>
        </p:nvSpPr>
        <p:spPr>
          <a:xfrm>
            <a:off x="8587740" y="2587752"/>
            <a:ext cx="3055620" cy="457200"/>
          </a:xfrm>
          <a:prstGeom prst="rect">
            <a:avLst/>
          </a:prstGeom>
          <a:noFill/>
        </p:spPr>
        <p:txBody>
          <a:bodyPr wrap="square" anchor="t">
            <a:spAutoFit/>
          </a:bodyPr>
          <a:lstStyle/>
          <a:p>
            <a:pPr algn="l">
              <a:lnSpc>
                <a:spcPct val="115000"/>
              </a:lnSpc>
            </a:pPr>
            <a:r>
              <a:rPr sz="1300" b="1">
                <a:solidFill>
                  <a:srgbClr val="C0392B"/>
                </a:solidFill>
                <a:latin typeface="Calibri"/>
              </a:rPr>
              <a:t>NOT ALLOWED — Business data access</a:t>
            </a:r>
          </a:p>
        </p:txBody>
      </p:sp>
      <p:sp>
        <p:nvSpPr>
          <p:cNvPr id="22" name="TextBox 21"/>
          <p:cNvSpPr txBox="1"/>
          <p:nvPr/>
        </p:nvSpPr>
        <p:spPr>
          <a:xfrm>
            <a:off x="8084820" y="3200400"/>
            <a:ext cx="3421380" cy="2651760"/>
          </a:xfrm>
          <a:prstGeom prst="rect">
            <a:avLst/>
          </a:prstGeom>
          <a:noFill/>
        </p:spPr>
        <p:txBody>
          <a:bodyPr wrap="square" lIns="0" tIns="0" rIns="0" bIns="0">
            <a:spAutoFit/>
          </a:bodyPr>
          <a:lstStyle/>
          <a:p>
            <a:pPr algn="l">
              <a:lnSpc>
                <a:spcPct val="125000"/>
              </a:lnSpc>
              <a:spcAft>
                <a:spcPts val="600"/>
              </a:spcAft>
            </a:pPr>
            <a:r>
              <a:rPr sz="1200">
                <a:solidFill>
                  <a:srgbClr val="C0392B"/>
                </a:solidFill>
                <a:latin typeface="Calibri"/>
              </a:rPr>
              <a:t>●  </a:t>
            </a:r>
            <a:r>
              <a:rPr sz="1200">
                <a:solidFill>
                  <a:srgbClr val="333333"/>
                </a:solidFill>
                <a:latin typeface="Calibri"/>
              </a:rPr>
              <a:t>ADT Data Preview</a:t>
            </a:r>
          </a:p>
          <a:p>
            <a:pPr algn="l">
              <a:lnSpc>
                <a:spcPct val="125000"/>
              </a:lnSpc>
              <a:spcAft>
                <a:spcPts val="600"/>
              </a:spcAft>
            </a:pPr>
            <a:r>
              <a:rPr sz="1200">
                <a:solidFill>
                  <a:srgbClr val="C0392B"/>
                </a:solidFill>
                <a:latin typeface="Calibri"/>
              </a:rPr>
              <a:t>●  </a:t>
            </a:r>
            <a:r>
              <a:rPr sz="1200">
                <a:solidFill>
                  <a:srgbClr val="333333"/>
                </a:solidFill>
                <a:latin typeface="Calibri"/>
              </a:rPr>
              <a:t>Free SQL execution against backend</a:t>
            </a:r>
          </a:p>
          <a:p>
            <a:pPr algn="l">
              <a:lnSpc>
                <a:spcPct val="125000"/>
              </a:lnSpc>
              <a:spcAft>
                <a:spcPts val="600"/>
              </a:spcAft>
            </a:pPr>
            <a:r>
              <a:rPr sz="1200">
                <a:solidFill>
                  <a:srgbClr val="C0392B"/>
                </a:solidFill>
                <a:latin typeface="Calibri"/>
              </a:rPr>
              <a:t>●  </a:t>
            </a:r>
            <a:r>
              <a:rPr sz="1200">
                <a:solidFill>
                  <a:srgbClr val="333333"/>
                </a:solidFill>
                <a:latin typeface="Calibri"/>
              </a:rPr>
              <a:t>Generic table reads</a:t>
            </a:r>
          </a:p>
          <a:p>
            <a:pPr algn="l">
              <a:lnSpc>
                <a:spcPct val="125000"/>
              </a:lnSpc>
              <a:spcAft>
                <a:spcPts val="600"/>
              </a:spcAft>
            </a:pPr>
            <a:r>
              <a:rPr sz="1200">
                <a:solidFill>
                  <a:srgbClr val="C0392B"/>
                </a:solidFill>
                <a:latin typeface="Calibri"/>
              </a:rPr>
              <a:t>●  </a:t>
            </a:r>
            <a:r>
              <a:rPr sz="1200">
                <a:solidFill>
                  <a:srgbClr val="333333"/>
                </a:solidFill>
                <a:latin typeface="Calibri"/>
              </a:rPr>
              <a:t>Business-data extraction or export</a:t>
            </a:r>
          </a:p>
          <a:p>
            <a:pPr algn="l">
              <a:lnSpc>
                <a:spcPct val="125000"/>
              </a:lnSpc>
              <a:spcAft>
                <a:spcPts val="600"/>
              </a:spcAft>
            </a:pPr>
            <a:r>
              <a:rPr sz="1200">
                <a:solidFill>
                  <a:srgbClr val="C0392B"/>
                </a:solidFill>
                <a:latin typeface="Calibri"/>
              </a:rPr>
              <a:t>●  </a:t>
            </a:r>
            <a:r>
              <a:rPr sz="1200">
                <a:solidFill>
                  <a:srgbClr val="333333"/>
                </a:solidFill>
                <a:latin typeface="Calibri"/>
              </a:rPr>
              <a:t>Runtime/business orchestration via ADT</a:t>
            </a:r>
          </a:p>
          <a:p>
            <a:pPr algn="l">
              <a:lnSpc>
                <a:spcPct val="125000"/>
              </a:lnSpc>
              <a:spcAft>
                <a:spcPts val="600"/>
              </a:spcAft>
            </a:pPr>
            <a:r>
              <a:rPr sz="1200">
                <a:solidFill>
                  <a:srgbClr val="C0392B"/>
                </a:solidFill>
                <a:latin typeface="Calibri"/>
              </a:rPr>
              <a:t>●  </a:t>
            </a:r>
            <a:r>
              <a:rPr sz="1200">
                <a:solidFill>
                  <a:srgbClr val="333333"/>
                </a:solidFill>
                <a:latin typeface="Calibri"/>
              </a:rPr>
              <a:t>Substituting ADT for business APIs</a:t>
            </a:r>
          </a:p>
        </p:txBody>
      </p:sp>
      <p:sp>
        <p:nvSpPr>
          <p:cNvPr id="23" name="TextBox 22"/>
          <p:cNvSpPr txBox="1"/>
          <p:nvPr/>
        </p:nvSpPr>
        <p:spPr>
          <a:xfrm>
            <a:off x="3566160" y="6263640"/>
            <a:ext cx="8214360" cy="274320"/>
          </a:xfrm>
          <a:prstGeom prst="rect">
            <a:avLst/>
          </a:prstGeom>
          <a:noFill/>
        </p:spPr>
        <p:txBody>
          <a:bodyPr wrap="square" anchor="t">
            <a:spAutoFit/>
          </a:bodyPr>
          <a:lstStyle/>
          <a:p>
            <a:pPr algn="l">
              <a:lnSpc>
                <a:spcPct val="115000"/>
              </a:lnSpc>
            </a:pPr>
            <a:r>
              <a:rPr sz="1000" b="1">
                <a:solidFill>
                  <a:srgbClr val="6B6B6B"/>
                </a:solidFill>
                <a:latin typeface="Calibri"/>
              </a:rPr>
              <a:t>Source: </a:t>
            </a:r>
            <a:r>
              <a:rPr sz="1000" b="0">
                <a:solidFill>
                  <a:srgbClr val="6B6B6B"/>
                </a:solidFill>
                <a:latin typeface="Calibri"/>
              </a:rPr>
              <a:t>SAP API Policy v.4/2026a – ADT API Policy FAQ v1.1  •  help.sap.com/doc/sap-api-policy</a:t>
            </a:r>
          </a:p>
        </p:txBody>
      </p:sp>
      <p:sp>
        <p:nvSpPr>
          <p:cNvPr id="24" name="TextBox 23"/>
          <p:cNvSpPr txBox="1"/>
          <p:nvPr/>
        </p:nvSpPr>
        <p:spPr>
          <a:xfrm>
            <a:off x="457200" y="6263640"/>
            <a:ext cx="1097280" cy="274320"/>
          </a:xfrm>
          <a:prstGeom prst="rect">
            <a:avLst/>
          </a:prstGeom>
          <a:noFill/>
        </p:spPr>
        <p:txBody>
          <a:bodyPr wrap="square" anchor="t">
            <a:spAutoFit/>
          </a:bodyPr>
          <a:lstStyle/>
          <a:p>
            <a:pPr algn="l">
              <a:lnSpc>
                <a:spcPct val="115000"/>
              </a:lnSpc>
            </a:pPr>
            <a:r>
              <a:rPr sz="1100" b="1">
                <a:solidFill>
                  <a:srgbClr val="222222"/>
                </a:solidFill>
                <a:latin typeface="Calibri"/>
              </a:rPr>
              <a:t>&lt;epam&gt;</a:t>
            </a:r>
          </a:p>
        </p:txBody>
      </p:sp>
      <p:sp>
        <p:nvSpPr>
          <p:cNvPr id="25" name="TextBox 24"/>
          <p:cNvSpPr txBox="1"/>
          <p:nvPr/>
        </p:nvSpPr>
        <p:spPr>
          <a:xfrm>
            <a:off x="9448800" y="6263640"/>
            <a:ext cx="2377440" cy="274320"/>
          </a:xfrm>
          <a:prstGeom prst="rect">
            <a:avLst/>
          </a:prstGeom>
          <a:noFill/>
        </p:spPr>
        <p:txBody>
          <a:bodyPr wrap="square" anchor="t">
            <a:spAutoFit/>
          </a:bodyPr>
          <a:lstStyle/>
          <a:p>
            <a:pPr algn="r">
              <a:lnSpc>
                <a:spcPct val="115000"/>
              </a:lnSpc>
            </a:pPr>
            <a:r>
              <a:rPr sz="900" b="0">
                <a:solidFill>
                  <a:srgbClr val="6B6B6B"/>
                </a:solidFill>
                <a:latin typeface="Calibri"/>
              </a:rPr>
              <a:t>EPAM Proprietary &amp;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PAM Master Dark 2023.1">
  <a:themeElements>
    <a:clrScheme name="EPAM Dark Palette">
      <a:dk1>
        <a:srgbClr val="000000"/>
      </a:dk1>
      <a:lt1>
        <a:srgbClr val="FFFFFF"/>
      </a:lt1>
      <a:dk2>
        <a:srgbClr val="A0A0A0"/>
      </a:dk2>
      <a:lt2>
        <a:srgbClr val="FBFAFA"/>
      </a:lt2>
      <a:accent1>
        <a:srgbClr val="161616"/>
      </a:accent1>
      <a:accent2>
        <a:srgbClr val="00F6FF"/>
      </a:accent2>
      <a:accent3>
        <a:srgbClr val="B896FF"/>
      </a:accent3>
      <a:accent4>
        <a:srgbClr val="7BA8FF"/>
      </a:accent4>
      <a:accent5>
        <a:srgbClr val="418DFF"/>
      </a:accent5>
      <a:accent6>
        <a:srgbClr val="00F3AB"/>
      </a:accent6>
      <a:hlink>
        <a:srgbClr val="060606"/>
      </a:hlink>
      <a:folHlink>
        <a:srgbClr val="000000"/>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3.xml><?xml version="1.0" encoding="utf-8"?>
<a:theme xmlns:a="http://schemas.openxmlformats.org/drawingml/2006/main" name="EPAM Master Light 2023.1">
  <a:themeElements>
    <a:clrScheme name="EPAM Light Palette ">
      <a:dk1>
        <a:srgbClr val="000000"/>
      </a:dk1>
      <a:lt1>
        <a:srgbClr val="FFFFFF"/>
      </a:lt1>
      <a:dk2>
        <a:srgbClr val="A0A0A0"/>
      </a:dk2>
      <a:lt2>
        <a:srgbClr val="FBFAFA"/>
      </a:lt2>
      <a:accent1>
        <a:srgbClr val="060606"/>
      </a:accent1>
      <a:accent2>
        <a:srgbClr val="0047FF"/>
      </a:accent2>
      <a:accent3>
        <a:srgbClr val="0078C2"/>
      </a:accent3>
      <a:accent4>
        <a:srgbClr val="8353D2"/>
      </a:accent4>
      <a:accent5>
        <a:srgbClr val="0134BB"/>
      </a:accent5>
      <a:accent6>
        <a:srgbClr val="107E8D"/>
      </a:accent6>
      <a:hlink>
        <a:srgbClr val="060606"/>
      </a:hlink>
      <a:folHlink>
        <a:srgbClr val="000000"/>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EPAM_PPT_Light_Mode_Main_2023.pptx" id="{7FE1BCAA-8D42-4B53-9E13-8FC79C69C77C}" vid="{02DAA973-E660-43B6-8351-FD552606C1A5}"/>
    </a:ext>
  </a:extLst>
</a:theme>
</file>

<file path=ppt/theme/theme4.xml><?xml version="1.0" encoding="utf-8"?>
<a:theme xmlns:a="http://schemas.openxmlformats.org/drawingml/2006/main" name="1_EPAM Master 2023.5">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a:defPPr>
      </a:lstStyle>
    </a:txDef>
  </a:objectDefaults>
  <a:extraClrSchemeLst/>
  <a:custClrLst>
    <a:custClr name="PALINA BLUE">
      <a:srgbClr val="A9C9D7"/>
    </a:custClr>
    <a:custClr name="DARK PURPLE ">
      <a:srgbClr val="8A7CBB"/>
    </a:custClr>
    <a:custClr name="LIGHT PURPLE">
      <a:srgbClr val="AE9BD8"/>
    </a:custClr>
    <a:custClr name="BRIGHT CORAL">
      <a:srgbClr val="FF4E33"/>
    </a:custClr>
    <a:custClr name="EPAM CORAL">
      <a:srgbClr val="FF8468"/>
    </a:custClr>
    <a:custClr name="BRIGHT ORANGE">
      <a:srgbClr val="FF8500"/>
    </a:custClr>
    <a:custClr name="ORANGE ">
      <a:srgbClr val="FFA436"/>
    </a:custClr>
    <a:custClr name="DARK GREEN">
      <a:srgbClr val="62A230"/>
    </a:custClr>
    <a:custClr name="BRIGHT GREEN">
      <a:srgbClr val="9BC838"/>
    </a:custClr>
    <a:custClr name="LIME GREEN">
      <a:srgbClr val="C8DE49"/>
    </a:custClr>
    <a:custClr name="Coral Orange">
      <a:srgbClr val="F57F41"/>
    </a:custClr>
    <a:custClr name="Tangerine">
      <a:srgbClr val="F15C44"/>
    </a:custClr>
    <a:custClr name="Gold">
      <a:srgbClr val="DBB661"/>
    </a:custClr>
    <a:custClr name="Turqoise">
      <a:srgbClr val="2A9D8E"/>
    </a:custClr>
    <a:custClr name="Ocean">
      <a:srgbClr val="209EBD"/>
    </a:custClr>
    <a:custClr name="Charcoal">
      <a:srgbClr val="264553"/>
    </a:custClr>
    <a:custClr name="Eggplant">
      <a:srgbClr val="58335E"/>
    </a:custClr>
    <a:custClr name="Grape Soda">
      <a:srgbClr val="745C97"/>
    </a:custClr>
    <a:custClr name="Wild Berry">
      <a:srgbClr val="89608E"/>
    </a:custClr>
    <a:custClr name="Taffy">
      <a:srgbClr val="8ACDEA"/>
    </a:custClr>
    <a:custClr name="Honey">
      <a:srgbClr val="EFEA5A"/>
    </a:custClr>
    <a:custClr name="Mint">
      <a:srgbClr val="2CD094"/>
    </a:custClr>
    <a:custClr name="Malibu">
      <a:srgbClr val="BAD49C"/>
    </a:custClr>
    <a:custClr name="Cotton Candy">
      <a:srgbClr val="EEB4B3"/>
    </a:custClr>
    <a:custClr name="Guava">
      <a:srgbClr val="E26D5C"/>
    </a:custClr>
  </a:custClrLst>
  <a:extLst>
    <a:ext uri="{05A4C25C-085E-4340-85A3-A5531E510DB2}">
      <thm15:themeFamily xmlns:thm15="http://schemas.microsoft.com/office/thememl/2012/main" name="Continuum_Master_v1.1" id="{D2F91407-39AD-2344-8F42-01B4155FF2FD}" vid="{09F1F252-BD3A-0A45-9F6B-518524EA322F}"/>
    </a:ext>
  </a:extLst>
</a:theme>
</file>

<file path=ppt/theme/theme5.xml><?xml version="1.0" encoding="utf-8"?>
<a:theme xmlns:a="http://schemas.openxmlformats.org/drawingml/2006/main" name="3_EPAM Master 2023.5">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custClrLst>
    <a:custClr name="PALINA BLUE">
      <a:srgbClr val="A9C9D7"/>
    </a:custClr>
    <a:custClr name="DARK PURPLE ">
      <a:srgbClr val="8A7CBB"/>
    </a:custClr>
    <a:custClr name="LIGHT PURPLE">
      <a:srgbClr val="AE9BD8"/>
    </a:custClr>
    <a:custClr name="BRIGHT CORAL">
      <a:srgbClr val="FF4E33"/>
    </a:custClr>
    <a:custClr name="EPAM CORAL">
      <a:srgbClr val="FF8468"/>
    </a:custClr>
    <a:custClr name="BRIGHT ORANGE">
      <a:srgbClr val="FF8500"/>
    </a:custClr>
    <a:custClr name="ORANGE ">
      <a:srgbClr val="FFA436"/>
    </a:custClr>
    <a:custClr name="DARK GREEN">
      <a:srgbClr val="62A230"/>
    </a:custClr>
    <a:custClr name="BRIGHT GREEN">
      <a:srgbClr val="9BC838"/>
    </a:custClr>
    <a:custClr name="LIME GREEN">
      <a:srgbClr val="C8DE49"/>
    </a:custClr>
    <a:custClr name="Coral Orange">
      <a:srgbClr val="F57F41"/>
    </a:custClr>
    <a:custClr name="Tangerine">
      <a:srgbClr val="F15C44"/>
    </a:custClr>
    <a:custClr name="Gold">
      <a:srgbClr val="DBB661"/>
    </a:custClr>
    <a:custClr name="Turqoise">
      <a:srgbClr val="2A9D8E"/>
    </a:custClr>
    <a:custClr name="Ocean">
      <a:srgbClr val="209EBD"/>
    </a:custClr>
    <a:custClr name="Charcoal">
      <a:srgbClr val="264553"/>
    </a:custClr>
    <a:custClr name="Eggplant">
      <a:srgbClr val="58335E"/>
    </a:custClr>
    <a:custClr name="Grape Soda">
      <a:srgbClr val="745C97"/>
    </a:custClr>
    <a:custClr name="Wild Berry">
      <a:srgbClr val="89608E"/>
    </a:custClr>
    <a:custClr name="Taffy">
      <a:srgbClr val="8ACDEA"/>
    </a:custClr>
    <a:custClr name="Honey">
      <a:srgbClr val="EFEA5A"/>
    </a:custClr>
    <a:custClr name="Mint">
      <a:srgbClr val="2CD094"/>
    </a:custClr>
    <a:custClr name="Malibu">
      <a:srgbClr val="BAD49C"/>
    </a:custClr>
    <a:custClr name="Cotton Candy">
      <a:srgbClr val="EEB4B3"/>
    </a:custClr>
    <a:custClr name="Guava">
      <a:srgbClr val="E26D5C"/>
    </a:custClr>
  </a:custClrLst>
  <a:extLst>
    <a:ext uri="{05A4C25C-085E-4340-85A3-A5531E510DB2}">
      <thm15:themeFamily xmlns:thm15="http://schemas.microsoft.com/office/thememl/2012/main" name="Continuum_Master_v1.1" id="{D2F91407-39AD-2344-8F42-01B4155FF2FD}" vid="{09F1F252-BD3A-0A45-9F6B-518524EA322F}"/>
    </a:ext>
  </a:extLst>
</a:theme>
</file>

<file path=ppt/theme/theme6.xml><?xml version="1.0" encoding="utf-8"?>
<a:theme xmlns:a="http://schemas.openxmlformats.org/drawingml/2006/main" name="EPAM Master 2024.1">
  <a:themeElements>
    <a:clrScheme name="EPAM 2023">
      <a:dk1>
        <a:srgbClr val="000000"/>
      </a:dk1>
      <a:lt1>
        <a:srgbClr val="FFFFFF"/>
      </a:lt1>
      <a:dk2>
        <a:srgbClr val="A0A0A0"/>
      </a:dk2>
      <a:lt2>
        <a:srgbClr val="FBFAFA"/>
      </a:lt2>
      <a:accent1>
        <a:srgbClr val="060606"/>
      </a:accent1>
      <a:accent2>
        <a:srgbClr val="418DFF"/>
      </a:accent2>
      <a:accent3>
        <a:srgbClr val="107E8D"/>
      </a:accent3>
      <a:accent4>
        <a:srgbClr val="8353D2"/>
      </a:accent4>
      <a:accent5>
        <a:srgbClr val="3055DA"/>
      </a:accent5>
      <a:accent6>
        <a:srgbClr val="009CBE"/>
      </a:accent6>
      <a:hlink>
        <a:srgbClr val="61E2BB"/>
      </a:hlink>
      <a:folHlink>
        <a:srgbClr val="03815B"/>
      </a:folHlink>
    </a:clrScheme>
    <a:fontScheme name="EPAM">
      <a:majorFont>
        <a:latin typeface="Calibri Bold"/>
        <a:ea typeface="Calibri Bold"/>
        <a:cs typeface="Arial"/>
      </a:majorFont>
      <a:minorFont>
        <a:latin typeface="Calibri"/>
        <a:ea typeface="Calibri"/>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square" lIns="0" tIns="0" rIns="0" bIns="0" rtlCol="0" anchor="ctr"/>
      <a:lstStyle>
        <a:defPPr algn="ctr">
          <a:defRPr sz="2400" dirty="0"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algn="l">
          <a:defRPr dirty="0" smtClean="0"/>
        </a:defPPr>
      </a:lstStyle>
    </a:txDef>
  </a:objectDefaults>
  <a:extraClrSchemeLst/>
  <a:custClrLst>
    <a:custClr name="Purple">
      <a:srgbClr val="612742"/>
    </a:custClr>
    <a:custClr name="Dark Magenta">
      <a:srgbClr val="A84370"/>
    </a:custClr>
    <a:custClr name="Magenta">
      <a:srgbClr val="FF4B9C"/>
    </a:custClr>
    <a:custClr name="Light Violet">
      <a:srgbClr val="CDBAED"/>
    </a:custClr>
    <a:custClr name="Pale Violet">
      <a:srgbClr val="D1AAC2"/>
    </a:custClr>
    <a:custClr name="Royal Blue">
      <a:srgbClr val="0040A0"/>
    </a:custClr>
    <a:custClr name="Blue">
      <a:srgbClr val="418DFF"/>
    </a:custClr>
    <a:custClr name="Light Blue">
      <a:srgbClr val="A7BAFF"/>
    </a:custClr>
    <a:custClr name="Turquoise">
      <a:srgbClr val="03C6DD"/>
    </a:custClr>
    <a:custClr name="Cyan">
      <a:srgbClr val="08F6FF"/>
    </a:custClr>
    <a:custClr name="Light Cyan">
      <a:srgbClr val="B3E1EA"/>
    </a:custClr>
    <a:custClr name="Dark Red">
      <a:srgbClr val="932C00"/>
    </a:custClr>
    <a:custClr name="Indian Red">
      <a:srgbClr val="CB3E01"/>
    </a:custClr>
    <a:custClr name="Orange">
      <a:srgbClr val="EF9E3F"/>
    </a:custClr>
    <a:custClr name="Gold">
      <a:srgbClr val="F7DB11"/>
    </a:custClr>
    <a:custClr name="Dark Olive">
      <a:srgbClr val="023A28"/>
    </a:custClr>
    <a:custClr name="Olive">
      <a:srgbClr val="5B7813"/>
    </a:custClr>
    <a:custClr name="Dark Cyan">
      <a:srgbClr val="03815B"/>
    </a:custClr>
    <a:custClr name="Green Grass">
      <a:srgbClr val="00A725"/>
    </a:custClr>
    <a:custClr name="Yellow Green">
      <a:srgbClr val="99C029"/>
    </a:custClr>
    <a:custClr name="Aquamarine">
      <a:srgbClr val="61E2BB"/>
    </a:custClr>
    <a:custClr name="Light Cyan">
      <a:srgbClr val="ABDBDD"/>
    </a:custClr>
    <a:custClr name="Turquoise">
      <a:srgbClr val="38C2D7"/>
    </a:custClr>
    <a:custClr name="Cyan">
      <a:srgbClr val="00F6FF"/>
    </a:custClr>
    <a:custClr name="Medium Blue">
      <a:srgbClr val="0F8ACF"/>
    </a:custClr>
    <a:custClr name="Yellow C">
      <a:srgbClr val="FBC00E"/>
    </a:custClr>
    <a:custClr name="Lime">
      <a:srgbClr val="D5E662"/>
    </a:custClr>
    <a:custClr name="Fun Green">
      <a:srgbClr val="00F4AB"/>
    </a:custClr>
    <a:custClr name="Spring Green">
      <a:srgbClr val="55E66F"/>
    </a:custClr>
    <a:custClr name="Yellow Green">
      <a:srgbClr val="A3C644"/>
    </a:custClr>
    <a:custClr name="Green Grass">
      <a:srgbClr val="00A705"/>
    </a:custClr>
    <a:custClr name="Sandy">
      <a:srgbClr val="F06516"/>
    </a:custClr>
    <a:custClr name="Light Violet">
      <a:srgbClr val="AE9BD8"/>
    </a:custClr>
    <a:custClr name="Blue Violet">
      <a:srgbClr val="8940FF"/>
    </a:custClr>
    <a:custClr name="Plum">
      <a:srgbClr val="675B88"/>
    </a:custClr>
    <a:custClr name="Dark Magenta">
      <a:srgbClr val="A84370"/>
    </a:custClr>
    <a:custClr name="Magenta">
      <a:srgbClr val="E613EB"/>
    </a:custClr>
  </a:custClrLst>
  <a:extLst>
    <a:ext uri="{05A4C25C-085E-4340-85A3-A5531E510DB2}">
      <thm15:themeFamily xmlns:thm15="http://schemas.microsoft.com/office/thememl/2012/main" name="EPAM_PresalesTemplate" id="{B5A8C664-DF1B-D14B-AC6E-5525FFCFCC6E}" vid="{6D1060FC-A1D3-EA43-8323-3F78A2E59F3F}"/>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E388E985FF179429D912D78AE125E50" ma:contentTypeVersion="19" ma:contentTypeDescription="Create a new document." ma:contentTypeScope="" ma:versionID="589fe901e3e95d0561149d7f8be7e459">
  <xsd:schema xmlns:xsd="http://www.w3.org/2001/XMLSchema" xmlns:xs="http://www.w3.org/2001/XMLSchema" xmlns:p="http://schemas.microsoft.com/office/2006/metadata/properties" xmlns:ns2="2868a1be-c9ea-4fc0-af1b-bb615e86bda3" xmlns:ns3="f2f0669d-6233-40c4-8a5c-1485ac3cf81e" targetNamespace="http://schemas.microsoft.com/office/2006/metadata/properties" ma:root="true" ma:fieldsID="bbb81469a72b2d5890e00c806f59b973" ns2:_="" ns3:_="">
    <xsd:import namespace="2868a1be-c9ea-4fc0-af1b-bb615e86bda3"/>
    <xsd:import namespace="f2f0669d-6233-40c4-8a5c-1485ac3cf81e"/>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68a1be-c9ea-4fc0-af1b-bb615e86bda3"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ebda6a7-6b37-4000-ac6c-4fd0a963898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2f0669d-6233-40c4-8a5c-1485ac3cf81e"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12575e2d-30b5-4f5d-8b3c-093791719fba}" ma:internalName="TaxCatchAll" ma:showField="CatchAllData" ma:web="f2f0669d-6233-40c4-8a5c-1485ac3cf8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868a1be-c9ea-4fc0-af1b-bb615e86bda3">
      <Terms xmlns="http://schemas.microsoft.com/office/infopath/2007/PartnerControls"/>
    </lcf76f155ced4ddcb4097134ff3c332f>
    <TaxCatchAll xmlns="f2f0669d-6233-40c4-8a5c-1485ac3cf81e" xsi:nil="true"/>
  </documentManagement>
</p:properties>
</file>

<file path=customXml/itemProps1.xml><?xml version="1.0" encoding="utf-8"?>
<ds:datastoreItem xmlns:ds="http://schemas.openxmlformats.org/officeDocument/2006/customXml" ds:itemID="{F0169BC2-AD03-42DC-A254-284B2C7E3E32}">
  <ds:schemaRefs>
    <ds:schemaRef ds:uri="http://schemas.microsoft.com/sharepoint/v3/contenttype/forms"/>
  </ds:schemaRefs>
</ds:datastoreItem>
</file>

<file path=customXml/itemProps2.xml><?xml version="1.0" encoding="utf-8"?>
<ds:datastoreItem xmlns:ds="http://schemas.openxmlformats.org/officeDocument/2006/customXml" ds:itemID="{24BA3B12-450A-4AE0-9123-AAF7A24E47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68a1be-c9ea-4fc0-af1b-bb615e86bda3"/>
    <ds:schemaRef ds:uri="f2f0669d-6233-40c4-8a5c-1485ac3cf8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08360F-AACB-4979-AEF9-27D7433FBB33}">
  <ds:schemaRefs>
    <ds:schemaRef ds:uri="http://purl.org/dc/dcmitype/"/>
    <ds:schemaRef ds:uri="http://purl.org/dc/elements/1.1/"/>
    <ds:schemaRef ds:uri="f2f0669d-6233-40c4-8a5c-1485ac3cf81e"/>
    <ds:schemaRef ds:uri="http://www.w3.org/XML/1998/namespace"/>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2868a1be-c9ea-4fc0-af1b-bb615e86bda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6831</TotalTime>
  <Words>4067</Words>
  <Application>Microsoft Macintosh PowerPoint</Application>
  <PresentationFormat>Widescreen</PresentationFormat>
  <Paragraphs>340</Paragraphs>
  <Slides>16</Slides>
  <Notes>15</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16</vt:i4>
      </vt:variant>
    </vt:vector>
  </HeadingPairs>
  <TitlesOfParts>
    <vt:vector size="29" baseType="lpstr">
      <vt:lpstr>Arial</vt:lpstr>
      <vt:lpstr>Calibri</vt:lpstr>
      <vt:lpstr>Calibri Bold</vt:lpstr>
      <vt:lpstr>Calibri Light</vt:lpstr>
      <vt:lpstr>Courier New</vt:lpstr>
      <vt:lpstr>Human Sans</vt:lpstr>
      <vt:lpstr>Segoe UI</vt:lpstr>
      <vt:lpstr>Office Theme</vt:lpstr>
      <vt:lpstr>EPAM Master Dark 2023.1</vt:lpstr>
      <vt:lpstr>EPAM Master Light 2023.1</vt:lpstr>
      <vt:lpstr>1_EPAM Master 2023.5</vt:lpstr>
      <vt:lpstr>3_EPAM Master 2023.5</vt:lpstr>
      <vt:lpstr>EPAM Master 2024.1</vt:lpstr>
      <vt:lpstr>PowerPoint Presentation</vt:lpstr>
      <vt:lpstr>Agenda </vt:lpstr>
      <vt:lpstr>Cloud LLM Hub  Use Cases</vt:lpstr>
      <vt:lpstr>Cloud LLM Hub</vt:lpstr>
      <vt:lpstr>Undocumented Legacy Code</vt:lpstr>
      <vt:lpstr>Technical Specification</vt:lpstr>
      <vt:lpstr>Code Review</vt:lpstr>
      <vt:lpstr>Accelerating Manual Development</vt:lpstr>
      <vt:lpstr>EPAM Cloud LLM Hub Deployment Options</vt:lpstr>
      <vt:lpstr>PowerPoint Presentation</vt:lpstr>
      <vt:lpstr>Option 1 — EPAM BTP</vt:lpstr>
      <vt:lpstr>Option 2 — Medartis BTP</vt:lpstr>
      <vt:lpstr>Option 3 — Hybrid (Medartis + EPAM BTP)</vt:lpstr>
      <vt:lpstr>PowerPoint Presentation</vt:lpstr>
      <vt:lpstr>Q&amp;A and Next Steps</vt:lpstr>
      <vt:lpstr>Thank you! </vt:lpstr>
    </vt:vector>
  </TitlesOfParts>
  <Company>Vifor Pharma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VISTA for TechOps   VIFOR Pharma Strategic TechOps Applications</dc:title>
  <dc:creator>Kaufmann, Thomas</dc:creator>
  <cp:lastModifiedBy>Pavel Belski</cp:lastModifiedBy>
  <cp:revision>93</cp:revision>
  <dcterms:created xsi:type="dcterms:W3CDTF">2020-07-07T13:06:15Z</dcterms:created>
  <dcterms:modified xsi:type="dcterms:W3CDTF">2026-05-19T14:51:07Z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0x0101005E388E985FF179429D912D78AE125E50</vt:lpwstr>
  </property>
  <property fmtid="{D5CDD505-2E9C-101B-9397-08002B2CF9AE}" pid="3" name="MediaServiceImageTags">
    <vt:lpwstr/>
  </property>
  <property fmtid="{D5CDD505-2E9C-101B-9397-08002B2CF9AE}" pid="4" name="MSIP_Label_2a535040-0af2-483f-adc3-a132c21e3e2b_Enabled">
    <vt:lpwstr>true</vt:lpwstr>
  </property>
  <property fmtid="{D5CDD505-2E9C-101B-9397-08002B2CF9AE}" pid="5" name="MSIP_Label_2a535040-0af2-483f-adc3-a132c21e3e2b_SetDate">
    <vt:lpwstr>2024-10-18T07:33:13Z</vt:lpwstr>
  </property>
  <property fmtid="{D5CDD505-2E9C-101B-9397-08002B2CF9AE}" pid="6" name="MSIP_Label_2a535040-0af2-483f-adc3-a132c21e3e2b_Method">
    <vt:lpwstr>Standard</vt:lpwstr>
  </property>
  <property fmtid="{D5CDD505-2E9C-101B-9397-08002B2CF9AE}" pid="7" name="MSIP_Label_2a535040-0af2-483f-adc3-a132c21e3e2b_Name">
    <vt:lpwstr>EPAM_Confidential</vt:lpwstr>
  </property>
  <property fmtid="{D5CDD505-2E9C-101B-9397-08002B2CF9AE}" pid="8" name="MSIP_Label_2a535040-0af2-483f-adc3-a132c21e3e2b_SiteId">
    <vt:lpwstr>b41b72d0-4e9f-4c26-8a69-f949f367c91d</vt:lpwstr>
  </property>
  <property fmtid="{D5CDD505-2E9C-101B-9397-08002B2CF9AE}" pid="9" name="MSIP_Label_2a535040-0af2-483f-adc3-a132c21e3e2b_ActionId">
    <vt:lpwstr>d1052b52-d4dd-4ba0-a246-a80207e4b0c3</vt:lpwstr>
  </property>
  <property fmtid="{D5CDD505-2E9C-101B-9397-08002B2CF9AE}" pid="10" name="MSIP_Label_2a535040-0af2-483f-adc3-a132c21e3e2b_ContentBits">
    <vt:lpwstr>0</vt:lpwstr>
  </property>
</Properties>
</file>