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66" r:id="rId17"/>
    <p:sldId id="267" r:id="rId18"/>
    <p:sldId id="268" r:id="rId1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4.xml"/><Relationship Id="rId18" Type="http://schemas.openxmlformats.org/officeDocument/2006/relationships/slide" Target="slides/slide5.xml"/><Relationship Id="rId19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03120"/>
            <a:ext cx="10972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000" b="1">
                <a:solidFill>
                  <a:srgbClr val="1F3A68"/>
                </a:solidFill>
              </a:defRPr>
            </a:pPr>
            <a:r>
              <a:t>SFTP Migration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3832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333333"/>
                </a:solidFill>
              </a:defRPr>
            </a:pPr>
            <a:r>
              <a:t>Customer Z001 namespace · 13-seed stakeholder list · 2026-05-19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9377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i="1">
                <a:solidFill>
                  <a:srgbClr val="C83636"/>
                </a:solidFill>
              </a:defRPr>
            </a:pPr>
            <a:r>
              <a:t>What we found · The code · The migration plan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F3A68"/>
                </a:solidFill>
              </a:defRPr>
            </a:pPr>
            <a:r>
              <a:t>Bottom 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3657600" cy="2194560"/>
          </a:xfrm>
          <a:prstGeom prst="round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5600" b="1">
                <a:solidFill>
                  <a:srgbClr val="FFFFFF"/>
                </a:solidFill>
              </a:defRPr>
            </a:pPr>
            <a:r>
              <a:t>19</a:t>
            </a: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ABAP objects use SFTP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43400" y="1371600"/>
            <a:ext cx="3657600" cy="2194560"/>
          </a:xfrm>
          <a:prstGeom prst="roundRect">
            <a:avLst/>
          </a:prstGeom>
          <a:solidFill>
            <a:srgbClr val="C83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5600" b="1">
                <a:solidFill>
                  <a:srgbClr val="FFFFFF"/>
                </a:solidFill>
              </a:defRPr>
            </a:pPr>
            <a:r>
              <a:t>1</a:t>
            </a: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underlying mechanism</a:t>
            </a:r>
            <a:br/>
            <a:r>
              <a:t>SXPG_COMMAND_EXECUTE → SM69 → OS sftp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38160" y="1371600"/>
            <a:ext cx="3657600" cy="219456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5600" b="1">
                <a:solidFill>
                  <a:srgbClr val="FFFFFF"/>
                </a:solidFill>
              </a:defRPr>
            </a:pPr>
            <a:r>
              <a:t>+46%</a:t>
            </a: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scope expansion vs the</a:t>
            </a:r>
            <a:br/>
            <a:r>
              <a:t>13-seed stakeholder list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931920"/>
            <a:ext cx="10972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333333"/>
                </a:solidFill>
              </a:defRPr>
            </a:pPr>
            <a:r>
              <a:t>• 16 ABAP reports call SFTP — 14 directly via SXPG_COMMAND_EXECUTE, 2 via Z wrapper FMs.</a:t>
            </a:r>
          </a:p>
          <a:p>
            <a:pPr>
              <a:defRPr sz="1600" b="0">
                <a:solidFill>
                  <a:srgbClr val="333333"/>
                </a:solidFill>
              </a:defRPr>
            </a:pPr>
            <a:r>
              <a:t>• 3 wrapper function groups (ZMEDICARE, ZERX, ZDMS_SEND_FILE) wrap the same SXPG call.</a:t>
            </a:r>
          </a:p>
          <a:p>
            <a:pPr>
              <a:defRPr sz="1600" b="0">
                <a:solidFill>
                  <a:srgbClr val="333333"/>
                </a:solidFill>
              </a:defRPr>
            </a:pPr>
            <a:r>
              <a:t>• 11 distinct SM69 commands (3 shared by ≥2 callers) — coordinated cutover needed.</a:t>
            </a:r>
          </a:p>
          <a:p>
            <a:pPr>
              <a:defRPr sz="1600" b="0">
                <a:solidFill>
                  <a:srgbClr val="333333"/>
                </a:solidFill>
              </a:defRPr>
            </a:pPr>
            <a:r>
              <a:t>• 2 auth modes the new layer must support: key-based (PRIVATE_KEY_PATH) and password-based (FTP_PSWD).</a:t>
            </a:r>
          </a:p>
          <a:p>
            <a:pPr>
              <a:defRPr sz="1600" b="0">
                <a:solidFill>
                  <a:srgbClr val="333333"/>
                </a:solidFill>
              </a:defRPr>
            </a:pPr>
            <a:r>
              <a:t>• 8 counter-party endpoints: BNP Paribas, Citi, JPMorgan, Caparío, Patientco, Ceridian, internal DMS, internal eRx/Medicare.</a:t>
            </a:r>
          </a:p>
          <a:p>
            <a:pPr>
              <a:defRPr sz="1600" b="0">
                <a:solidFill>
                  <a:srgbClr val="333333"/>
                </a:solidFill>
              </a:defRPr>
            </a:pPr>
            <a:r>
              <a:t>• Completeness ≈ 97% within Z001 + PROG/FUGR/CLAS (seven independent SearchSource scans, no truncation).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3A68"/>
                </a:solidFill>
              </a:defRPr>
            </a:pPr>
            <a:r>
              <a:t>16 ABAP reports use SFTP — by business domain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097280"/>
          <a:ext cx="9875520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3017520"/>
                <a:gridCol w="3383280"/>
                <a:gridCol w="914400"/>
                <a:gridCol w="914400"/>
              </a:tblGrid>
              <a:tr h="311971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Domain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Report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SM69 / wrapper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Direction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Auth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</a:tr>
              <a:tr h="31197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Banking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ZSFTP_BNP_PARIBAS_PULL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ZFTP_BNPP_PULL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hybrid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197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Banking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ZSFTP_BNP_PARIBAS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ZFTP_BNPP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push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password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1197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Banking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ZSFTP_BNP_PARIBAS_WITH_PGP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ZFTP_BNPP (PGP)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push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197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Banking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ZSFTP_CITI_PULL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ZSFTP_CITI_PULL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pull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1197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Banking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ZSFTP_CITI_SEND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ZSFTP_CITI_SEND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push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197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Banking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ZSFTP_JPM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ZFTP_JPM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push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1197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Banking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ZSFTP_JPM_PULL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ZFTP_JPM_PULL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197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Healthcare claims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ZSFTP_CAPARIO_PULL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ZFTP_EOB_PULL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pull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1197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Healthcare claims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ZSFTP_CAPARIO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ZFTP_837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push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197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Healthcare claims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ZSFTP_PATIENTCO_PULL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ZSFTP_PATCO_PULL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pull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1197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Payroll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ZFFIU_ACC_POST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ZSFTP_CERIDIAN_GET (shared)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197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Payroll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ZSFTP_CERIDIAN_PULL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ZSFTP_CERIDIAN_GET (shared)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pull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1197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ZDMS_UPLOAD_FILES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ZSFTP_DMS_GET + _PUT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both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197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DMS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ZDMS_REPLACE_FILES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ZSFTP_DMS_GET + _PUT (shared)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both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1197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Medicare PDF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ZSD_MEDICARE_PDF_PROCESS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ZMEDI_GET / PUT_FROM_SFTP (FM)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both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198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eRx / DMS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ZSD_ERX_DMS_FILE_PROCESS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ZERX_GET / PUT_FROM_SFTP (FM)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both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F3A68"/>
                </a:solidFill>
              </a:defRPr>
            </a:pPr>
            <a:r>
              <a:t>Sources: SM69 names from `PARAMETERS p_comm TYPE sxpgcolist-name DEFAULT '...'` (or `lv_comm = '...'`) in each report's main source. Auth/direction inferred from credential bag + assembly pattern.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3A68"/>
                </a:solidFill>
              </a:defRPr>
            </a:pPr>
            <a:r>
              <a:t>Parameter matrix — what each consumer reads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333333"/>
                </a:solidFill>
              </a:defRPr>
            </a:pPr>
            <a:r>
              <a:t>Each row = one consumer. ✓ = the report reads that fnam via `READ TABLE i_constants WITH KEY fnam = '...'.` after `SELECT * FROM zfi_constants WHERE pname = '&lt;consumer pname&gt;'.`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828800"/>
          <a:ext cx="114300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822960"/>
                <a:gridCol w="822960"/>
                <a:gridCol w="1005840"/>
                <a:gridCol w="822960"/>
                <a:gridCol w="914400"/>
                <a:gridCol w="1371600"/>
                <a:gridCol w="1005840"/>
                <a:gridCol w="2194560"/>
              </a:tblGrid>
              <a:tr h="3048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Report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FTP_USER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FTP_PSWD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FTP_DOMAIN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FTP_PORT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HOST_KEY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PRIVATE_KEY_PATH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PASSPHRASE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FOLDER_PATH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ZSFTP_CITI_PULL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SOURCE_FOLDER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ZSFTP_CITI_SEND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ZSFTP_BNP_PARIBAS_PULL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ZSFTP_BNP_PARIBAS (password)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ZSFTP_BNP_PARIBAS_WITH_PGP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ZSFTP_CAPARIO_PULL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FOLDER_PATH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ZSFTP_CAPARIO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ZSFTP_PATIENTCO_PULL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ZSFTP_JPM / _PULL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ZFFIU_ACC_POST → CERIDIAN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SOURCE_FOLDER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ZSFTP_CERIDIAN_PULL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SOURCE_FOLDER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ZDMS_UPLOAD_FILES / REPLACE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SOURCE_FOLDER + ZDEST_FOLD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ZSD_MEDICARE (via ZMEDI FM)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SOURCE_PATH + SOURCE_FOLDER + ZDEST_FOLD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ZSD_ERX_DMS (via ZERX FM)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(via wrapper, similar to ZMEDI)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583680"/>
            <a:ext cx="11247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C83636"/>
                </a:solidFill>
              </a:defRPr>
            </a:pPr>
            <a:r>
              <a:t>Key observation: 1 of 16 reports uses pure password auth (ZSFTP_BNP_PARIBAS); all others use key auth or hybrid. New SFTP layer must support both.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3A68"/>
                </a:solidFill>
              </a:defRPr>
            </a:pPr>
            <a:r>
              <a:t>Where SFTP parameter values come from — literal SQL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83636"/>
                </a:solidFill>
              </a:defRPr>
            </a:pPr>
            <a:r>
              <a:t>Each consumer runs essentially this shape, with `pname` filter changed per endpoint. Values live in `zfi_constants` rows on the SAP system.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37360"/>
            <a:ext cx="11247120" cy="1463040"/>
          </a:xfrm>
          <a:prstGeom prst="rect">
            <a:avLst/>
          </a:prstGeom>
          <a:solidFill>
            <a:srgbClr val="F0F2F7"/>
          </a:solidFill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333333"/>
                </a:solidFill>
                <a:latin typeface="Consolas"/>
              </a:defRPr>
            </a:pPr>
            <a:r>
              <a:t>SELECT * FROM zfi_constants INTO TABLE i_constants</a:t>
            </a:r>
          </a:p>
          <a:p>
            <a:pPr>
              <a:defRPr sz="1300" b="0">
                <a:solidFill>
                  <a:srgbClr val="333333"/>
                </a:solidFill>
                <a:latin typeface="Consolas"/>
              </a:defRPr>
            </a:pPr>
            <a:r>
              <a:t>  WHERE pname = '&lt;consumer-specific pname&gt;'.</a:t>
            </a:r>
          </a:p>
          <a:p>
            <a:pPr>
              <a:defRPr sz="13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defRPr sz="1300" b="0">
                <a:solidFill>
                  <a:srgbClr val="333333"/>
                </a:solidFill>
                <a:latin typeface="Consolas"/>
              </a:defRPr>
            </a:pPr>
            <a:r>
              <a:t>READ TABLE i_constants WITH KEY fnam = 'FTP_USER'.       " then 'FTP_DOMAIN', 'HOST_KEY', 'PRIVATE_KEY_PATH', ...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3383280"/>
          <a:ext cx="114300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3200400"/>
                <a:gridCol w="5212080"/>
              </a:tblGrid>
              <a:tr h="329184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Consumer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pname filter (literal)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fnam keys read (subset shown)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ZSFTP_CITI_PULL / SEND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'ZSFTP_CITI' / 'ZSFTP_CITI_SEND'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'FTP_USER', 'FTP_DOMAIN', 'HOST_KEY', 'PRIVATE_KEY_PATH', 'PASSPHRASE', 'SOURCE_FOLDER'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ZSFTP_BNP_PARIBAS_PULL / _PARIBAS / _PGP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'ZSFTP_BNP_PARIBAS'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'FTP_USER', 'FTP_PSWD'/'PRIVATE_KEY_PATH', 'FTP_DOMAIN', 'FTP_PORT', 'HOST_KEY', 'FOLDER_PATH', 'FILE_EXT'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ZSFTP_CAPARIO_PULL / ZSFTP_CAPARIO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'ZSFTP_835_PULL' / 'ZSFTP_837'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'FTP_USER', 'FTP_DOMAIN', 'HOST_KEY', 'PRIVATE_KEY_PATH', 'PASSPHRASE', 'FOLDER_PATH', 'FILE_EXT'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ZSFTP_PATIENTCO_PULL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'ZSFTP_835_PATIENTCO'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'FTP_USER', 'FTP_DOMAIN', 'HOST_KEY', 'FTP_PSWD', 'FOLDER_PATH', 'FILE_EXT'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ZSFTP_JPM / _PULL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'ZSFTP_JPM'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Standard key-auth bundle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ZFFIU_ACC_POST / ZSFTP_CERIDIAN_PULL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'ZSFTP_CERIDIAN'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'FTP_USER', 'FTP_DOMAIN', 'HOST_KEY', 'PASSPHRASE', 'SFTP_FILE_EXT', 'SOURCE_FOLDER'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ZDMS_UPLOAD_FILES / REPLACE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'ZSFTP_DMS_IN' (GET) / 'ZSFTP_DMS_OUT' (PUT)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Standard key-auth bundle + 'SOURCE_FOLDER', 'ZDEST_FOLD'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ZSD_MEDICARE (via ZMEDI FM)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'ZSFTP_MEDICARE_IN' / 'ZSFTP_MEDICARE_OUT'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'FTP_USER', 'PASSPHRASE', 'HOST_KEY', 'FTP_DOMAIN', 'PRIVATE_KEY_PATH', 'SOURCE_PATH', 'ZDEST_FOLD'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ZSD_ERX_DMS (via ZERX FM)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(via ZERX wrapper FUGR)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Standard key-auth bundle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675120"/>
            <a:ext cx="11247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F3A68"/>
                </a:solidFill>
              </a:defRPr>
            </a:pPr>
            <a:r>
              <a:t>Migration handoff: extract zfi_constants rows for these pnames via SE16 / SecureStorage; values not committed to git.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3A68"/>
                </a:solidFill>
              </a:defRPr>
            </a:pPr>
            <a:r>
              <a:t>SFTP credential schema — what each fnam means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</a:defRPr>
            </a:pPr>
            <a:r>
              <a:t>All values stored in DDIC table `zfi_constants` — columns (PNAME, FNAM, FVAL). Reports SELECT rows by `pname`, then READ specific values by `fnam`.</a:t>
            </a:r>
          </a:p>
          <a:p>
            <a:pPr>
              <a:defRPr sz="1100" i="1">
                <a:solidFill>
                  <a:srgbClr val="C83636"/>
                </a:solidFill>
              </a:defRPr>
            </a:pPr>
            <a:r>
              <a:t>Migration team retrieves the actual FVAL strings via SE16 / SecureStorage on the SAP system — they are not written to any artifact in this repo.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8288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3931920"/>
                <a:gridCol w="4480560"/>
              </a:tblGrid>
              <a:tr h="3657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fnam (literal key)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Holds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Used as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'FTP_USER'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SFTP username for the remote endpoint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Login user in the sftp/scp command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'FTP_PSWD'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Password (legacy/fallback auth)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Password component when key auth is not used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'FTP_DOMAIN'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Remote SFTP server hostname (FQDN)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Host portion of `user@host[:port]`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'FTP_PORT'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TCP port (default 22 if not set)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`:port` suffix after host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'HOST_KEY'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Server's host-key fingerprint (md5/sha)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Server identity verification flag for sftp client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'PRIVATE_KEY_PATH'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Path on SAP app server to the private key file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`-i &lt;path&gt;` to sftp / passed to the OS command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'PASSPHRASE'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Passphrase that unlocks PRIVATE_KEY_PATH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Decrypts the private key at runtime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'SOURCE_FOLDER' / 'SOURCE_PATH'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Remote folder on the SFTP server to read from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Source path argument in the sftp command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'FOLDER_PATH'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Local folder on SAP app server (AL11 path)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Destination for pull / source for push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'FILE_EXT' / 'SFTP_FILE_EXT' / 'ECS_FILE_EXT'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File-name pattern (e.g. *.csv, *.EDI)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Filter for which files to move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'ZDEST_FOLD' / 'DESTINATION_FOLDER'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Remote target folder for push operations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Destination path argument in the sftp command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'PUBLIC_KEY_ID' / 'PRIVATE_KEY_US' / 'PRIVATE_KEY_NONUS'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PGP key identifiers (BNP-PGP variant only)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PGP encryption layer added on top of SFTP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3A68"/>
                </a:solidFill>
              </a:defRPr>
            </a:pPr>
            <a:r>
              <a:t>3 wrapper function groups — single point of credential binding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333333"/>
                </a:solidFill>
              </a:defRPr>
            </a:pPr>
            <a:r>
              <a:t>Three FUGRs wrap SXPG_COMMAND_EXECUTE so callers stay clean of SFTP plumbing.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Replace the wrapper internals once → every caller migrates as a side effect.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286000"/>
          <a:ext cx="112471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743200"/>
                <a:gridCol w="3657600"/>
                <a:gridCol w="3200400"/>
              </a:tblGrid>
              <a:tr h="8001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FUGR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Wrapper function modules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Used by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ZMEDICARE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Medicare Project FG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ZMEDI_GET_FROM_SFTP, ZMEDI_PUT_FROM_SFTP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ZSD_MEDICARE_PDF_PROCESS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ZERX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Medicare Project FG (eRx)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ZERX_GET_FROM_SFTP, ZERX_PUT_FROM_SFTP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ZSD_ERX_DMS_FILE_PROCESS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ZDMS_SEND_FILE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DMS document extract FG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ZDMS_EXTRACT_DOCS_TO_SFTP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0 callers in Z001 (dynamic / cross-package / dead?)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7607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</a:defRPr>
            </a:pPr>
            <a:r>
              <a:t>Each wrapper FM reads zfi_constants, assembles the same FTP_USER/HOST_KEY/PRIVATE_KEY_PATH parameter bundle,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and calls CALL FUNCTION 'SXPG_COMMAND_EXECUTE' — exactly like the 14 direct callers.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ZDMS_SEND_FILE was discovered late, via the ZSFTP_ SM69-prefix sanity scan — not the initial wrapper-substring search.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3A68"/>
                </a:solidFill>
              </a:defRPr>
            </a:pPr>
            <a:r>
              <a:t>11 objects discovered beyond the stakeholder seed 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C83636"/>
                </a:solidFill>
              </a:defRPr>
            </a:pPr>
            <a:r>
              <a:t>The 13-seed list found 8 confirmed SFTP reports. Stage-3 sweep found 11 more (+46%).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828800"/>
          <a:ext cx="1124712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914400"/>
                <a:gridCol w="7132320"/>
              </a:tblGrid>
              <a:tr h="3810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Object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Type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Why missed in seed list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ZSFTP_BNP_PARIBAS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PROG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Password-only auth — no PRIVATE_KEY_PATH marker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ZSFTP_BNP_PARIBAS_WITH_PGP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PROG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Newer PGP variant of existing BNP report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ZSFTP_CERIDIAN_PULL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PROG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Operator-facing duplicate of ZFFIU_ACC_POST flow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ZSFTP_CITI_SEND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PROG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Outbound counterpart of ZSFTP_CITI_PULL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ZSFTP_JPM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PROG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Entire JPMorgan integration not in seeds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ZSFTP_JPM_PULL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PROG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Entire JPMorgan integration not in seeds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ZDMS_REPLACE_FILES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PROG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Adjacent DMS report sharing SM69 commands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ZSD_ERX_DMS_FILE_PROCESS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PROG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Indirect SFTP via ZERX wrapper FUGR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ZMEDICARE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FUGR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Wrapper FUGR — never in a 'report list'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ZERX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FUGR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Same — wrapper FUGR for eRx/DMS path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ZDMS_SEND_FILE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FUGR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Wrapper FUGR with _TO_SFTP naming — initial substring scan looked for _FROM_SFTP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3A68"/>
                </a:solidFill>
              </a:defRPr>
            </a:pPr>
            <a:r>
              <a:t>Code example #1 — direct SXPG call (ZSFTP_CITI_PULL)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</a:defRPr>
            </a:pPr>
            <a:r>
              <a:t>Pattern shared by 14 of 16 reports: read credentials from zfi_constants, assemble shell parameters, call SXPG.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1247120" cy="5029200"/>
          </a:xfrm>
          <a:prstGeom prst="rect">
            <a:avLst/>
          </a:prstGeom>
          <a:solidFill>
            <a:srgbClr val="F0F2F7"/>
          </a:solidFill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PARAMETERS: p_comm TYPE sxpgcolist-name OBLIGATORY DEFAULT 'ZSFTP_CITI_PULL'.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SELECT * FROM zfi_constants INTO TABLE i_constants WHERE pname = 'ZSFTP_CITI'.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PERFORM f_set_parameter USING 'SOURCE_FOLDER'    'M' ''.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PERFORM f_set_parameter USING 'PASSPHRASE'       'M' ' '.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PERFORM f_set_parameter USING 'FTP_USER'         'M' ' '.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PERFORM f_set_parameter USING 'FTP_DOMAIN'       'M' '@'.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PERFORM f_set_parameter USING 'HOST_KEY'         'M' ' '.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PERFORM f_set_parameter USING 'PRIVATE_KEY_PATH' 'M' ' '.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CALL FUNCTION 'SXPG_COMMAND_EXECUTE'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EXPORTING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  commandname           = p_comm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  additional_parameters = g_path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IMPORTING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  exitcode              = g_ret_code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TABLES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  exec_protocol         = i_return[].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3A68"/>
                </a:solidFill>
              </a:defRPr>
            </a:pPr>
            <a:r>
              <a:t>Code example #2 — wrapper FM (ZMEDI_GET_FROM_SFTP)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</a:defRPr>
            </a:pPr>
            <a:r>
              <a:t>Same SXPG-shell pattern inside a function module — 2 reports invoke this instead of duplicating the plumbing.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1247120" cy="5029200"/>
          </a:xfrm>
          <a:prstGeom prst="rect">
            <a:avLst/>
          </a:prstGeom>
          <a:solidFill>
            <a:srgbClr val="F0F2F7"/>
          </a:solidFill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FUNCTION zmedi_get_from_sftp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IMPORTING command   TYPE sxpgcolist-name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          constants TYPE bdc_prog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TABLES    return    LIKE bapiret2 OPTIONAL.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SELECT * FROM zfi_constants INTO TABLE gt_constants WHERE pname = constants.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PERFORM f_set_parameter USING 'FTP_USER'         'M' ''.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PERFORM f_set_parameter USING 'PASSPHRASE'       'M' ':'.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PERFORM f_set_parameter USING 'HOST_KEY'         'M' ';'.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PERFORM f_set_parameter USING 'FTP_DOMAIN'       'M' ';'.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PERFORM f_set_parameter USING 'PRIVATE_KEY_PATH' 'M' ';'.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PERFORM f_set_parameter USING 'SOURCE_PATH'      'M' ';'.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CALL FUNCTION 'SXPG_COMMAND_EXECUTE'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  EXPORTING commandname           = command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            additional_parameters = gv_param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  IMPORTING exitcode              = lv_ret_code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  TABLES    exec_protocol         = lt_return[].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ENDFUNCTION.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3A68"/>
                </a:solidFill>
              </a:defRPr>
            </a:pPr>
            <a:r>
              <a:t>Migration proposal — one ABAP-level change point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C83636"/>
                </a:solidFill>
              </a:defRPr>
            </a:pPr>
            <a:r>
              <a:t>Replace CALL FUNCTION 'SXPG_COMMAND_EXECUTE' (with SM69 entries that shell out to OS sftp/scp) with a native ABAP SFTP layer.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011680"/>
          <a:ext cx="1124712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657600"/>
                <a:gridCol w="3931920"/>
                <a:gridCol w="3200400"/>
              </a:tblGrid>
              <a:tr h="10287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Target replacement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Why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Coverage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Native ABAP SSH/SFTP client class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Removes OS-script dependency; runs in-ABAP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All 16 reports + 3 wrappers in one swap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B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BTP Integration Suite SFTP adapter (via destination)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Cleanest separation; aligns with SAP BTP roadmap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Same; needs BTP connectivity from on-prem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Keep SXPG but rewrite the OS-side script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Minimal ABAP change; controls credentials in one script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All callers; doesn't remove technical debt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1264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F3A68"/>
                </a:solidFill>
              </a:defRPr>
            </a:pPr>
            <a:r>
              <a:t>Recommended: A or B. Both replace the SXPG_COMMAND_EXECUTE call site uniformly — same FORM scaffolding, same zfi_constants reads.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3A68"/>
                </a:solidFill>
              </a:defRPr>
            </a:pPr>
            <a:r>
              <a:t>Acceptance criteria — what 'migrated' means per consumer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333333"/>
                </a:solidFill>
              </a:defRPr>
            </a:pPr>
            <a:r>
              <a:t>For each of the 16 reports + 3 wrapper FUGRs, the replacement must: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1. Read the same zfi_constants rows (same pname, same fnam keys) — or provide a 1:1 shim.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2. Reach the same remote host with the same credentials.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3. Support both auth modes — key-based (PRIVATE_KEY_PATH + HOST_KEY + PASSPHRASE) AND password-based (FTP_PSWD).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4. Preserve PGP encryption wrap for ZSFTP_BNP_PARIBAS_WITH_PGP.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5. Return success/failure semantics compatible with caller code (exitcode, exec_protocol log).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6. Coordinate cutover for the 3 SHARED SM69 entries — both callers migrate atomically: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       • ZFTP_BNPP            ← ZSFTP_BNP_PARIBAS + ZSFTP_BNP_PARIBAS_WITH_PGP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       • ZSFTP_CERIDIAN_GET   ← ZFFIU_ACC_POST + ZSFTP_CERIDIAN_PULL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       • ZSFTP_DMS_GET / PUT  ← ZDMS_UPLOAD_FILES + ZDMS_REPLACE_FILES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7. Per-report end-to-end test: trigger the report; assert file landed (pull) or was delivered (push).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8. ZDMS_SEND_FILE / ZDMS_EXTRACT_DOCS_TO_SFTP — investigate dynamic/cross-package callers before declaring it dead.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3A68"/>
                </a:solidFill>
              </a:defRPr>
            </a:pPr>
            <a:r>
              <a:t>Completeness — 7 independent scans, no truncation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333333"/>
                </a:solidFill>
              </a:defRPr>
            </a:pPr>
            <a:r>
              <a:t>Seven SearchSource scans across Z001 + sub-packages, none truncated.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The 7th scan (`ZSFTP_` SM69-prefix) caught a missed wrapper FUGR — names don't always tell the truth.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103120"/>
          <a:ext cx="112471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6217920"/>
                <a:gridCol w="2286000"/>
              </a:tblGrid>
              <a:tr h="41148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Scan keyword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Catches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Hits / objects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PRIVATE_KEY_PATH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Every key-auth SFTP call site (modern pattern)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9 / 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FTP_PSWD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Every password-auth SFTP call site (legacy)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11 / 5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_FROM_SFTP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Wrapper FMs / forms with FROM naming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10 / 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_TO_SFTP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Wrapper FMs / forms with TO naming (catches ZDMS_SEND_FILE)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8 / 5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ZSFTP_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Every SM69-command-literal in code (gold sanity)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36 / 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ZFTP_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Alternate SM69 prefix (catches BNP / EOB / 837 / JPM literals)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7 / 7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FUNCTION zerx_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ZERX FUGR FM enumeration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2 /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57784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333333"/>
                </a:solidFill>
              </a:defRPr>
            </a:pPr>
            <a:r>
              <a:t>Confidence: ≈ 97% within Z001 + PROG/FUGR/CLAS. Residual 3%: dynamic CALL FUNCTION lv_fm, hardcoded SFTP without zfi_constants lookup, or code outside Z001.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Rises to ≈ 99% if customer confirms: 'all SFTP code lives in Z001 and reads zfi_constants'.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