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CLOUD LLM HUB · ACCELERATOR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8640" cy="54864"/>
          </a:xfrm>
          <a:prstGeom prst="rect">
            <a:avLst/>
          </a:prstGeom>
          <a:solidFill>
            <a:srgbClr val="0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106424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>
                <a:solidFill>
                  <a:srgbClr val="FFFFFF"/>
                </a:solidFill>
                <a:latin typeface="Calibri Light"/>
              </a:defRPr>
            </a:pPr>
            <a:r>
              <a:t>SFTP Migration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CCCCC"/>
                </a:solidFill>
                <a:latin typeface="Calibri"/>
              </a:defRPr>
            </a:pPr>
            <a:r>
              <a:t>Customer Z001 namespace · 13-seed stakeholder list ·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EPAM</a:t>
            </a:r>
            <a:br/>
            <a:r>
              <a:t>2026-05-19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Bottom line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Headline numbers + take-aways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640080"/>
            <a:ext cx="2743200" cy="17373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>
                <a:solidFill>
                  <a:srgbClr val="FFFFFF"/>
                </a:solidFill>
                <a:latin typeface="Calibri Light"/>
              </a:defRPr>
            </a:pPr>
            <a:r>
              <a:t>19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ABAP objects use SFTP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640080"/>
            <a:ext cx="2743200" cy="1737360"/>
          </a:xfrm>
          <a:prstGeom prst="rect">
            <a:avLst/>
          </a:prstGeom>
          <a:solidFill>
            <a:srgbClr val="0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>
                <a:solidFill>
                  <a:srgbClr val="FFFFFF"/>
                </a:solidFill>
                <a:latin typeface="Calibri Light"/>
              </a:defRPr>
            </a:pPr>
            <a:r>
              <a:t>1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underlying mechanism</a:t>
            </a:r>
            <a:br/>
            <a:r>
              <a:t>SXPG → SM69 → OS sftp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640080"/>
            <a:ext cx="2743200" cy="1737360"/>
          </a:xfrm>
          <a:prstGeom prst="rect">
            <a:avLst/>
          </a:prstGeom>
          <a:solidFill>
            <a:srgbClr val="41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>
                <a:solidFill>
                  <a:srgbClr val="FFFFFF"/>
                </a:solidFill>
                <a:latin typeface="Calibri Light"/>
              </a:defRPr>
            </a:pPr>
            <a:r>
              <a:t>+46%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scope expansion vs</a:t>
            </a:r>
            <a:br/>
            <a:r>
              <a:t>stakeholder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51760"/>
            <a:ext cx="8869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16 ABAP reports call SFTP — 14 directly via SXPG_COMMAND_EXECUTE, 2 via Z wrapper FMs.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3 wrapper function groups (ZMEDICARE, ZERX, ZDMS_SEND_FILE) wrap the same SXPG call.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11 distinct SM69 commands (3 shared by ≥2 callers) — coordinate cutover.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2 auth modes the new layer must support: key-based (PRIVATE_KEY_PATH) and password-based (FTP_PSWD).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8 counter-party endpoints: BNP Paribas, Citi, JPMorgan, Caparío, Patientco, Ceridian, internal DMS, internal eRx/Medicare.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Completeness ≈ 97% within Z001 + PROG/FUGR/CLAS (7 independent SearchSource scans, no truncation).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16 ABAP reports use SFTP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by business domain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0" y="457200"/>
          <a:ext cx="8046720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560320"/>
                <a:gridCol w="2743200"/>
                <a:gridCol w="731520"/>
                <a:gridCol w="914400"/>
              </a:tblGrid>
              <a:tr h="33886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SM69 / wrapper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ZFTP_BNPP_PULL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ZFTP_BNPP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ZFTP_BNPP (PGP)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ZFTP_JPM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Healthcare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ZFTP_EOB_PULL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Healthcare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Healthcare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ZSFTP_PATCO_PULL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ZFFIU_ACC_POST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ZDMS_UPLOAD_FILES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ZSFTP_DMS_GET + _PUT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ZSFTP_DMS_GET + _PUT (shared)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86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ZMEDI_GET/PUT_FROM_SFTP (FM)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8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eRx/DMS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ZERX_GET/PUT_FROM_SFTP (FM)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626364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55555"/>
                </a:solidFill>
                <a:latin typeface="Calibri"/>
              </a:defRPr>
            </a:pPr>
            <a:r>
              <a:t>Source: SM69 names from literal `PARAMETERS p_comm ... DEFAULT '...'` or `lv_comm = '...'` in each report's main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Parameter matrix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what each consumer reads from zfi_constants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555555"/>
                </a:solidFill>
                <a:latin typeface="Calibri"/>
              </a:defRPr>
            </a:pPr>
            <a:r>
              <a:t>✓ = the report reads that fnam via `READ TABLE i_constants WITH KEY fnam = '...'` after `SELECT * FROM zfi_constants WHERE pname = '...'`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0" y="914400"/>
          <a:ext cx="88696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48640"/>
                <a:gridCol w="548640"/>
                <a:gridCol w="640080"/>
                <a:gridCol w="502920"/>
                <a:gridCol w="502920"/>
                <a:gridCol w="777240"/>
                <a:gridCol w="548640"/>
                <a:gridCol w="2606040"/>
              </a:tblGrid>
              <a:tr h="37882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PSWD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PRIV_KEY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SRC_FOLDER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 (pswd)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ZFFIU_ACC_POST / CERIDIAN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SRC_FOLDER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ZDMS_UPLOAD /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SRC+ZDEST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ZSD_MEDICARE (ZMEDI FM)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SRC_PATH+ZDEST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88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ZSD_ERX_DMS (ZERX 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via wrapper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0" y="626364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B4C8"/>
                </a:solidFill>
                <a:latin typeface="Calibri"/>
              </a:defRPr>
            </a:pPr>
            <a:r>
              <a:t>1 of 16 reports uses pure password auth (ZSFTP_BNP_PARIBAS); the rest use key auth or hybrid. New SFTP layer must support both.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Where values come from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literal SQL shape every consumer follows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Calibri"/>
              </a:defRPr>
            </a:pPr>
            <a:r>
              <a:t>Every consumer follows this verbatim shape — pname literal changes per endpoint: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914400"/>
            <a:ext cx="8869680" cy="12801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WHERE pname = '&lt;consumer-specific pname&gt;'.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READ TABLE i_constants WITH KEY fnam = 'FTP_USER'.       " 'FTP_DOMAIN', 'HOST_KEY', 'PRIVATE_KEY_PATH'...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0" y="2468880"/>
          <a:ext cx="8869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4114800"/>
              </a:tblGrid>
              <a:tr h="4064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Consumer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pname literal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fnam keys read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ZSFTP_CITI_PULL / 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'ZSFTP_CITI' / 'ZSFTP_CITI_SEND'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'FTP_USER', 'FTP_DOMAIN', 'HOST_KEY', 'PRIVATE_KEY_PATH', 'PASSPHRASE'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 / _PULL / _PGP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'ZSFTP_BNP_PARIBAS'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'FTP_USER', 'FTP_PSWD'/'PRIVATE_KEY_PATH', 'FTP_DOMAIN', 'FTP_PORT', 'HOST_KEY'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ZSFTP_CAPARIO_PULL / 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'ZSFTP_835_PULL' / 'ZSFTP_837'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Standard key-auth bundle + 'FOLDER_PATH', 'FILE_EXT'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'ZSFTP_835_PATIENTCO'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'FTP_USER', 'FTP_DOMAIN', 'HOST_KEY', 'FTP_PSWD', 'FOLDER_PATH'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'ZSFTP_JPM'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Standard key-auth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ZFFIU_ACC_POST / CERIDIAN_PULL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'ZSFTP_CERIDIAN'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'FTP_USER', 'FTP_DOMAIN', 'HOST_KEY', 'PASSPHRASE', 'SFTP_FILE_EXT'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ZDMS_UPLOAD /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'ZSFTP_DMS_IN' / 'ZSFTP_DMS_OUT'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Standard bundle + 'SOURCE_FOLDER', 'ZDEST_FOLD'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ZSD_MEDICARE (ZMEDI FM)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'ZSFTP_MEDICARE_IN/OUT'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Standard bundle + 'SOURCE_PATH', 'ZDEST_FOLD'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0" y="626364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418DFF"/>
                </a:solidFill>
                <a:latin typeface="Calibri"/>
              </a:defRPr>
            </a:pPr>
            <a:r>
              <a:t>Values retrieved via SE16 / SecureStorage; not committed to git.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Credential schema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what each fnam key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Calibri"/>
              </a:defRPr>
            </a:pPr>
            <a:r>
              <a:t>All values in DDIC table `zfi_constants` (columns PNAME, FNAM, FVAL).</a:t>
            </a:r>
          </a:p>
          <a:p>
            <a:pPr>
              <a:defRPr sz="1000" b="0">
                <a:solidFill>
                  <a:srgbClr val="555555"/>
                </a:solidFill>
                <a:latin typeface="Calibri"/>
              </a:defRPr>
            </a:pPr>
            <a:r>
              <a:t>Reports SELECT rows by pname, then READ values by fnam. FVAL strings via SE16 / SecureStorage on SAP system — not in this artifact.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0" y="1371600"/>
          <a:ext cx="88696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3200400"/>
              </a:tblGrid>
              <a:tr h="372793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fnam (literal key)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Holds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as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'FTP_USER'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SFTP username for remote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Login user in sftp/scp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'FTP_PSWD'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Password (legacy/fallback)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Password when key auth not used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'FTP_DOMAIN'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Remote SFTP server hostname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Host portion of `user@host[:port]`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'FTP_PORT'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TCP port (default 22)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`:port` suffix after host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'HOST_KEY'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Server's host-key fingerprint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Server identity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'PRIVATE_KEY_PATH'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Path on app server to private 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`-i &lt;path&gt;` to sftp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'PASSPHRASE'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Passphrase for 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Decrypts the key at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'SOURCE_FOLDER' / 'SOURCE_PATH'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Remote folder to read from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path arg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'FOLDER_PATH'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Local AL11 folder on app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Destination (pull) / source (push)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'FILE_EXT' / 'SFTP_FILE_EXT'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File-name pattern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Filter for which files to move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'ZDEST_FOLD' / 'DESTINATION_FOLDER'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Remote target 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Destination path arg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80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'PUBLIC_KEY_ID' / 'PRIVATE_KEY_US|NONUS'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PGP key IDs (BNP only)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PGP layer atop SFTP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Direct SXPG call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ZSFTP_CITI_PULL — pattern shared by 14 of 16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576072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PARAMETERS: p_comm TYPE sxpgcolist-name OBLIGATORY DEFAULT 'ZSFTP_CITI_PULL'.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 WHERE pname = 'ZSFTP_CITI'.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PERFORM f_set_parameter USING 'SOURCE_FOLDER'    'M' ''.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PERFORM f_set_parameter USING 'PASSPHRASE'       'M' ' 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'FTP_USER'         'M' ' 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'FTP_DOMAIN'       'M' '@'.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PERFORM f_set_parameter USING 'HOST_KEY'         'M' ' 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PERFORM f_set_parameter USING 'PRIVATE_KEY_PATH' 'M' ' 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EXPORTING commandname           = p_comm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          additional_parameters = g_path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IMPORTING exitcode              = g_ret_code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TABLES    exec_protocol         = i_return[].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Wrapper FM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ZMEDI_GET_FROM_SFTP — used by ZSD_MEDICARE_PDF_PROCESS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576072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FUNCTION zmedi_get_from_sftp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IMPORTING command   TYPE sxpgcolist-name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          constants TYPE bdc_prog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TABLES    return    LIKE bapiret2 OPTIONAL.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SELECT * FROM zfi_constants INTO TABLE gt_constants WHERE pname = constants.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'FTP_USER'         'M' ''.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'PASSPHRASE'       'M' ':'.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'HOST_KEY'         'M' ';'.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'FTP_DOMAIN'       'M' ';'.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'PRIVATE_KEY_PATH' 'M' ';'.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CALL FUNCTION 'SXPG_COMMAND_EXECUTE'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  EXPORTING commandname           = command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            additional_parameters = gv_param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  IMPORTING exitcode              = lv_ret_code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  TABLES    exec_protocol         = lt_return[].</a:t>
            </a:r>
          </a:p>
          <a:p>
            <a:pPr>
              <a:defRPr sz="1100" b="0">
                <a:solidFill>
                  <a:srgbClr val="333333"/>
                </a:solidFill>
                <a:latin typeface="Consolas"/>
              </a:defRPr>
            </a:pPr>
            <a:r>
              <a:t>ENDFUNCTION.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One change point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Replace SXPG_COMMAND_EXECUTE uniformly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Calibri"/>
              </a:defRPr>
            </a:pPr>
            <a:r>
              <a:t>Replace CALL FUNCTION 'SXPG_COMMAND_EXECUTE' (with SM69 entries) with a native ABAP SFTP layer.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0" y="118872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926080"/>
                <a:gridCol w="2834640"/>
              </a:tblGrid>
              <a:tr h="10287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replacement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Native ABAP SSH/SFTP client 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Removes OS-script dependency; runs in-ABAP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All 16 reports + 3 wrappers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BTP Integration Suite SFTP adapter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Cleanest separation; aligns with BTP roadmap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Same; needs BTP connectivity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Keep SXPG but rewrite OS-side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Minimal ABAP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Doesn't remove technical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0" y="548640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Recommended: A or B. Both replace the SXPG call site uniformly — same FORM scaffolding, same zfi_constants reads.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Acceptance criteria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what 'migrated' means per consumer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For each of 16 reports + 3 wrapper FUGRs, the replacement must: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1. Read the same zfi_constants rows (same pname, same fnam keys) — or 1:1 shim.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2. Reach the same remote host with the same credentials.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3. Support both auth modes — key (PRIVATE_KEY_PATH) AND password (FTP_PSWD).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4. Preserve PGP encryption for ZSFTP_BNP_PARIBAS_WITH_PGP.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5. Return exitcode + exec_protocol semantics compatible with caller code.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Coordinate cutover for the 3 SHARED SM69 entries — both callers migrate atomically: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  • ZFTP_BNPP            ← ZSFTP_BNP_PARIBAS + ZSFTP_BNP_PARIBAS_WITH_PGP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  • ZSFTP_CERIDIAN_GET   ← ZFFIU_ACC_POST + ZSFTP_CERIDIAN_PULL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  • ZSFTP_DMS_GET / PUT  ← ZDMS_UPLOAD_FILES + ZDMS_REPLACE_FILES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Per-report end-to-end test: trigger; assert file landed (pull) or was delivered (push).</a:t>
            </a:r>
          </a:p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ZDMS_SEND_FILE / ZDMS_EXTRACT_DOCS_TO_SFTP — investigate callers before declaring dead.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Completeness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7 independent SearchSource scans, no truncation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0" y="457200"/>
          <a:ext cx="8869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84632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Scan keyword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Catches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Hits / objects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Every key-auth SFTP call 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Every password-auth SFTP call site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 / 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Wrappers / forms with FROM naming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_TO_SFTP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Wrappers / forms with TO naming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 / 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Every SM69-literal in code (gold sanity)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 /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Alternate SM69 prefix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 / 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FUNCTION zerx_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ZERX FUGR FM enumeration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4023360"/>
            <a:ext cx="8869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Confidence: ≈ 97% within Z001 + PROG/FUGR/CLAS.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Residual 3%: dynamic CALL FUNCTION lv_fm, hardcoded SFTP without zfi_constants lookup, or code outside Z001.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Rises to ≈ 99% if customer confirms: "all SFTP code lives in Z001 and reads zfi_constants".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03 · METHOD &amp;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How this ran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~2.5 h, ~1.05M tokens — vs 4-12 h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Tutorial: docs/tutorials/codebase-analysis/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Pipeline: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1 — Formalize goal, scope, severity scale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2 — Per-seed verdict (02-methods.md)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2b — Open-ended method enumeration (02b-methods-deep.md)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2c — Verbatim code per mechanism (02c-code-extracts.md)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3 — Usage map: 7 SearchSource scans (03-usage-map.md)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4 — Per-domain analysis + completeness (04-analysis.md)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5 — Migration handoff (05-result.md)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Wall-clock end-to-end: ~2.5 hours.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Cloud-side LLM tokens: ~1.05M total (gpt-5.2 dominant; OpenAI in ai-applications subaccount).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Reference: comparable manual UI analysis estimated at 4-12 hours by senior reviewer.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