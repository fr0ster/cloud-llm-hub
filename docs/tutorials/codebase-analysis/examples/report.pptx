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B4C8"/>
                </a:solidFill>
                <a:latin typeface="Calibri"/>
              </a:defRPr>
            </a:pPr>
            <a:r>
              <a:t>CLOUD LLM HUB · ACCELERATOR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1106424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000">
                <a:solidFill>
                  <a:srgbClr val="FFFFFF"/>
                </a:solidFill>
                <a:latin typeface="Calibri Light"/>
              </a:defRPr>
            </a:pPr>
            <a:r>
              <a:t>SFTP Migration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CCCCCC"/>
                </a:solidFill>
                <a:latin typeface="Calibri"/>
              </a:defRPr>
            </a:pPr>
            <a:r>
              <a:t>Customer Z001 namespace · 13-seed stakeholder list · Worked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B4C8"/>
                </a:solidFill>
                <a:latin typeface="Calibri"/>
              </a:defRPr>
            </a:pPr>
            <a:r>
              <a:t>EPAM</a:t>
            </a:r>
            <a:br/>
            <a:r>
              <a:t>2026-05-19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48640" cy="54864"/>
          </a:xfrm>
          <a:prstGeom prst="rect">
            <a:avLst/>
          </a:prstGeom>
          <a:solidFill>
            <a:srgbClr val="00B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01 ·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0">
                <a:solidFill>
                  <a:srgbClr val="161616"/>
                </a:solidFill>
                <a:latin typeface="Calibri Light"/>
              </a:defRPr>
            </a:pPr>
            <a:r>
              <a:t>Bottom 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3657600" cy="219456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6000">
                <a:solidFill>
                  <a:srgbClr val="FFFFFF"/>
                </a:solidFill>
                <a:latin typeface="Calibri Light"/>
              </a:defRPr>
            </a:pPr>
            <a:r>
              <a:t>19</a:t>
            </a:r>
          </a:p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t>ABAP objects use SFTP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554480"/>
            <a:ext cx="3657600" cy="2194560"/>
          </a:xfrm>
          <a:prstGeom prst="rect">
            <a:avLst/>
          </a:prstGeom>
          <a:solidFill>
            <a:srgbClr val="00B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6000">
                <a:solidFill>
                  <a:srgbClr val="FFFFFF"/>
                </a:solidFill>
                <a:latin typeface="Calibri Light"/>
              </a:defRPr>
            </a:pPr>
            <a:r>
              <a:t>1</a:t>
            </a:r>
          </a:p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t>underlying mechanism</a:t>
            </a:r>
            <a:br/>
            <a:r>
              <a:t>SXPG → SM69 → OS sftp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8160" y="1554480"/>
            <a:ext cx="3657600" cy="2194560"/>
          </a:xfrm>
          <a:prstGeom prst="rect">
            <a:avLst/>
          </a:prstGeom>
          <a:solidFill>
            <a:srgbClr val="41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6000">
                <a:solidFill>
                  <a:srgbClr val="FFFFFF"/>
                </a:solidFill>
                <a:latin typeface="Calibri Light"/>
              </a:defRPr>
            </a:pPr>
            <a:r>
              <a:t>+46%</a:t>
            </a:r>
          </a:p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t>scope expansion vs</a:t>
            </a:r>
            <a:br/>
            <a:r>
              <a:t>the stakeholder seed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233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16 ABAP reports call SFTP — 14 directly via SXPG_COMMAND_EXECUTE, 2 via Z wrapper FMs.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3 wrapper function groups (ZMEDICARE, ZERX, ZDMS_SEND_FILE) wrap the same SXPG call.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11 distinct SM69 commands (3 shared by ≥2 callers) — coordinate cutover.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2 auth modes the new layer must support: key-based (PRIVATE_KEY_PATH) and password-based (FTP_PSWD).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8 counter-party endpoints: BNP Paribas, Citi, JPMorgan, Caparío, Patientco, Ceridian, internal DMS, internal eRx/Medicare.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Completeness ≈ 97% within Z001 + PROG/FUGR/CLAS (7 independent SearchSource scans, no truncation).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01 ·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0">
                <a:solidFill>
                  <a:srgbClr val="161616"/>
                </a:solidFill>
                <a:latin typeface="Calibri Light"/>
              </a:defRPr>
            </a:pPr>
            <a:r>
              <a:t>16 ABAP reports use SFTP — by business domain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97840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200400"/>
                <a:gridCol w="3383280"/>
                <a:gridCol w="914400"/>
                <a:gridCol w="914400"/>
              </a:tblGrid>
              <a:tr h="285077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Domain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Report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SM69 / wrapper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Direction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Auth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  <a:tr h="28507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ZSFTP_BNP_PARIBAS_PULL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ZFTP_BNPP_PULL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ZSFTP_BNP_PARIBAS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ZFTP_BNPP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password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8507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ZSFTP_BNP_PARIBAS_WITH_PGP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ZFTP_BNPP (PGP)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ZSFTP_CITI_PULL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ZSFTP_CITI_PULL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8507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ZSFTP_CITI_SEND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ZSFTP_CITI_SEND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ZSFTP_JPM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ZFTP_JPM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8507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ZSFTP_JPM_PULL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ZFTP_JPM_PULL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Healthcare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ZSFTP_CAPARIO_PULL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ZFTP_EOB_PULL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8507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Healthcare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ZSFTP_CAPARIO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ZFTP_837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Healthcare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ZSFTP_PATIENTCO_PULL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ZSFTP_PATCO_PULL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8507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Payroll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ZFFIU_ACC_POST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ZSFTP_CERIDIAN_GET (shared)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Payroll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ZSFTP_CERIDIAN_PULL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ZSFTP_CERIDIAN_GET (shared)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8507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ZDMS_UPLOAD_FILES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ZSFTP_DMS_GET + _PUT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DMS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ZDMS_REPLACE_FILES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ZSFTP_DMS_GET + _PUT (shared)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8507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ZSD_MEDICARE_PDF_PROCESS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ZMEDI_GET / PUT_FROM_SFTP (FM)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508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eRx / DMS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ZSD_ERX_DMS_FILE_PROCESS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ZERX_GET / PUT_FROM_SFTP (FM)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555555"/>
                </a:solidFill>
                <a:latin typeface="Calibri"/>
              </a:defRPr>
            </a:pPr>
            <a:r>
              <a:t>Source: SM69 names come from literal `PARAMETERS p_comm TYPE sxpgcolist-name DEFAULT '...'` (or `lv_comm = '...'`) in each report's main source.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01 ·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0">
                <a:solidFill>
                  <a:srgbClr val="161616"/>
                </a:solidFill>
                <a:latin typeface="Calibri Light"/>
              </a:defRPr>
            </a:pPr>
            <a:r>
              <a:t>Parameter matrix — what each consumer reads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55555"/>
                </a:solidFill>
                <a:latin typeface="Calibri"/>
              </a:defRPr>
            </a:pPr>
            <a:r>
              <a:t>✓ = the report reads that fnam via `READ TABLE i_constants WITH KEY fnam = '...'.` after `SELECT * FROM zfi_constants WHERE pname = '&lt;consumer pname&gt;'.`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783080"/>
          <a:ext cx="1152144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68680"/>
                <a:gridCol w="777240"/>
                <a:gridCol w="960120"/>
                <a:gridCol w="777240"/>
                <a:gridCol w="914400"/>
                <a:gridCol w="1371600"/>
                <a:gridCol w="1005840"/>
                <a:gridCol w="2103120"/>
              </a:tblGrid>
              <a:tr h="306977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Report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FTP_USER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FTP_PSWD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FTP_DOMAIN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FTP_PORT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HOST_KEY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PRIVATE_KEY_PATH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PASSPHRASE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Other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ZSFTP_CITI_PULL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SOURCE_FOLDER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ZSFTP_CITI_SEND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ZSFTP_BNP_PARIBAS_PULL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ZSFTP_BNP_PARIBAS (pswd)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ZSFTP_BNP_PARIBAS_WITH_PGP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ZSFTP_CAPARIO_PULL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FOLDER_PATH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ZSFTP_CAPARIO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ZSFTP_PATIENTCO_PULL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ZSFTP_JPM / 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ZFFIU_ACC_POST / CERIDIAN_PULL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SOURCE_FOLDER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ZDMS_UPLOAD_FILES / REPLACE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SOURCE_FOLDER + ZDEST_FOLD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ZSD_MEDICARE (via ZMEDI FM)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SOURCE_PATH + ZDEST_FOLD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0697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ZSD_ERX_DMS (via ZERX FM)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(via wrapper, similar to ZMEDI)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Key observation: 1 of 16 reports uses pure password auth (ZSFTP_BNP_PARIBAS); all others use key auth or hybrid. New SFTP layer must support both.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01 ·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0">
                <a:solidFill>
                  <a:srgbClr val="161616"/>
                </a:solidFill>
                <a:latin typeface="Calibri Light"/>
              </a:defRPr>
            </a:pPr>
            <a:r>
              <a:t>Where SFTP parameter values come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55555"/>
                </a:solidFill>
                <a:latin typeface="Calibri"/>
              </a:defRPr>
            </a:pPr>
            <a:r>
              <a:t>Every consumer follows this verbatim shape. The pname literal changes per endpoint; values live in zfi_constants table on the SAP system.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  <a:latin typeface="Consolas"/>
              </a:defRPr>
            </a:pPr>
            <a:r>
              <a:t>SELECT * FROM zfi_constants INTO TABLE i_constants</a:t>
            </a:r>
          </a:p>
          <a:p>
            <a:pPr>
              <a:defRPr sz="1300" b="0">
                <a:solidFill>
                  <a:srgbClr val="333333"/>
                </a:solidFill>
                <a:latin typeface="Consolas"/>
              </a:defRPr>
            </a:pPr>
            <a:r>
              <a:t>  WHERE pname = '&lt;consumer-specific pname&gt;'.</a:t>
            </a:r>
          </a:p>
          <a:p>
            <a:pPr>
              <a:defRPr sz="13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300" b="0">
                <a:solidFill>
                  <a:srgbClr val="333333"/>
                </a:solidFill>
                <a:latin typeface="Consolas"/>
              </a:defRPr>
            </a:pPr>
            <a:r>
              <a:t>READ TABLE i_constants WITH KEY fnam = 'FTP_USER'.       " then 'FTP_DOMAIN', 'HOST_KEY', 'PRIVATE_KEY_PATH', ...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347472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00400"/>
                <a:gridCol w="5486400"/>
              </a:tblGrid>
              <a:tr h="3048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Consumer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pname literal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fnam keys read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ZSFTP_CITI_PULL / SEND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'ZSFTP_CITI' / 'ZSFTP_CITI_SEND'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'FTP_USER', 'FTP_DOMAIN', 'HOST_KEY', 'PRIVATE_KEY_PATH', 'PASSPHRASE', 'SOURCE_FOLDER'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ZSFTP_BNP_PARIBAS_PULL / _PARIBAS / _PGP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'ZSFTP_BNP_PARIBAS'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'FTP_USER', 'FTP_PSWD'/'PRIVATE_KEY_PATH', 'FTP_DOMAIN', 'FTP_PORT', 'HOST_KEY', 'FOLDER_PATH'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ZSFTP_CAPARIO_PULL / ZSFTP_CAPARIO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'ZSFTP_835_PULL' / 'ZSFTP_837'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Standard key-auth bundle + 'FOLDER_PATH', 'FILE_EXT'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ZSFTP_PATIENTCO_PULL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'ZSFTP_835_PATIENTCO'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'FTP_USER', 'FTP_DOMAIN', 'HOST_KEY', 'FTP_PSWD', 'FOLDER_PATH', 'FILE_EXT'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ZSFTP_JPM / 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'ZSFTP_JPM'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Standard key-auth bundle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ZFFIU_ACC_POST / CERIDIAN_PULL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'ZSFTP_CERIDIAN'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'FTP_USER', 'FTP_DOMAIN', 'HOST_KEY', 'PASSPHRASE', 'SFTP_FILE_EXT', 'SOURCE_FOLDER'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ZDMS_UPLOAD_FILES / REPLACE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'ZSFTP_DMS_IN' (GET) / 'ZSFTP_DMS_OUT' (PUT)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Standard key-auth bundle + 'SOURCE_FOLDER', 'ZDEST_FOLD'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ZSD_MEDICARE (via ZMEDI FM)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'ZSFTP_MEDICARE_IN' / 'ZSFTP_MEDICARE_OUT'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'FTP_USER', 'PASSPHRASE', 'HOST_KEY', 'FTP_DOMAIN', 'PRIVATE_KEY_PATH', 'SOURCE_PATH', 'ZDEST_FOLD'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418DFF"/>
                </a:solidFill>
                <a:latin typeface="Calibri"/>
              </a:defRPr>
            </a:pPr>
            <a:r>
              <a:t>Migration handoff: extract zfi_constants rows for these pnames via SE16 / SecureStorage; values not committed to git.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01 ·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0">
                <a:solidFill>
                  <a:srgbClr val="161616"/>
                </a:solidFill>
                <a:latin typeface="Calibri Light"/>
              </a:defRPr>
            </a:pPr>
            <a:r>
              <a:t>SFTP credential schema — what each fnam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55555"/>
                </a:solidFill>
                <a:latin typeface="Calibri"/>
              </a:defRPr>
            </a:pPr>
            <a:r>
              <a:t>All values stored in DDIC table `zfi_constants` (columns PNAME, FNAM, FVAL).</a:t>
            </a:r>
          </a:p>
          <a:p>
            <a:pPr>
              <a:defRPr sz="1100" b="0">
                <a:solidFill>
                  <a:srgbClr val="555555"/>
                </a:solidFill>
                <a:latin typeface="Calibri"/>
              </a:defRPr>
            </a:pPr>
            <a:r>
              <a:t>Reports SELECT rows by pname, then READ specific values by fnam. FVAL strings retrieved via SE16 / SecureStorage on the SAP system — not in this artifact.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210312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023360"/>
                <a:gridCol w="4389120"/>
              </a:tblGrid>
              <a:tr h="32355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fnam (literal key)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Holds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Used as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'FTP_USER'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SFTP username for the remote endpoint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Login user in sftp/scp command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'FTP_PSWD'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Password (legacy/fallback auth)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Password when key auth not used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'FTP_DOMAIN'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Remote SFTP server hostname (FQDN)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Host portion of `user@host[:port]`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'FTP_PORT'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TCP port (default 22 if not set)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`:port` suffix after host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'HOST_KEY'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Server's host-key fingerprint (md5/sha)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Server identity verification flag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'PRIVATE_KEY_PATH'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Path on SAP app server to the key file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`-i &lt;path&gt;` to sftp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'PASSPHRASE'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Passphrase that unlocks PRIVATE_KEY_PATH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Decrypts the private key at runtime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'SOURCE_FOLDER' / 'SOURCE_PATH'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Remote folder to read from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Source path arg in sftp command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'FOLDER_PATH'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Local AL11 folder on SAP app server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Destination (pull) / source (push)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'FILE_EXT' etc.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File-name pattern (e.g. *.csv)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Filter for which files to move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'ZDEST_FOLD' / 'DESTINATION_FOLDER'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Remote target folder for 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Destination path arg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'PUBLIC_KEY_ID' / 'PRIVATE_KEY_US/NONUS'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PGP key identifiers (BNP only)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PGP layer on top of SFTP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01 ·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0">
                <a:solidFill>
                  <a:srgbClr val="161616"/>
                </a:solidFill>
                <a:latin typeface="Calibri Light"/>
              </a:defRPr>
            </a:pPr>
            <a:r>
              <a:t>Direct SXPG call (ZSFTP_CITI_PULL)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55555"/>
                </a:solidFill>
                <a:latin typeface="Calibri"/>
              </a:defRPr>
            </a:pPr>
            <a:r>
              <a:t>Pattern shared by 14 of 16 reports: read credentials from zfi_constants → assemble shell parameters → call SXPG.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47120" cy="457200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PARAMETERS: p_comm TYPE sxpgcolist-name OBLIGATORY DEFAULT 'ZSFTP_CITI_PULL'.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SELECT * FROM zfi_constants INTO TABLE i_constants WHERE pname = 'ZSFTP_CITI'.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'SOURCE_FOLDER'    'M' ''.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'PASSPHRASE'       'M' ' 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'FTP_USER'         'M' ' 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'FTP_DOMAIN'       'M' '@'.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'HOST_KEY'         'M' ' 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'PRIVATE_KEY_PATH' 'M' ' 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CALL FUNCTION 'SXPG_COMMAND_EXECUTE'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EXPORTING commandname           = p_comm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        additional_parameters = g_path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IMPORTING exitcode              = g_ret_code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TABLES    exec_protocol         = i_return[].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01 ·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0">
                <a:solidFill>
                  <a:srgbClr val="161616"/>
                </a:solidFill>
                <a:latin typeface="Calibri Light"/>
              </a:defRPr>
            </a:pPr>
            <a:r>
              <a:t>Wrapper function module (ZMEDI_GET_FROM_SFTP)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55555"/>
                </a:solidFill>
                <a:latin typeface="Calibri"/>
              </a:defRPr>
            </a:pPr>
            <a:r>
              <a:t>Same SXPG pattern inside a function module — 2 reports invoke this instead of duplicating the plumbing.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47120" cy="457200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FUNCTION zmedi_get_from_sftp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IMPORTING command   TYPE sxpgcolist-name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        constants TYPE bdc_prog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TABLES    return    LIKE bapiret2 OPTIONAL.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SELECT * FROM zfi_constants INTO TABLE gt_constants WHERE pname = constants.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'FTP_USER'         'M' ''.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'PASSPHRASE'       'M' ':'.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'HOST_KEY'         'M' ';'.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'FTP_DOMAIN'       'M' ';'.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'PRIVATE_KEY_PATH' 'M' ';'.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CALL FUNCTION 'SXPG_COMMAND_EXECUTE'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EXPORTING commandname           = command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          additional_parameters = gv_param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IMPORTING exitcode              = lv_ret_code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TABLES    exec_protocol         = lt_return[].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ENDFUNCTION.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02 · MIGRATION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0">
                <a:solidFill>
                  <a:srgbClr val="161616"/>
                </a:solidFill>
                <a:latin typeface="Calibri Light"/>
              </a:defRPr>
            </a:pPr>
            <a:r>
              <a:t>One ABAP-level change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  <a:latin typeface="Calibri"/>
              </a:defRPr>
            </a:pPr>
            <a:r>
              <a:t>Replace CALL FUNCTION 'SXPG_COMMAND_EXECUTE' (with SM69 entries) with a native ABAP SFTP layer.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011680"/>
          <a:ext cx="1124712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474720"/>
                <a:gridCol w="3840480"/>
                <a:gridCol w="3474720"/>
              </a:tblGrid>
              <a:tr h="9829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Target replacement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Coverage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Native ABAP SSH/SFTP client 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Removes OS-script dependency; runs in-ABAP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All 16 reports + 3 wrappers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BTP Integration Suite SFTP adapter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Cleanest separation; aligns with SAP BTP roadmap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Same; needs BTP connectivity from on-prem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Keep SXPG but rewrite the OS-side 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Minimal ABAP 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Doesn't remove technical debt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4C8"/>
                </a:solidFill>
                <a:latin typeface="Calibri"/>
              </a:defRPr>
            </a:pPr>
            <a:r>
              <a:t>Recommended: A or B. Both replace the SXPG_COMMAND_EXECUTE call site uniformly — same FORM scaffolding, same zfi_constants reads.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02 · MIGRATION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0">
                <a:solidFill>
                  <a:srgbClr val="161616"/>
                </a:solidFill>
                <a:latin typeface="Calibri Light"/>
              </a:defRPr>
            </a:pPr>
            <a:r>
              <a:t>Acceptance 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For each of the 16 reports + 3 wrapper FUGRs, the replacement must: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1. Read the same zfi_constants rows (same pname, same fnam keys) — or provide a 1:1 shim.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2. Reach the same remote host with the same credentials.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3. Support both auth modes — key (PRIVATE_KEY_PATH) AND password (FTP_PSWD).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4. Preserve PGP encryption wrap for ZSFTP_BNP_PARIBAS_WITH_PGP.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5. Return success/failure semantics compatible with caller code (exitcode, exec_protocol).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Coordinate cutover for the 3 SHARED SM69 entries — both callers migrate atomically: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  • ZFTP_BNPP            ← ZSFTP_BNP_PARIBAS + ZSFTP_BNP_PARIBAS_WITH_PGP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  • ZSFTP_CERIDIAN_GET   ← ZFFIU_ACC_POST + ZSFTP_CERIDIAN_PULL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  • ZSFTP_DMS_GET / PUT  ← ZDMS_UPLOAD_FILES + ZDMS_REPLACE_FILES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Per-report end-to-end test: trigger the report; assert file landed (pull) or was delivered (push).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ZDMS_SEND_FILE / ZDMS_EXTRACT_DOCS_TO_SFTP — investigate dynamic/cross-package callers before declaring it dead.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02 · MIGRATION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0">
                <a:solidFill>
                  <a:srgbClr val="161616"/>
                </a:solidFill>
                <a:latin typeface="Calibri Light"/>
              </a:defRPr>
            </a:pPr>
            <a:r>
              <a:t>Completeness — 7 independent scans, no truncation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6217920"/>
                <a:gridCol w="2286000"/>
              </a:tblGrid>
              <a:tr h="3886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Scan keyword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Catches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Hits / objects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PRIVATE_KEY_PATH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Every key-auth SFTP call site (modern pattern)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 /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FTP_PSWD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Every password-auth SFTP call site (legacy)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 / 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_FROM_SFTP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Wrapper FMs / forms with FROM naming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 /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_TO_SFTP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Wrapper FMs / forms with TO naming (catches ZDMS_SEND_FILE)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 / 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ZSFTP_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Every SM69-command-literal in code (gold sanity)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36 / 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ZFTP_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Alternate SM69 prefix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 / 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FUNCTION zerx_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ZERX FUGR FM enumeration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5488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Confidence: ≈ 97% within Z001 + PROG/FUGR/CLAS.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Residual 3%: dynamic CALL FUNCTION lv_fm, hardcoded SFTP without zfi_constants lookup, or code outside Z001.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Rises to ≈ 99% if customer confirms: "all SFTP code lives in Z001 and reads zfi_constants".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03 · COST &amp;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0">
                <a:solidFill>
                  <a:srgbClr val="161616"/>
                </a:solidFill>
                <a:latin typeface="Calibri Light"/>
              </a:defRPr>
            </a:pPr>
            <a:r>
              <a:t>Wall-clock and token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Tutorial: docs/tutorials/codebase-analysis/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Pipeline: 5 stages × per-stage skill. Each stage carries the prior artifact, not chat history.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  Stage 1 — Formalize goal, scope, severity scale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  Stage 2 — Per-seed verdict with source evidence (02-methods.md)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  Stage 2b — Open-ended method enumeration per 'yes' seed (02b-methods-deep.md)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  Stage 2c — Verbatim code per distinct mechanism (02c-code-extracts.md)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  Stage 3 — Usage map: 7 SearchSource scans across Z001 (03-usage-map.md)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  Stage 4 — Per-business-domain analysis + completeness (04-analysis.md)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  Stage 5 — Migration handoff (05-result.md)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Wall-clock end-to-end: ~2.5 hours.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Cloud-side LLM tokens: ~1.05M total (gpt-5.2 dominant; OpenAI in ai-applications subaccount).</a:t>
            </a: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333333"/>
                </a:solidFill>
                <a:latin typeface="Calibri"/>
              </a:defRPr>
            </a:pPr>
            <a:r>
              <a:t>Reference: comparable manual UI analysis estimated at 4-12 hours by a senior reviewer.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